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slides/charts/chart1.xml" ContentType="application/vnd.openxmlformats-officedocument.drawingml.chart+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a7fab49e63a4b42" /><Relationship Type="http://schemas.openxmlformats.org/officeDocument/2006/relationships/extended-properties" Target="/docProps/app.xml" Id="R0bed949d0138404e" /><Relationship Type="http://schemas.openxmlformats.org/officeDocument/2006/relationships/officeDocument" Target="/ppt/presentation.xml" Id="Rcd1d0bb765b547c8" /></Relationships>
</file>

<file path=ppt/presentation.xml><?xml version="1.0" encoding="utf-8"?>
<p:presentation xmlns:p="http://schemas.openxmlformats.org/presentationml/2006/main">
  <p:sldMasterIdLst>
    <p:sldMasterId xmlns:r="http://schemas.openxmlformats.org/officeDocument/2006/relationships" id="2147483648" r:id="Rc4da5d593eb84869"/>
  </p:sldMasterIdLst>
  <p:notesMasterIdLst>
    <p:notesMasterId xmlns:r="http://schemas.openxmlformats.org/officeDocument/2006/relationships" r:id="Ra2147cec1c9f4012"/>
  </p:notesMasterIdLst>
  <p:sldIdLst>
    <p:sldId xmlns:r="http://schemas.openxmlformats.org/officeDocument/2006/relationships" id="256" r:id="R63e42eb8fa9a400c"/>
    <p:sldId xmlns:r="http://schemas.openxmlformats.org/officeDocument/2006/relationships" id="257" r:id="R45df4bc25a384ef4"/>
    <p:sldId xmlns:r="http://schemas.openxmlformats.org/officeDocument/2006/relationships" id="258" r:id="Rcf0e6e2c28614d0d"/>
    <p:sldId xmlns:r="http://schemas.openxmlformats.org/officeDocument/2006/relationships" id="259" r:id="R504ca5bf577b48cd"/>
    <p:sldId xmlns:r="http://schemas.openxmlformats.org/officeDocument/2006/relationships" id="260" r:id="R2a5195ca83044333"/>
    <p:sldId xmlns:r="http://schemas.openxmlformats.org/officeDocument/2006/relationships" id="261" r:id="Re20a4b35530d4dfc"/>
    <p:sldId xmlns:r="http://schemas.openxmlformats.org/officeDocument/2006/relationships" id="262" r:id="Rbad9f45f1814495b"/>
    <p:sldId xmlns:r="http://schemas.openxmlformats.org/officeDocument/2006/relationships" id="263" r:id="R2fea69e19c624050"/>
    <p:sldId xmlns:r="http://schemas.openxmlformats.org/officeDocument/2006/relationships" id="264" r:id="Re283db004434493d"/>
    <p:sldId xmlns:r="http://schemas.openxmlformats.org/officeDocument/2006/relationships" id="265" r:id="Ra338396963f84c6a"/>
    <p:sldId xmlns:r="http://schemas.openxmlformats.org/officeDocument/2006/relationships" id="266" r:id="R9e67f36895b9472c"/>
    <p:sldId xmlns:r="http://schemas.openxmlformats.org/officeDocument/2006/relationships" id="267" r:id="R5fc1a3e4ffc74742"/>
    <p:sldId xmlns:r="http://schemas.openxmlformats.org/officeDocument/2006/relationships" id="268" r:id="R270791dbb4f64424"/>
    <p:sldId xmlns:r="http://schemas.openxmlformats.org/officeDocument/2006/relationships" id="269" r:id="R6e1bdbcafc964ec6"/>
    <p:sldId xmlns:r="http://schemas.openxmlformats.org/officeDocument/2006/relationships" id="270" r:id="R9c12df87db0e4b1f"/>
    <p:sldId xmlns:r="http://schemas.openxmlformats.org/officeDocument/2006/relationships" id="271" r:id="Rb63504a074fa4532"/>
    <p:sldId xmlns:r="http://schemas.openxmlformats.org/officeDocument/2006/relationships" id="272" r:id="Rf08d33139d464131"/>
    <p:sldId xmlns:r="http://schemas.openxmlformats.org/officeDocument/2006/relationships" id="273" r:id="R37323eb2bdb94d51"/>
    <p:sldId xmlns:r="http://schemas.openxmlformats.org/officeDocument/2006/relationships" id="274" r:id="Rbc00ed18b61d4663"/>
    <p:sldId xmlns:r="http://schemas.openxmlformats.org/officeDocument/2006/relationships" id="275" r:id="Rc46a56b7e8f24088"/>
    <p:sldId xmlns:r="http://schemas.openxmlformats.org/officeDocument/2006/relationships" id="276" r:id="Rd4130815c2514612"/>
    <p:sldId xmlns:r="http://schemas.openxmlformats.org/officeDocument/2006/relationships" id="277" r:id="Ra3c2e4f439a44fa9"/>
    <p:sldId xmlns:r="http://schemas.openxmlformats.org/officeDocument/2006/relationships" id="278" r:id="R7c0352ea481142d5"/>
    <p:sldId xmlns:r="http://schemas.openxmlformats.org/officeDocument/2006/relationships" id="279" r:id="R340eee3b27e04400"/>
    <p:sldId xmlns:r="http://schemas.openxmlformats.org/officeDocument/2006/relationships" id="280" r:id="R48e5c5483bb043f4"/>
    <p:sldId xmlns:r="http://schemas.openxmlformats.org/officeDocument/2006/relationships" id="281" r:id="R4e3b9a462169411e"/>
    <p:sldId xmlns:r="http://schemas.openxmlformats.org/officeDocument/2006/relationships" id="282" r:id="Rb3ced43e5919415f"/>
    <p:sldId xmlns:r="http://schemas.openxmlformats.org/officeDocument/2006/relationships" id="283" r:id="R7120376493024bc4"/>
    <p:sldId xmlns:r="http://schemas.openxmlformats.org/officeDocument/2006/relationships" id="284" r:id="R444fd11335064add"/>
    <p:sldId xmlns:r="http://schemas.openxmlformats.org/officeDocument/2006/relationships" id="285" r:id="R2fbec77ee5794dbe"/>
    <p:sldId xmlns:r="http://schemas.openxmlformats.org/officeDocument/2006/relationships" id="286" r:id="R9acf3c5c902e42f4"/>
    <p:sldId xmlns:r="http://schemas.openxmlformats.org/officeDocument/2006/relationships" id="287" r:id="Rf33c0a8e38ac4d51"/>
    <p:sldId xmlns:r="http://schemas.openxmlformats.org/officeDocument/2006/relationships" id="288" r:id="R375796a01ab6433f"/>
    <p:sldId xmlns:r="http://schemas.openxmlformats.org/officeDocument/2006/relationships" id="289" r:id="R8c3cdd209cb54db8"/>
    <p:sldId xmlns:r="http://schemas.openxmlformats.org/officeDocument/2006/relationships" id="290" r:id="R4ca05f298aa54767"/>
    <p:sldId xmlns:r="http://schemas.openxmlformats.org/officeDocument/2006/relationships" id="291" r:id="R636a453938a74a87"/>
    <p:sldId xmlns:r="http://schemas.openxmlformats.org/officeDocument/2006/relationships" id="292" r:id="R4387a89d62f44124"/>
    <p:sldId xmlns:r="http://schemas.openxmlformats.org/officeDocument/2006/relationships" id="293" r:id="Rd103fd5a497e446e"/>
    <p:sldId xmlns:r="http://schemas.openxmlformats.org/officeDocument/2006/relationships" id="294" r:id="Rdb29cf10fe524bfe"/>
    <p:sldId xmlns:r="http://schemas.openxmlformats.org/officeDocument/2006/relationships" id="295" r:id="Re1af2c9765dc4a87"/>
    <p:sldId xmlns:r="http://schemas.openxmlformats.org/officeDocument/2006/relationships" id="296" r:id="Re4ddc8ff7f024fe8"/>
    <p:sldId xmlns:r="http://schemas.openxmlformats.org/officeDocument/2006/relationships" id="297" r:id="R60dbb02a86ca4768"/>
    <p:sldId xmlns:r="http://schemas.openxmlformats.org/officeDocument/2006/relationships" id="298" r:id="Rcfbcedd205024497"/>
    <p:sldId xmlns:r="http://schemas.openxmlformats.org/officeDocument/2006/relationships" id="299" r:id="Re5b7eae31af849f7"/>
    <p:sldId xmlns:r="http://schemas.openxmlformats.org/officeDocument/2006/relationships" id="300" r:id="Rddc0b1e04a654866"/>
    <p:sldId xmlns:r="http://schemas.openxmlformats.org/officeDocument/2006/relationships" id="301" r:id="Re8b1c8f5386a4546"/>
    <p:sldId xmlns:r="http://schemas.openxmlformats.org/officeDocument/2006/relationships" id="302" r:id="Rab36b7ff3b0544e1"/>
    <p:sldId xmlns:r="http://schemas.openxmlformats.org/officeDocument/2006/relationships" id="303" r:id="R8bf2d00990a241eb"/>
    <p:sldId xmlns:r="http://schemas.openxmlformats.org/officeDocument/2006/relationships" id="304" r:id="R75f3461d7ed64156"/>
    <p:sldId xmlns:r="http://schemas.openxmlformats.org/officeDocument/2006/relationships" id="305" r:id="R6e0982f06f8a4827"/>
    <p:sldId xmlns:r="http://schemas.openxmlformats.org/officeDocument/2006/relationships" id="306" r:id="Rb341de50535b4572"/>
    <p:sldId xmlns:r="http://schemas.openxmlformats.org/officeDocument/2006/relationships" id="307" r:id="Rd8b9657c70194d36"/>
    <p:sldId xmlns:r="http://schemas.openxmlformats.org/officeDocument/2006/relationships" id="308" r:id="R9db7fa58b30b44b3"/>
    <p:sldId xmlns:r="http://schemas.openxmlformats.org/officeDocument/2006/relationships" id="309" r:id="R66ffc283c9604aae"/>
    <p:sldId xmlns:r="http://schemas.openxmlformats.org/officeDocument/2006/relationships" id="310" r:id="R6de37a7adf9e4629"/>
    <p:sldId xmlns:r="http://schemas.openxmlformats.org/officeDocument/2006/relationships" id="311" r:id="Rb8dedc0549f34b79"/>
    <p:sldId xmlns:r="http://schemas.openxmlformats.org/officeDocument/2006/relationships" id="312" r:id="R9879b9018fc84680"/>
    <p:sldId xmlns:r="http://schemas.openxmlformats.org/officeDocument/2006/relationships" id="313" r:id="R71190adc06474356"/>
    <p:sldId xmlns:r="http://schemas.openxmlformats.org/officeDocument/2006/relationships" id="314" r:id="R8cc170b4f1b942dd"/>
    <p:sldId xmlns:r="http://schemas.openxmlformats.org/officeDocument/2006/relationships" id="315" r:id="Racc7a919b3ae4267"/>
    <p:sldId xmlns:r="http://schemas.openxmlformats.org/officeDocument/2006/relationships" id="316" r:id="Rc2d57c5c598f4e3b"/>
    <p:sldId xmlns:r="http://schemas.openxmlformats.org/officeDocument/2006/relationships" id="317" r:id="Rccf7d512a0ad4492"/>
    <p:sldId xmlns:r="http://schemas.openxmlformats.org/officeDocument/2006/relationships" id="318" r:id="R5c6680bae56f4d2a"/>
    <p:sldId xmlns:r="http://schemas.openxmlformats.org/officeDocument/2006/relationships" id="319" r:id="Rb3ee14c656cd4443"/>
    <p:sldId xmlns:r="http://schemas.openxmlformats.org/officeDocument/2006/relationships" id="320" r:id="Rb4228921c3b54b56"/>
    <p:sldId xmlns:r="http://schemas.openxmlformats.org/officeDocument/2006/relationships" id="321" r:id="R67a3f6007fd04102"/>
    <p:sldId xmlns:r="http://schemas.openxmlformats.org/officeDocument/2006/relationships" id="322" r:id="Raa81557dacc44139"/>
    <p:sldId xmlns:r="http://schemas.openxmlformats.org/officeDocument/2006/relationships" id="323" r:id="Rf9637190c62a4371"/>
    <p:sldId xmlns:r="http://schemas.openxmlformats.org/officeDocument/2006/relationships" id="324" r:id="R2cc6f297ca6d47e9"/>
    <p:sldId xmlns:r="http://schemas.openxmlformats.org/officeDocument/2006/relationships" id="325" r:id="R2a17f77eb8a34b7d"/>
    <p:sldId xmlns:r="http://schemas.openxmlformats.org/officeDocument/2006/relationships" id="326" r:id="R81b4e4de88d640ac"/>
    <p:sldId xmlns:r="http://schemas.openxmlformats.org/officeDocument/2006/relationships" id="327" r:id="R6021151fd51c46a3"/>
    <p:sldId xmlns:r="http://schemas.openxmlformats.org/officeDocument/2006/relationships" id="328" r:id="R75c3a041efaf44ec"/>
    <p:sldId xmlns:r="http://schemas.openxmlformats.org/officeDocument/2006/relationships" id="329" r:id="R9caccbd4e84e4766"/>
    <p:sldId xmlns:r="http://schemas.openxmlformats.org/officeDocument/2006/relationships" id="330" r:id="Ra59fd4a154ee4432"/>
    <p:sldId xmlns:r="http://schemas.openxmlformats.org/officeDocument/2006/relationships" id="331" r:id="Rc019376d5de3469c"/>
    <p:sldId xmlns:r="http://schemas.openxmlformats.org/officeDocument/2006/relationships" id="332" r:id="R8a79e299ef5340ab"/>
    <p:sldId xmlns:r="http://schemas.openxmlformats.org/officeDocument/2006/relationships" id="333" r:id="R3fbaf911b4034dd0"/>
    <p:sldId xmlns:r="http://schemas.openxmlformats.org/officeDocument/2006/relationships" id="334" r:id="R69b501036b16424b"/>
    <p:sldId xmlns:r="http://schemas.openxmlformats.org/officeDocument/2006/relationships" id="335" r:id="R6622433500b24622"/>
    <p:sldId xmlns:r="http://schemas.openxmlformats.org/officeDocument/2006/relationships" id="336" r:id="Rbe20e87a20684560"/>
    <p:sldId xmlns:r="http://schemas.openxmlformats.org/officeDocument/2006/relationships" id="337" r:id="R064be377275843d7"/>
    <p:sldId xmlns:r="http://schemas.openxmlformats.org/officeDocument/2006/relationships" id="338" r:id="R4fcfceb45cc04990"/>
    <p:sldId xmlns:r="http://schemas.openxmlformats.org/officeDocument/2006/relationships" id="339" r:id="Rab0771b0e23b463d"/>
    <p:sldId xmlns:r="http://schemas.openxmlformats.org/officeDocument/2006/relationships" id="340" r:id="R2323d065bde44789"/>
    <p:sldId xmlns:r="http://schemas.openxmlformats.org/officeDocument/2006/relationships" id="341" r:id="Ra22460de84604beb"/>
    <p:sldId xmlns:r="http://schemas.openxmlformats.org/officeDocument/2006/relationships" id="342" r:id="R07006501675f4478"/>
    <p:sldId xmlns:r="http://schemas.openxmlformats.org/officeDocument/2006/relationships" id="343" r:id="R83ad65b60f944163"/>
    <p:sldId xmlns:r="http://schemas.openxmlformats.org/officeDocument/2006/relationships" id="344" r:id="R929636eae8144143"/>
    <p:sldId xmlns:r="http://schemas.openxmlformats.org/officeDocument/2006/relationships" id="345" r:id="Re158097279cd414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f55996303d744b6" /><Relationship Type="http://schemas.openxmlformats.org/officeDocument/2006/relationships/slideMaster" Target="/ppt/slideMasters/slideMaster1.xml" Id="Rc4da5d593eb84869" /><Relationship Type="http://schemas.openxmlformats.org/officeDocument/2006/relationships/notesMaster" Target="/ppt/notesMasters/notesMaster1.xml" Id="Ra2147cec1c9f4012" /><Relationship Type="http://schemas.openxmlformats.org/officeDocument/2006/relationships/presProps" Target="/ppt/presProps.xml" Id="R8876e524b14547c7" /><Relationship Type="http://schemas.openxmlformats.org/officeDocument/2006/relationships/tableStyles" Target="/ppt/tableStyles.xml" Id="Ra5bc3d6dfd514fce" /><Relationship Type="http://schemas.openxmlformats.org/officeDocument/2006/relationships/slide" Target="/ppt/slides/slide1.xml" Id="R63e42eb8fa9a400c" /><Relationship Type="http://schemas.openxmlformats.org/officeDocument/2006/relationships/slide" Target="/ppt/slides/slide2.xml" Id="R45df4bc25a384ef4" /><Relationship Type="http://schemas.openxmlformats.org/officeDocument/2006/relationships/slide" Target="/ppt/slides/slide3.xml" Id="Rcf0e6e2c28614d0d" /><Relationship Type="http://schemas.openxmlformats.org/officeDocument/2006/relationships/slide" Target="/ppt/slides/slide4.xml" Id="R504ca5bf577b48cd" /><Relationship Type="http://schemas.openxmlformats.org/officeDocument/2006/relationships/slide" Target="/ppt/slides/slide5.xml" Id="R2a5195ca83044333" /><Relationship Type="http://schemas.openxmlformats.org/officeDocument/2006/relationships/slide" Target="/ppt/slides/slide6.xml" Id="Re20a4b35530d4dfc" /><Relationship Type="http://schemas.openxmlformats.org/officeDocument/2006/relationships/slide" Target="/ppt/slides/slide7.xml" Id="Rbad9f45f1814495b" /><Relationship Type="http://schemas.openxmlformats.org/officeDocument/2006/relationships/slide" Target="/ppt/slides/slide8.xml" Id="R2fea69e19c624050" /><Relationship Type="http://schemas.openxmlformats.org/officeDocument/2006/relationships/slide" Target="/ppt/slides/slide9.xml" Id="Re283db004434493d" /><Relationship Type="http://schemas.openxmlformats.org/officeDocument/2006/relationships/slide" Target="/ppt/slides/slide10.xml" Id="Ra338396963f84c6a" /><Relationship Type="http://schemas.openxmlformats.org/officeDocument/2006/relationships/slide" Target="/ppt/slides/slide11.xml" Id="R9e67f36895b9472c" /><Relationship Type="http://schemas.openxmlformats.org/officeDocument/2006/relationships/slide" Target="/ppt/slides/slide12.xml" Id="R5fc1a3e4ffc74742" /><Relationship Type="http://schemas.openxmlformats.org/officeDocument/2006/relationships/slide" Target="/ppt/slides/slide13.xml" Id="R270791dbb4f64424" /><Relationship Type="http://schemas.openxmlformats.org/officeDocument/2006/relationships/slide" Target="/ppt/slides/slide14.xml" Id="R6e1bdbcafc964ec6" /><Relationship Type="http://schemas.openxmlformats.org/officeDocument/2006/relationships/slide" Target="/ppt/slides/slide15.xml" Id="R9c12df87db0e4b1f" /><Relationship Type="http://schemas.openxmlformats.org/officeDocument/2006/relationships/slide" Target="/ppt/slides/slide16.xml" Id="Rb63504a074fa4532" /><Relationship Type="http://schemas.openxmlformats.org/officeDocument/2006/relationships/slide" Target="/ppt/slides/slide17.xml" Id="Rf08d33139d464131" /><Relationship Type="http://schemas.openxmlformats.org/officeDocument/2006/relationships/slide" Target="/ppt/slides/slide18.xml" Id="R37323eb2bdb94d51" /><Relationship Type="http://schemas.openxmlformats.org/officeDocument/2006/relationships/slide" Target="/ppt/slides/slide19.xml" Id="Rbc00ed18b61d4663" /><Relationship Type="http://schemas.openxmlformats.org/officeDocument/2006/relationships/slide" Target="/ppt/slides/slide20.xml" Id="Rc46a56b7e8f24088" /><Relationship Type="http://schemas.openxmlformats.org/officeDocument/2006/relationships/slide" Target="/ppt/slides/slide21.xml" Id="Rd4130815c2514612" /><Relationship Type="http://schemas.openxmlformats.org/officeDocument/2006/relationships/slide" Target="/ppt/slides/slide22.xml" Id="Ra3c2e4f439a44fa9" /><Relationship Type="http://schemas.openxmlformats.org/officeDocument/2006/relationships/slide" Target="/ppt/slides/slide23.xml" Id="R7c0352ea481142d5" /><Relationship Type="http://schemas.openxmlformats.org/officeDocument/2006/relationships/slide" Target="/ppt/slides/slide24.xml" Id="R340eee3b27e04400" /><Relationship Type="http://schemas.openxmlformats.org/officeDocument/2006/relationships/slide" Target="/ppt/slides/slide25.xml" Id="R48e5c5483bb043f4" /><Relationship Type="http://schemas.openxmlformats.org/officeDocument/2006/relationships/slide" Target="/ppt/slides/slide26.xml" Id="R4e3b9a462169411e" /><Relationship Type="http://schemas.openxmlformats.org/officeDocument/2006/relationships/slide" Target="/ppt/slides/slide27.xml" Id="Rb3ced43e5919415f" /><Relationship Type="http://schemas.openxmlformats.org/officeDocument/2006/relationships/slide" Target="/ppt/slides/slide28.xml" Id="R7120376493024bc4" /><Relationship Type="http://schemas.openxmlformats.org/officeDocument/2006/relationships/slide" Target="/ppt/slides/slide29.xml" Id="R444fd11335064add" /><Relationship Type="http://schemas.openxmlformats.org/officeDocument/2006/relationships/slide" Target="/ppt/slides/slide30.xml" Id="R2fbec77ee5794dbe" /><Relationship Type="http://schemas.openxmlformats.org/officeDocument/2006/relationships/slide" Target="/ppt/slides/slide31.xml" Id="R9acf3c5c902e42f4" /><Relationship Type="http://schemas.openxmlformats.org/officeDocument/2006/relationships/slide" Target="/ppt/slides/slide32.xml" Id="Rf33c0a8e38ac4d51" /><Relationship Type="http://schemas.openxmlformats.org/officeDocument/2006/relationships/slide" Target="/ppt/slides/slide33.xml" Id="R375796a01ab6433f" /><Relationship Type="http://schemas.openxmlformats.org/officeDocument/2006/relationships/slide" Target="/ppt/slides/slide34.xml" Id="R8c3cdd209cb54db8" /><Relationship Type="http://schemas.openxmlformats.org/officeDocument/2006/relationships/slide" Target="/ppt/slides/slide35.xml" Id="R4ca05f298aa54767" /><Relationship Type="http://schemas.openxmlformats.org/officeDocument/2006/relationships/slide" Target="/ppt/slides/slide36.xml" Id="R636a453938a74a87" /><Relationship Type="http://schemas.openxmlformats.org/officeDocument/2006/relationships/slide" Target="/ppt/slides/slide37.xml" Id="R4387a89d62f44124" /><Relationship Type="http://schemas.openxmlformats.org/officeDocument/2006/relationships/slide" Target="/ppt/slides/slide38.xml" Id="Rd103fd5a497e446e" /><Relationship Type="http://schemas.openxmlformats.org/officeDocument/2006/relationships/slide" Target="/ppt/slides/slide39.xml" Id="Rdb29cf10fe524bfe" /><Relationship Type="http://schemas.openxmlformats.org/officeDocument/2006/relationships/slide" Target="/ppt/slides/slide40.xml" Id="Re1af2c9765dc4a87" /><Relationship Type="http://schemas.openxmlformats.org/officeDocument/2006/relationships/slide" Target="/ppt/slides/slide41.xml" Id="Re4ddc8ff7f024fe8" /><Relationship Type="http://schemas.openxmlformats.org/officeDocument/2006/relationships/slide" Target="/ppt/slides/slide42.xml" Id="R60dbb02a86ca4768" /><Relationship Type="http://schemas.openxmlformats.org/officeDocument/2006/relationships/slide" Target="/ppt/slides/slide43.xml" Id="Rcfbcedd205024497" /><Relationship Type="http://schemas.openxmlformats.org/officeDocument/2006/relationships/slide" Target="/ppt/slides/slide44.xml" Id="Re5b7eae31af849f7" /><Relationship Type="http://schemas.openxmlformats.org/officeDocument/2006/relationships/slide" Target="/ppt/slides/slide45.xml" Id="Rddc0b1e04a654866" /><Relationship Type="http://schemas.openxmlformats.org/officeDocument/2006/relationships/slide" Target="/ppt/slides/slide46.xml" Id="Re8b1c8f5386a4546" /><Relationship Type="http://schemas.openxmlformats.org/officeDocument/2006/relationships/slide" Target="/ppt/slides/slide47.xml" Id="Rab36b7ff3b0544e1" /><Relationship Type="http://schemas.openxmlformats.org/officeDocument/2006/relationships/slide" Target="/ppt/slides/slide48.xml" Id="R8bf2d00990a241eb" /><Relationship Type="http://schemas.openxmlformats.org/officeDocument/2006/relationships/slide" Target="/ppt/slides/slide49.xml" Id="R75f3461d7ed64156" /><Relationship Type="http://schemas.openxmlformats.org/officeDocument/2006/relationships/slide" Target="/ppt/slides/slide50.xml" Id="R6e0982f06f8a4827" /><Relationship Type="http://schemas.openxmlformats.org/officeDocument/2006/relationships/slide" Target="/ppt/slides/slide51.xml" Id="Rb341de50535b4572" /><Relationship Type="http://schemas.openxmlformats.org/officeDocument/2006/relationships/slide" Target="/ppt/slides/slide52.xml" Id="Rd8b9657c70194d36" /><Relationship Type="http://schemas.openxmlformats.org/officeDocument/2006/relationships/slide" Target="/ppt/slides/slide53.xml" Id="R9db7fa58b30b44b3" /><Relationship Type="http://schemas.openxmlformats.org/officeDocument/2006/relationships/slide" Target="/ppt/slides/slide54.xml" Id="R66ffc283c9604aae" /><Relationship Type="http://schemas.openxmlformats.org/officeDocument/2006/relationships/slide" Target="/ppt/slides/slide55.xml" Id="R6de37a7adf9e4629" /><Relationship Type="http://schemas.openxmlformats.org/officeDocument/2006/relationships/slide" Target="/ppt/slides/slide56.xml" Id="Rb8dedc0549f34b79" /><Relationship Type="http://schemas.openxmlformats.org/officeDocument/2006/relationships/slide" Target="/ppt/slides/slide57.xml" Id="R9879b9018fc84680" /><Relationship Type="http://schemas.openxmlformats.org/officeDocument/2006/relationships/slide" Target="/ppt/slides/slide58.xml" Id="R71190adc06474356" /><Relationship Type="http://schemas.openxmlformats.org/officeDocument/2006/relationships/slide" Target="/ppt/slides/slide59.xml" Id="R8cc170b4f1b942dd" /><Relationship Type="http://schemas.openxmlformats.org/officeDocument/2006/relationships/slide" Target="/ppt/slides/slide60.xml" Id="Racc7a919b3ae4267" /><Relationship Type="http://schemas.openxmlformats.org/officeDocument/2006/relationships/slide" Target="/ppt/slides/slide61.xml" Id="Rc2d57c5c598f4e3b" /><Relationship Type="http://schemas.openxmlformats.org/officeDocument/2006/relationships/slide" Target="/ppt/slides/slide62.xml" Id="Rccf7d512a0ad4492" /><Relationship Type="http://schemas.openxmlformats.org/officeDocument/2006/relationships/slide" Target="/ppt/slides/slide63.xml" Id="R5c6680bae56f4d2a" /><Relationship Type="http://schemas.openxmlformats.org/officeDocument/2006/relationships/slide" Target="/ppt/slides/slide64.xml" Id="Rb3ee14c656cd4443" /><Relationship Type="http://schemas.openxmlformats.org/officeDocument/2006/relationships/slide" Target="/ppt/slides/slide65.xml" Id="Rb4228921c3b54b56" /><Relationship Type="http://schemas.openxmlformats.org/officeDocument/2006/relationships/slide" Target="/ppt/slides/slide66.xml" Id="R67a3f6007fd04102" /><Relationship Type="http://schemas.openxmlformats.org/officeDocument/2006/relationships/slide" Target="/ppt/slides/slide67.xml" Id="Raa81557dacc44139" /><Relationship Type="http://schemas.openxmlformats.org/officeDocument/2006/relationships/slide" Target="/ppt/slides/slide68.xml" Id="Rf9637190c62a4371" /><Relationship Type="http://schemas.openxmlformats.org/officeDocument/2006/relationships/slide" Target="/ppt/slides/slide69.xml" Id="R2cc6f297ca6d47e9" /><Relationship Type="http://schemas.openxmlformats.org/officeDocument/2006/relationships/slide" Target="/ppt/slides/slide70.xml" Id="R2a17f77eb8a34b7d" /><Relationship Type="http://schemas.openxmlformats.org/officeDocument/2006/relationships/slide" Target="/ppt/slides/slide71.xml" Id="R81b4e4de88d640ac" /><Relationship Type="http://schemas.openxmlformats.org/officeDocument/2006/relationships/slide" Target="/ppt/slides/slide72.xml" Id="R6021151fd51c46a3" /><Relationship Type="http://schemas.openxmlformats.org/officeDocument/2006/relationships/slide" Target="/ppt/slides/slide73.xml" Id="R75c3a041efaf44ec" /><Relationship Type="http://schemas.openxmlformats.org/officeDocument/2006/relationships/slide" Target="/ppt/slides/slide74.xml" Id="R9caccbd4e84e4766" /><Relationship Type="http://schemas.openxmlformats.org/officeDocument/2006/relationships/slide" Target="/ppt/slides/slide75.xml" Id="Ra59fd4a154ee4432" /><Relationship Type="http://schemas.openxmlformats.org/officeDocument/2006/relationships/slide" Target="/ppt/slides/slide76.xml" Id="Rc019376d5de3469c" /><Relationship Type="http://schemas.openxmlformats.org/officeDocument/2006/relationships/slide" Target="/ppt/slides/slide77.xml" Id="R8a79e299ef5340ab" /><Relationship Type="http://schemas.openxmlformats.org/officeDocument/2006/relationships/slide" Target="/ppt/slides/slide78.xml" Id="R3fbaf911b4034dd0" /><Relationship Type="http://schemas.openxmlformats.org/officeDocument/2006/relationships/slide" Target="/ppt/slides/slide79.xml" Id="R69b501036b16424b" /><Relationship Type="http://schemas.openxmlformats.org/officeDocument/2006/relationships/slide" Target="/ppt/slides/slide80.xml" Id="R6622433500b24622" /><Relationship Type="http://schemas.openxmlformats.org/officeDocument/2006/relationships/slide" Target="/ppt/slides/slide81.xml" Id="Rbe20e87a20684560" /><Relationship Type="http://schemas.openxmlformats.org/officeDocument/2006/relationships/slide" Target="/ppt/slides/slide82.xml" Id="R064be377275843d7" /><Relationship Type="http://schemas.openxmlformats.org/officeDocument/2006/relationships/slide" Target="/ppt/slides/slide83.xml" Id="R4fcfceb45cc04990" /><Relationship Type="http://schemas.openxmlformats.org/officeDocument/2006/relationships/slide" Target="/ppt/slides/slide84.xml" Id="Rab0771b0e23b463d" /><Relationship Type="http://schemas.openxmlformats.org/officeDocument/2006/relationships/slide" Target="/ppt/slides/slide85.xml" Id="R2323d065bde44789" /><Relationship Type="http://schemas.openxmlformats.org/officeDocument/2006/relationships/slide" Target="/ppt/slides/slide86.xml" Id="Ra22460de84604beb" /><Relationship Type="http://schemas.openxmlformats.org/officeDocument/2006/relationships/slide" Target="/ppt/slides/slide87.xml" Id="R07006501675f4478" /><Relationship Type="http://schemas.openxmlformats.org/officeDocument/2006/relationships/slide" Target="/ppt/slides/slide88.xml" Id="R83ad65b60f944163" /><Relationship Type="http://schemas.openxmlformats.org/officeDocument/2006/relationships/slide" Target="/ppt/slides/slide89.xml" Id="R929636eae8144143" /><Relationship Type="http://schemas.openxmlformats.org/officeDocument/2006/relationships/slide" Target="/ppt/slides/slide90.xml" Id="Re158097279cd414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ee8e1d5336b4c9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a197d4427a745ba" /><Relationship Type="http://schemas.openxmlformats.org/officeDocument/2006/relationships/notesMaster" Target="/ppt/notesMasters/notesMaster1.xml" Id="R1b088eb057d04b87" /></Relationships>
</file>

<file path=ppt/notesSlides/_rels/notesSlide2.xml.rels>&#65279;<?xml version="1.0" encoding="utf-8"?><Relationships xmlns="http://schemas.openxmlformats.org/package/2006/relationships"><Relationship Type="http://schemas.openxmlformats.org/officeDocument/2006/relationships/slide" Target="/ppt/slides/slide2.xml" Id="R47d65b9cdbf54f05" /><Relationship Type="http://schemas.openxmlformats.org/officeDocument/2006/relationships/notesMaster" Target="/ppt/notesMasters/notesMaster1.xml" Id="Rf740bc5957e0480c" /></Relationships>
</file>

<file path=ppt/notesSlides/_rels/notesSlide3.xml.rels>&#65279;<?xml version="1.0" encoding="utf-8"?><Relationships xmlns="http://schemas.openxmlformats.org/package/2006/relationships"><Relationship Type="http://schemas.openxmlformats.org/officeDocument/2006/relationships/slide" Target="/ppt/slides/slide3.xml" Id="Rf334c47782384d7d" /><Relationship Type="http://schemas.openxmlformats.org/officeDocument/2006/relationships/notesMaster" Target="/ppt/notesMasters/notesMaster1.xml" Id="R0e650ff827ac4305" /></Relationships>
</file>

<file path=ppt/notesSlides/_rels/notesSlide4.xml.rels>&#65279;<?xml version="1.0" encoding="utf-8"?><Relationships xmlns="http://schemas.openxmlformats.org/package/2006/relationships"><Relationship Type="http://schemas.openxmlformats.org/officeDocument/2006/relationships/slide" Target="/ppt/slides/slide4.xml" Id="Rebe40911faac4f39" /><Relationship Type="http://schemas.openxmlformats.org/officeDocument/2006/relationships/notesMaster" Target="/ppt/notesMasters/notesMaster1.xml" Id="Rd112f116e04047f0" /></Relationships>
</file>

<file path=ppt/notesSlides/_rels/notesSlide5.xml.rels>&#65279;<?xml version="1.0" encoding="utf-8"?><Relationships xmlns="http://schemas.openxmlformats.org/package/2006/relationships"><Relationship Type="http://schemas.openxmlformats.org/officeDocument/2006/relationships/slide" Target="/ppt/slides/slide5.xml" Id="R56336e53d5624f66" /><Relationship Type="http://schemas.openxmlformats.org/officeDocument/2006/relationships/notesMaster" Target="/ppt/notesMasters/notesMaster1.xml" Id="R3da096a42ef741f7" /></Relationships>
</file>

<file path=ppt/notesSlides/_rels/notesSlide6.xml.rels>&#65279;<?xml version="1.0" encoding="utf-8"?><Relationships xmlns="http://schemas.openxmlformats.org/package/2006/relationships"><Relationship Type="http://schemas.openxmlformats.org/officeDocument/2006/relationships/slide" Target="/ppt/slides/slide6.xml" Id="Rba8942d4661145f9" /><Relationship Type="http://schemas.openxmlformats.org/officeDocument/2006/relationships/notesMaster" Target="/ppt/notesMasters/notesMaster1.xml" Id="Rc17c0f31b90b41c2" /></Relationships>
</file>

<file path=ppt/notesSlides/_rels/notesSlide7.xml.rels>&#65279;<?xml version="1.0" encoding="utf-8"?><Relationships xmlns="http://schemas.openxmlformats.org/package/2006/relationships"><Relationship Type="http://schemas.openxmlformats.org/officeDocument/2006/relationships/slide" Target="/ppt/slides/slide7.xml" Id="R42c9e97ef52a47e5" /><Relationship Type="http://schemas.openxmlformats.org/officeDocument/2006/relationships/notesMaster" Target="/ppt/notesMasters/notesMaster1.xml" Id="R4e9851ad6fed4092" /></Relationships>
</file>

<file path=ppt/notesSlides/_rels/notesSlide8.xml.rels>&#65279;<?xml version="1.0" encoding="utf-8"?><Relationships xmlns="http://schemas.openxmlformats.org/package/2006/relationships"><Relationship Type="http://schemas.openxmlformats.org/officeDocument/2006/relationships/slide" Target="/ppt/slides/slide8.xml" Id="R68e1d520f947471c" /><Relationship Type="http://schemas.openxmlformats.org/officeDocument/2006/relationships/notesMaster" Target="/ppt/notesMasters/notesMaster1.xml" Id="R70b4ae7ed4aa4806" /></Relationships>
</file>

<file path=ppt/notesSlides/_rels/notesSlide9.xml.rels>&#65279;<?xml version="1.0" encoding="utf-8"?><Relationships xmlns="http://schemas.openxmlformats.org/package/2006/relationships"><Relationship Type="http://schemas.openxmlformats.org/officeDocument/2006/relationships/slide" Target="/ppt/slides/slide9.xml" Id="Re3ab57d7f359418d" /><Relationship Type="http://schemas.openxmlformats.org/officeDocument/2006/relationships/notesMaster" Target="/ppt/notesMasters/notesMaster1.xml" Id="R93c819226ba347e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6a6a53016224358" /><Relationship Type="http://schemas.openxmlformats.org/officeDocument/2006/relationships/notesMaster" Target="/ppt/notesMasters/notesMaster1.xml" Id="R37ce49298497405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7afe23660194471" /><Relationship Type="http://schemas.openxmlformats.org/officeDocument/2006/relationships/notesMaster" Target="/ppt/notesMasters/notesMaster1.xml" Id="R4df8bac0abb3480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0a2ef2d80f94c83" /><Relationship Type="http://schemas.openxmlformats.org/officeDocument/2006/relationships/notesMaster" Target="/ppt/notesMasters/notesMaster1.xml" Id="R0f8942938e8446c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4a9bf599d034f7b" /><Relationship Type="http://schemas.openxmlformats.org/officeDocument/2006/relationships/notesMaster" Target="/ppt/notesMasters/notesMaster1.xml" Id="R2208fbffdadd4a4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df49945254340ec" /><Relationship Type="http://schemas.openxmlformats.org/officeDocument/2006/relationships/notesMaster" Target="/ppt/notesMasters/notesMaster1.xml" Id="R7e9187f29cf844a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3670354c9b44bc7" /><Relationship Type="http://schemas.openxmlformats.org/officeDocument/2006/relationships/notesMaster" Target="/ppt/notesMasters/notesMaster1.xml" Id="R3ffe32115ac84df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9bc89e6dd7d4547" /><Relationship Type="http://schemas.openxmlformats.org/officeDocument/2006/relationships/notesMaster" Target="/ppt/notesMasters/notesMaster1.xml" Id="R035adc6a7c2f4f3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e3cc71331a746fb" /><Relationship Type="http://schemas.openxmlformats.org/officeDocument/2006/relationships/notesMaster" Target="/ppt/notesMasters/notesMaster1.xml" Id="Rc8642d6317bf463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a774b7a7e104975" /><Relationship Type="http://schemas.openxmlformats.org/officeDocument/2006/relationships/notesMaster" Target="/ppt/notesMasters/notesMaster1.xml" Id="R933f8a5414ee4f7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b8208843a7f4a26" /><Relationship Type="http://schemas.openxmlformats.org/officeDocument/2006/relationships/notesMaster" Target="/ppt/notesMasters/notesMaster1.xml" Id="R5d0517cc7c5c447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72424ae603c4ed3" /><Relationship Type="http://schemas.openxmlformats.org/officeDocument/2006/relationships/notesMaster" Target="/ppt/notesMasters/notesMaster1.xml" Id="R01cbc5cca8764b4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c6e7e6598d544ca" /><Relationship Type="http://schemas.openxmlformats.org/officeDocument/2006/relationships/notesMaster" Target="/ppt/notesMasters/notesMaster1.xml" Id="Rf8f873978d4e49e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0f29138807b4bbe" /><Relationship Type="http://schemas.openxmlformats.org/officeDocument/2006/relationships/notesMaster" Target="/ppt/notesMasters/notesMaster1.xml" Id="R80b78cc40bc342f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4f9da6278534619" /><Relationship Type="http://schemas.openxmlformats.org/officeDocument/2006/relationships/notesMaster" Target="/ppt/notesMasters/notesMaster1.xml" Id="R48077fcedeb2475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1105a63afa8409b" /><Relationship Type="http://schemas.openxmlformats.org/officeDocument/2006/relationships/notesMaster" Target="/ppt/notesMasters/notesMaster1.xml" Id="R9cc8a97b74284d4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f71dd32539f43b3" /><Relationship Type="http://schemas.openxmlformats.org/officeDocument/2006/relationships/notesMaster" Target="/ppt/notesMasters/notesMaster1.xml" Id="R24606ca0402f45a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30d4d2dcb844f3a" /><Relationship Type="http://schemas.openxmlformats.org/officeDocument/2006/relationships/notesMaster" Target="/ppt/notesMasters/notesMaster1.xml" Id="R198a557ee05a41a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95e0d6dfde346d0" /><Relationship Type="http://schemas.openxmlformats.org/officeDocument/2006/relationships/notesMaster" Target="/ppt/notesMasters/notesMaster1.xml" Id="Ra7dbd188973b414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e9741b7cb5624aea" /><Relationship Type="http://schemas.openxmlformats.org/officeDocument/2006/relationships/notesMaster" Target="/ppt/notesMasters/notesMaster1.xml" Id="R3554a5b22d4f41a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e8d4992ec164e2f" /><Relationship Type="http://schemas.openxmlformats.org/officeDocument/2006/relationships/notesMaster" Target="/ppt/notesMasters/notesMaster1.xml" Id="Rcda3b308a4f5438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8c9fc967d164f17" /><Relationship Type="http://schemas.openxmlformats.org/officeDocument/2006/relationships/notesMaster" Target="/ppt/notesMasters/notesMaster1.xml" Id="R68223b3d8c134d5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129d394b45a4ca5" /><Relationship Type="http://schemas.openxmlformats.org/officeDocument/2006/relationships/notesMaster" Target="/ppt/notesMasters/notesMaster1.xml" Id="Ref74a191ce424b3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a77204ab7d94b59" /><Relationship Type="http://schemas.openxmlformats.org/officeDocument/2006/relationships/notesMaster" Target="/ppt/notesMasters/notesMaster1.xml" Id="R2de7872533484b19"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cd2446aa82447c6" /><Relationship Type="http://schemas.openxmlformats.org/officeDocument/2006/relationships/notesMaster" Target="/ppt/notesMasters/notesMaster1.xml" Id="R866e2a710ebc4343"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7f7aad60fac41fc" /><Relationship Type="http://schemas.openxmlformats.org/officeDocument/2006/relationships/notesMaster" Target="/ppt/notesMasters/notesMaster1.xml" Id="Re3d4a9942e30440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329f39f07944c46" /><Relationship Type="http://schemas.openxmlformats.org/officeDocument/2006/relationships/notesMaster" Target="/ppt/notesMasters/notesMaster1.xml" Id="Re8f1edcc479c437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7d5baf6e57043d8" /><Relationship Type="http://schemas.openxmlformats.org/officeDocument/2006/relationships/notesMaster" Target="/ppt/notesMasters/notesMaster1.xml" Id="R1933c078c00b466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7f0d8d2bbf504ddd" /><Relationship Type="http://schemas.openxmlformats.org/officeDocument/2006/relationships/notesMaster" Target="/ppt/notesMasters/notesMaster1.xml" Id="R221b666fd694422d"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a275b910e84d4c3f" /><Relationship Type="http://schemas.openxmlformats.org/officeDocument/2006/relationships/notesMaster" Target="/ppt/notesMasters/notesMaster1.xml" Id="Rbc6571f7928b4818"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99f0b8a1b67a4a19" /><Relationship Type="http://schemas.openxmlformats.org/officeDocument/2006/relationships/notesMaster" Target="/ppt/notesMasters/notesMaster1.xml" Id="R9870e0138d70463d"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02d9e8fb523c4083" /><Relationship Type="http://schemas.openxmlformats.org/officeDocument/2006/relationships/notesMaster" Target="/ppt/notesMasters/notesMaster1.xml" Id="R8fae5a8372174787"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266568e2cdde49f8" /><Relationship Type="http://schemas.openxmlformats.org/officeDocument/2006/relationships/notesMaster" Target="/ppt/notesMasters/notesMaster1.xml" Id="R81370d9efb3b414f"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941d507081b40f2" /><Relationship Type="http://schemas.openxmlformats.org/officeDocument/2006/relationships/notesMaster" Target="/ppt/notesMasters/notesMaster1.xml" Id="R18ae465dc6c845df"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2d7d51faeb854818" /><Relationship Type="http://schemas.openxmlformats.org/officeDocument/2006/relationships/notesMaster" Target="/ppt/notesMasters/notesMaster1.xml" Id="R94aece3c79d54ea1"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86b89518406d4f28" /><Relationship Type="http://schemas.openxmlformats.org/officeDocument/2006/relationships/notesMaster" Target="/ppt/notesMasters/notesMaster1.xml" Id="R59ca10fade24495e"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d08200bb9ce24398" /><Relationship Type="http://schemas.openxmlformats.org/officeDocument/2006/relationships/notesMaster" Target="/ppt/notesMasters/notesMaster1.xml" Id="R3d69efbc75a84e6b"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6a128c4398e54a48" /><Relationship Type="http://schemas.openxmlformats.org/officeDocument/2006/relationships/notesMaster" Target="/ppt/notesMasters/notesMaster1.xml" Id="R6bf4f02a0a994c8f"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82fcc8592fb4f82" /><Relationship Type="http://schemas.openxmlformats.org/officeDocument/2006/relationships/notesMaster" Target="/ppt/notesMasters/notesMaster1.xml" Id="Rfeadcb9eebb84f60"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fa91a2b755ff4468" /><Relationship Type="http://schemas.openxmlformats.org/officeDocument/2006/relationships/notesMaster" Target="/ppt/notesMasters/notesMaster1.xml" Id="Re0a69fabccb84374"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23d274e232df4286" /><Relationship Type="http://schemas.openxmlformats.org/officeDocument/2006/relationships/notesMaster" Target="/ppt/notesMasters/notesMaster1.xml" Id="R5f3f0ea748374d52"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c904886f908b4e59" /><Relationship Type="http://schemas.openxmlformats.org/officeDocument/2006/relationships/notesMaster" Target="/ppt/notesMasters/notesMaster1.xml" Id="R6784266a211c419e"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8ddc83f857a345b8" /><Relationship Type="http://schemas.openxmlformats.org/officeDocument/2006/relationships/notesMaster" Target="/ppt/notesMasters/notesMaster1.xml" Id="R6f4d2ae305ce4dda"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335eee76f6554da3" /><Relationship Type="http://schemas.openxmlformats.org/officeDocument/2006/relationships/notesMaster" Target="/ppt/notesMasters/notesMaster1.xml" Id="R1bb1acf82cb54bba"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8a152d8b6cad43b0" /><Relationship Type="http://schemas.openxmlformats.org/officeDocument/2006/relationships/notesMaster" Target="/ppt/notesMasters/notesMaster1.xml" Id="R234868d198ea41dd"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fd8646d13531418e" /><Relationship Type="http://schemas.openxmlformats.org/officeDocument/2006/relationships/notesMaster" Target="/ppt/notesMasters/notesMaster1.xml" Id="Rc06b34d54b91491d"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82dd6b3868e14716" /><Relationship Type="http://schemas.openxmlformats.org/officeDocument/2006/relationships/notesMaster" Target="/ppt/notesMasters/notesMaster1.xml" Id="R48a7eb175fb74423"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0142fd05bfa64281" /><Relationship Type="http://schemas.openxmlformats.org/officeDocument/2006/relationships/notesMaster" Target="/ppt/notesMasters/notesMaster1.xml" Id="Re022a8ff08834a2e"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5883c54ba36d403f" /><Relationship Type="http://schemas.openxmlformats.org/officeDocument/2006/relationships/notesMaster" Target="/ppt/notesMasters/notesMaster1.xml" Id="Rd23ad54924834b82"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d8670930a6574ad8" /><Relationship Type="http://schemas.openxmlformats.org/officeDocument/2006/relationships/notesMaster" Target="/ppt/notesMasters/notesMaster1.xml" Id="Re62163b29cbd4d17"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e406a996d1a420a" /><Relationship Type="http://schemas.openxmlformats.org/officeDocument/2006/relationships/notesMaster" Target="/ppt/notesMasters/notesMaster1.xml" Id="Rb1ce85c97740447c"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47b607e11c6c4f6d" /><Relationship Type="http://schemas.openxmlformats.org/officeDocument/2006/relationships/notesMaster" Target="/ppt/notesMasters/notesMaster1.xml" Id="R48c11fb3813f46b7"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880350436614564" /><Relationship Type="http://schemas.openxmlformats.org/officeDocument/2006/relationships/notesMaster" Target="/ppt/notesMasters/notesMaster1.xml" Id="Rec456921a6244e0f"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89355546590e478a" /><Relationship Type="http://schemas.openxmlformats.org/officeDocument/2006/relationships/notesMaster" Target="/ppt/notesMasters/notesMaster1.xml" Id="Rd19d8123fbd044b5"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c4c963b5f62c4526" /><Relationship Type="http://schemas.openxmlformats.org/officeDocument/2006/relationships/notesMaster" Target="/ppt/notesMasters/notesMaster1.xml" Id="R139ae1585a05443e"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a29c7f04fc5a45e0" /><Relationship Type="http://schemas.openxmlformats.org/officeDocument/2006/relationships/notesMaster" Target="/ppt/notesMasters/notesMaster1.xml" Id="Rc77fc18d56b444b9"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6d692a903c674424" /><Relationship Type="http://schemas.openxmlformats.org/officeDocument/2006/relationships/notesMaster" Target="/ppt/notesMasters/notesMaster1.xml" Id="Rd34f730b0fcb4fae"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49af430fc2224782" /><Relationship Type="http://schemas.openxmlformats.org/officeDocument/2006/relationships/notesMaster" Target="/ppt/notesMasters/notesMaster1.xml" Id="Ra312e4b0cd7b4738"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1d0483621bdd47c1" /><Relationship Type="http://schemas.openxmlformats.org/officeDocument/2006/relationships/notesMaster" Target="/ppt/notesMasters/notesMaster1.xml" Id="R5147495c82ee43b6"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e2d752051fdd4632" /><Relationship Type="http://schemas.openxmlformats.org/officeDocument/2006/relationships/notesMaster" Target="/ppt/notesMasters/notesMaster1.xml" Id="R2552cd2aa0094b29"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c32203272f994ccd" /><Relationship Type="http://schemas.openxmlformats.org/officeDocument/2006/relationships/notesMaster" Target="/ppt/notesMasters/notesMaster1.xml" Id="Rfc8b8a7f95634093"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17ab39234de94039" /><Relationship Type="http://schemas.openxmlformats.org/officeDocument/2006/relationships/notesMaster" Target="/ppt/notesMasters/notesMaster1.xml" Id="R60db87f21d4248b8"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51c169b7e3fc4507" /><Relationship Type="http://schemas.openxmlformats.org/officeDocument/2006/relationships/notesMaster" Target="/ppt/notesMasters/notesMaster1.xml" Id="Re3856b3084904a51"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bf4b68ea302d43d6" /><Relationship Type="http://schemas.openxmlformats.org/officeDocument/2006/relationships/notesMaster" Target="/ppt/notesMasters/notesMaster1.xml" Id="Rf4e890cbf67048c9"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51bf6627da6e455f" /><Relationship Type="http://schemas.openxmlformats.org/officeDocument/2006/relationships/notesMaster" Target="/ppt/notesMasters/notesMaster1.xml" Id="Rc9b0eb108268468b"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212eb3bc73c142db" /><Relationship Type="http://schemas.openxmlformats.org/officeDocument/2006/relationships/notesMaster" Target="/ppt/notesMasters/notesMaster1.xml" Id="Rb03f708a12374dd4"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f07aecd5102c4f26" /><Relationship Type="http://schemas.openxmlformats.org/officeDocument/2006/relationships/notesMaster" Target="/ppt/notesMasters/notesMaster1.xml" Id="R0ab61c73987f48b7"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7b4a964d303f4af8" /><Relationship Type="http://schemas.openxmlformats.org/officeDocument/2006/relationships/notesMaster" Target="/ppt/notesMasters/notesMaster1.xml" Id="R31fcd011ca094a56"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32ea414131c24591" /><Relationship Type="http://schemas.openxmlformats.org/officeDocument/2006/relationships/notesMaster" Target="/ppt/notesMasters/notesMaster1.xml" Id="R754134f65de14cbd"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8d7368d03cb64993" /><Relationship Type="http://schemas.openxmlformats.org/officeDocument/2006/relationships/notesMaster" Target="/ppt/notesMasters/notesMaster1.xml" Id="R7053f92e4c034bba"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6094e7e61958491d" /><Relationship Type="http://schemas.openxmlformats.org/officeDocument/2006/relationships/notesMaster" Target="/ppt/notesMasters/notesMaster1.xml" Id="R7cacf03b1c704d34"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04c7af6ce8854883" /><Relationship Type="http://schemas.openxmlformats.org/officeDocument/2006/relationships/notesMaster" Target="/ppt/notesMasters/notesMaster1.xml" Id="Rac5e268cfea34fe4"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52b9ef774af84398" /><Relationship Type="http://schemas.openxmlformats.org/officeDocument/2006/relationships/notesMaster" Target="/ppt/notesMasters/notesMaster1.xml" Id="R72cd63bbb7d6411f"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4a32acd8296945eb" /><Relationship Type="http://schemas.openxmlformats.org/officeDocument/2006/relationships/notesMaster" Target="/ppt/notesMasters/notesMaster1.xml" Id="R642eaefc932748ce"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ac71fd4e46f54e0f" /><Relationship Type="http://schemas.openxmlformats.org/officeDocument/2006/relationships/notesMaster" Target="/ppt/notesMasters/notesMaster1.xml" Id="Rbdfb3e27938041d2"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9aa1ebead54748dd" /><Relationship Type="http://schemas.openxmlformats.org/officeDocument/2006/relationships/notesMaster" Target="/ppt/notesMasters/notesMaster1.xml" Id="R57972f9d2f8f483e"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c2323b55bbdb473e" /><Relationship Type="http://schemas.openxmlformats.org/officeDocument/2006/relationships/notesMaster" Target="/ppt/notesMasters/notesMaster1.xml" Id="Rcd1fe232d98c4cd5"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285d2c78c01442f6" /><Relationship Type="http://schemas.openxmlformats.org/officeDocument/2006/relationships/notesMaster" Target="/ppt/notesMasters/notesMaster1.xml" Id="Re848a324b66343cc"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7a66794b442b4ccd" /><Relationship Type="http://schemas.openxmlformats.org/officeDocument/2006/relationships/notesMaster" Target="/ppt/notesMasters/notesMaster1.xml" Id="Rc58d661d8c7a452b"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408118e8a8b54476" /><Relationship Type="http://schemas.openxmlformats.org/officeDocument/2006/relationships/notesMaster" Target="/ppt/notesMasters/notesMaster1.xml" Id="R9c12b1e71d894ce9"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3d26ca39986143db" /><Relationship Type="http://schemas.openxmlformats.org/officeDocument/2006/relationships/notesMaster" Target="/ppt/notesMasters/notesMaster1.xml" Id="R146a419d17c94f87"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293b4af0815642ba" /><Relationship Type="http://schemas.openxmlformats.org/officeDocument/2006/relationships/notesMaster" Target="/ppt/notesMasters/notesMaster1.xml" Id="R9ee1ee79c91b435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프로젝트가 진행되며 AGENTS.md에 필요한 정보가 더해졌다. 정보가 늘어난 사실 자체를 실패로 판단하지 않고 이번 Task에서 모두 필요한지 묻는다.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ALIGNED — DEC-0048의 청중용 시점 이름과 AGENTS.md 정보 축적 도식을 반영했다. 최종 렌더·Notes parity는 production/evaluation/S36_CONTEXT_GROWTH_REVISION.md를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AGENTS.md 안에도 이번 README 작업에 관련된 공통 지침과 불필요했던 이미지 상세가 함께 있었다.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DEC-0050에 따라 우측 두 영역을 AGENTS.md 내부 지침·정보 기준으로 수정하고 왼쪽 실제 요청을 보존했다. 최종 렌더·Notes parity는 production/evaluation/S37_AGENTS_CONTEXT_REVISION.md를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S37에서는 AGENTS.md의 정확한 내용 중 이번 README 작업에 필요한 지침과 불필요한 상세가 함께 있었다고 회수한다. 지금은 실제 Trial의 추가 결과가 아니라 정보의 범위·제공 시점과 수행 방법을 생각하는 교육용 도식임을 밝힌다.</a:t>
            </a:r>
          </a:p>
          <a:p xmlns:a="http://schemas.openxmlformats.org/drawingml/2006/main">
            <a:r>
              <a:t>2. (0:30–1:30) 왼쪽 README 수정/crop 수정/성능 조사에서 연결선을 따라 공통 안내로 내려간다. 프로젝트 목적·기본 제약·범위 준수·관련 검증처럼 여러 작업에서 참고할 기본 안내다. 실제 AGENTS.md 전체가 모든 작업에 필요하다는 뜻은 아니다.</a:t>
            </a:r>
          </a:p>
          <a:p xmlns:a="http://schemas.openxmlformats.org/drawingml/2006/main">
            <a:r>
              <a:t>3. (1:30–2:30) 가운데 README 수정은 빌드 안내, crop 수정은 이미지 명세로 향하는 화살표를 비교한다. 질문이 바뀌면 필요한 상세도 바뀐다는 배치 예이며 실제 자동 선택·검색 성공을 관찰한 결과가 아니다. 파일 위치나 제품 Routing 조작을 새로 가르치지 않는다.</a:t>
            </a:r>
          </a:p>
          <a:p xmlns:a="http://schemas.openxmlformats.org/drawingml/2006/main">
            <a:r>
              <a:t>4. (2:30–3:30) 오른쪽 두 성능 조사 예가 같은 변경 전 측정→조사→검증 절차를 함께 쓰는 모습을 가리킨다. 사실의 내용과 일을 수행하는 방법은 책임이 다르다. 성능 조사 A/B는 교육용 작업 예이며 실제 TRIAL-006/007의 화면이나 당시 저장된 Skill이 아니다. Skill·Harness 기능 설명과 실제 재사용 결과는 후속 ACT에 남긴다.</a:t>
            </a:r>
          </a:p>
          <a:p xmlns:a="http://schemas.openxmlformats.org/drawingml/2006/main">
            <a:r>
              <a:t>5. (3:30–4:00) 앞의 두 도식은 정보의 범위·제공 시점, 마지막은 수행 절차의 책임이며 서로 배타적인 제품 분류가 아니라고 정리한다. 재사용 절차도 작업에 따라 찾아 쓸 수 있다. ‘필요한 때 찾는 대신 모두 넣어두면 충분할까?’를 질문하고 S39의 제한된 Long Context 연구 근거로 넘긴다.</a:t>
            </a:r>
          </a:p>
          <a:p xmlns:a="http://schemas.openxmlformats.org/drawingml/2006/main">
            <a:r>
              <a:t/>
            </a:r>
          </a:p>
          <a:p xmlns:a="http://schemas.openxmlformats.org/drawingml/2006/main">
            <a:r>
              <a:t>화면 진행: 공통 안내를 함께 쓰는 관계 → 요청별로 다른 상세를 찾는 관계 → 동종 작업이 하나의 절차를 재사용하는 관계. 세 열 사이에 발전 단계나 순서를 뜻하는 화살표는 없다. 전체가 native 편집 도식이며 실제 제품 UI·실행 캡처가 아니다.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Always-on / On-demand / Workflow is a course model, not an official OpenAI classification or a mutually exclusive product taxonomy. The first two views describe information scope/timing; the third describes a reusable work method, which can also be consulted on demand. The arrows do not prove perfect automatic routing. The performance procedure was not stored or executed in STATE-02.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DEC-0051의 기본 안내/상세 정보/재사용 절차 도식과 S37→S38→S39 연결을 반영했다. 최종 렌더·Notes parity는 production/evaluation/S38_CONTEXT_MODEL_REVISION.md를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두 연구가 확인한 과제·조건과 관찰을 먼저 읽는다. 특정 과제의 연구 관찰은 필요한 근거를 실제로 활용했는지 확인할 질문을 주지만, 현재 Codex의 보편 한계나 이 Demo의 Routing 효과를 입증하지 않는다.</a:t>
            </a:r>
          </a:p>
          <a:p xmlns:a="http://schemas.openxmlformats.org/drawingml/2006/main">
            <a:r>
              <a:t/>
            </a:r>
          </a:p>
          <a:p xmlns:a="http://schemas.openxmlformats.org/drawingml/2006/main">
            <a:r>
              <a:t>Opening Question: “앞에서 정보의 범위와 제공 시점을 나눴습니다. 대신 많은 정보를 한 번에 넣으면 필요한 근거도 잘 찾아 쓸까요?”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S38의 기본 안내/필요한 상세/반복 절차를 회수한 뒤 ‘양만 늘리면 충분한가?’로 질문을 좁힌다. 두 도식은 논문 과제의 재구성이며 실제 제품 실행 화면이 아님을 밝힌다.</a:t>
            </a:r>
          </a:p>
          <a:p xmlns:a="http://schemas.openxmlformats.org/drawingml/2006/main">
            <a:r>
              <a:t>2. (0:30–1:45) 왼쪽 Lost in the Middle을 짚는다. 여러 문서의 질문 답변과 합성 key-value 검색에서 정답 근거의 위치를 바꾸어 비교했다. 앞/중간/뒤의 블록은 위치만 나타내며 실제 문서 수나 점수 그래프가 아니다. 일부 당시 모델·과제에서 중간 근거의 정답률이 낮아졌다고 설명한다. 모든 모델·과제가 같은 현상을 보인 것은 아니다.</a:t>
            </a:r>
          </a:p>
          <a:p xmlns:a="http://schemas.openxmlformats.org/drawingml/2006/main">
            <a:r>
              <a:t>3. (1:45–3:00) 오른쪽 RepoQA는 기능 설명과 코드 입력을 보고 설명에 맞는 함수 코드를 반환한 뒤 정답 함수와 유사도를 비교하는 과제다. 50개 저장소/5개 언어/500개 과제가 포함됐고 주 실험의 코드 입력은 CodeLlama tokenizer 기준16K토큰이다. 전체 Prompt 길이나 현재 Codex 한도라는 뜻이 아니다. 모델·언어별 함수 찾기 성능 차이를 관찰했으며 저장소 수정·도구 검색·테스트 실행을 평가한 것은 아니다.</a:t>
            </a:r>
          </a:p>
          <a:p xmlns:a="http://schemas.openxmlformats.org/drawingml/2006/main">
            <a:r>
              <a:t>4. (3:00–4:00) 하단의 ‘업무에 적용할 질문’과 ‘이 연구만으론 미입증’을 따로 가리킨다. 필요한 근거를 실제로 찾아 활용했는지 작업별로 확인하자는 것은 교육적 적용 질문이다. 현재 Codex 실패율·보편 한계·Routing 성능 개선은 이 연구로 확인하지 않았다. S40의 필요한 상세 정보에 도달하는 설계 질문으로 돌아간다.</a:t>
            </a:r>
          </a:p>
          <a:p xmlns:a="http://schemas.openxmlformats.org/drawingml/2006/main">
            <a:r>
              <a:t/>
            </a:r>
          </a:p>
          <a:p xmlns:a="http://schemas.openxmlformats.org/drawingml/2006/main">
            <a:r>
              <a:t>Evidence / Source: RESEARCH. CLM-0014/CLM-0015, SRC-0201/SRC-0204, DEC-0052. Liu et al., “Lost in the Middle: How Language Models Use Long Contexts,” TACL 2024,12:157–173, https://aclanthology.org/2024.tacl-1.9/ . RepoQA: Evaluating Long Context Code Understanding,2024, arXiv:2406.06025, https://arxiv.org/abs/2406.06025 ; primary task/setting: https://arxiv.org/html/2406.06025v1 ; official project/citation: https://evalplus.github.io/repoqa.html . The official citation names First Workshop on Long-Context Foundation Models @ ICML2024, not the ICML main conference. Primary records rechecked2026-10-22.</a:t>
            </a:r>
          </a:p>
          <a:p xmlns:a="http://schemas.openxmlformats.org/drawingml/2006/main">
            <a:r>
              <a:t/>
            </a:r>
          </a:p>
          <a:p xmlns:a="http://schemas.openxmlformats.org/drawingml/2006/main">
            <a:r>
              <a:t>Claim Boundary: 두 논문의 역사적 모델·과제·조건에 한정한다. 현재 Codex의 Repository coding 실패, 보편적인 중간 정보 무시, 토큰 임계값, 정보를 더 주면 항상 나빠짐, Routing의 우월성·토큰 절약·성능 향상을 주장하지 않는다. RepoQA는 Lost in the Middle의 위치별 곡선을 재현한 연구로 표현하지 않는다. 업무상 확인 질문은 현재 제품에서 측정된 효과가 아니다.</a:t>
            </a:r>
          </a:p>
          <a:p xmlns:a="http://schemas.openxmlformats.org/drawingml/2006/main">
            <a:r>
              <a:t/>
            </a:r>
          </a:p>
          <a:p xmlns:a="http://schemas.openxmlformats.org/drawingml/2006/main">
            <a:r>
              <a:t>Beginner Explanation: 왼쪽은 ‘같은 근거가 어디에 있느냐’, 오른쪽은 ‘설명에 맞는 함수를 코드에서 찾느냐’를 평가했다. 넣은 정보량과 필요한 근거를 실제로 활용했는지는 별도로 확인한다.</a:t>
            </a:r>
          </a:p>
          <a:p xmlns:a="http://schemas.openxmlformats.org/drawingml/2006/main">
            <a:r>
              <a:t/>
            </a:r>
          </a:p>
          <a:p xmlns:a="http://schemas.openxmlformats.org/drawingml/2006/main">
            <a:r>
              <a:t>Advanced Insight: RepoQA의 고정된 코드 입력 조건과 함수 유사도 평가는 live agent의 탐색·수정·검증 전체와 다르다. Lost in the Middle에도 과제·모델별 차이가 있다. 연구 관찰, 업무상 설계 판단, 현재 제품의 검증을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첫 질문에 잠깐 예측하게 한 뒤 두 도식의 입력·조작·평가를 순서대로 짚는다. 새 토론 시간이나 실습을 추가하지 않는다.</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도입30초, Lost in the Middle75초, RepoQA75초, 적용 범위60초로4분을 유지한다. 시간이 부족하면 데이터셋 세부 수와 채점 구현 설명을 생략하고 과제·관찰·현재 제품 미입증 경계를 남긴다.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production/evaluation/S39_RESEARCH_SCOPE_REVISION.md와 검증 JSON을 따른다. 실제 실행 캡처나 현재 제품 결과로 표현하지 않는다.</a:t>
            </a:r>
          </a:p>
          <a:p xmlns:a="http://schemas.openxmlformats.org/drawingml/2006/main">
            <a:r>
              <a:t/>
            </a:r>
          </a:p>
          <a:p xmlns:a="http://schemas.openxmlformats.org/drawingml/2006/main">
            <a:r>
              <a:t>Validation Status: ALIGNED — DEC-0052의 연구별 과제 도식/관찰/현재 Codex 적용 범위와 S38→S39→S40 연결을 반영했다. 최종 렌더·Notes parity는 production/evaluation/S39_RESEARCH_SCOPE_REVISION.md를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필요한 상세 정보의 위치를 Project 안내에서 알려줄 수 있다. 작업 요청을 보고 AGENTS.md의 안내를 거쳐 관련 문서의 명세를 확인하는 관계를 설계한다.</a:t>
            </a:r>
          </a:p>
          <a:p xmlns:a="http://schemas.openxmlformats.org/drawingml/2006/main">
            <a:r>
              <a:t/>
            </a:r>
          </a:p>
          <a:p xmlns:a="http://schemas.openxmlformats.org/drawingml/2006/main">
            <a:r>
              <a:t>Opening Question: “필요한 근거를 찾아 활용했는지 확인해야 한다면, 그 근거까지 가는 길은 어디에 안내할까요?”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S39의 연구가 현재 Codex나 Routing 효과를 입증한 것은 아님을 유지하고 정보 설계로 돌아온다. ‘많이 넣기’ 다음 질문으로 필요한 상세의 위치를 어디서 알려줄지 제시한다.</a:t>
            </a:r>
          </a:p>
          <a:p xmlns:a="http://schemas.openxmlformats.org/drawingml/2006/main">
            <a:r>
              <a:t>2. (0:30–2:10) 왼쪽 교육용 crop 끝 좌표 요청을 읽고, 가운데 AGENTS.md의 ‘이미지 동작/crop은 docs/image-contracts.md 참조’ 안내를 따라 오른쪽 문서의 crop 명세를 짚는다. 화면의 `[x_start, x_end)`는 시작 열 포함·끝 좌표 제외를 뜻한다. 가운데는 위치 안내, 오른쪽은 답에 필요한 명세다. Prompt 문장과 안내 요약은 설명용 구성이며 실제 Trial 원문이나 Agent의 읽기 순서를 재현한 것이 아니다.</a:t>
            </a:r>
          </a:p>
          <a:p xmlns:a="http://schemas.openxmlformats.org/drawingml/2006/main">
            <a:r>
              <a:t>3. (2:10–3:00) 하단의 ‘AGENTS.md가 필요한 상세 문서의 위치를 안내한다’를 회수한다. C++에서도 공통 제약을 확인하고 해당 알고리즘 명세로 이동하는 같은 패턴을 쓸 수 있다고 짧게 연결한다. 구체적인 CMake/hardware/IDE 명령은 넣지 않는다. 다음 장은 출발점인 Core에 무엇을 남길지 정한다고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화살표는 설계한 문서 안내 관계다. 실제 읽기 순서, 필요한 문서만 읽는 자동 검색, 항상 같은 경로의 선택, AGENTS.md 단독 인과성을 뜻하지 않는다. TRIAL-005A/B의 접근 결과를 이 장에서 성공으로 제시하지 않는다. 현재 Codex Desktop 동작, 완벽한 Routing, 성능·정확도·속도 향상, 토큰 절약, Lost in the Middle 완화는 주장하지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production/ACT_2.pptx의 S40 또는 production/preview/act2/S40.png를 사용한다. 최종 패키지·PNG·Notes 일치는 production/evaluation/S40_CONTEXT_PATH_REVISION.md와 검증 JSON을 따른다. 실제 실행 Screenshot이나 현재 제품의 탐색 결과로 표현하지 않는다.</a:t>
            </a:r>
          </a:p>
          <a:p xmlns:a="http://schemas.openxmlformats.org/drawingml/2006/main">
            <a:r>
              <a:t/>
            </a:r>
          </a:p>
          <a:p xmlns:a="http://schemas.openxmlformats.org/drawingml/2006/main">
            <a:r>
              <a:t>Validation Status: ALIGNED — DEC-0053의 요청/AGENTS.md 안내/상세 명세 도식과 S39→S40→S41 연결을 반영했다. 최종 렌더·Notes parity는 production/evaluation/S40_CONTEXT_PATH_REVISION.md를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AGENTS.md에는 무엇을 남길까?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AGENTS.md에는 여러 작업에 공통인 목적·제약·진입 안내와 상세 문서 위치를 남긴다. 처리 순서·이미지 명세·관련 테스트 같은 세부사항은 관련 작업에서 연결된 문서로 확인하는 정보 배치 모델이다.</a:t>
            </a:r>
          </a:p>
          <a:p xmlns:a="http://schemas.openxmlformats.org/drawingml/2006/main">
            <a:r>
              <a:t/>
            </a:r>
          </a:p>
          <a:p xmlns:a="http://schemas.openxmlformats.org/drawingml/2006/main">
            <a:r>
              <a:t>Opening Question: “앞 장의 AGENTS.md가 상세 문서 위치를 안내했습니다. 그 출발점에는 무엇을 남기고, 무엇을 상세 문서로 나눠둘까요?”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S40의 crop 요청→AGENTS.md 안내→상세 명세 경로를 회수한다. 이번 장은 경로를 다시 따라가는 장이 아니라 출발점과 상세 문서에 놓을 정보의 범위를 정하는 장이라고 설명한다.</a:t>
            </a:r>
          </a:p>
          <a:p xmlns:a="http://schemas.openxmlformats.org/drawingml/2006/main">
            <a:r>
              <a:t>2. (0:30–1:30) 왼쪽 AGENTS.md를 짚는다. 목적은 로컬 흑백 이미지 처리 CLI, 공통 제약은 요청 밖의 기존 동작 보존, 안내는 빌드·검증 시작점과 관련 상세 문서 위치다. ‘항상 남길’은 공통 안내에 유지할 정보의 범위를 뜻하며 제품이 매 turn 강제로 읽는다는 뜻이 아니다. 화면은 전체 지침 원문이 아닌 요약이다.</a:t>
            </a:r>
          </a:p>
          <a:p xmlns:a="http://schemas.openxmlformats.org/drawingml/2006/main">
            <a:r>
              <a:t>3. (1:30–3:00) 오른쪽 상세 문서 묶음을 위에서부터 짚는다. 구조를 확인할 때 처리 순서·모듈 역할, 이미지 동작을 확인할 때 crop·resize 명세, 검증 범위를 정할 때 관련 테스트 위치를 본다. 모두 모든 작업에서 읽어야 하는 목록으로 설명하지 않는다. 왼쪽의 위치 안내와 오른쪽의 자세한 규칙은 역할이 다르다.</a:t>
            </a:r>
          </a:p>
          <a:p xmlns:a="http://schemas.openxmlformats.org/drawingml/2006/main">
            <a:r>
              <a:t>4. (3:00–4:00) C++에서도 빌드·검증 진입점과 공통 제약은 기본 안내에, 알고리즘 명세·하드웨어 조건은 필요한 상세로 둘 수 있다는 패턴을 짧게 연결한다. 구체적 CMake/IDE/shell 명령이나 실제 C++ 실행 결과는 추가하지 않는다. 다음 장에서 Demo Repository의 실제 문서 분리 전후를 본다고 넘긴다.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S42 이후에 구분한다.</a:t>
            </a:r>
          </a:p>
          <a:p xmlns:a="http://schemas.openxmlformats.org/drawingml/2006/main">
            <a:r>
              <a:t/>
            </a:r>
          </a:p>
          <a:p xmlns:a="http://schemas.openxmlformats.org/drawingml/2006/main">
            <a:r>
              <a:t>Claim Boundary: 공통 안내와 작업별 상세를 나눈 교육용 배치 기준이다. 매 turn 자동 재읽기, 필요한 문서만 자동 로딩, 같은 탐색 순서, 항상 올바른 선택·지침 준수·AGENTS.md 단독 인과성을 보장하지 않는다. Routing 품질·토큰 절약·성능 향상은 별도 검증 문제다. 전체 테스트 지침도 모든 작업에서 무조건 같은 검사를 실행해야 한다는 보편 규칙으로 확대하지 않는다. 현재 Codex Desktop/계정 동작이나 회사 정책으로 일반화하지 않는다.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S42, 문서 접근의 관찰과 한계는 S43–45에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production/evaluation/S41_CORE_DETAIL_REVISION.md와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ALIGNED — DEC-0054의 AGENTS.md 기본 안내/작업별 상세 도식과 S40→S41→S42 연결을 반영했다. 최종 렌더·Notes parity는 production/evaluation/S41_CORE_DETAIL_REVISION.md를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기존 핵심 사실·제약은 유지하면서 AGENTS.md의 기본 안내와 주제별 상세 문서로 위치를 나눴다. 단순 문자 복사가 아니라 재서술·상세화와 문서 위치 안내 추가를 포함한 재구성이다.</a:t>
            </a:r>
          </a:p>
          <a:p xmlns:a="http://schemas.openxmlformats.org/drawingml/2006/main">
            <a:r>
              <a:t/>
            </a:r>
          </a:p>
          <a:p xmlns:a="http://schemas.openxmlformats.org/drawingml/2006/main">
            <a:r>
              <a:t>Opening Question: “앞에서 기본 안내와 상세를 나눠봤습니다. 실제로 한 AGENTS.md에 모인 정보를 나누면 어떤 모습이 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S41의 정보 배치 기준을 실제 기록에 적용한 전후라고 소개한다. 화면의 ‘분리 전/후’는 같은 Demo의 STATE-02와 STATE-03이며 파일 전체나 실행 화면이 아닌 요약·재구성 도식이다. 상태 번호를 외우게 하지 않는다.</a:t>
            </a:r>
          </a:p>
          <a:p xmlns:a="http://schemas.openxmlformats.org/drawingml/2006/main">
            <a:r>
              <a:t>2. (1:00–3:00 / Demo, CAPTURED record) 왼쪽 한 AGENTS.md 안의 기본 안내와 A구조/CLI 요약·B이미지 명세·C테스트 구성을 가리킨다. 첫 화살표는 기본 안내가 오른쪽 AGENTS.md에 남고 문서 위치 안내가 추가됐음을 뜻한다. A/B/C 세 화살표는 같은 주제가 architecture.md/image-contracts.md/testing.md로 재배치된 대응이다. 핵심 사실·제약의 보존이며 문장은 재작성되고 상세 설명도 보강됐다. 실제 파일 브라우징이나 Agent 실행은 하지 않는다.</a:t>
            </a:r>
          </a:p>
          <a:p xmlns:a="http://schemas.openxmlformats.org/drawingml/2006/main">
            <a:r>
              <a:t>3. (3:00–4:00 / Case) ‘짧게 만들려고 필요한 정보를 버린 것인가?’를 비교 질문으로 둔다. 기본 제약이 남고 상세의 위치를 나눈 관계를 회수한다. C++에서도 공통 제약을 입구에 남기고 알고리즘·모듈 상세의 위치를 나눌 수 있는지 같은 기준으로 비교한다. 이1분과 다음 Lecture1분에 승인된 C++ Bridge2분을 통합한다.</a:t>
            </a:r>
          </a:p>
          <a:p xmlns:a="http://schemas.openxmlformats.org/drawingml/2006/main">
            <a:r>
              <a:t>4. (4:00–5:00 / Lecture) C++의 알고리즘 명세·하드웨어 조건 같은 상세도 관련 문서에서 확인할 범위로 짧게 연결한다. 구체적 CMake/IDE/장치 명령이나 실제 C++ 결과는 추가하지 않는다. 문서 구조만으로 실제 선택·읽기 성공을 결론내지 않고 다음 두 Task의 접근 기록을 관찰하겠다고 넘긴다.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S43–45에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S42 또는 production/preview/full/S42.png, production/preview/act2/S42.png를 사용한다. 최종 패키지·PNG·Notes 일치는 production/evaluation/S42_DOCUMENT_SPLIT_REVISION.md와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ALIGNED — DEC-0055의 전후 문서 구조/핵심 정보 보존 도식과 S41→S42→S43 연결을 반영했다. 최종 렌더·Notes parity는 production/evaluation/S42_DOCUMENT_SPLIT_REVISION.md를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문서를 나눴다는 구조만으로 실제 접근을 단정하지 않는다. 같은 저장소에서 서로 다른 두 읽기 전용 요청이 어떤 문서를 열고 어떤 근거로 답했는지 다음 기록에서 관찰한다.</a:t>
            </a:r>
          </a:p>
          <a:p xmlns:a="http://schemas.openxmlformats.org/drawingml/2006/main">
            <a:r>
              <a:t/>
            </a:r>
          </a:p>
          <a:p xmlns:a="http://schemas.openxmlformats.org/drawingml/2006/main">
            <a:r>
              <a:t>Opening Question: “문서의 위치를 나눴습니다. 실제 요청을 받았을 때도 같은 상세 문서를 읽었을까요?”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S42의 문서 재구성은 배치의 기록이며 실제 접근은 별도 관찰이라고 연결한다. 같은 저장소의 두 읽기 전용 요청을 비교하겠다고 안내한다.</a:t>
            </a:r>
          </a:p>
          <a:p xmlns:a="http://schemas.openxmlformats.org/drawingml/2006/main">
            <a:r>
              <a:t>2. (0:20–1:20) 왼쪽 A는 샘플 이미지에 --crop 1 3 옵션을 적용할 때 원본 열/출력 폭/끝 좌표 포함 여부를 현재 명세·구현의 근거로 조사해 달라는 요청이다. 오른쪽 B는 실행 의존성의 존재와 판단 근거를 묻고 빌드·패키징 전용 도구와 구분하라는 요청이다. 두 창 안의 읽기 전용·파일 변경 금지·근거 제시 조건을 함께 짚는다. 화면은 영어 원문의 핵심 발췌·번역이며 실제 입력 Screenshot이 아니다.</a:t>
            </a:r>
          </a:p>
          <a:p xmlns:a="http://schemas.openxmlformats.org/drawingml/2006/main">
            <a:r>
              <a:t>3. (1:20–2:00) 아래01 실제로 연 문서,02 두 요청의 접근 공통/차이,03 답을 뒷받침한 근거를 순서대로 가리킨다. 파일 접근 기록과 최종 설명의 근거를 분리해 볼 것이라고 설명한다. 특정 파일을 어느 요청에 연결하거나 결과를 예측해 주지 않고 Crop Task의 기록으로 넘어간다.</a:t>
            </a:r>
          </a:p>
          <a:p xmlns:a="http://schemas.openxmlformats.org/drawingml/2006/main">
            <a:r>
              <a:t/>
            </a:r>
          </a:p>
          <a:p xmlns:a="http://schemas.openxmlformats.org/drawingml/2006/main">
            <a:r>
              <a:t>Evidence / Source: OBSERVED_PRODUCT setup; outcomes remain on S44–45.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S44–45의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production/evaluation/S43_PROMPT_WATCH_REVISION.md와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ALIGNED — DEC-0056의 두 요청창/중립 관찰 질문과 S42→S43→S44 연결을 반영했다. 최종 렌더·Notes parity는 production/evaluation/S43_PROMPT_WATCH_REVISION.md를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 최종 실행에서 명세 문서 접근과 명세에 맞는 Crop 답을 관찰했다. 더 넓은 문서·소스·테스트도 확인했으며, 이 기록이 최소 문서 선택이나 효율 향상을 뜻하지는 않는다.</a:t>
            </a:r>
          </a:p>
          <a:p xmlns:a="http://schemas.openxmlformats.org/drawingml/2006/main">
            <a:r>
              <a:t/>
            </a:r>
          </a:p>
          <a:p xmlns:a="http://schemas.openxmlformats.org/drawingml/2006/main">
            <a:r>
              <a:t>Opening Question: “앞의 요청 A는 어떤 문서를 실제로 읽었고, 끝 좌표가 포함되는지 어떤 근거로 답했을까요?”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S43의 Crop 요청 A를 회수하고 왼쪽 접근 요약을 읽는다. AGENTS.md, docs/architecture.md, docs/image-contracts.md, docs/testing.md, README.md는 최종 실행에서 읽은 Markdown 문서다. 나열 순서는 실제 읽기 순서가 아니다. 소스와 관련 테스트도 확인한 기록임을 덧붙인다.</a:t>
            </a:r>
          </a:p>
          <a:p xmlns:a="http://schemas.openxmlformats.org/drawingml/2006/main">
            <a:r>
              <a:t>2. (1:00–2:00) 강조한 image-contracts.md와 가운데의 해당 명세를 연결한다. [x_start, x_end)는 시작 열 포함·끝 좌표 제외다. 첫 화살표는 문서와 내용의 관계이며 실제 탐색 경로·순서를 재현하지 않는다.</a:t>
            </a:r>
          </a:p>
          <a:p xmlns:a="http://schemas.openxmlformats.org/drawingml/2006/main">
            <a:r>
              <a:t>3. (2:00–3:00) ‘대조’를 가리킨 뒤 오른쪽 기록된 답과 맞춰본다. 숫자는 픽셀 값이 아닌0부터 시작하는 원본 열 번호다. --crop 1 3은 열1·2를 포함하고 출력 폭은2이며 끝 좌표3은 제외한다. 명세와 답의 일치를 확인하는 도식이며 내부 추론의 인과 경로를 주장하지 않는다.</a:t>
            </a:r>
          </a:p>
          <a:p xmlns:a="http://schemas.openxmlformats.org/drawingml/2006/main">
            <a:r>
              <a:t>4. (3:00–4:00) 하단의 ‘관찰된 사실’과 ‘해석의 한계’를 따로 가리킨다. 넓은 architecture·README 접근도 있었다. testing.md와 관련 테스트는 최종 실행에서 확인했지만 이전 두 실행에서는 접근이 달랐다. 관련 문서만 최소한으로 읽었다고 해석하지 않는다.</a:t>
            </a:r>
          </a:p>
          <a:p xmlns:a="http://schemas.openxmlformats.org/drawingml/2006/main">
            <a:r>
              <a:t>5. (4:00–5:00) 과거 Codex CLI0.154.0의 읽기 전용 실행 기록을 요약·재구성한 화면임을 확인한다. 토큰 절감·성능 개선·현재 Desktop 재현을 주장하지 않는다. 이 답을 Task B와 비교할 질문으로 넘긴다.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S44 정적 화면으로 보여준다. 입력창 Screenshot이나 실행 로그처럼 꾸미지 않는다. 현재 제품에서 명령을 실행하지 않고 전체 접근 로그를 읽지 않는다. Task B의 접근 차이는 S45에서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요청·접근 요약1분, 명세1분, 답 대조1분, 넓은 접근·실행 간 차이1분, 한계 회수·S45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S44 또는 production/preview/act2/S44.png가 발표 기본 경로다. 동일한 Full S44·ACT2 PNG·내장 Notes 대조는 production/evaluation/S44_CROP_EVIDENCE_REVISION.md와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ALIGNED — DEC-0057의 실제 접근/명세/기록된 답과 관찰/해석 구분을 반영했다. 최종 렌더·Notes parity는 production/evaluation/S44_CROP_EVIDENCE_REVISION.md를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Performance Task, 반복되는 절차</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production/preview/act3/S47.png와 production/preview/full/S47.png다.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Project 사실과 작업 절차는 다르다</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Task, Context, Workflow의 역할</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50에서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반복 절차를 Skill로 옮길 수 있을까?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51에서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Skill을 어떻게 발견하고 호출할까?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절차의 책임이 Prompt에서 Repository로 이동</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답을 담지 않는 Workflow</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측정으로 후보를 고르다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S55에서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Working Harness Success</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S55 및 `production/preview/act3/S55.png`의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이 작업에 Subagent가 필요했을까?</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Subagent를 고려할 조건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S57 또는 `production/preview/act3/S57.png`다.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무엇이 다시 찾기 어려운 지식인가?</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S58 또는 `production/preview/act3/S58.png`다.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Memory는 재발견 비용으로 판단</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S59 또는 `production/preview/act3/S59.png`다.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Minimum Effective Harness</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61–63에서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S60 또는 `production/preview/act3/S60.png`다.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Harness는 작업 환경 설계다</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S61 또는 `production/preview/act3/S61.png`다.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Repository 밖의 환경도 결과에 영향을 준다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S62 또는 `production/preview/act3/S62.png`의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Engineering Pattern은 C++에도 전이된다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production/preview/act3/S63.png와 production/preview/full/S63.png다.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필요한 구조부터 질문하기</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S64 또는 `production/preview/act3/S64.png`다.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여기까지는 잘 동작했다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S66으로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개념 사례: Project와 Workflow는 현재 맞다</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S65의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Project는 바뀌고 Workflow는 남았다</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S67와 production/preview/act4/S67.png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S68로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Task 해결과 System 문제는 다르다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원인에 맞는 Layer를 고르기</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S70으로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실패 지점과 원인 Layer 구분하기</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S69의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먼저 관찰하고, 그다음 가설을 세운다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Cause가 지지하는 최소 변경</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같은 Task의 재실행만으로 충분할까?</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대표 작업으로 변경 범위를 확인하기</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Harness도 특정 실패에 맞춰 과적합될 수 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S76으로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Feedback을 System Change와 Evaluation으로 잇기</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S77로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실제 제작 기록: TRIAL-006</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결과의 타당성과 원인 귀속은 별개다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S55의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평가와 보고 규칙을 Evidence에 맞추다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후속 기록은 개선됐지만 완전하지 않았다</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실제 Meta Loop에서 바뀐 것</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S82의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S82로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Project와 환경이 바뀌면 검증도 다시 본다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S83의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production/preview/act4/S82.png 및 production/preview/full/S82.png.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여섯 시간의 Story를 한 장으로</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S84 실제 Repository 이력→S85 선택 기준→S86 책임을 거쳐 S87에서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S84와 S86에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S87의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S83와 production/preview/act5/S83.png를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하나의 Repository가 문제에 대응해 진화했다</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S42 상세 문서 분리, S55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S45-source.png. 파일명은 최초80장판 캡처 시점의 번호이며 현재 대응은 S18/S42/S55다. 실제 Trial 원본 화면이 아닌 당시 production PNG 발췌다. S18은 TRIAL-002 diff 재구성, S42는 STATE-02→03 문구 발췌, S55는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S42로 Routing 우월성·토큰 절감을 주장하지 않고, S55는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S85로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S84와 production/preview/act5/S84.png를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필요성이 입증되지 않은 것은 보류했다</a:t>
            </a:r>
          </a:p>
          <a:p xmlns:a="http://schemas.openxmlformats.org/drawingml/2006/main">
            <a:r>
              <a:t/>
            </a:r>
          </a:p>
          <a:p xmlns:a="http://schemas.openxmlformats.org/drawingml/2006/main">
            <a:r>
              <a:t>**Slide ID:**</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S85와 production/preview/act5/S85.png를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위임이 늘어도 개발자 책임은 남는다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S85의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S87의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S87로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AI-Native Development는 이 교육의 운영 모델</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S88로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S88에서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S88로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어느 Layer에서 마찰이 반복되는가?</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S89의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다음 작은 행동을 개인적으로 고른다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S88에서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S90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Q&amp;A와 교육 마무리</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35414cbba7d42c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90d49121ccb4ba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992268a93be48e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3e40332e7b642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08e437567c84f6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5d01f14596b4ad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7FE19E9-80DA-4734-B2F1-7983417EA0C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6DF45F1-DEBD-4056-9E12-9DB03D8C4A0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EBB7736-C914-465A-8CA1-63F642D68E5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B54A6D3-E234-4366-9444-F109C8F093C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B150F4F-626B-4520-861F-1F5A10EB033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C443390-4F2C-4F9E-A05E-902E3154FE8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07FC67F-AD15-47CD-8C9C-6A3F1DCA02E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51CE9E6-5E43-400F-AAD5-DE3EB1BE5D1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8D3F64-2F55-4972-96F4-283FCBE1151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0D82976-C723-4430-B892-12A6DAC3299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eb3ba0df8d344f3" /><Relationship Type="http://schemas.openxmlformats.org/officeDocument/2006/relationships/slideLayout" Target="/ppt/slideLayouts/slideLayout1.xml" Id="R05a081afb90d4225" /><Relationship Type="http://schemas.openxmlformats.org/officeDocument/2006/relationships/slideLayout" Target="/ppt/slideLayouts/slideLayout2.xml" Id="R086397b7a4ce4243" /><Relationship Type="http://schemas.openxmlformats.org/officeDocument/2006/relationships/slideLayout" Target="/ppt/slideLayouts/slideLayout3.xml" Id="R02c14f0701f24cd3" /><Relationship Type="http://schemas.openxmlformats.org/officeDocument/2006/relationships/slideLayout" Target="/ppt/slideLayouts/slideLayout4.xml" Id="R2722c1787815434b" /><Relationship Type="http://schemas.openxmlformats.org/officeDocument/2006/relationships/slideLayout" Target="/ppt/slideLayouts/slideLayout5.xml" Id="R4c2304e6835643fe" /><Relationship Type="http://schemas.openxmlformats.org/officeDocument/2006/relationships/slideLayout" Target="/ppt/slideLayouts/slideLayout6.xml" Id="R719180f687404ad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5a081afb90d4225"/>
    <p:sldLayoutId xmlns:r="http://schemas.openxmlformats.org/officeDocument/2006/relationships" id="2147483650" r:id="R086397b7a4ce4243"/>
    <p:sldLayoutId xmlns:r="http://schemas.openxmlformats.org/officeDocument/2006/relationships" id="2147483651" r:id="R02c14f0701f24cd3"/>
    <p:sldLayoutId xmlns:r="http://schemas.openxmlformats.org/officeDocument/2006/relationships" id="2147483652" r:id="R2722c1787815434b"/>
    <p:sldLayoutId xmlns:r="http://schemas.openxmlformats.org/officeDocument/2006/relationships" id="2147483653" r:id="R4c2304e6835643fe"/>
    <p:sldLayoutId xmlns:r="http://schemas.openxmlformats.org/officeDocument/2006/relationships" id="2147483654" r:id="R719180f687404ad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4930acd7b8348d0" /><Relationship Type="http://schemas.openxmlformats.org/officeDocument/2006/relationships/image" Target="/ppt/media/image.png" Id="R7882e3826320409c" /><Relationship Type="http://schemas.openxmlformats.org/officeDocument/2006/relationships/notesSlide" Target="/ppt/notesSlides/notesSlide1.xml" Id="R94274c3c537a444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2040444a612449e" /><Relationship Type="http://schemas.openxmlformats.org/officeDocument/2006/relationships/notesSlide" Target="/ppt/notesSlides/notesSlide2.xml" Id="R7c350c256589489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28fd453834b4b8b" /><Relationship Type="http://schemas.openxmlformats.org/officeDocument/2006/relationships/notesSlide" Target="/ppt/notesSlides/notesSlide3.xml" Id="R413cc58e0ecd459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6783655c96d4891" /><Relationship Type="http://schemas.openxmlformats.org/officeDocument/2006/relationships/image" Target="/ppt/media/image2.png" Id="Re917d2320ca843da" /><Relationship Type="http://schemas.openxmlformats.org/officeDocument/2006/relationships/notesSlide" Target="/ppt/notesSlides/notesSlide4.xml" Id="R3aff5b25b1524e5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0eb0ba90f6940a2" /><Relationship Type="http://schemas.openxmlformats.org/officeDocument/2006/relationships/notesSlide" Target="/ppt/notesSlides/notesSlide5.xml" Id="Rb0b9f74a2959498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f6f34005bd24eb7" /><Relationship Type="http://schemas.openxmlformats.org/officeDocument/2006/relationships/notesSlide" Target="/ppt/notesSlides/notesSlide6.xml" Id="Rb19e9126f5c14b1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8d0662feff94a9a" /><Relationship Type="http://schemas.openxmlformats.org/officeDocument/2006/relationships/image" Target="/ppt/media/image3.png" Id="Ra5657d63461b42bf" /><Relationship Type="http://schemas.openxmlformats.org/officeDocument/2006/relationships/notesSlide" Target="/ppt/notesSlides/notesSlide7.xml" Id="R1f97c2147e214cc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6c58f00bf7f46bf" /><Relationship Type="http://schemas.openxmlformats.org/officeDocument/2006/relationships/notesSlide" Target="/ppt/notesSlides/notesSlide8.xml" Id="Ra53fa34d4c294e2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4903ed09e074c0c" /><Relationship Type="http://schemas.openxmlformats.org/officeDocument/2006/relationships/image" Target="/ppt/media/image4.png" Id="Ra9974aa046b94bda" /><Relationship Type="http://schemas.openxmlformats.org/officeDocument/2006/relationships/image" Target="/ppt/media/image5.png" Id="Rb1eadec308344e74" /><Relationship Type="http://schemas.openxmlformats.org/officeDocument/2006/relationships/image" Target="/ppt/media/image6.png" Id="R6ea9960dffcf40ee" /><Relationship Type="http://schemas.openxmlformats.org/officeDocument/2006/relationships/notesSlide" Target="/ppt/notesSlides/notesSlide9.xml" Id="R8a0ac0a2228a48f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b893ad3e75d431c" /><Relationship Type="http://schemas.openxmlformats.org/officeDocument/2006/relationships/notesSlide" Target="/ppt/notesSlides/notesSlide10.xml" Id="R9ab5301b46ec43c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71c163330824017" /><Relationship Type="http://schemas.openxmlformats.org/officeDocument/2006/relationships/image" Target="/ppt/media/image7.png" Id="R3e1591a283d24797" /><Relationship Type="http://schemas.openxmlformats.org/officeDocument/2006/relationships/image" Target="/ppt/media/image8.png" Id="R93a704a0a7dd40fd" /><Relationship Type="http://schemas.openxmlformats.org/officeDocument/2006/relationships/image" Target="/ppt/media/image9.png" Id="R31fbfd2216ae40fd" /><Relationship Type="http://schemas.openxmlformats.org/officeDocument/2006/relationships/notesSlide" Target="/ppt/notesSlides/notesSlide11.xml" Id="R6d7dd390cae94ce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fc39c1adf644c6c" /><Relationship Type="http://schemas.openxmlformats.org/officeDocument/2006/relationships/image" Target="/ppt/media/image10.png" Id="R182ee6f575174a46" /><Relationship Type="http://schemas.openxmlformats.org/officeDocument/2006/relationships/notesSlide" Target="/ppt/notesSlides/notesSlide12.xml" Id="R17f209d33f5340d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d56750f83864dc5" /><Relationship Type="http://schemas.openxmlformats.org/officeDocument/2006/relationships/image" Target="/ppt/media/image11.png" Id="R02e4905dbb1a4e36" /><Relationship Type="http://schemas.openxmlformats.org/officeDocument/2006/relationships/notesSlide" Target="/ppt/notesSlides/notesSlide13.xml" Id="R4db8ed86ffa548a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62d4acd417948ba" /><Relationship Type="http://schemas.openxmlformats.org/officeDocument/2006/relationships/notesSlide" Target="/ppt/notesSlides/notesSlide14.xml" Id="Ra476a4da51f44a1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9e4e79cc69e46f9" /><Relationship Type="http://schemas.openxmlformats.org/officeDocument/2006/relationships/notesSlide" Target="/ppt/notesSlides/notesSlide15.xml" Id="R02868344ca78401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8f5976431c847bc" /><Relationship Type="http://schemas.openxmlformats.org/officeDocument/2006/relationships/notesSlide" Target="/ppt/notesSlides/notesSlide16.xml" Id="Rdd37447485904d5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e3b8ff21875b4806" /><Relationship Type="http://schemas.openxmlformats.org/officeDocument/2006/relationships/notesSlide" Target="/ppt/notesSlides/notesSlide17.xml" Id="Rc26f78ad66ba413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afe7f2ed4444c4f" /><Relationship Type="http://schemas.openxmlformats.org/officeDocument/2006/relationships/notesSlide" Target="/ppt/notesSlides/notesSlide18.xml" Id="R46016205836c4b8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627f02485284300" /><Relationship Type="http://schemas.openxmlformats.org/officeDocument/2006/relationships/notesSlide" Target="/ppt/notesSlides/notesSlide19.xml" Id="R578f65fc05e6407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5d7fc2b9327f486a" /><Relationship Type="http://schemas.openxmlformats.org/officeDocument/2006/relationships/notesSlide" Target="/ppt/notesSlides/notesSlide20.xml" Id="R8e5861f29b6c4d6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a1841e21d044f03" /><Relationship Type="http://schemas.openxmlformats.org/officeDocument/2006/relationships/notesSlide" Target="/ppt/notesSlides/notesSlide21.xml" Id="R478228d7499f49e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59c97b46eda54167" /><Relationship Type="http://schemas.openxmlformats.org/officeDocument/2006/relationships/notesSlide" Target="/ppt/notesSlides/notesSlide22.xml" Id="Rf830295549b94f2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23bbb8f2895d4c0d" /><Relationship Type="http://schemas.openxmlformats.org/officeDocument/2006/relationships/notesSlide" Target="/ppt/notesSlides/notesSlide23.xml" Id="R01e48c4302d0498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7b85558cd3d04262" /><Relationship Type="http://schemas.openxmlformats.org/officeDocument/2006/relationships/notesSlide" Target="/ppt/notesSlides/notesSlide24.xml" Id="R79effc2b79344bc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9d9e72177d484adb" /><Relationship Type="http://schemas.openxmlformats.org/officeDocument/2006/relationships/notesSlide" Target="/ppt/notesSlides/notesSlide25.xml" Id="R412ce558ec664c1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b75c560a20524d73" /><Relationship Type="http://schemas.openxmlformats.org/officeDocument/2006/relationships/notesSlide" Target="/ppt/notesSlides/notesSlide26.xml" Id="R3cb48444b7a44f5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7e5f39c4c944607" /><Relationship Type="http://schemas.openxmlformats.org/officeDocument/2006/relationships/notesSlide" Target="/ppt/notesSlides/notesSlide27.xml" Id="Rcb0312fe987d420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6b0efd85228a4763" /><Relationship Type="http://schemas.openxmlformats.org/officeDocument/2006/relationships/notesSlide" Target="/ppt/notesSlides/notesSlide28.xml" Id="R0b56b9f8734245e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8aa0e6fc2b374942" /><Relationship Type="http://schemas.openxmlformats.org/officeDocument/2006/relationships/notesSlide" Target="/ppt/notesSlides/notesSlide29.xml" Id="R75ee9b9e5c344788"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dbec976878cb48b4" /><Relationship Type="http://schemas.openxmlformats.org/officeDocument/2006/relationships/notesSlide" Target="/ppt/notesSlides/notesSlide30.xml" Id="R70a2bc97152e483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f315e61cabeb46c6" /><Relationship Type="http://schemas.openxmlformats.org/officeDocument/2006/relationships/notesSlide" Target="/ppt/notesSlides/notesSlide31.xml" Id="R12d5855629ea435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f8ce29bf446f4ba0" /><Relationship Type="http://schemas.openxmlformats.org/officeDocument/2006/relationships/notesSlide" Target="/ppt/notesSlides/notesSlide32.xml" Id="Rb0482066e28f4cc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521ab888c8fb43bd" /><Relationship Type="http://schemas.openxmlformats.org/officeDocument/2006/relationships/notesSlide" Target="/ppt/notesSlides/notesSlide33.xml" Id="R1568f90bdb534fe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9a9b0371e8f1437f" /><Relationship Type="http://schemas.openxmlformats.org/officeDocument/2006/relationships/notesSlide" Target="/ppt/notesSlides/notesSlide34.xml" Id="Rea5000e224da4280"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b68b70ba7acb41ee" /><Relationship Type="http://schemas.openxmlformats.org/officeDocument/2006/relationships/image" Target="/ppt/media/image12.png" Id="Re7f269e922be4ce0" /><Relationship Type="http://schemas.openxmlformats.org/officeDocument/2006/relationships/image" Target="/ppt/media/image13.png" Id="R5866a836e3eb49d9" /><Relationship Type="http://schemas.openxmlformats.org/officeDocument/2006/relationships/notesSlide" Target="/ppt/notesSlides/notesSlide35.xml" Id="Rd744b39500ed4bba"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65b2011c65be48d5" /><Relationship Type="http://schemas.openxmlformats.org/officeDocument/2006/relationships/image" Target="/ppt/media/image14.png" Id="R271d3d4916d54e49" /><Relationship Type="http://schemas.openxmlformats.org/officeDocument/2006/relationships/notesSlide" Target="/ppt/notesSlides/notesSlide36.xml" Id="R24cc738d74cd46b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aee2301baa874361" /><Relationship Type="http://schemas.openxmlformats.org/officeDocument/2006/relationships/notesSlide" Target="/ppt/notesSlides/notesSlide37.xml" Id="Rfd308d1b8f1f421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3e8168ef3f4642b3" /><Relationship Type="http://schemas.openxmlformats.org/officeDocument/2006/relationships/notesSlide" Target="/ppt/notesSlides/notesSlide38.xml" Id="R89d9b8c176824c9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f217798cbede4e39" /><Relationship Type="http://schemas.openxmlformats.org/officeDocument/2006/relationships/notesSlide" Target="/ppt/notesSlides/notesSlide39.xml" Id="R5863f71bf6174742"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04b1bfbbca974507" /><Relationship Type="http://schemas.openxmlformats.org/officeDocument/2006/relationships/notesSlide" Target="/ppt/notesSlides/notesSlide40.xml" Id="Rdf323fe5642641b3"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fee52d326bc942bc" /><Relationship Type="http://schemas.openxmlformats.org/officeDocument/2006/relationships/notesSlide" Target="/ppt/notesSlides/notesSlide41.xml" Id="Rb9d604ea0c01498d"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dab21c37f2f54579" /><Relationship Type="http://schemas.openxmlformats.org/officeDocument/2006/relationships/notesSlide" Target="/ppt/notesSlides/notesSlide42.xml" Id="R4cbe828695c646b0"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b84bcbd2be4e4067" /><Relationship Type="http://schemas.openxmlformats.org/officeDocument/2006/relationships/notesSlide" Target="/ppt/notesSlides/notesSlide43.xml" Id="R0bc4da8509944656"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610f038b5beb4864" /><Relationship Type="http://schemas.openxmlformats.org/officeDocument/2006/relationships/notesSlide" Target="/ppt/notesSlides/notesSlide44.xml" Id="R6a865a82b6154ba3"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be2df7e8cdd04bd9" /><Relationship Type="http://schemas.openxmlformats.org/officeDocument/2006/relationships/notesSlide" Target="/ppt/notesSlides/notesSlide45.xml" Id="R81bd75bff1ea498b"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95deb37241ca45f7" /><Relationship Type="http://schemas.openxmlformats.org/officeDocument/2006/relationships/notesSlide" Target="/ppt/notesSlides/notesSlide46.xml" Id="R779b1b24d3bb4a05"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0820e20fd4954314" /><Relationship Type="http://schemas.openxmlformats.org/officeDocument/2006/relationships/image" Target="/ppt/media/image15.png" Id="R3ba897ccdbf04e4c" /><Relationship Type="http://schemas.openxmlformats.org/officeDocument/2006/relationships/image" Target="/ppt/media/image16.png" Id="R100d799ca2e8464f" /><Relationship Type="http://schemas.openxmlformats.org/officeDocument/2006/relationships/image" Target="/ppt/media/image17.png" Id="R5f9cf90dcacb44b7" /><Relationship Type="http://schemas.openxmlformats.org/officeDocument/2006/relationships/image" Target="/ppt/media/image18.png" Id="Rb9870757b5274dbf" /><Relationship Type="http://schemas.openxmlformats.org/officeDocument/2006/relationships/notesSlide" Target="/ppt/notesSlides/notesSlide47.xml" Id="R86221da03b1f4970"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62cb7a9cd2c2472b" /><Relationship Type="http://schemas.openxmlformats.org/officeDocument/2006/relationships/notesSlide" Target="/ppt/notesSlides/notesSlide48.xml" Id="R26eca1c4da30438d"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c346999fba50441d" /><Relationship Type="http://schemas.openxmlformats.org/officeDocument/2006/relationships/notesSlide" Target="/ppt/notesSlides/notesSlide49.xml" Id="Rd6bba467e5a34ce3"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849da22aa5dc4bf6" /><Relationship Type="http://schemas.openxmlformats.org/officeDocument/2006/relationships/notesSlide" Target="/ppt/notesSlides/notesSlide50.xml" Id="R383289d665d14688"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2d9b3f71d0c446dc" /><Relationship Type="http://schemas.openxmlformats.org/officeDocument/2006/relationships/notesSlide" Target="/ppt/notesSlides/notesSlide51.xml" Id="Rf8d0190a6d0d4c7c"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383df291144c4645" /><Relationship Type="http://schemas.openxmlformats.org/officeDocument/2006/relationships/notesSlide" Target="/ppt/notesSlides/notesSlide52.xml" Id="Rbc6eea918a5142de"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acbba41d0b0d4a3f" /><Relationship Type="http://schemas.openxmlformats.org/officeDocument/2006/relationships/notesSlide" Target="/ppt/notesSlides/notesSlide53.xml" Id="R6118bc46447b4a7e"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5b16206a0d1c44c9" /><Relationship Type="http://schemas.openxmlformats.org/officeDocument/2006/relationships/notesSlide" Target="/ppt/notesSlides/notesSlide54.xml" Id="Ra1541f9a27604868"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3b47a7ed96524e7c" /><Relationship Type="http://schemas.openxmlformats.org/officeDocument/2006/relationships/chart" Target="/ppt/slides/charts/chart1.xml" Id="R884c224ec0f84a61" /><Relationship Type="http://schemas.openxmlformats.org/officeDocument/2006/relationships/notesSlide" Target="/ppt/notesSlides/notesSlide55.xml" Id="R11fda4de54f64797"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a859413579af48d7" /><Relationship Type="http://schemas.openxmlformats.org/officeDocument/2006/relationships/notesSlide" Target="/ppt/notesSlides/notesSlide56.xml" Id="R1b60e7629f464ef1"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7da84d3dad574f7b" /><Relationship Type="http://schemas.openxmlformats.org/officeDocument/2006/relationships/notesSlide" Target="/ppt/notesSlides/notesSlide57.xml" Id="R35d145341b1e4f7a"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d4a8a91454ce445f" /><Relationship Type="http://schemas.openxmlformats.org/officeDocument/2006/relationships/notesSlide" Target="/ppt/notesSlides/notesSlide58.xml" Id="R0f1e41b0c0284129"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f8033aedb68d4a45" /><Relationship Type="http://schemas.openxmlformats.org/officeDocument/2006/relationships/notesSlide" Target="/ppt/notesSlides/notesSlide59.xml" Id="R43ea8c352e4747bb"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7a87ad797b934482" /><Relationship Type="http://schemas.openxmlformats.org/officeDocument/2006/relationships/notesSlide" Target="/ppt/notesSlides/notesSlide60.xml" Id="R4d206018a5df4e47"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a3c3166b5874402b" /><Relationship Type="http://schemas.openxmlformats.org/officeDocument/2006/relationships/notesSlide" Target="/ppt/notesSlides/notesSlide61.xml" Id="R56d63ee764a74405"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470cb106b8474d4e" /><Relationship Type="http://schemas.openxmlformats.org/officeDocument/2006/relationships/notesSlide" Target="/ppt/notesSlides/notesSlide62.xml" Id="R37cca3caca55449e"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b226f9f648f94f91" /><Relationship Type="http://schemas.openxmlformats.org/officeDocument/2006/relationships/image" Target="/ppt/media/image19.png" Id="R1ab6994b6746450f" /><Relationship Type="http://schemas.openxmlformats.org/officeDocument/2006/relationships/notesSlide" Target="/ppt/notesSlides/notesSlide63.xml" Id="Ra17d91d5f2cc46a5"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17f6e68ff6784616" /><Relationship Type="http://schemas.openxmlformats.org/officeDocument/2006/relationships/notesSlide" Target="/ppt/notesSlides/notesSlide64.xml" Id="R1b9ec7d06ab544e9"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287a8b60de4e4360" /><Relationship Type="http://schemas.openxmlformats.org/officeDocument/2006/relationships/notesSlide" Target="/ppt/notesSlides/notesSlide65.xml" Id="R09dd33906d3c4fb9"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421dd319c87d4d86" /><Relationship Type="http://schemas.openxmlformats.org/officeDocument/2006/relationships/notesSlide" Target="/ppt/notesSlides/notesSlide66.xml" Id="R50ad059b75c241c0"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06ec8f9dcb9642bb" /><Relationship Type="http://schemas.openxmlformats.org/officeDocument/2006/relationships/notesSlide" Target="/ppt/notesSlides/notesSlide67.xml" Id="R4830f8d052fb4575"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d6f7817155da4e47" /><Relationship Type="http://schemas.openxmlformats.org/officeDocument/2006/relationships/notesSlide" Target="/ppt/notesSlides/notesSlide68.xml" Id="Raf899ed0cf324214"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9d8aad0c9b3b4169" /><Relationship Type="http://schemas.openxmlformats.org/officeDocument/2006/relationships/notesSlide" Target="/ppt/notesSlides/notesSlide69.xml" Id="R504b9cff2983471f"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4201583e74464293" /><Relationship Type="http://schemas.openxmlformats.org/officeDocument/2006/relationships/notesSlide" Target="/ppt/notesSlides/notesSlide70.xml" Id="Rc5edecc56fd14b4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55d2eb6b8dbf4dc4" /><Relationship Type="http://schemas.openxmlformats.org/officeDocument/2006/relationships/notesSlide" Target="/ppt/notesSlides/notesSlide71.xml" Id="R21883f4c89c4403b"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99e62b484ed344ca" /><Relationship Type="http://schemas.openxmlformats.org/officeDocument/2006/relationships/notesSlide" Target="/ppt/notesSlides/notesSlide72.xml" Id="R6ed2707070494310"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3f69ad1e60eb4f87" /><Relationship Type="http://schemas.openxmlformats.org/officeDocument/2006/relationships/notesSlide" Target="/ppt/notesSlides/notesSlide73.xml" Id="R144e6d6850834a52"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df2eb4957d834a5a" /><Relationship Type="http://schemas.openxmlformats.org/officeDocument/2006/relationships/notesSlide" Target="/ppt/notesSlides/notesSlide74.xml" Id="R5777a36702e54f95"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f7b29edc401941e5" /><Relationship Type="http://schemas.openxmlformats.org/officeDocument/2006/relationships/notesSlide" Target="/ppt/notesSlides/notesSlide75.xml" Id="R02449d8f5d46462d"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212a36103b614e54" /><Relationship Type="http://schemas.openxmlformats.org/officeDocument/2006/relationships/notesSlide" Target="/ppt/notesSlides/notesSlide76.xml" Id="R0fe5da8b369647fe"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4f07bbef65164aeb" /><Relationship Type="http://schemas.openxmlformats.org/officeDocument/2006/relationships/notesSlide" Target="/ppt/notesSlides/notesSlide77.xml" Id="Rf14981269fa943cf"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d80321f04e664045" /><Relationship Type="http://schemas.openxmlformats.org/officeDocument/2006/relationships/notesSlide" Target="/ppt/notesSlides/notesSlide78.xml" Id="R81a25f5eb7484036"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1412c7f37f7048a7" /><Relationship Type="http://schemas.openxmlformats.org/officeDocument/2006/relationships/notesSlide" Target="/ppt/notesSlides/notesSlide79.xml" Id="Ra6329ff49d7f4c9a"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46b5b33b6fa84a59" /><Relationship Type="http://schemas.openxmlformats.org/officeDocument/2006/relationships/notesSlide" Target="/ppt/notesSlides/notesSlide80.xml" Id="R4dd27a7d98094a66"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1cc40530b01046dc" /><Relationship Type="http://schemas.openxmlformats.org/officeDocument/2006/relationships/notesSlide" Target="/ppt/notesSlides/notesSlide81.xml" Id="Rc3040d4cddd741f9"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e3bf6262445c485a" /><Relationship Type="http://schemas.openxmlformats.org/officeDocument/2006/relationships/image" Target="/ppt/media/image20.png" Id="Rcf3b2eeeb97249d3" /><Relationship Type="http://schemas.openxmlformats.org/officeDocument/2006/relationships/notesSlide" Target="/ppt/notesSlides/notesSlide82.xml" Id="R34310bd6e3e84982"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273eda69867843c3" /><Relationship Type="http://schemas.openxmlformats.org/officeDocument/2006/relationships/notesSlide" Target="/ppt/notesSlides/notesSlide83.xml" Id="R5a4bc752d4a54386"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b87cee1ab2bb495b" /><Relationship Type="http://schemas.openxmlformats.org/officeDocument/2006/relationships/image" Target="/ppt/media/image21.png" Id="Rb15f4f8c6cad45cc" /><Relationship Type="http://schemas.openxmlformats.org/officeDocument/2006/relationships/image" Target="/ppt/media/image22.png" Id="Ra195e6b4ebef4bce" /><Relationship Type="http://schemas.openxmlformats.org/officeDocument/2006/relationships/image" Target="/ppt/media/image23.png" Id="Re28fce27b32642b2" /><Relationship Type="http://schemas.openxmlformats.org/officeDocument/2006/relationships/notesSlide" Target="/ppt/notesSlides/notesSlide84.xml" Id="Rf0fabe905ef34774"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51c8a63363fd424f" /><Relationship Type="http://schemas.openxmlformats.org/officeDocument/2006/relationships/notesSlide" Target="/ppt/notesSlides/notesSlide85.xml" Id="Ra363d9fb8b914718"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e97aa3a1d9c74f8c" /><Relationship Type="http://schemas.openxmlformats.org/officeDocument/2006/relationships/notesSlide" Target="/ppt/notesSlides/notesSlide86.xml" Id="R5898a2f4109f49dc"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398aedcb51264c1f" /><Relationship Type="http://schemas.openxmlformats.org/officeDocument/2006/relationships/notesSlide" Target="/ppt/notesSlides/notesSlide87.xml" Id="R234055c060dc41b6"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952d2fde62d048be" /><Relationship Type="http://schemas.openxmlformats.org/officeDocument/2006/relationships/notesSlide" Target="/ppt/notesSlides/notesSlide88.xml" Id="R1ddb5298ef68408a"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627afdf428954a18" /><Relationship Type="http://schemas.openxmlformats.org/officeDocument/2006/relationships/notesSlide" Target="/ppt/notesSlides/notesSlide89.xml" Id="R1540f59c93bc448e"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ad15f213f4764609" /><Relationship Type="http://schemas.openxmlformats.org/officeDocument/2006/relationships/notesSlide" Target="/ppt/notesSlides/notesSlide90.xml" Id="R34aef1fa938e4a1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5422C0B2-1EB5-4C55-8DC1-9741D64433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0783D017-76FE-4A98-A5FF-6009CAE432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890C5D1C-DA92-44B0-A9D8-07D2FBAB22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8D0D640D-4260-4F26-BDAC-BED1E2AEE8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FA9A587C-F07D-470B-B384-CD682AE35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48A1EBA0-EE6B-44BB-B8C7-5159B99E08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7AB31C25-72E7-442F-84F9-5B0E6274800B}"/>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880E76AB-54F6-496B-B496-2B22A5DEDB16}"/>
              </a:ext>
            </a:extLst>
          </p:cNvPr>
          <p:cNvPicPr>
            <a:picLocks xmlns:a="http://schemas.openxmlformats.org/drawingml/2006/main" noChangeAspect="1"/>
          </p:cNvPicPr>
          <p:nvPr/>
        </p:nvPicPr>
        <p:blipFill>
          <a:blip xmlns:r="http://schemas.openxmlformats.org/officeDocument/2006/relationships" xmlns:a="http://schemas.openxmlformats.org/drawingml/2006/main" r:embed="R7882e3826320409c"/>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837FC1C0-4C0A-49EF-BDCE-3EA83F46156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FF7645C5-28B1-4A00-ADAC-F9C6987C93A9}"/>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C06418E5-A423-4118-B67C-D2F53656AB94}"/>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32DD33CE-5273-47D3-9D22-F73604D08E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961933613"/>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6F0BE187-13A2-4054-8D3D-7A6F327DA8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FEDA254F-A39F-4F6C-96B8-1CBA2FCB736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BAD47D27-CC89-4469-A51A-2AD54E0334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B62E8688-D1BC-4420-A3C8-4BF81600F3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02E74FBE-FC53-4E9B-9292-491FC284FB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29F7BC0A-2506-4816-ACAD-0FB0713959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A12AC4D8-40B6-4E3C-97DC-A4162047F50D}"/>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6DDBD42D-2E60-492D-9396-FBD0441B1B14}"/>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67BE812F-78A8-45ED-94A3-C99304FC9BD9}"/>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479891B4-C26A-4BB6-994A-016ED5652C05}"/>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FD01CEF-073C-42FC-8A82-0A05A7AEEDFD}"/>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5571A66-3D1D-4EA2-8973-D4F8C7509B39}"/>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F4E2D572-C490-43EB-9DC9-8C035564D3B9}"/>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9489CEEF-7301-40A0-BF1D-2655DBCD8DE8}"/>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4B1801D4-B76C-4B1C-A3FC-A506A787C57A}"/>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7B934F17-5DD5-40E0-B0D5-28628A92E949}"/>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1BA9241-4E2F-448B-8A77-F0FEBE9F6640}"/>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2588E32F-1C24-4197-AD5C-227CA7D4B5D5}"/>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E2EC86E4-290F-4F36-BD71-549FED0F8D2B}"/>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9D45DF51-3278-41D5-AAF7-BF73C570558D}"/>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0AF4B51-C05A-49EF-AD60-6753EB76F788}"/>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29DCA8D8-5491-451C-B18F-E96186636A7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F8B20F29-7B90-4ADB-A96D-703134FE385A}"/>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AE35D39E-537A-4BCA-A66C-2AA9E83F2464}"/>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6A63A545-D799-435B-AE24-F0A360B02811}"/>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69DC2747-2C44-4D04-9325-E6F3410E1F78}"/>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C628E824-E46E-4766-BF78-19BEA52538A0}"/>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0BAFF430-4B2F-42D3-AA24-4BC40CBF796B}"/>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22FED7C3-2B8A-4504-BF25-89B8A969FF23}"/>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E8E0AA92-1E4E-4AB1-8915-6CFD0139454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D9041E27-9A4C-406D-A599-CAEBE9897691}"/>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69DBC082-36F0-48BE-9C85-F88C295544C9}"/>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3BA9F3DA-1F17-4D7E-8603-298FC829FE70}"/>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928E345B-07C6-4C61-B1CE-6B588062FCD3}"/>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63301B05-0DFD-4FEA-9C84-74C4AD4180CD}"/>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FD526108-A79C-4CFA-A3F6-A7B66923B0DC}"/>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91996981-8717-4CC2-996E-5D5B25753233}"/>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DCE79444-1946-40CB-8935-7474F58537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28623229"/>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E7FF3927-9859-4811-9858-631C632DC2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2581FA44-AF1B-4D1A-BCB5-2AB6CE7552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20FD5C66-6C74-4A64-8311-860E1425CF0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C06C5B65-CC66-4D8A-9CBE-6F4C90D08D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494D046E-AE2E-4D9A-BEE3-68BC47765E4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7828818B-81DD-46E1-866A-57B3B02E0A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44A98820-8AA5-473A-B661-B387B544FB42}"/>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8DD48F8B-F12E-4CC7-B7C0-785D64020564}"/>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F4C45B99-A5F9-421E-9C96-18F67D8C179C}"/>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00F3EB25-084C-45B1-9F72-360ED2C2D52F}"/>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AD8914CE-1966-496E-8CB6-E4B526D114F7}"/>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E42E9306-495B-4188-9F3F-A87226B23F0D}"/>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C7741FB4-82F7-40A9-AD26-2216EAD6DDAB}"/>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9E978B69-FED3-4B37-895B-1CB7DB241FEE}"/>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1C5DDA13-9121-4401-924F-9D9D8E6BC6CF}"/>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808E2560-4887-4DFF-BF00-C7B2978C19E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243B3B59-B630-4665-8B5D-E48F77245DA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194A3E4B-F180-432D-B261-5247843B7E23}"/>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29D8065B-1BFD-40F7-9B49-B110CF67D802}"/>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68B29D89-241F-4BB8-85D4-1B7ED36A14F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F0BA903B-E4FA-4AD9-9F4D-95F9B7D65E5E}"/>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1A0336C1-DD57-47F4-9555-42698496E344}"/>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0A076A64-FFD5-4DC8-A817-6E1622647FE7}"/>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FE839A31-13BC-436E-98C9-182FEC48E504}"/>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89E9A7A9-3C3A-4F7C-A19D-01224CF6F4E3}"/>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D3C90373-12D2-4EDD-9CBC-3184A074CBA8}"/>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A4CC8FC1-3FFA-4020-8A99-2F9D42614F6E}"/>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EEBA0367-DA3A-4C52-9BAE-EFC41A50B528}"/>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218E4BFD-F614-41D4-9CE9-14D86882DC03}"/>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BFD6CE21-F1D4-480F-AFC6-107C56B5652A}"/>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76829244-C65D-4ECB-8A8D-C6CAFED69C3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177F256F-B8DF-41A3-9E46-4DC9A43AD65D}"/>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0DD5D4A-A1F4-46D1-89AA-8184FA1877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36566934"/>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58B137FB-E6D3-427B-9E21-6D9D761308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EF611C57-1057-4BFF-9CF5-87670D35C2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98E25F92-3307-4DC7-A40C-43C629636D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7346A3B2-5F7D-437B-94DF-4BBF6AEBAD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E89365C1-4779-4BA0-84BF-A4AD6A370B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D8ECEA9D-B482-4AC5-AC81-7528E54E86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70EE883B-5F4B-4760-93A3-E4BA2629177F}"/>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15865737-D6F9-4F0F-AB52-586AA907AA3E}"/>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92BA9C98-CDE4-40B9-91D7-0F984D4F273A}"/>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3999C470-9691-46B5-ADAB-50BCEF1167AC}"/>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B203C36B-582C-42B7-AD19-D819EBA8000A}"/>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AC6B12E5-0A0C-4FDB-BBEA-B5EB403E7DE2}"/>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A3D2C16-0E97-49AE-8E73-4208A23217AC}"/>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16C1EEC4-AC75-4AA1-A0BD-3CF51BE77783}"/>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2CBB23F7-A46C-4D55-B54A-8D9E298F3327}"/>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33A449DE-EE93-4E8F-8C97-2EAA34FD2209}"/>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1C818361-523C-4AC3-B184-0C1AE8D3A9B9}"/>
              </a:ext>
            </a:extLst>
          </p:cNvPr>
          <p:cNvPicPr>
            <a:picLocks xmlns:a="http://schemas.openxmlformats.org/drawingml/2006/main" noChangeAspect="1"/>
          </p:cNvPicPr>
          <p:nvPr/>
        </p:nvPicPr>
        <p:blipFill>
          <a:blip xmlns:r="http://schemas.openxmlformats.org/officeDocument/2006/relationships" xmlns:a="http://schemas.openxmlformats.org/drawingml/2006/main" r:embed="Re917d2320ca843da"/>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F6CB615D-88FE-4AEF-A1F4-D69F0F5593EC}"/>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389B2B33-160F-4FD4-9D76-2F30C6D052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00137990"/>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F3C274C8-3B5E-42C7-90CB-5E72184FC0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0E2B0D7A-12C1-462B-8D7D-A00DB59FA6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8ACC8037-43D0-4B2B-BD42-1FFB922D46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9824E297-54F0-4FE7-A08C-511F4F2C7C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097200E4-FEDA-4786-8156-A1456E42DA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C179B13B-336C-42CE-8D1D-20D62C5CF3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B41187AC-933F-4381-8D50-6A05F845AF42}"/>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42E0C76F-61A1-436B-BAA1-89FCDDDF2835}"/>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E33827F1-AF3F-450F-8A47-222969895AC5}"/>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C71EC27C-AB81-440E-8541-C3D0B9469413}"/>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11F8DCEE-4141-421C-A135-6A4734D42354}"/>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8C14A866-0441-475C-A853-E26BF5B5D876}"/>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30442433-9B98-42E5-B91A-52F88E42BAF9}"/>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FE7DB79E-0757-4997-8481-4BE57E2C9EF0}"/>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9906F98F-D053-4B2D-A1B0-3EE7B70E31D8}"/>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3AF78195-B2F8-4CFB-8C94-FB7EE6ED2BFD}"/>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EC89BEAB-806A-4E5C-82BB-00968C4A7F94}"/>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4749D8E5-94BC-4934-9652-796E6970DCD4}"/>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715BFCE7-7B4B-4DCD-9191-A2D258B00B1A}"/>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59479EE9-4DA0-4A38-9BF2-A66C7BA956EB}"/>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CE223D18-8224-4C6E-8D77-094A38B6423B}"/>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9BDB591C-AA1D-44D6-ACC6-7E8C07531DE6}"/>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D603CF74-9C53-4503-9AA0-D50F376093A2}"/>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63C42FB2-7514-4217-9EAC-1429342E26A3}"/>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B1B0DBEC-CCC1-42D8-8003-70DF383D8101}"/>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D3730ECB-FD38-4015-90FD-5B035BEFCBB7}"/>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BEBD92D6-C126-41BC-90E9-A843CF6EDED6}"/>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4EB8C003-C070-4641-9C4E-55DDD4FFD8E5}"/>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F7B3AE44-409D-467F-81CC-A07A8B446E46}"/>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BAF5B9A3-CE9A-44BD-9AAB-970D13453E6E}"/>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3DED2177-502B-4D28-BCE9-03E3CCF8C2F5}"/>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0E10C53B-E428-4CBF-B42F-EE06BED30ED3}"/>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AA0CE08C-2791-4239-B381-DECAC40F8CDD}"/>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8748CE7B-6F24-4508-9DF2-F707478B99F5}"/>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5D3429E6-BD65-4D5B-96DA-490F8B2C2BFF}"/>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EF836BFE-23C8-42DE-9434-C07C81656FD6}"/>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7153E6FE-38EA-4166-896E-5B2E5165D25D}"/>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FE4E7F5F-BAEA-4FF4-A59A-29D5D48111EF}"/>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700020B0-A84D-421B-8C53-96BED49C3265}"/>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8B7BAC82-8875-484C-AF21-76281E9FDC75}"/>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897B0968-66F8-4375-8885-E39B7AD16A4A}"/>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7596125D-8DB8-4426-98D2-A2FA6E072F07}"/>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37D46A51-5360-4024-8194-86851A3A66EA}"/>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7FDC71FA-EE60-46FA-8929-329A0E2A5BD5}"/>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9DE75C98-783B-4A97-BA00-83D149751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54455879"/>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32804AAF-2BDA-45EF-B3D2-FC4FDC2391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7ACEC846-D82C-4987-8B21-F2E2709860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6319FE74-77E9-418A-9E47-733946F80E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84D99D37-1E13-49D4-9E37-21154319D3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C7BD0176-906C-48CF-9442-FDB582DE90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F8EA6630-9E58-4CA3-9671-ECC2884AC4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211B65D8-2AAB-412E-84E2-FA2D269B6355}"/>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4E404907-0757-4FA1-9ACF-EAEF472F7EF3}"/>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B2CCB94A-1C8E-40C6-8B2A-E0F1BF55F9A9}"/>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114AA152-16D5-4AD5-91DA-0B521D11E695}"/>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A3D6D0D3-B5E2-4EBA-886A-4C12DA082802}"/>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3938206B-186C-4B74-A9B4-8B26CB8587E4}"/>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588BEB33-02B2-4D02-82B1-1F622F0E487C}"/>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1C54355F-AA44-4733-AE94-E7BC3FE22793}"/>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4F24FC41-806C-4213-A562-F08CC2EFEE6D}"/>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529B3B47-3907-4742-A268-ADBD1D56034E}"/>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D217BB0E-5204-412E-9E36-2DD0C664E60E}"/>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9331C266-F848-4CB8-9719-6EA35B2F8737}"/>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C86121B7-0A90-4844-8469-01B1ED34DC28}"/>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F8BEE9AA-81F4-45D6-BEEB-E407E6FE4E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69042800"/>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5728E0EE-6905-41F1-8CC2-71AA4F341E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336C30AA-4ECD-4AEF-9EF4-7DDEA141EE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846C744E-AA42-4095-ACF9-24100BAFA44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36EAD705-2DDE-4984-978E-989A5A4873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107FD8C4-E8AA-44E9-A638-40BDF4F4A8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8414C155-A2C4-419C-A03E-6795921F676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CD4FB9F3-A8BE-4558-8790-1A02DD61AAFA}"/>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588B7293-3BE0-422A-AAC2-B548319FAE66}"/>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AD2EAE44-F67D-4D1C-9815-CAC9196C93F7}"/>
              </a:ext>
            </a:extLst>
          </p:cNvPr>
          <p:cNvPicPr>
            <a:picLocks xmlns:a="http://schemas.openxmlformats.org/drawingml/2006/main" noChangeAspect="1"/>
          </p:cNvPicPr>
          <p:nvPr/>
        </p:nvPicPr>
        <p:blipFill>
          <a:blip xmlns:r="http://schemas.openxmlformats.org/officeDocument/2006/relationships" xmlns:a="http://schemas.openxmlformats.org/drawingml/2006/main" r:embed="Ra5657d63461b42bf"/>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CF5DEEB8-A995-4789-84AE-DA78EA48B27F}"/>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FFBD5F9D-B0CD-4404-AC08-8E851AE16BB5}"/>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50AB43FA-5948-4A59-9878-A0FB98AA4684}"/>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C4F0AD67-5EC2-4F8D-9139-9FFD2AAE4B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82231585"/>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3E5A5A29-9877-4B75-AF33-826B44C131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0669F260-7A1D-45D8-BE98-71DCEB9AA8E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EB2F0416-2F1C-4E1D-977D-3C7AF2446B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A83AC66E-5957-4DF2-B028-3193DB522C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C3553C68-78DE-47BB-B73C-CBEC507E49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AD53C520-6DE5-4638-B74F-4176A236AB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DE22566C-7534-4394-A76F-831877D315C0}"/>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E92EF1C7-B56B-4153-BB2D-3034981DC66B}"/>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1C27DE1-C54A-4D6B-9742-C6EFB67CD545}"/>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59F406A1-9F89-428F-A658-97CE29865722}"/>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1F049F94-218F-474C-A9D8-429EDDD0B13C}"/>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02E21C85-CFEC-432B-863A-F077DFC30620}"/>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629B9E67-F215-4B11-A857-953459F135BC}"/>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F6944425-1935-4B5C-A2B6-F58DA0A5EDEA}"/>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2498265A-C722-42D3-8DD2-003FF73BFF50}"/>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C6F28599-E67F-4A3E-A085-24B38FA1EC46}"/>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EA1D2303-CD99-482B-BA51-0D62D1BDF775}"/>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FBFD3868-A68B-4028-B71D-223B69642000}"/>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8EC20AB7-967B-43C2-8190-4F0B3A31D74F}"/>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E021B7C9-DA72-4221-B91C-D36434AB427D}"/>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B6A03764-1542-4035-8EDB-A58FBAA7DB77}"/>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588D52CE-2ACD-4D08-B6D4-7C12ADD15B3E}"/>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0B1E4275-E24A-4DF1-A9F9-08B2E706AD94}"/>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6775B09C-6D96-4AE4-9EA5-11C85D5A7B95}"/>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10E34A10-63C1-4A75-8588-DCEAD33B1AB0}"/>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E90DD90-4DBB-4929-A616-C22034EBC83B}"/>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BD0C082B-C362-44BA-9749-A7CBCDBB9F80}"/>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B8ED8C7D-053C-49E6-AC34-10B35A37BB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04214375"/>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A60839B1-8CAB-4BC9-8F87-B4A6E1D21E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ECB6781A-0330-4C0D-B2E0-7685599891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067E50FD-7631-4F7A-9839-47E4C3D802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E12126B3-BE8B-453C-A40E-97769F9D30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B8900DB0-D261-49B7-BC62-52FA5C207F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B2BB1BD5-077C-4B07-A61C-B89265F86A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1B31F86C-C7D9-4218-8FF0-6B4245F4FCA0}"/>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B5C896D-A407-4264-AA97-3A94531408BF}"/>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67741760-E29E-43B5-82F3-1B0D3DD7CB14}"/>
              </a:ext>
            </a:extLst>
          </p:cNvPr>
          <p:cNvPicPr>
            <a:picLocks xmlns:a="http://schemas.openxmlformats.org/drawingml/2006/main" noChangeAspect="1"/>
          </p:cNvPicPr>
          <p:nvPr/>
        </p:nvPicPr>
        <p:blipFill>
          <a:blip xmlns:r="http://schemas.openxmlformats.org/officeDocument/2006/relationships" xmlns:a="http://schemas.openxmlformats.org/drawingml/2006/main" r:embed="Ra9974aa046b94bda"/>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57DBBEDD-495E-48D0-92E4-57046F21C22F}"/>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762BB17-5548-4B36-99F5-5BDC31177271}"/>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ED04B3F2-BB04-4445-BA0B-B1C97871D403}"/>
              </a:ext>
            </a:extLst>
          </p:cNvPr>
          <p:cNvPicPr>
            <a:picLocks xmlns:a="http://schemas.openxmlformats.org/drawingml/2006/main" noChangeAspect="1"/>
          </p:cNvPicPr>
          <p:nvPr/>
        </p:nvPicPr>
        <p:blipFill>
          <a:blip xmlns:r="http://schemas.openxmlformats.org/officeDocument/2006/relationships" xmlns:a="http://schemas.openxmlformats.org/drawingml/2006/main" r:embed="Rb1eadec308344e74"/>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AC1CF458-4522-4666-A5CD-EE18A9D022B1}"/>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1436CFFE-080A-4FC4-A9BC-A578B9C31620}"/>
              </a:ext>
            </a:extLst>
          </p:cNvPr>
          <p:cNvPicPr>
            <a:picLocks xmlns:a="http://schemas.openxmlformats.org/drawingml/2006/main" noChangeAspect="1"/>
          </p:cNvPicPr>
          <p:nvPr/>
        </p:nvPicPr>
        <p:blipFill>
          <a:blip xmlns:r="http://schemas.openxmlformats.org/officeDocument/2006/relationships" xmlns:a="http://schemas.openxmlformats.org/drawingml/2006/main" r:embed="R6ea9960dffcf40ee"/>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1CF891A-A47F-48DA-892D-1948A83DCBBF}"/>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F06ADF96-522D-4C45-96DE-EEDC86496659}"/>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CBB356E6-D44E-4E4D-88EE-63759B70869D}"/>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5AEAB145-30C9-491F-AE6B-FFE556ABDE2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AD7BEBCF-11DF-4650-BF91-DF355BD75CBF}"/>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20A3B4ED-86D0-4AB8-979A-8E16E73ED2E1}"/>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2495C24C-0AEA-4B03-8816-6B798A96474D}"/>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5755F52-D23D-4929-AC63-F3DAE6E469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651337574"/>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26BFCDE7-E1A0-4B2A-BD26-A42DABB099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5BAA713A-C7C2-441A-A8B9-17FB6E81373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39C50A2A-2850-46E8-8BBC-E23E0FB0FA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D27F9D97-378B-421E-A3B7-864AD4783B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C1655174-F5B8-4ACC-BCFC-8437B135B9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C4C6609F-C17D-40F8-9F3D-39A8FB235C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A332566C-BB76-417B-B56B-4E45AC470860}"/>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7908C2B6-4B24-4F1F-B8D5-A9E3DD94BC5A}"/>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A89E13EE-DD5B-43D8-82EF-B7A7B2C1F9D4}"/>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C8548D66-83F1-426B-9ADE-FC91ED6B7579}"/>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77AA7E7D-3BCF-491D-98A4-E33620294C5D}"/>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9663B931-0A3C-4D8D-A91B-E3E3F46D930B}"/>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98E20CA9-37D0-4454-BB81-DB406AC09DA1}"/>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997189A-7B72-4C7D-A52C-52BA5FA8F487}"/>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2A6AEED3-CF77-4185-B560-C5FCA4983BBB}"/>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672BAC1E-44B7-4964-A8FD-7DE8365EB2F5}"/>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DD728A26-C6BD-48ED-B4F0-E8C623DA78CB}"/>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37136CFC-9408-41F2-B6AA-AD3C4037A8A1}"/>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E712081B-99FD-4AF1-A332-4CCAED25B524}"/>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0A19F7EE-18E0-4C77-B3FE-C52299A9F239}"/>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DAE9666C-F4DB-4C4D-ADC1-5C4ED500C175}"/>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5ECA5B4B-30AA-427B-89DC-3FF9221DA502}"/>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BCD85EED-5D19-419F-BCA9-87FEC7C7453E}"/>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DDAF2FD4-5FE7-44E6-9403-EC68F7862CD2}"/>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F3954A2B-5376-4301-9DF2-731D19C76637}"/>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C1FACAFA-13C4-42D4-9FCF-AC599F9309CD}"/>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5EA68722-FA4E-444C-B99C-573BCA1A7FE8}"/>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EEF5D50A-A5C4-4CCA-8946-6F0E742AB2EA}"/>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418A8940-DB69-417B-AF02-E55E85CCA128}"/>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4959D98A-AB73-4943-9C88-A03274D03D42}"/>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1DE12585-AE43-4299-9090-1EEC3F04A056}"/>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0353698E-04AE-409C-9DC4-9B8559076B09}"/>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0957BBCE-B5E9-491D-A7E4-2F53DDCFC3A5}"/>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471DC235-1351-4EF3-9896-4AB84DA8D2ED}"/>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27398D07-12A7-4801-935F-1FBAB2DDE70C}"/>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7F6B8D02-3725-4CFC-9887-4B7E9E9D7933}"/>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435E545A-218A-46AE-A56F-FCF0533E5F36}"/>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442A04F0-DB05-4548-8BC4-35D58A56AD7E}"/>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CAC13983-496F-4365-BCA3-E21E1FA9878F}"/>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BB3DC88E-4264-4B80-976B-87039993A141}"/>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F9B76DA3-16CD-4FFB-9399-2A86E8297CD1}"/>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B630C8C4-33DC-44EA-A85B-62D4BE67786C}"/>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B943620A-8EDB-4384-90EA-90A9633FE67A}"/>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F4D16D2C-C589-406D-8C54-88F09033AD47}"/>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936718DA-0F5E-4CDE-80E0-561A42C4DA40}"/>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A2FFDACB-1588-4F26-B022-E5731E1E006D}"/>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A4C1B7F4-9D4F-4EEF-9759-DA0C3AC3C247}"/>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6DF7E12B-CF9F-4A06-89E2-8819B5768258}"/>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5F215DA5-3B00-443B-8E52-A1BAF7563DF8}"/>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FF102E79-0259-4FEC-A965-858971118B2E}"/>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E5E97826-0445-42F0-B69C-5A06790A0E31}"/>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39FD6712-8286-45DB-877A-16BD261ED2B9}"/>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460B0B1F-6FCE-44A3-8EAB-68058236405B}"/>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F616A5DD-8516-4381-980C-F90B455D9984}"/>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E5CCAD94-7319-47E7-ACCC-857273A4B750}"/>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8607C6AF-B74A-4407-AA1F-A00254BAE96F}"/>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5464B677-3C05-42F1-B8FC-9E850641EAB4}"/>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7109E915-DDAE-4863-AC84-80D9CC06AE02}"/>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952CBB9C-61FE-41E3-A12A-C014DC8C1535}"/>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BF05FEB7-EF07-4E13-9660-CDADD20809F3}"/>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B2DB6D8F-F50B-4F48-836C-CBB365435A2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088028758"/>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0CFA7F30-A738-4E5B-B872-8BACE3EC79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D8AA13DE-4C13-476A-B075-C96E9B3F5CD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61496782-5816-4B73-89ED-149E4C89F3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82BFFD8F-8DA9-4B53-91BB-6C7071A066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DFF67070-974B-4E8D-A830-EDB8D71957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400EBBBA-20C2-4A73-9778-B9B3D5C540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110B5240-9FE1-4341-A634-97A092C817E6}"/>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ECE3DD22-612D-4AAF-AAE2-3381B99D3BA6}"/>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77CAE3B1-552F-4C29-8AE2-EE81311A0304}"/>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AE57BD0E-190F-4EFA-8EE6-05E36337E44B}"/>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EF6D8747-CA87-40CE-8E43-D98A61AE2095}"/>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811CF02B-DF8E-4DD3-BCFF-CC868FEB917A}"/>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35DCA25-844A-4145-AB49-5AEF8B38AD47}"/>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EEB1EA1-E1F9-433C-93FA-CDE433C40DFD}"/>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A8CAD5F2-A0C8-433B-AC73-FA0E23A73B48}"/>
              </a:ext>
            </a:extLst>
          </p:cNvPr>
          <p:cNvPicPr>
            <a:picLocks xmlns:a="http://schemas.openxmlformats.org/drawingml/2006/main" noChangeAspect="1"/>
          </p:cNvPicPr>
          <p:nvPr/>
        </p:nvPicPr>
        <p:blipFill>
          <a:blip xmlns:r="http://schemas.openxmlformats.org/officeDocument/2006/relationships" xmlns:a="http://schemas.openxmlformats.org/drawingml/2006/main" r:embed="R3e1591a283d24797"/>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F357119C-5A30-4E48-BC2E-33C6EFB46AB1}"/>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E3F6682F-03AF-4419-98C1-8DCD9B16CE1E}"/>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1BA422F9-E76C-49C7-95D1-21C65C4D9825}"/>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0CC86302-6208-4655-9EE5-D976D935D690}"/>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FC054B31-4728-4232-A485-BF5F2F26E1C1}"/>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7F4E330C-8091-43AC-8CC1-51905FB1DDB9}"/>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E32F133D-C2A5-42EA-A0C9-12298853FD28}"/>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84993EC5-0F65-4950-99A8-5F794F6B52B9}"/>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D3987EC1-389E-4447-89F4-21C9F9D1C3A8}"/>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93028316-322C-4D1D-82E1-307E75515001}"/>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EA4920ED-7426-4C17-AE2D-B7101D302809}"/>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A9AE1C4B-5A4D-42CD-B012-08C498036F1A}"/>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44D94122-7D03-4778-9677-5143EE48B25D}"/>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ADF0D06A-9BC1-4F39-A69C-3F0F32525163}"/>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728CDEDC-C24E-4303-A0D7-D823EEC55238}"/>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4F76CB67-A076-44CE-97DB-3D2F1A9B71EC}"/>
              </a:ext>
            </a:extLst>
          </p:cNvPr>
          <p:cNvPicPr>
            <a:picLocks xmlns:a="http://schemas.openxmlformats.org/drawingml/2006/main" noChangeAspect="1"/>
          </p:cNvPicPr>
          <p:nvPr/>
        </p:nvPicPr>
        <p:blipFill>
          <a:blip xmlns:r="http://schemas.openxmlformats.org/officeDocument/2006/relationships" xmlns:a="http://schemas.openxmlformats.org/drawingml/2006/main" r:embed="R93a704a0a7dd40fd"/>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EF4FC7CA-9053-4C65-8336-85C6AECA767F}"/>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AC46EB37-3F7C-47C6-9404-29F20EB5A0C1}"/>
              </a:ext>
            </a:extLst>
          </p:cNvPr>
          <p:cNvPicPr>
            <a:picLocks xmlns:a="http://schemas.openxmlformats.org/drawingml/2006/main" noChangeAspect="1"/>
          </p:cNvPicPr>
          <p:nvPr/>
        </p:nvPicPr>
        <p:blipFill>
          <a:blip xmlns:r="http://schemas.openxmlformats.org/officeDocument/2006/relationships" xmlns:a="http://schemas.openxmlformats.org/drawingml/2006/main" r:embed="R31fbfd2216ae40f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0AC6252A-1AB3-46AD-B056-B78CCBAABF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07965019"/>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66233689-A316-4377-807B-F2A8A41CA6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B86874DB-137A-4243-8031-A0FA103248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8C0C9A8B-C4FB-4D96-8E37-8AC9982EFC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A2B964DB-6D0D-4839-9032-2E64E534C5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EAA59931-19CE-4B1E-9E5D-26ACD441D8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31B42147-C4D2-4DA4-A379-7B8D1B203A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A8051106-93BE-4307-95AE-25E41931EA54}"/>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FBF34DC6-FD28-4635-8681-2621FCC66D54}"/>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70766A50-CCCB-441E-8E15-23CE2593BEA1}"/>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FACA4EE-358A-4F64-9A7A-10A1A362853B}"/>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B1B88A5F-B873-4C28-ACC6-364A23B1CAD1}"/>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C8F74EA3-1657-4366-B39C-3752CCAC4689}"/>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8A1DE9B8-9A27-410B-8272-58BEBCEF5F9E}"/>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1747B3F-5E1F-46E6-812C-508723E390A4}"/>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C3CA9857-BB3C-4A6B-B594-C6789239DC81}"/>
              </a:ext>
            </a:extLst>
          </p:cNvPr>
          <p:cNvPicPr>
            <a:picLocks xmlns:a="http://schemas.openxmlformats.org/drawingml/2006/main" noChangeAspect="1"/>
          </p:cNvPicPr>
          <p:nvPr/>
        </p:nvPicPr>
        <p:blipFill>
          <a:blip xmlns:r="http://schemas.openxmlformats.org/officeDocument/2006/relationships" xmlns:a="http://schemas.openxmlformats.org/drawingml/2006/main" r:embed="R182ee6f575174a46"/>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E73DF682-DC44-47C8-807E-A40A27125F55}"/>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28153231-0C79-4FC7-BDCF-E1C79F8C57FF}"/>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F156D2D0-D855-4676-A532-F79827193785}"/>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CAA5D52D-F85D-470E-9C80-E108FC2E030E}"/>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5BCCBD6D-94AC-41C0-863B-B6531479A889}"/>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73BC2B7E-EB0E-47F9-9090-E6C32694310A}"/>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89DDD0E9-C20B-41E1-905B-4D113335FE7F}"/>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BDA2707C-A94F-4771-9CFD-7516C56E4EF3}"/>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83D1594B-2D6C-4BFD-9954-541DDE2ECDD3}"/>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726BD56A-1287-4E98-B12A-9998A4C53FF2}"/>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6E401DD2-7B4B-40A9-BE96-5638F216EC5F}"/>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8392EFE8-C73E-476A-88AB-46EBA3A58C05}"/>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F67C6680-292C-424D-A5A8-1BD405C3928D}"/>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F1A1277A-A00B-47B0-8EDE-1FC7A495F16F}"/>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738847BF-E226-456B-83B8-894B0194708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94253FE8-34C9-42DE-9A11-4DF3CABB1FEF}"/>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FB90BD8E-5781-46F5-919E-EBC45E6DB5F4}"/>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E8F67D2F-EC4B-4DD6-B4FF-36F92CF64AFC}"/>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381BEA67-F5A5-4E6A-8B37-9C88947102B6}"/>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353A4DA3-B337-40A2-AB10-05DCB45C3203}"/>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ABD9A4BE-CB8B-4588-9B18-64666BE18134}"/>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A07A235B-F270-4760-A602-55F1E5D4AD5E}"/>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293A5E54-E011-4AB4-BD68-8A04396BF64B}"/>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63EA4DD8-9D83-4C3D-B0B3-34C0C9B358FA}"/>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7FD370B3-3744-4C01-A0FC-61DE815D1DCB}"/>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A600207C-A01B-41BC-AC33-4425057F48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45367389"/>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8B29F9A1-7A58-4E24-AF9B-FB970318B4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F4B7E720-BD18-4E89-B3F8-0A6D934CF6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03904584-A2EB-41D4-ACE4-8D75F983C8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48C679B7-30D0-4893-9DDC-D9B8CFCDBA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44C38718-4EE3-4867-ADBC-35588938DD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5BEBB91D-9E81-4705-BC09-4071658D9A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1506149C-B732-48EB-9A6C-7E4B3AF62859}"/>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EDEEA98F-C003-40C6-AC81-2E2A66959647}"/>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1C37216E-ECC4-42F6-8177-5C99806A0453}"/>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A7E67D9B-7E8E-4BD9-A5E0-3C7E8675B8BC}"/>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1E745B52-A35E-45DE-96B6-36AEE5E7EB17}"/>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C9C0CAB5-81A1-4E38-A5E5-7A4E1C843FFD}"/>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0AA29092-AD70-4912-9955-D77A39140DEC}"/>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A3EB0113-0DF6-4E27-A057-0FF819C3FE03}"/>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5DD9EE15-AEBC-435A-B2BA-3BCEC4F14D9F}"/>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E238A8CF-AB29-4F04-A1CB-C40B9897FE0E}"/>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F4F8BF85-4CC1-4BDD-B633-CB299E49971A}"/>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B7E12D00-7908-47CB-954A-1B1EE31E1061}"/>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91223078-2146-4D70-93B8-E0E062FD144B}"/>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11ADE442-B69B-445A-8E4B-0D8B61449B97}"/>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D7BFA037-6A7A-49AB-85BA-901B0C46C3BA}"/>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EBBE2809-51EF-49DF-929B-63EDE8AEBE8A}"/>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59C66DE1-B601-4EBE-B06A-79650C22DFF2}"/>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1425B5DD-7B13-4863-92BE-AD234F3FBC10}"/>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94C81AB7-B453-43D0-8BA5-29D543E2DE2C}"/>
              </a:ext>
            </a:extLst>
          </p:cNvPr>
          <p:cNvPicPr>
            <a:picLocks xmlns:a="http://schemas.openxmlformats.org/drawingml/2006/main" noChangeAspect="1"/>
          </p:cNvPicPr>
          <p:nvPr/>
        </p:nvPicPr>
        <p:blipFill>
          <a:blip xmlns:r="http://schemas.openxmlformats.org/officeDocument/2006/relationships" xmlns:a="http://schemas.openxmlformats.org/drawingml/2006/main" r:embed="R02e4905dbb1a4e36"/>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37258F0E-8352-4482-9F37-8C298F608E05}"/>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89605EE8-3399-4DD9-87D4-41A01B2E04D0}"/>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955E32F9-98E8-498A-AD26-DC1A8EEB6A75}"/>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76C8D46A-8DC5-4CDF-B0BC-45BD4267ED84}"/>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4A36A73D-C2C0-46FA-91F5-3D1288277D66}"/>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101938C5-41C5-42CF-97B3-D667BDAEC546}"/>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71BF7B81-5945-485B-985A-9985A3348B50}"/>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B984F179-0329-45EF-992F-50115CEE693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DAD9CE82-CE5F-468F-BA37-B3A9E7A28FDA}"/>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F37010A4-DF20-4E78-A25D-68A7B2C6BDD9}"/>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F6F6A379-32F0-4F84-82CA-A21771A759FF}"/>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7A2ED701-0D4A-483E-BFE0-BE2BAB72D132}"/>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FE75E01B-3C4B-48AA-9338-DA5180A6A785}"/>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E237D20D-1955-4945-A305-3190DAA21AA3}"/>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D9B90CCD-F5F5-4F90-A356-E24D1D4D561F}"/>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FDBC4A92-1343-48A2-8F60-A3AB115151EE}"/>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EC98E2CD-1997-4BCE-873C-A082B01DEA68}"/>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4D70025E-F23D-47AC-9451-698F11866DDF}"/>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E0154D92-19D7-4F0D-A5CD-5C37CD1A9EF0}"/>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7FDD081F-5E12-4D5D-BA10-675DA337C3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22202216"/>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8EE06BDB-FA7C-42FF-B4D5-76833B7AB1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D3C0AF87-971B-4904-9514-CD79169B23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A338AE56-CF0D-428F-BE7D-484ADB7151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E27BAA80-99B4-402D-B6C1-6BDF7FFC5D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275E411F-CF7B-4C68-8268-A9E0701975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FBA24F9B-39F9-4B33-9747-DEC3123662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0F9AEC64-3145-4D47-A236-5F5902B7162F}"/>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730E62D1-AD28-47E1-B79D-F3FC6AF6F476}"/>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E5F4A1B9-370C-48E5-B03A-C82DAE749467}"/>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5F14E362-4963-403D-B98D-A0FC0717EB4C}"/>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AA964A1A-0FA5-49AE-8E58-0107D872D60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CF5C0042-AA55-4FAB-9722-66641BFBC564}"/>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7B60D9FB-9ABC-41EE-8DE8-605F72E80A1C}"/>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CE90B8D0-5E46-478F-B436-3EDF96DAC9AF}"/>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8204E5A6-6EE9-48B5-B011-D17C32C20527}"/>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09DF7601-28BE-4660-8035-322854016C0C}"/>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20566B15-1A3E-4EE6-AEEA-EC98AFA9CCB6}"/>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47401F0F-7026-4CF7-94F9-F39D6778DC8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D17C0423-3316-4C18-A00A-D4254BCFFF7A}"/>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F6AD197-69C7-4E47-B284-89BBFD993EED}"/>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9A604254-E60C-447F-A99C-266765F6DF59}"/>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3DE01184-E9A9-4D36-9693-5EB460C3DC3F}"/>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4C65D91-F0D4-4398-8395-B78F1E6F68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417899720"/>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01B3CD9F-A48C-4309-8B33-A982809CBB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26D0A85F-0A88-408C-B8A7-A82AF6EA38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A50B58B1-0FEA-45A8-956A-6F776DF94B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601FEFE4-71D2-42EB-9080-263580D584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4ED1CD0F-B361-4198-B3A5-C6F6B5DD2B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C339463D-E761-4030-8D8F-2B754E9894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43AC3F89-C9C5-48EF-A07B-ACE589FDEA81}"/>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8F7BC4FE-F96C-48A4-8CFC-4B4CD69407ED}"/>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1B9BEF5-CE81-4098-A21B-4C01EF430210}"/>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E8351579-5956-4EA3-A031-135F279B23DA}"/>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DFE39AFE-B313-49AF-8960-0354CBB58FDF}"/>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B383D718-ACBF-4B26-B7FB-A6D1EAD030E7}"/>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F550744F-6784-4B9A-B7B3-5A02C7073391}"/>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E1FE4584-5845-471D-BD99-5F60A986C9B5}"/>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7B86805D-20FC-4CBA-99CC-5CF51F238E8D}"/>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72CAE242-E6C1-4962-B1FB-5BD8AA26C322}"/>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B079C5E5-4CEC-4B5C-9D43-A258FD0058F5}"/>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29610F82-452E-4D25-81A6-CFC36CD845AC}"/>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D8FD125F-8D18-4CB7-88DD-56A6CC4B9158}"/>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B6595925-5D53-487C-9255-7F267ADB43BA}"/>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77203C6C-A378-4FDE-B248-82330695AFBB}"/>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4AE75077-E3DE-4C0A-B19B-57813E0459E5}"/>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39752207-5151-40B6-B2AA-480A5D77ADC5}"/>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53D6D994-BC72-4135-9B85-91ABC9AA9101}"/>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A1479623-342B-47ED-B505-1309CD593D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28084340"/>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B2EFEA6E-EBBB-41A0-AC41-84F79D08AF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E1C94FFE-EB8D-4D7A-86B5-12E5CB3ED7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C3D52158-67D6-4749-8756-29599725EB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7E9C8324-C471-47DF-99AC-9A15ECD852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7753F31E-C178-4D6B-A997-C0F5C814BB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4E66835B-4298-4A2C-8B1A-1C855B72B5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1E1CF14E-D070-4D89-84D4-9A941D040346}"/>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0C3DBCE3-3686-4BD0-9F5D-8892068975D8}"/>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A908CC0E-1B62-4F2B-9591-1081B1E86977}"/>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6FF1D858-5BA3-469B-BA01-74816F3C5668}"/>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48A17048-455F-4354-B0F8-A1B8A88F4980}"/>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61165231-80B4-4EE5-9501-E5EFA37C89A3}"/>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6699ED91-1B14-43F2-B0F4-5BC89A64A542}"/>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7D3E1C7A-6352-470B-845A-6F4723169834}"/>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CF4F324B-A7EA-4C1E-856F-1CA21F35F565}"/>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E0CD06C6-DDEE-49C0-B355-27F28DBA52F6}"/>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91D0F7AD-FC51-421C-99D5-AFCE71213DE1}"/>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526BA55B-ED3F-43AD-8DAD-B708D7F1A178}"/>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2F34291D-5470-49CD-B5F2-DAE3C02CD26B}"/>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284FE1B1-55A6-42FD-94E7-7923FA1EBC5D}"/>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994E0E8C-F4CE-4C36-859C-1A7AF27B267E}"/>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2FB79579-23FC-439F-A1C1-0434A90D3DF6}"/>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2AC3020A-C136-4536-BC9B-47F43F59312F}"/>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7B76B00D-03E6-4F4B-8535-FB637BB5E0FC}"/>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6EAD0F62-801F-4C52-B228-9B989F931170}"/>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A924217B-46D3-4F9D-9B50-AE724A387760}"/>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BA38E076-7DA9-425D-BD6A-7C7D24103B62}"/>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E14D717B-0D77-46DB-9D59-2618053258A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FBE4DB4C-D027-4C8F-8BE4-CCB4CAACD9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2057494373"/>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B5F9B23B-3E4B-4746-B8AC-C8A11A6603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E23B923A-5473-4893-BACE-DCB6934602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CFD83B62-E89B-4A0A-AF30-64E33852C30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43F66902-6937-4623-AB71-0F2C452E70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4B14461A-9EF7-4E27-8AA6-AE47168E0A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5F5D9941-37A6-4490-B869-D5B6207A2F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7D51F29E-1507-4AF9-B953-8EF49EB5C28A}"/>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1263161A-2832-4EB6-9A7A-EE055707EA00}"/>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8C7E65B9-8AF5-440F-9F2B-365EE8C99A1A}"/>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58F57077-1174-47EE-A4C2-F6384A6E168E}"/>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0B7DC762-247A-46CF-A8F3-CB92AD834449}"/>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FF7B480C-54E3-4570-A9FF-694CFDCF5D2D}"/>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8FE8EF55-20F4-4B23-8433-B48946FF21D4}"/>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1F96E7A7-57C7-4C7F-8708-B5C06870DD4F}"/>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2CF93DBF-2032-4CC7-BD93-D6A1C5D0B69A}"/>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469606CC-70D2-45F0-901B-93D500038084}"/>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8F0E2CDD-C49A-42BD-B3E9-72D721731B4B}"/>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FA1A823F-7B08-456C-B704-39DD906DF91E}"/>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33A6832D-A78C-4813-B6A1-3E8005325295}"/>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8FE944E-2CFF-4F89-93EA-A27F43A0C1E2}"/>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8D214AAD-97AA-488E-979F-D580A23E66E8}"/>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8EE414B7-90F3-4F7A-81D7-AF3BD48BC086}"/>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C3B26FA9-5B87-452E-A232-66195BAD7821}"/>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406744C1-1488-4E70-B34C-2633DAF6A4D7}"/>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8E0851B7-7F33-4F98-A615-E245F68485F1}"/>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C9906FEF-E3B5-4241-80CB-104C1C006432}"/>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D8433BC9-9401-4941-B8ED-D6EB9FE5A0D9}"/>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78AA6DFD-B4C6-4424-90F5-E67BCC7951AE}"/>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3FD6A6F1-5F6C-4886-A194-50FB5B6116ED}"/>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C40B63E8-4FE9-485B-9526-82DD8A1FF615}"/>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4A9D5BF9-AA02-4F8A-B6AE-994B82483CE7}"/>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17CB2843-1939-4448-808C-EA0D2F47DD01}"/>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CA1C82A8-0D48-4CC1-B6BE-50AD4D2C0F85}"/>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8C51908C-3CAC-40CC-9925-ECB97A5916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12272998"/>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11FAEB5-7944-4CDC-B147-266508F7D1C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97AD6141-D270-4549-9E56-C03B899582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28678ECF-64F0-45F3-87BD-72FF49BC8E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794FAF8C-B2E7-4A15-8D59-893A5C87EF2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45FFA2DA-600C-4066-9D81-3D07F3E1DE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2EE117EF-C02D-44E1-BFA7-B914C5E76DC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DE51931B-B1B7-40E9-81E2-318AFE60DE5F}"/>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CE265EFF-555D-4C5D-8118-669990D69888}"/>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F2DBCD5D-6D1D-41B0-9FBD-339F01DACE3E}"/>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BA38720-8A22-4F6C-A2B0-C1C89ADF1711}"/>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325D92BD-CCF7-457F-8D79-B1BA6814964A}"/>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92499520-1240-4AB2-9FE4-DA00B8B6F807}"/>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0CBFDF89-ACAA-435E-9C52-67B2891E14EF}"/>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5E119DC2-73A5-42E2-AF51-0F16D68B81D4}"/>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42427852-1352-4472-B3F3-AAA644470C46}"/>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BAA74B84-032F-4091-B244-9DF7261511F2}"/>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2654D025-6244-4116-8BC9-C7D3F26EF1B3}"/>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C9081590-650C-40B5-B148-8466F64317AB}"/>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DE5754F0-A589-440F-832E-EABAAA4EC63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45844072"/>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900EA0AF-5BB9-41E1-BED9-E26089B342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19C6883F-0B26-4E22-8EFE-FFFBD049F0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1896FF54-7AE7-4E93-A78C-E450CB21B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B662A061-D086-4BCB-A22C-2F52761CD1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C984E809-7336-498F-B35A-94BE359D9C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ACD14401-6CD7-47A3-9FE1-4C789AE9DE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B57D82EC-ACC1-402E-806C-E90036DABCB5}"/>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425A414C-C4E9-4403-9115-AD201052204F}"/>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F8CA3D33-F0B0-4438-AA7E-69A0FF5B6904}"/>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1AAAE466-E541-431E-A11C-E7D0649EFB4E}"/>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0FB043FA-FD85-4F51-9CC2-13A802C1018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5E5BAB5E-6DE9-46F7-A724-8384A5879887}"/>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5480FFA5-E68A-48AB-A837-FA7D234C63FB}"/>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3666BDB8-271C-492F-9104-BA688F30B418}"/>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78139F64-E671-490B-8FE6-7BCC25999B6A}"/>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B7D27DBA-0DF3-46E5-99A5-8CD3F71648E8}"/>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9AEAC5D4-E8D1-4BEA-AB7A-DC192F3D8CD2}"/>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9B7858DA-9D11-432D-B3F7-4E9F7B7B1E4E}"/>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421B176E-6043-4BE8-B4C6-49BA749A6B5D}"/>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096B811D-C8E6-4459-888C-87E33BC43F04}"/>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5707ACF3-FEB5-4E2E-8485-0D7B297BA34D}"/>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D50B1C2F-34AF-4CBB-9C2F-13C1BE4F1486}"/>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2C51F74F-7BCF-4F4D-AE39-26EB15E7AA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25797591"/>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0BF11AC8-4654-4491-8DB7-9F64068DFA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48553387-1C8E-488C-B0B9-5036BE0534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61820D7E-8BFC-4070-84EE-D1868ED9F4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0E5B39EA-5E17-4D83-9C93-3FED65E773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BE8C8A61-B18E-46BA-A134-E846AB4AC0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4356A827-AFDD-4679-84F0-DA46C84881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82A305A9-09E6-49E4-AFDB-080AF24624AA}"/>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20FDB2F8-5CDF-4B17-9C83-39BE3EB7A843}"/>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57E9F28C-157C-41C3-9724-2242695725E9}"/>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EDC91A69-344C-4D2D-8D28-704F149A2C31}"/>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BEB75EEF-2923-4FAE-9B44-23BAFACEC905}"/>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318B90C5-B2DD-4604-8BA6-AA4ABA553AF1}"/>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29960535-A033-4843-8CD4-E88EF34AD9E7}"/>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F83FA076-9C10-402A-B407-CA914E4A32AB}"/>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7681C881-5534-4E74-B157-B908E6D96489}"/>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A4D6FF59-2895-447E-B48D-766181ED3522}"/>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90060896-380D-4C38-9136-26E2C538373C}"/>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6ED2B390-579B-4E42-A02F-84BC611F099A}"/>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2C59B403-FAD4-4010-A947-CF5A7560A367}"/>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663AFDA5-D083-4982-A51E-A78683B52987}"/>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950C2643-C6F0-47FE-9C12-CF8E3FECEF3F}"/>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1748FA2A-18F6-48D7-9786-4B4489CE5E0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BFBB21B1-1CE3-4139-95DB-AFFAAC6159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2105004420"/>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34AE3808-B777-4299-9E15-03C3BA3B69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D7A9E36F-F797-47D3-A1DF-969BDDE52E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69EAE89D-0C4D-44E8-AB9C-A25E184D5C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2C06B424-9247-4D34-9DBD-7F253CB6B8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075D72C8-AD35-4674-BA20-2AAB3FE40F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4DF51BD5-4946-49EC-A096-943BC8B5BA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E7311237-A6C8-4ED4-80CF-CDA2C57EC123}"/>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58BCDEC1-703C-4BCF-93E3-CFD793A942FE}"/>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A5D2C4BC-3245-4030-AC15-F106232D114D}"/>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EAB8B41F-5103-417F-A2D7-54DA1BBB4E59}"/>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1BB339D8-6E1F-4644-A9B0-961328CA6256}"/>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E400CF85-9E66-4609-9D4C-17454E977B71}"/>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FFEA2467-3258-4E81-91D3-6C82AC80B70E}"/>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04CB0475-D39B-4129-9E80-0E46C336E3D4}"/>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353BF1F4-9515-4F37-B2C8-858231A5D170}"/>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6D8DFB97-CDE9-447F-81A1-1F2AA4A0934B}"/>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12F7D9B8-A777-49F8-9AF3-9677A79DE6E0}"/>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35062413-9750-412A-A008-E4986F997679}"/>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7D644CE5-5C20-4D05-BB64-95F6582FAD60}"/>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4C26678A-2655-4BE3-ABE2-167CAC571891}"/>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A2AD53AC-2143-4C1F-B690-966E1AA3E9C0}"/>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5C0132D9-8DCE-4D5D-9720-CB8BD7DB3E1D}"/>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0ABF0383-047A-4FE8-9C5D-EAF8D921EAC9}"/>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22F47B3E-01B4-47C5-BEF2-B9CBC8EC6CAC}"/>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D287272A-2838-429D-9E0B-7D54C6825741}"/>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FCE1A22-561E-464D-8852-4DF8B8451F1B}"/>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1491EBB1-806D-4BE3-A6F1-DCA553B108CF}"/>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F7A2390A-D660-4540-BB9D-3DBF7C86B40B}"/>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C5906D48-EB39-46EF-952F-58B9281E5F42}"/>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799C5F33-733F-48A6-A957-3DE5535DC9E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CC722690-C167-41E0-A82B-7039182FBFAF}"/>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93E780A0-4F6D-478A-BDCE-79C0AE58728B}"/>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D4DA9944-A54C-42C9-B8CB-18033DCA486F}"/>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2D14A9F1-C0A8-4831-B417-AF707ED3AF00}"/>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FCC6A522-FA59-4C53-B16C-BC98373DDF78}"/>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F114258B-7785-40CA-B68D-A98E5F795D77}"/>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2FFCF04E-B288-42DD-BC27-FD1260115B1F}"/>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F92C9293-82CD-4079-8FBA-5FD4197A4AEC}"/>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696A4DA9-F785-4B49-A21D-66FD1CF60B3E}"/>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95C0BC39-EE32-4973-B340-84ABA5C54933}"/>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D332BDD7-1B47-46A8-AAAD-C85A7DD7F555}"/>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4DD686CF-B02C-4E8F-A8E3-000F44D5583D}"/>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ACAD25F4-79D8-4D9C-A6EC-2EC652551B53}"/>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58315469-EFDD-4391-9458-183B31BE8858}"/>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7E819A86-02D4-47D8-B77F-AB83E35251EA}"/>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25A10619-9763-424F-AE17-16EB14230A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53670948"/>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927C1327-593C-4A40-BB9D-13335D5A03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11AF0B77-FBB3-4864-9798-0E6965A531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3D071ED5-BB34-4D87-B9CC-518E7E32F8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63EE43B5-B1C9-4BCF-BF7E-8A6BE4639B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95C26FBA-A8A7-4321-B56C-08D41CC56E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C7DF2D44-715D-4184-A263-0FB2B4CE9A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E3B952E1-D6FE-44AC-A870-3D369103437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D096566-3E0B-4F9D-80C4-67CE8D58EDC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37609874-266F-4F4B-AD50-CDDC4A2285A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7CBFA623-BE2D-456F-977B-124C598BAF8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E997EBE-C520-4562-B707-7DB291E4013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DB33115-7DCA-410B-9A2A-E18BE0B59F0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ECF96B1B-4F5A-4C94-9165-B026541C095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FEC00A03-7A92-47B0-8460-3B0235E33F2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3B9CC6BD-6F7D-4A50-BBEC-0421B8FD989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B41695BE-1993-44E3-9149-12FCC4A5420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A1D65920-7EFC-4E07-A126-9691153D91C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81C20D2A-4347-4147-AA48-470BAA00FBE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D0526649-AD1E-4D0F-852E-C6FD889B817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759D0AE5-5BD0-4392-AAE9-D895F16FB8D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CA828592-9070-4861-9CE2-D2D2F40A21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80462990"/>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F618BC3F-BE4B-404E-9446-94C1706EF7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5DE36E24-29C3-4933-B6F7-9F168A86C8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AEC6A194-50C5-42A1-9E12-4A527C12A5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E4C85D26-E592-46B7-A85F-A19EC07782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E96BD842-226D-4B94-8646-9C8DA21BB8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94E0B06B-109A-4C9A-9096-B8C2029BF5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18131FD0-17B3-470F-8CBC-50CBEB23273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7D7BA01-B02A-4B47-9D32-EACD9ACC114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3A9D7D54-0E5A-4EB6-9E1B-7C77B5ABBFE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D024F1EC-960B-4175-9F7B-0FDD3AB5EFD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C2185DB-E285-4FCB-8200-B49FAA11B0D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44C2B25-C038-44E1-9AE0-82DBA06E4C8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AB1FAC0B-6930-4F5F-BC21-43891B51076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B2F4C9BD-AA7E-48CC-9023-A2BCFAE1990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6CAF2FBE-73BE-4E47-8D4A-19641B20038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C788E8FD-3F0A-4FD3-8318-517808024F6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F1EFA783-DE1C-4DE1-8C35-729F6CA61B5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2B9D14C7-C4E8-4851-9311-C959EAEF3C2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37B35AB-F98E-483D-A0AE-A8A8C4F1ADA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7699683B-4636-4664-B434-0B63D637DDE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1A5F79FE-87E6-4E3F-825D-AB822D2DA18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74127794"/>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1C0CCEE9-A502-42EC-91A5-18A6EF3454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793287CB-EDE3-40C5-A7CF-6BD4E7C340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0F36DBC2-0CA4-42DF-AB52-BA2F945F05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036EFFF3-DB71-4073-B341-7B612AE2BA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75755FDA-1C57-42F6-8977-FC8C4E6944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6A9DE558-DE3A-4D6C-8E18-7745867F1A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7F46EB70-65AA-4901-A62C-4EDFE52FF13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57A632D-FBB4-465B-B40A-2DA24DCA6B5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46326C97-C458-4998-BE82-98CCEC34B5D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B80D9851-F9F9-41F0-930E-4DF0F6B2217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B7404327-8B71-4280-A711-EA68522EAF8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447F2B7-E408-4EB4-8AB9-6E2893077BB6}"/>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C492E112-E7D6-41DD-904C-C094971F0E3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5D3B2DB9-B590-4773-A4A5-D28F5954C47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86921E96-B1AA-493D-97B0-5B5A24D5146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0E54A3F8-8284-4030-8BC8-6ABA26B4B12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4B81F8AA-3BFF-4478-819E-0FC81619029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3DFBBFF8-FD6C-41C7-9491-0ED668B255F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91FAD4FE-776A-4B7C-B1E9-80ECFA23597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B77CE331-3846-48FD-96F9-72A6EFD6181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AD19CA2C-C6D7-4AC9-91B5-FCF358322C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01479040"/>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09633C73-D1A6-4B64-808C-2FBFEA73DF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6CB8CD5A-FC57-41D2-8082-FDA4E367B8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2405B761-5D05-4B4E-8650-4DF88DFFB7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7431592C-2EB7-48E5-BCF2-01F0315414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1CAB2DBA-BB95-4669-8C01-5DD03DC427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4E623F5A-C059-4FD1-9961-655CDD1D2A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AAB739FF-A7CA-41D8-93D7-7F8FADF9024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F75B815-C8F1-495C-B65C-590C28D1123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6D378D57-2892-4BE8-A28F-E55F233ACF3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D0EE3BDF-46CB-4F2D-8796-088EEF13E0B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688F799-30F6-4B21-9A34-68369B15F98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A7ABD26-DF55-4294-AE83-DB18B2A9FA2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226877C0-81E2-4E23-80B7-E6254EB68FE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5B4424CB-72D0-4820-98E4-86BFBDC1EF7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AEA4A6E-04A7-4ECA-988B-2419E61A796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90623ACF-2857-4EAF-9FDA-09BC85ABE2A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23AA4F3-6693-43CB-8C27-311A6CF98E9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DF805642-2BAB-418B-A8F1-19BF29FEE38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2C958678-546B-4DD5-A133-841A48C511D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29D788DA-716F-4359-8555-6AEB8D09B4F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C9A57B10-8CBF-42E6-9635-8848728188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1445362"/>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42F678C2-EFC4-4D72-9BFA-FBD795C5EE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F4B398DB-14CE-4BAF-BD42-70D4CB8F5B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F2AD878A-933D-4313-8B12-6438C5CFB3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8470906D-FD04-4448-BACB-5ADA4C7C0F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4F8B64B5-6697-43D2-BB60-EC3047F43A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C097CE61-71BE-4C54-9FBB-6DF7229F47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6D2C0431-640F-4460-A148-8F7DFC60A21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E4D0188-BA89-41CA-AF0E-3874105A237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FFF70FFE-53C0-4043-AC9D-F42F38FE551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E4EDAF4B-ABF3-405C-99C5-EF0CBAADCFE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44619D7-2F73-4875-B37A-BC773048A59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AD012B2-7601-463B-B3EB-62D35D46E18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D7E45C0A-D7FE-48B2-BC70-A8E0D96337D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7F281010-75BB-4528-B57F-17BBCDF90F6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1AB54356-E3ED-4983-8FDC-2FFA25FF2DA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E027B35F-40F7-473A-AB1A-313E2EC205A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5E70CDAD-89B1-4238-84D5-90F10609C89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037F421C-F25F-4840-B7A1-A82312AE94D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AED190E2-D8F1-410E-B3D8-995DC254684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B7E89AF8-1B27-4410-B5F1-04DEDABCD40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FB75327D-EC7D-4F11-BB9A-AAD3F54C52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2596666"/>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F1B33FBF-FA5B-4DA5-8F23-7F96AC7231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38B14BC5-3D05-4C4B-985B-A1E0B03E1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F3A97656-C1E1-4930-98DC-49341A9B46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AEDD4A44-89B0-457F-8792-23B20A9EC5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10B92B82-E2A9-485A-BF8C-4389533833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D9D32BAD-C17F-4260-B6BC-76171A93C5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DF2A175F-8042-4580-8517-0FA937FF2EE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8A1B156-0187-4485-9067-33D1D4A1268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5388F505-3BA6-4DE3-913E-9D431CDBCD2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81C2CFA1-9BB7-484B-AC2E-0D594DEB336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D7DAC44-3481-4330-B04F-C7223223A87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1D14BD1-240E-47CD-B2B5-9829DAA5BD4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F3CC1F7B-EBDA-4C8E-AE98-1B6476F2B9E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ED36209A-D9F7-4D1A-B795-D0398A2B825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AEDBE126-2742-418F-BE7A-083B81F5E85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D0991CC7-D760-49AC-B189-6F896C9BDB7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3E1172A3-B431-4F2A-AB6C-918F775FBB7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E4570261-2CB3-468F-B08F-4CE91D3AC0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FD8D1053-18C3-4751-BE66-103033C80F2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18FDCFC2-1B0E-46CC-B572-98D99BC28DC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EB2A25E7-A63C-4607-B1F9-05FF516FBC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17706732"/>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ACEABBD9-9337-4540-8683-CD83788EF5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168FCE4C-115B-49E8-A696-25D0340115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163830B4-3825-4F4A-B3ED-F779F76658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4CD3294E-A4D5-4236-9702-4A218293AF8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6B2560C1-639D-4070-9D5D-AFB6A0658A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94C6DBC7-91E9-4C01-9380-155D81D466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A2B31A57-E583-452E-924D-337CE4E89E5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4E60CD5-2582-4077-9998-600BF042F39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CC2414F7-D39E-4B04-9F2E-6F24A4A975A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2B194AAF-A90D-4E95-B621-C132F1B0EC4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893F404-72E0-4923-BD45-F370D2B79F6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25E4B68-DF62-4320-9ECD-E385593905E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E5398A5E-A93D-4FA6-8F8D-0F2D3F05915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C07E7FFC-DADD-4728-A72D-26A19477F9B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E22BEB8B-E38B-435A-8ECF-256456ECEAC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76A6237B-B48D-4340-8ECB-279DB9902C7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1B6266FE-F96E-4627-90B7-CFDD13EC798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1C3D641C-D2BF-4DD5-8ADA-166EB5C8E78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917E0E38-CE4C-4A6A-84B6-E59AC06B97B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4A2C37D2-9ED8-4F55-87C5-350885D6854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E64E2596-9BBA-4F80-8C28-4224815A0D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64711528"/>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9D7C642B-6874-4961-86E3-D85EE7BF643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6D1B3C3E-2457-4219-B4C0-60377DF875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37FC250C-1374-4638-B2A2-B5AC066548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9E965409-F598-4056-97A6-7641BE5FE9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7C6C5C64-1F03-4A21-A62F-42283FF2CD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0C23110C-9526-43D8-BE9C-5E7FB5CBEC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79DF6C76-E222-4078-8E6B-5DAD00833BE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F052040-21D8-4CAA-A1E3-77EBAE1280C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C439C737-9E5C-4774-945B-02BBCB90CC9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E22BE8CC-CAEB-40C1-9D99-28CB8761CBD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9612916-93A6-47CB-8512-8CEA70B1F9A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1A3737B-DBD2-4F01-A80C-BB7DB80B913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6AE17CBE-CC03-459C-BC04-AB182C93918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23E30F7D-4B65-4793-B5B2-96D98F4A549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0D7824D6-6F88-46EB-B371-0B7E56965CA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4BA2A1D0-68E9-4F58-B57B-486743515C1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1EB83DD6-94CC-4A93-BE1A-426DA268531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D56A4E61-9216-40FD-A811-BE0A2B644FD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2B024967-0B6E-4B6C-8985-CE52283E81F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5FF84C90-CFD1-44A3-AB0E-C8CAD73E3B5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5D482585-9BD9-4402-A81D-B5C8829561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63910027"/>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8F70B9EF-D32F-44A9-A144-F016CAF75C8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0FE73943-9742-4FF0-87AA-B6540856BEE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D00A12D3-8545-4F1D-82CA-863FAD22268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C8C1D480-2ADF-447C-B77F-A4214E970F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CADC2CCB-34BE-4150-8425-3CFCF6AE0A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36199DB9-B8A8-4B32-87C0-5A7A57A4E6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3A835742-1B00-4643-9175-A9A45DFD80BD}"/>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C1CA303B-AC24-4B01-8BA7-F3CFE3567CCF}"/>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CDE138CC-8810-48D9-9A03-86045C429195}"/>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31D5257D-D9EF-4343-A1B4-77140E91520A}"/>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BBCA0C86-80ED-43E0-8F94-7AD9361834EB}"/>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AFA0657D-4983-447C-8867-6208944345E1}"/>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82729D30-3986-43FC-A046-CFA6D88E7E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57948162"/>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3387DC42-301E-48CA-BDBB-C5A65B91EA4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CD6C6DC7-2A68-4239-B6C5-BC6F3C3902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8F92E442-D456-4CB7-8CF3-B39D29406A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3D686AB7-EC0A-408C-B063-F84F9034B1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4BFBE19C-6788-4261-814D-5394CD32F2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73FD58B0-879C-4A85-B588-F5C052B5AD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9D1D01BC-9235-4CA1-8BD6-8007F254DD24}"/>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A7C5EF6D-0BF5-4E60-B31C-EA6754FA9B16}"/>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1A5145EB-1674-4386-93E0-2A8B356C3D1E}"/>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24673415-289A-4DE2-AF44-C14C9686AE0B}"/>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691B3324-91BF-4E70-BA34-93E2338B293E}"/>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C3835F64-9167-4794-A1A7-9E02026DF798}"/>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08C86A69-230F-4D12-9D98-F05FE6AF0C99}"/>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FA67096E-1153-4A29-94B8-33E08C105D98}"/>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73E8DC14-9F18-4B0C-A4B8-8AEA79D51960}"/>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6D50931A-EAE1-406A-B5F1-A34DD719F41F}"/>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82B5F1D3-2914-48A6-A09E-DF3FECC973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52115688"/>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91634EAF-FF78-4C9C-BA39-2DE59DB863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68573CBE-11D1-4039-AF44-26A8D7D37F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3FA3AA94-AD61-432E-84F5-7C227A38B6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304D39B6-5339-47CD-9040-FC511606A9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8D32B975-8D50-465B-B636-4C1DE15830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E941E932-FB17-41F2-BBB3-354AD57B29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ED7C9DD6-3C40-484B-A94F-080EE887AC7B}"/>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8095D0C9-8DC2-41D3-B4D2-775D3461E886}"/>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DB2FE88-1FBE-4381-BD9D-34FBD233429A}"/>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8D1936AA-1BDD-4F92-9A50-50278D30236D}"/>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4A5C5184-6B63-4E58-9691-E5D5E091B0A8}"/>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356FCC8-89B7-40CF-AB84-E139947A7C69}"/>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00FD030D-D4E9-4C97-AB77-284A4248217B}"/>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4C754FE-6FD0-4FC9-A3F8-71376B07C23D}"/>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C8965A6B-2EA1-4788-8E42-2EC8B61787BA}"/>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0C8D7F0D-EBF3-478F-8274-1774251ADC28}"/>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EF67BE12-B4CE-424D-A621-37B258E29BFE}"/>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A860BD0F-0324-419B-A18B-859D09C236A6}"/>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34F33CEF-2F76-4B49-BC98-C94FF85152EC}"/>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4DE6E168-D00A-4D91-A6C3-DB1DB4C1A397}"/>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C03838E6-23A5-4A26-A6C7-7AD32810E569}"/>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771DCB5E-18E5-409A-920D-289175C2773C}"/>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EA7E66B8-8A7B-4CE9-BA9E-EC7D6367C8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07352031"/>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73ECB19D-BCC7-416A-B813-8C4116EE52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BE8C0492-4791-4103-B73C-BF413033B8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9B4C64A5-4623-4E47-A6B0-B85F4261DA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7B72079E-256C-49DF-9E3A-C9483AA6B5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AF783B77-42BC-4679-9927-B2141A3389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8FC814EE-F646-4553-B68F-FB551B88FD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271DB6F5-339F-409E-9A64-45DA24CA65EE}"/>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32DC1121-BE98-4F7F-9A92-94B8B648299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30111963-24D0-4372-A529-CC3831D5F5D6}"/>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002F7129-EA5B-4314-BC9C-F300F0F11110}"/>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E7B4F4D0-28C1-4925-ADB5-2A3F16581965}"/>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ED15FD16-BD4F-4732-B73E-D2F1EDC54AAF}"/>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42C1FA8A-95F3-49F8-89AB-7165E6B302E1}"/>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5032237E-37A1-4571-8743-A5D7D2F01D38}"/>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145BD130-5180-4084-8EB4-8BB659FD7A39}"/>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69736385-2005-4E87-8E5D-082511F426F6}"/>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DB3F0E70-15BC-4FF8-B770-C0478410002C}"/>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BA6158E-1953-4D2D-95CE-66E498CD2BF7}"/>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EFDD3D68-8224-4DFA-8E81-63E18F5A517A}"/>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5B6813D7-2CDD-4D9F-9E19-151F9ACABF3F}"/>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F92E72AD-6A61-4B84-BC2D-0DAE515EFD02}"/>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32AD599-B4E5-4428-B910-A620583E9705}"/>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16AF71FD-0745-40B5-8D93-8DA6A904F300}"/>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E6B4342C-00D6-4D5E-8861-1C3A761A1ACA}"/>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93330072-4D2A-4CB6-82B5-F26B9F3BC5F0}"/>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51A65EFC-34B6-41E9-A0EA-6316E64CC6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92808550"/>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C4A0F78D-F2E9-4E72-8EA7-E299FFD469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F5AB289B-4F1C-40E5-875F-A143A16CEA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84D06189-0528-45F7-9016-C8449BEF91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A7C31D72-3C84-4116-B673-BF55192B4C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DD5715D6-0CA5-4560-9991-A833AB97AB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9A456AD4-F67B-4F2F-AF75-0446BD8DCB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A8A28771-25B3-4026-BCFA-21D40D381075}"/>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B51A330C-10F4-475D-BB5B-A1A9EEBB5D60}"/>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6D0AB111-C6AE-4EC5-911F-4007B2D88872}"/>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49C480A3-ED5D-4E3C-B129-A63C6629BC05}"/>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B2146966-4DFC-4A2F-ABDB-66E68D3A5EE3}"/>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2D9D957B-B288-40E5-8361-16FECEA3FFBA}"/>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6CCC359F-0F22-4A6E-A6C0-8C4EDCBCEFCB}"/>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50ADC7EE-5DC2-4E5B-9916-C3725F3D90A8}"/>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0DFCEF82-6370-4C9F-B3A7-35A59D9F2AE2}"/>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4BD3BB26-9485-4D61-9B28-A07137B8E624}"/>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CDA0EBCE-2E5D-48A6-B26A-D2F5F0A26C2F}"/>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628B7B9F-E5BB-4586-A44A-1EB3B5DD07B8}"/>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BC6A95F5-0D02-4610-89CC-5684DBFDC503}"/>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A2AFB8AC-6593-4BEC-B157-DE3367E31381}"/>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4D24BBEA-FD53-4524-A159-52C5424820E1}"/>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2AB01728-CB7D-434F-B0F9-97C1A12D81BA}"/>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4F7B16D2-91C3-4153-A24A-B7FF24083D2F}"/>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CA150B4B-1A35-44C0-896C-025F3B6AC84F}"/>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6CE2F1A6-3525-4277-9528-AE674A1B9A5F}"/>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C906E262-D8D0-4659-9AC0-5EFBE2057CE4}"/>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EBE70075-D6B8-4A75-95B4-A7A5F226F7D3}"/>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654ED527-F1E2-41D7-A08F-0816059ACA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5132354"/>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BABFE4F5-C67A-4B53-B409-2E25756431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199061E9-B890-4155-9BEA-70BC884212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88AB1FC7-1E56-498A-980E-5BF8F7DF29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75030ADD-2469-479C-9269-7EACF8B8D6D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6CBECE66-5309-4698-899B-BDEEE13328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E2569648-C381-42FC-95E9-EA2AB61C26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1E743F88-74CB-43A7-9C5C-977AA02A0ADB}"/>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6D330848-3DED-42EE-9EA7-4DABD9B49E93}"/>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32231E80-B8AF-4BA8-9602-ABB6278C23E8}"/>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8534C38D-10FD-49EF-9339-624CB9655C86}"/>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705598E4-D9BC-47E0-B695-AF08C48227E3}"/>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92F1E5DB-1409-4D55-B632-32443186BAA3}"/>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9589F05F-E7D5-47DF-ADBC-2A4ED2578D3A}"/>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67160680-DA26-4832-869A-1EBCBDF3DD4E}"/>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20108465-46A1-45B1-9F81-C8C9AE63675F}"/>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788EE248-A557-4D9B-BE1E-71D4D19A5978}"/>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6983E973-000B-47C2-AD41-0CD55477FAF2}"/>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37E6854-6C0B-49A8-AE32-5FCF6DC0A8BA}"/>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AFC89607-DDC9-4FC2-AD07-7816C33CA1E2}"/>
              </a:ext>
            </a:extLst>
          </p:cNvPr>
          <p:cNvPicPr>
            <a:picLocks xmlns:a="http://schemas.openxmlformats.org/drawingml/2006/main" noChangeAspect="1"/>
          </p:cNvPicPr>
          <p:nvPr/>
        </p:nvPicPr>
        <p:blipFill>
          <a:blip xmlns:r="http://schemas.openxmlformats.org/officeDocument/2006/relationships" xmlns:a="http://schemas.openxmlformats.org/drawingml/2006/main" r:embed="Re7f269e922be4ce0"/>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22A20094-5AB1-4DF0-A7C9-0FB63C255133}"/>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AE8B015A-8662-41B1-A7AB-8101AE0B943D}"/>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5FC288A3-1C8B-4E9B-9A51-98A7470AA904}"/>
              </a:ext>
            </a:extLst>
          </p:cNvPr>
          <p:cNvPicPr>
            <a:picLocks xmlns:a="http://schemas.openxmlformats.org/drawingml/2006/main" noChangeAspect="1"/>
          </p:cNvPicPr>
          <p:nvPr/>
        </p:nvPicPr>
        <p:blipFill>
          <a:blip xmlns:r="http://schemas.openxmlformats.org/officeDocument/2006/relationships" xmlns:a="http://schemas.openxmlformats.org/drawingml/2006/main" r:embed="R5866a836e3eb49d9"/>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05CE5337-CE3C-4AE1-A4A1-520A594CF9AB}"/>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DC99AAC6-E141-4866-9CFF-0F2AE9C81C7A}"/>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3E1B92D-AB1A-4DC4-A414-E21C95CADB16}"/>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18FE6A31-54F2-44BD-A969-21FF28F5A059}"/>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CE6122D7-15EB-4585-A223-3B7FF1AE697C}"/>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B9A555E6-A00E-4B42-9116-F471890CDD3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5733088"/>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8787695D-965C-4E9C-B3B1-595EE1965B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6AA3EBD1-5247-47ED-9F7A-7860026CBC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C37ED091-5261-4FA2-9B9E-8744FCC944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F980AFF1-2452-418D-B93B-8E47DBE179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05D42A7B-400C-436F-A3FD-C46F759730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100D6EC5-F933-40BD-A945-DF90B0EA21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4CE873C6-D837-43EA-B479-F0B72867CAA8}"/>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1CCC8F6A-4811-41D7-A750-0D1ACF4E1058}"/>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0E445A3F-B447-4203-B3AE-FC65293F2C29}"/>
              </a:ext>
            </a:extLst>
          </p:cNvPr>
          <p:cNvPicPr>
            <a:picLocks xmlns:a="http://schemas.openxmlformats.org/drawingml/2006/main" noChangeAspect="1"/>
          </p:cNvPicPr>
          <p:nvPr/>
        </p:nvPicPr>
        <p:blipFill>
          <a:blip xmlns:r="http://schemas.openxmlformats.org/officeDocument/2006/relationships" xmlns:a="http://schemas.openxmlformats.org/drawingml/2006/main" r:embed="R271d3d4916d54e49"/>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6200779D-DBE1-4E01-9873-64DBC38ED40D}"/>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20899D49-414A-4F33-B0B3-D0D334D48488}"/>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67E7721-ACF7-4174-9A8B-1BC98F1BB288}"/>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41F3A909-36F2-4432-AD24-C8BF03A0D73A}"/>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1B22543A-57C4-4ADE-A89F-D98298C25B63}"/>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93248558-486B-439A-B68D-EB82C020FCA5}"/>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B4692631-29A1-4586-8DC3-563865AAD8E3}"/>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2995B8B4-AAC3-4874-B1A9-0B0F9A37F5E8}"/>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98022F24-FBA1-4932-80B9-F53BB6F245C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BC2720DD-2FE7-4A35-B993-D8239D5C9F5A}"/>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447652F9-8A40-4D9A-91CD-45CF63CF076C}"/>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6B60EF5B-75AD-4A7B-9134-B7492BCFC4CC}"/>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E636BAF-9AC5-4C80-8991-3DE0C355FB34}"/>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037EFAFC-72CC-44C3-B50B-E20F18A2EFE3}"/>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1849D10E-5130-42E6-844F-E6C73BD415BF}"/>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12BDE520-5E67-46C9-BBD9-3266C2D72AA2}"/>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C34E6C34-56A7-4156-9613-670CE70C785F}"/>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D29A8495-5BDC-4CD9-85E1-31EB0F9B1651}"/>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2C6FCAC2-2CB5-4799-BA7D-BF57DCAFC54C}"/>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9E7F8D70-07D1-4D1E-BF0A-746FA3FB90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59949655"/>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10F2F576-6A4A-4766-8953-C150A8C746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CE5E3042-2574-4918-A5BA-B36CF71561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108C6A15-943C-49B1-A363-7316C769BA7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D4DD7BC-3FC6-4B62-9B8F-B8570694DE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4422AF5E-24E0-4AB0-A214-2F94E52D09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E19B68C3-6B41-48E7-BEA4-9823337CD2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2A6415B4-0F1A-4C76-A38B-4311EB6148D7}"/>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2A50AE55-8599-4EC7-BC31-D403DD93835D}"/>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5CD5518B-6156-4B0D-BEEA-855D5E1AD903}"/>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0DF6DDAC-E53E-465D-9D67-EA6ED44DFB24}"/>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9C348688-6FFC-4B85-B943-B363269C95CE}"/>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63B852D4-5730-4532-B873-AE070ECED14D}"/>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EBF2994B-70ED-4A80-A509-D1D9D3E79AA4}"/>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FA6BCB4-B554-475E-AA1F-007713910F74}"/>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6A370149-9C0D-48EC-A2FC-D5435D4F5DF9}"/>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62EF8FEA-61B6-453D-86A4-3ECD573D86EB}"/>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86AE625E-65F0-48D7-AB48-976AE3636814}"/>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1222FC72-40F2-4040-8FC9-C3AC5776B5EE}"/>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9779B9D0-E4AC-4DBD-996A-3926505EC50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17C3178C-9B35-4979-9987-232604DE8981}"/>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FE30FADD-619F-4929-B811-AB398B4F04C9}"/>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DCF6E3D-270C-4A44-8D5B-BECA39422FBC}"/>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BA4BC15D-C58B-4812-A5BF-84DF62E177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40511443"/>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5" name="ACT 2 · 언제 필요한 정보인가">
            <a:extLst xmlns:a="http://schemas.openxmlformats.org/drawingml/2006/main">
              <a:ext uri="{FF2B5EF4-FFF2-40B4-BE49-F238E27FC236}">
                <a16:creationId xmlns:a16="http://schemas.microsoft.com/office/drawing/2014/main" id="{E22E8E49-8CE4-45CF-85DD-E968164921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04D470F3-BDE0-4F2C-AA94-A396C6500B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B64DE4BD-1EE8-45E6-A478-29AB9356F4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E6004F53-4B39-4F8F-8F30-83FAE3ECF6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모델 · OpenAI의 공식 분류·제품 기능이 아님">
            <a:extLst xmlns:a="http://schemas.openxmlformats.org/drawingml/2006/main">
              <a:ext uri="{FF2B5EF4-FFF2-40B4-BE49-F238E27FC236}">
                <a16:creationId xmlns:a16="http://schemas.microsoft.com/office/drawing/2014/main" id="{5C1F5E33-1965-4A03-825A-492FC292C7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모델 · OpenAI의 공식 분류·제품 기능이 아님</a:t>
            </a:r>
          </a:p>
        </p:txBody>
      </p:sp>
      <p:sp>
        <p:nvSpPr>
          <p:cNvPr id="6" name="성능 조사 절차는 설명용 예시 · 실제 저장·실행 기록이나 성능 효과를 뜻하지 않음">
            <a:extLst xmlns:a="http://schemas.openxmlformats.org/drawingml/2006/main">
              <a:ext uri="{FF2B5EF4-FFF2-40B4-BE49-F238E27FC236}">
                <a16:creationId xmlns:a16="http://schemas.microsoft.com/office/drawing/2014/main" id="{8E225852-10E3-4C3D-9E46-1E3AFBFE88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설명용 예시 · 실제 저장·실행 기록이나 성능 효과를 뜻하지 않음</a:t>
            </a:r>
          </a:p>
        </p:txBody>
      </p:sp>
      <p:sp>
        <p:nvSpPr>
          <p:cNvPr id="7" name="정보는 언제 필요하고, 작업은 어떤 절차로 수행할까?">
            <a:extLst xmlns:a="http://schemas.openxmlformats.org/drawingml/2006/main">
              <a:ext uri="{FF2B5EF4-FFF2-40B4-BE49-F238E27FC236}">
                <a16:creationId xmlns:a16="http://schemas.microsoft.com/office/drawing/2014/main" id="{60D40EE2-ADF4-4759-A2C9-C8389C35C427}"/>
              </a:ext>
            </a:extLst>
          </p:cNvPr>
          <p:cNvSpPr>
            <a:spLocks xmlns:a="http://schemas.openxmlformats.org/drawingml/2006/main" noGrp="1"/>
          </p:cNvSpPr>
          <p:nvPr/>
        </p:nvSpPr>
        <p:spPr>
          <a:xfrm xmlns:a="http://schemas.openxmlformats.org/drawingml/2006/main">
            <a:off x="609600" y="1714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정보는 언제 필요하고, 작업은 어떤 절차로 수행할까?</a:t>
            </a:r>
          </a:p>
        </p:txBody>
      </p:sp>
      <p:sp>
        <p:nvSpPr>
          <p:cNvPr id="8" name="항상 필요한 정보">
            <a:extLst xmlns:a="http://schemas.openxmlformats.org/drawingml/2006/main">
              <a:ext uri="{FF2B5EF4-FFF2-40B4-BE49-F238E27FC236}">
                <a16:creationId xmlns:a16="http://schemas.microsoft.com/office/drawing/2014/main" id="{C07609A8-4F4A-4ACD-9A35-F7147EBA4A9A}"/>
              </a:ext>
            </a:extLst>
          </p:cNvPr>
          <p:cNvSpPr>
            <a:spLocks xmlns:a="http://schemas.openxmlformats.org/drawingml/2006/main" noGrp="1"/>
          </p:cNvSpPr>
          <p:nvPr/>
        </p:nvSpPr>
        <p:spPr>
          <a:xfrm xmlns:a="http://schemas.openxmlformats.org/drawingml/2006/main">
            <a:off x="60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항상 필요한 정보</a:t>
            </a:r>
          </a:p>
        </p:txBody>
      </p:sp>
      <p:sp>
        <p:nvSpPr>
          <p:cNvPr id="9" name="">
            <a:extLst xmlns:a="http://schemas.openxmlformats.org/drawingml/2006/main">
              <a:ext uri="{FF2B5EF4-FFF2-40B4-BE49-F238E27FC236}">
                <a16:creationId xmlns:a16="http://schemas.microsoft.com/office/drawing/2014/main" id="{DA2EFE1B-9DB0-4E0F-BE46-45873D3C09AF}"/>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작업에 따라 찾아볼 상세">
            <a:extLst xmlns:a="http://schemas.openxmlformats.org/drawingml/2006/main">
              <a:ext uri="{FF2B5EF4-FFF2-40B4-BE49-F238E27FC236}">
                <a16:creationId xmlns:a16="http://schemas.microsoft.com/office/drawing/2014/main" id="{73BCB0D9-B431-4532-85DB-7AB8F45EB9CD}"/>
              </a:ext>
            </a:extLst>
          </p:cNvPr>
          <p:cNvSpPr>
            <a:spLocks xmlns:a="http://schemas.openxmlformats.org/drawingml/2006/main" noGrp="1"/>
          </p:cNvSpPr>
          <p:nvPr/>
        </p:nvSpPr>
        <p:spPr>
          <a:xfrm xmlns:a="http://schemas.openxmlformats.org/drawingml/2006/main">
            <a:off x="441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작업에 따라 찾아볼 상세</a:t>
            </a:r>
          </a:p>
        </p:txBody>
      </p:sp>
      <p:sp>
        <p:nvSpPr>
          <p:cNvPr id="11" name="">
            <a:extLst xmlns:a="http://schemas.openxmlformats.org/drawingml/2006/main">
              <a:ext uri="{FF2B5EF4-FFF2-40B4-BE49-F238E27FC236}">
                <a16:creationId xmlns:a16="http://schemas.microsoft.com/office/drawing/2014/main" id="{7FA4C376-62BA-42C7-9A37-C16D51EE697E}"/>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반복되는 작업 절차">
            <a:extLst xmlns:a="http://schemas.openxmlformats.org/drawingml/2006/main">
              <a:ext uri="{FF2B5EF4-FFF2-40B4-BE49-F238E27FC236}">
                <a16:creationId xmlns:a16="http://schemas.microsoft.com/office/drawing/2014/main" id="{62756191-7BB3-4A06-97A2-567B153177D0}"/>
              </a:ext>
            </a:extLst>
          </p:cNvPr>
          <p:cNvSpPr>
            <a:spLocks xmlns:a="http://schemas.openxmlformats.org/drawingml/2006/main" noGrp="1"/>
          </p:cNvSpPr>
          <p:nvPr/>
        </p:nvSpPr>
        <p:spPr>
          <a:xfrm xmlns:a="http://schemas.openxmlformats.org/drawingml/2006/main">
            <a:off x="822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반복되는 작업 절차</a:t>
            </a:r>
          </a:p>
        </p:txBody>
      </p:sp>
      <p:sp>
        <p:nvSpPr>
          <p:cNvPr id="13" name="">
            <a:extLst xmlns:a="http://schemas.openxmlformats.org/drawingml/2006/main">
              <a:ext uri="{FF2B5EF4-FFF2-40B4-BE49-F238E27FC236}">
                <a16:creationId xmlns:a16="http://schemas.microsoft.com/office/drawing/2014/main" id="{B513DECF-19B0-48AD-A96A-C6ABABA72084}"/>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4FD6C7F9-7176-4C6E-9D13-D15834DCC89D}"/>
              </a:ext>
            </a:extLst>
          </p:cNvPr>
          <p:cNvSpPr>
            <a:spLocks xmlns:a="http://schemas.openxmlformats.org/drawingml/2006/main" noGrp="1"/>
          </p:cNvSpPr>
          <p:nvPr/>
        </p:nvSpPr>
        <p:spPr>
          <a:xfrm xmlns:a="http://schemas.openxmlformats.org/drawingml/2006/main">
            <a:off x="60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10;수정">
            <a:extLst xmlns:a="http://schemas.openxmlformats.org/drawingml/2006/main">
              <a:ext uri="{FF2B5EF4-FFF2-40B4-BE49-F238E27FC236}">
                <a16:creationId xmlns:a16="http://schemas.microsoft.com/office/drawing/2014/main" id="{1071E5BC-4D63-4065-9F5D-00B292E29E46}"/>
              </a:ext>
            </a:extLst>
          </p:cNvPr>
          <p:cNvSpPr>
            <a:spLocks xmlns:a="http://schemas.openxmlformats.org/drawingml/2006/main" noGrp="1"/>
          </p:cNvSpPr>
          <p:nvPr/>
        </p:nvSpPr>
        <p:spPr>
          <a:xfrm xmlns:a="http://schemas.openxmlformats.org/drawingml/2006/main">
            <a:off x="60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6" name="">
            <a:extLst xmlns:a="http://schemas.openxmlformats.org/drawingml/2006/main">
              <a:ext uri="{FF2B5EF4-FFF2-40B4-BE49-F238E27FC236}">
                <a16:creationId xmlns:a16="http://schemas.microsoft.com/office/drawing/2014/main" id="{1B35AF8D-4BBE-4684-948B-9B4403B0C8A4}"/>
              </a:ext>
            </a:extLst>
          </p:cNvPr>
          <p:cNvSpPr>
            <a:spLocks xmlns:a="http://schemas.openxmlformats.org/drawingml/2006/main" noGrp="1"/>
          </p:cNvSpPr>
          <p:nvPr/>
        </p:nvSpPr>
        <p:spPr>
          <a:xfrm xmlns:a="http://schemas.openxmlformats.org/drawingml/2006/main">
            <a:off x="11049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17" name="">
            <a:extLst xmlns:a="http://schemas.openxmlformats.org/drawingml/2006/main">
              <a:ext uri="{FF2B5EF4-FFF2-40B4-BE49-F238E27FC236}">
                <a16:creationId xmlns:a16="http://schemas.microsoft.com/office/drawing/2014/main" id="{CAF48AF0-7244-4000-A35A-DF343D1A6E0F}"/>
              </a:ext>
            </a:extLst>
          </p:cNvPr>
          <p:cNvSpPr>
            <a:spLocks xmlns:a="http://schemas.openxmlformats.org/drawingml/2006/main" noGrp="1"/>
          </p:cNvSpPr>
          <p:nvPr/>
        </p:nvSpPr>
        <p:spPr>
          <a:xfrm xmlns:a="http://schemas.openxmlformats.org/drawingml/2006/main">
            <a:off x="17907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crop&#10;수정">
            <a:extLst xmlns:a="http://schemas.openxmlformats.org/drawingml/2006/main">
              <a:ext uri="{FF2B5EF4-FFF2-40B4-BE49-F238E27FC236}">
                <a16:creationId xmlns:a16="http://schemas.microsoft.com/office/drawing/2014/main" id="{A128EF1F-91E8-4C45-AD9D-99BC0D447C60}"/>
              </a:ext>
            </a:extLst>
          </p:cNvPr>
          <p:cNvSpPr>
            <a:spLocks xmlns:a="http://schemas.openxmlformats.org/drawingml/2006/main" noGrp="1"/>
          </p:cNvSpPr>
          <p:nvPr/>
        </p:nvSpPr>
        <p:spPr>
          <a:xfrm xmlns:a="http://schemas.openxmlformats.org/drawingml/2006/main">
            <a:off x="17907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9" name="">
            <a:extLst xmlns:a="http://schemas.openxmlformats.org/drawingml/2006/main">
              <a:ext uri="{FF2B5EF4-FFF2-40B4-BE49-F238E27FC236}">
                <a16:creationId xmlns:a16="http://schemas.microsoft.com/office/drawing/2014/main" id="{53C35B98-95EC-4DE2-AE58-4038EABCD5F9}"/>
              </a:ext>
            </a:extLst>
          </p:cNvPr>
          <p:cNvSpPr>
            <a:spLocks xmlns:a="http://schemas.openxmlformats.org/drawingml/2006/main" noGrp="1"/>
          </p:cNvSpPr>
          <p:nvPr/>
        </p:nvSpPr>
        <p:spPr>
          <a:xfrm xmlns:a="http://schemas.openxmlformats.org/drawingml/2006/main">
            <a:off x="22860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0" name="">
            <a:extLst xmlns:a="http://schemas.openxmlformats.org/drawingml/2006/main">
              <a:ext uri="{FF2B5EF4-FFF2-40B4-BE49-F238E27FC236}">
                <a16:creationId xmlns:a16="http://schemas.microsoft.com/office/drawing/2014/main" id="{2D96F21E-F7FC-4793-96E5-D8A46A615BA7}"/>
              </a:ext>
            </a:extLst>
          </p:cNvPr>
          <p:cNvSpPr>
            <a:spLocks xmlns:a="http://schemas.openxmlformats.org/drawingml/2006/main" noGrp="1"/>
          </p:cNvSpPr>
          <p:nvPr/>
        </p:nvSpPr>
        <p:spPr>
          <a:xfrm xmlns:a="http://schemas.openxmlformats.org/drawingml/2006/main">
            <a:off x="29718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성능&#10;조사">
            <a:extLst xmlns:a="http://schemas.openxmlformats.org/drawingml/2006/main">
              <a:ext uri="{FF2B5EF4-FFF2-40B4-BE49-F238E27FC236}">
                <a16:creationId xmlns:a16="http://schemas.microsoft.com/office/drawing/2014/main" id="{2B242E62-5799-458D-A43B-42D04F532928}"/>
              </a:ext>
            </a:extLst>
          </p:cNvPr>
          <p:cNvSpPr>
            <a:spLocks xmlns:a="http://schemas.openxmlformats.org/drawingml/2006/main" noGrp="1"/>
          </p:cNvSpPr>
          <p:nvPr/>
        </p:nvSpPr>
        <p:spPr>
          <a:xfrm xmlns:a="http://schemas.openxmlformats.org/drawingml/2006/main">
            <a:off x="29718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성능</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조사</a:t>
            </a:r>
          </a:p>
        </p:txBody>
      </p:sp>
      <p:sp>
        <p:nvSpPr>
          <p:cNvPr id="22" name="">
            <a:extLst xmlns:a="http://schemas.openxmlformats.org/drawingml/2006/main">
              <a:ext uri="{FF2B5EF4-FFF2-40B4-BE49-F238E27FC236}">
                <a16:creationId xmlns:a16="http://schemas.microsoft.com/office/drawing/2014/main" id="{788C378D-01A1-4AB7-BE27-68B47BBA68F2}"/>
              </a:ext>
            </a:extLst>
          </p:cNvPr>
          <p:cNvSpPr>
            <a:spLocks xmlns:a="http://schemas.openxmlformats.org/drawingml/2006/main" noGrp="1"/>
          </p:cNvSpPr>
          <p:nvPr/>
        </p:nvSpPr>
        <p:spPr>
          <a:xfrm xmlns:a="http://schemas.openxmlformats.org/drawingml/2006/main">
            <a:off x="34671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3" name="">
            <a:extLst xmlns:a="http://schemas.openxmlformats.org/drawingml/2006/main">
              <a:ext uri="{FF2B5EF4-FFF2-40B4-BE49-F238E27FC236}">
                <a16:creationId xmlns:a16="http://schemas.microsoft.com/office/drawing/2014/main" id="{45F430D3-5CB1-4118-95AF-D8716473D95F}"/>
              </a:ext>
            </a:extLst>
          </p:cNvPr>
          <p:cNvSpPr>
            <a:spLocks xmlns:a="http://schemas.openxmlformats.org/drawingml/2006/main" noGrp="1"/>
          </p:cNvSpPr>
          <p:nvPr/>
        </p:nvSpPr>
        <p:spPr>
          <a:xfrm xmlns:a="http://schemas.openxmlformats.org/drawingml/2006/main">
            <a:off x="1104900" y="3952875"/>
            <a:ext cx="2362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
            <a:extLst xmlns:a="http://schemas.openxmlformats.org/drawingml/2006/main">
              <a:ext uri="{FF2B5EF4-FFF2-40B4-BE49-F238E27FC236}">
                <a16:creationId xmlns:a16="http://schemas.microsoft.com/office/drawing/2014/main" id="{02630D09-8D1E-4107-9840-C6F2260D1318}"/>
              </a:ext>
            </a:extLst>
          </p:cNvPr>
          <p:cNvSpPr>
            <a:spLocks xmlns:a="http://schemas.openxmlformats.org/drawingml/2006/main" noGrp="1"/>
          </p:cNvSpPr>
          <p:nvPr/>
        </p:nvSpPr>
        <p:spPr>
          <a:xfrm xmlns:a="http://schemas.openxmlformats.org/drawingml/2006/main">
            <a:off x="228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5" name="">
            <a:extLst xmlns:a="http://schemas.openxmlformats.org/drawingml/2006/main">
              <a:ext uri="{FF2B5EF4-FFF2-40B4-BE49-F238E27FC236}">
                <a16:creationId xmlns:a16="http://schemas.microsoft.com/office/drawing/2014/main" id="{EC6AA244-FDA6-402E-AEEB-E5840D6153EE}"/>
              </a:ext>
            </a:extLst>
          </p:cNvPr>
          <p:cNvSpPr>
            <a:spLocks xmlns:a="http://schemas.openxmlformats.org/drawingml/2006/main" noGrp="1"/>
          </p:cNvSpPr>
          <p:nvPr/>
        </p:nvSpPr>
        <p:spPr>
          <a:xfrm xmlns:a="http://schemas.openxmlformats.org/drawingml/2006/main">
            <a:off x="609600" y="4162425"/>
            <a:ext cx="3352800" cy="8763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목적 · 기본 제약&#10;범위 준수 · 관련 검증">
            <a:extLst xmlns:a="http://schemas.openxmlformats.org/drawingml/2006/main">
              <a:ext uri="{FF2B5EF4-FFF2-40B4-BE49-F238E27FC236}">
                <a16:creationId xmlns:a16="http://schemas.microsoft.com/office/drawing/2014/main" id="{E1EBDFBD-29E5-4D41-98A4-4553FA56FF7B}"/>
              </a:ext>
            </a:extLst>
          </p:cNvPr>
          <p:cNvSpPr>
            <a:spLocks xmlns:a="http://schemas.openxmlformats.org/drawingml/2006/main" noGrp="1"/>
          </p:cNvSpPr>
          <p:nvPr/>
        </p:nvSpPr>
        <p:spPr>
          <a:xfrm xmlns:a="http://schemas.openxmlformats.org/drawingml/2006/main">
            <a:off x="800100" y="4238625"/>
            <a:ext cx="2971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목적 · 기본 제약</a:t>
            </a:r>
          </a:p>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범위 준수 · 관련 검증</a:t>
            </a:r>
          </a:p>
        </p:txBody>
      </p:sp>
      <p:sp>
        <p:nvSpPr>
          <p:cNvPr id="27" name="">
            <a:extLst xmlns:a="http://schemas.openxmlformats.org/drawingml/2006/main">
              <a:ext uri="{FF2B5EF4-FFF2-40B4-BE49-F238E27FC236}">
                <a16:creationId xmlns:a16="http://schemas.microsoft.com/office/drawing/2014/main" id="{4D8F3F23-8B8B-43B4-A5AC-3D0FDFB10CFF}"/>
              </a:ext>
            </a:extLst>
          </p:cNvPr>
          <p:cNvSpPr>
            <a:spLocks xmlns:a="http://schemas.openxmlformats.org/drawingml/2006/main" noGrp="1"/>
          </p:cNvSpPr>
          <p:nvPr/>
        </p:nvSpPr>
        <p:spPr>
          <a:xfrm xmlns:a="http://schemas.openxmlformats.org/drawingml/2006/main">
            <a:off x="441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README&#10;수정">
            <a:extLst xmlns:a="http://schemas.openxmlformats.org/drawingml/2006/main">
              <a:ext uri="{FF2B5EF4-FFF2-40B4-BE49-F238E27FC236}">
                <a16:creationId xmlns:a16="http://schemas.microsoft.com/office/drawing/2014/main" id="{66DBF48C-B732-47A3-AFF6-DEC5E352C8AE}"/>
              </a:ext>
            </a:extLst>
          </p:cNvPr>
          <p:cNvSpPr>
            <a:spLocks xmlns:a="http://schemas.openxmlformats.org/drawingml/2006/main" noGrp="1"/>
          </p:cNvSpPr>
          <p:nvPr/>
        </p:nvSpPr>
        <p:spPr>
          <a:xfrm xmlns:a="http://schemas.openxmlformats.org/drawingml/2006/main">
            <a:off x="441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29" name="">
            <a:extLst xmlns:a="http://schemas.openxmlformats.org/drawingml/2006/main">
              <a:ext uri="{FF2B5EF4-FFF2-40B4-BE49-F238E27FC236}">
                <a16:creationId xmlns:a16="http://schemas.microsoft.com/office/drawing/2014/main" id="{2B677CA0-35E0-431A-AFAF-714607F292F8}"/>
              </a:ext>
            </a:extLst>
          </p:cNvPr>
          <p:cNvSpPr>
            <a:spLocks xmlns:a="http://schemas.openxmlformats.org/drawingml/2006/main" noGrp="1"/>
          </p:cNvSpPr>
          <p:nvPr/>
        </p:nvSpPr>
        <p:spPr>
          <a:xfrm xmlns:a="http://schemas.openxmlformats.org/drawingml/2006/main">
            <a:off x="5543550" y="3467100"/>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B7607C55-0FF3-40AD-B996-72F63CF4CDCA}"/>
              </a:ext>
            </a:extLst>
          </p:cNvPr>
          <p:cNvSpPr>
            <a:spLocks xmlns:a="http://schemas.openxmlformats.org/drawingml/2006/main" noGrp="1"/>
          </p:cNvSpPr>
          <p:nvPr/>
        </p:nvSpPr>
        <p:spPr>
          <a:xfrm xmlns:a="http://schemas.openxmlformats.org/drawingml/2006/main">
            <a:off x="5943600" y="3324225"/>
            <a:ext cx="1828800" cy="457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1" name="빌드 안내">
            <a:extLst xmlns:a="http://schemas.openxmlformats.org/drawingml/2006/main">
              <a:ext uri="{FF2B5EF4-FFF2-40B4-BE49-F238E27FC236}">
                <a16:creationId xmlns:a16="http://schemas.microsoft.com/office/drawing/2014/main" id="{BBBE0088-86FF-4E3B-8862-2DC2499C8906}"/>
              </a:ext>
            </a:extLst>
          </p:cNvPr>
          <p:cNvSpPr>
            <a:spLocks xmlns:a="http://schemas.openxmlformats.org/drawingml/2006/main" noGrp="1"/>
          </p:cNvSpPr>
          <p:nvPr/>
        </p:nvSpPr>
        <p:spPr>
          <a:xfrm xmlns:a="http://schemas.openxmlformats.org/drawingml/2006/main">
            <a:off x="5943600" y="3381375"/>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32" name="">
            <a:extLst xmlns:a="http://schemas.openxmlformats.org/drawingml/2006/main">
              <a:ext uri="{FF2B5EF4-FFF2-40B4-BE49-F238E27FC236}">
                <a16:creationId xmlns:a16="http://schemas.microsoft.com/office/drawing/2014/main" id="{B60DD25E-6184-4BFB-96EE-9A2DC91DFBE0}"/>
              </a:ext>
            </a:extLst>
          </p:cNvPr>
          <p:cNvSpPr>
            <a:spLocks xmlns:a="http://schemas.openxmlformats.org/drawingml/2006/main" noGrp="1"/>
          </p:cNvSpPr>
          <p:nvPr/>
        </p:nvSpPr>
        <p:spPr>
          <a:xfrm xmlns:a="http://schemas.openxmlformats.org/drawingml/2006/main">
            <a:off x="4419600" y="4286250"/>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3" name="crop&#10;수정">
            <a:extLst xmlns:a="http://schemas.openxmlformats.org/drawingml/2006/main">
              <a:ext uri="{FF2B5EF4-FFF2-40B4-BE49-F238E27FC236}">
                <a16:creationId xmlns:a16="http://schemas.microsoft.com/office/drawing/2014/main" id="{B9C4BD31-A1E7-4C17-AC8E-AF16B232FD8F}"/>
              </a:ext>
            </a:extLst>
          </p:cNvPr>
          <p:cNvSpPr>
            <a:spLocks xmlns:a="http://schemas.openxmlformats.org/drawingml/2006/main" noGrp="1"/>
          </p:cNvSpPr>
          <p:nvPr/>
        </p:nvSpPr>
        <p:spPr>
          <a:xfrm xmlns:a="http://schemas.openxmlformats.org/drawingml/2006/main">
            <a:off x="4419600" y="4343400"/>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34" name="">
            <a:extLst xmlns:a="http://schemas.openxmlformats.org/drawingml/2006/main">
              <a:ext uri="{FF2B5EF4-FFF2-40B4-BE49-F238E27FC236}">
                <a16:creationId xmlns:a16="http://schemas.microsoft.com/office/drawing/2014/main" id="{86100FF1-8C76-4594-B5E1-3B82276DDE34}"/>
              </a:ext>
            </a:extLst>
          </p:cNvPr>
          <p:cNvSpPr>
            <a:spLocks xmlns:a="http://schemas.openxmlformats.org/drawingml/2006/main" noGrp="1"/>
          </p:cNvSpPr>
          <p:nvPr/>
        </p:nvSpPr>
        <p:spPr>
          <a:xfrm xmlns:a="http://schemas.openxmlformats.org/drawingml/2006/main">
            <a:off x="5543550" y="4467225"/>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A32B2073-31A5-49F9-B2DF-718264CBEFDE}"/>
              </a:ext>
            </a:extLst>
          </p:cNvPr>
          <p:cNvSpPr>
            <a:spLocks xmlns:a="http://schemas.openxmlformats.org/drawingml/2006/main" noGrp="1"/>
          </p:cNvSpPr>
          <p:nvPr/>
        </p:nvSpPr>
        <p:spPr>
          <a:xfrm xmlns:a="http://schemas.openxmlformats.org/drawingml/2006/main">
            <a:off x="5943600" y="4324350"/>
            <a:ext cx="1828800"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6" name="이미지 명세">
            <a:extLst xmlns:a="http://schemas.openxmlformats.org/drawingml/2006/main">
              <a:ext uri="{FF2B5EF4-FFF2-40B4-BE49-F238E27FC236}">
                <a16:creationId xmlns:a16="http://schemas.microsoft.com/office/drawing/2014/main" id="{3F84B535-4D6D-48E0-A396-61FA7B3B1E09}"/>
              </a:ext>
            </a:extLst>
          </p:cNvPr>
          <p:cNvSpPr>
            <a:spLocks xmlns:a="http://schemas.openxmlformats.org/drawingml/2006/main" noGrp="1"/>
          </p:cNvSpPr>
          <p:nvPr/>
        </p:nvSpPr>
        <p:spPr>
          <a:xfrm xmlns:a="http://schemas.openxmlformats.org/drawingml/2006/main">
            <a:off x="5943600" y="4381500"/>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a:t>
            </a:r>
          </a:p>
        </p:txBody>
      </p:sp>
      <p:sp>
        <p:nvSpPr>
          <p:cNvPr id="37" name="">
            <a:extLst xmlns:a="http://schemas.openxmlformats.org/drawingml/2006/main">
              <a:ext uri="{FF2B5EF4-FFF2-40B4-BE49-F238E27FC236}">
                <a16:creationId xmlns:a16="http://schemas.microsoft.com/office/drawing/2014/main" id="{07A30D94-7749-4A50-9067-D06381A4A094}"/>
              </a:ext>
            </a:extLst>
          </p:cNvPr>
          <p:cNvSpPr>
            <a:spLocks xmlns:a="http://schemas.openxmlformats.org/drawingml/2006/main" noGrp="1"/>
          </p:cNvSpPr>
          <p:nvPr/>
        </p:nvSpPr>
        <p:spPr>
          <a:xfrm xmlns:a="http://schemas.openxmlformats.org/drawingml/2006/main">
            <a:off x="82296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8" name="성능 조사 A">
            <a:extLst xmlns:a="http://schemas.openxmlformats.org/drawingml/2006/main">
              <a:ext uri="{FF2B5EF4-FFF2-40B4-BE49-F238E27FC236}">
                <a16:creationId xmlns:a16="http://schemas.microsoft.com/office/drawing/2014/main" id="{9668889E-C6BD-428D-B0D2-EA4719C274A3}"/>
              </a:ext>
            </a:extLst>
          </p:cNvPr>
          <p:cNvSpPr>
            <a:spLocks xmlns:a="http://schemas.openxmlformats.org/drawingml/2006/main" noGrp="1"/>
          </p:cNvSpPr>
          <p:nvPr/>
        </p:nvSpPr>
        <p:spPr>
          <a:xfrm xmlns:a="http://schemas.openxmlformats.org/drawingml/2006/main">
            <a:off x="82296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A</a:t>
            </a:r>
          </a:p>
        </p:txBody>
      </p:sp>
      <p:sp>
        <p:nvSpPr>
          <p:cNvPr id="39" name="">
            <a:extLst xmlns:a="http://schemas.openxmlformats.org/drawingml/2006/main">
              <a:ext uri="{FF2B5EF4-FFF2-40B4-BE49-F238E27FC236}">
                <a16:creationId xmlns:a16="http://schemas.microsoft.com/office/drawing/2014/main" id="{FABD4D00-732D-4D42-82A7-3CC15A15DDCD}"/>
              </a:ext>
            </a:extLst>
          </p:cNvPr>
          <p:cNvSpPr>
            <a:spLocks xmlns:a="http://schemas.openxmlformats.org/drawingml/2006/main" noGrp="1"/>
          </p:cNvSpPr>
          <p:nvPr/>
        </p:nvSpPr>
        <p:spPr>
          <a:xfrm xmlns:a="http://schemas.openxmlformats.org/drawingml/2006/main">
            <a:off x="100203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0" name="성능 조사 B">
            <a:extLst xmlns:a="http://schemas.openxmlformats.org/drawingml/2006/main">
              <a:ext uri="{FF2B5EF4-FFF2-40B4-BE49-F238E27FC236}">
                <a16:creationId xmlns:a16="http://schemas.microsoft.com/office/drawing/2014/main" id="{404328DB-2A6E-4720-83D4-8849E8CC8CC4}"/>
              </a:ext>
            </a:extLst>
          </p:cNvPr>
          <p:cNvSpPr>
            <a:spLocks xmlns:a="http://schemas.openxmlformats.org/drawingml/2006/main" noGrp="1"/>
          </p:cNvSpPr>
          <p:nvPr/>
        </p:nvSpPr>
        <p:spPr>
          <a:xfrm xmlns:a="http://schemas.openxmlformats.org/drawingml/2006/main">
            <a:off x="100203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B</a:t>
            </a:r>
          </a:p>
        </p:txBody>
      </p:sp>
      <p:sp>
        <p:nvSpPr>
          <p:cNvPr id="41" name="">
            <a:extLst xmlns:a="http://schemas.openxmlformats.org/drawingml/2006/main">
              <a:ext uri="{FF2B5EF4-FFF2-40B4-BE49-F238E27FC236}">
                <a16:creationId xmlns:a16="http://schemas.microsoft.com/office/drawing/2014/main" id="{C4ECF1D8-8DBA-411B-A649-4AA0DCD10863}"/>
              </a:ext>
            </a:extLst>
          </p:cNvPr>
          <p:cNvSpPr>
            <a:spLocks xmlns:a="http://schemas.openxmlformats.org/drawingml/2006/main" noGrp="1"/>
          </p:cNvSpPr>
          <p:nvPr/>
        </p:nvSpPr>
        <p:spPr>
          <a:xfrm xmlns:a="http://schemas.openxmlformats.org/drawingml/2006/main">
            <a:off x="90106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2" name="">
            <a:extLst xmlns:a="http://schemas.openxmlformats.org/drawingml/2006/main">
              <a:ext uri="{FF2B5EF4-FFF2-40B4-BE49-F238E27FC236}">
                <a16:creationId xmlns:a16="http://schemas.microsoft.com/office/drawing/2014/main" id="{ABB76E81-1906-45B1-9135-F7C51CBC856A}"/>
              </a:ext>
            </a:extLst>
          </p:cNvPr>
          <p:cNvSpPr>
            <a:spLocks xmlns:a="http://schemas.openxmlformats.org/drawingml/2006/main" noGrp="1"/>
          </p:cNvSpPr>
          <p:nvPr/>
        </p:nvSpPr>
        <p:spPr>
          <a:xfrm xmlns:a="http://schemas.openxmlformats.org/drawingml/2006/main">
            <a:off x="108013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3" name="">
            <a:extLst xmlns:a="http://schemas.openxmlformats.org/drawingml/2006/main">
              <a:ext uri="{FF2B5EF4-FFF2-40B4-BE49-F238E27FC236}">
                <a16:creationId xmlns:a16="http://schemas.microsoft.com/office/drawing/2014/main" id="{C18C4959-DE2C-4EED-A2FF-194ACFF16CBF}"/>
              </a:ext>
            </a:extLst>
          </p:cNvPr>
          <p:cNvSpPr>
            <a:spLocks xmlns:a="http://schemas.openxmlformats.org/drawingml/2006/main" noGrp="1"/>
          </p:cNvSpPr>
          <p:nvPr/>
        </p:nvSpPr>
        <p:spPr>
          <a:xfrm xmlns:a="http://schemas.openxmlformats.org/drawingml/2006/main">
            <a:off x="9010650" y="3952875"/>
            <a:ext cx="17907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85930CAB-35F4-4E0A-9EA8-141633CE324E}"/>
              </a:ext>
            </a:extLst>
          </p:cNvPr>
          <p:cNvSpPr>
            <a:spLocks xmlns:a="http://schemas.openxmlformats.org/drawingml/2006/main" noGrp="1"/>
          </p:cNvSpPr>
          <p:nvPr/>
        </p:nvSpPr>
        <p:spPr>
          <a:xfrm xmlns:a="http://schemas.openxmlformats.org/drawingml/2006/main">
            <a:off x="990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5" name="">
            <a:extLst xmlns:a="http://schemas.openxmlformats.org/drawingml/2006/main">
              <a:ext uri="{FF2B5EF4-FFF2-40B4-BE49-F238E27FC236}">
                <a16:creationId xmlns:a16="http://schemas.microsoft.com/office/drawing/2014/main" id="{70AFAA87-2D6A-452F-9D0A-4EDEEED240C0}"/>
              </a:ext>
            </a:extLst>
          </p:cNvPr>
          <p:cNvSpPr>
            <a:spLocks xmlns:a="http://schemas.openxmlformats.org/drawingml/2006/main" noGrp="1"/>
          </p:cNvSpPr>
          <p:nvPr/>
        </p:nvSpPr>
        <p:spPr>
          <a:xfrm xmlns:a="http://schemas.openxmlformats.org/drawingml/2006/main">
            <a:off x="8229600" y="4162425"/>
            <a:ext cx="3352800" cy="876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46" name="변경 전&#10;측정">
            <a:extLst xmlns:a="http://schemas.openxmlformats.org/drawingml/2006/main">
              <a:ext uri="{FF2B5EF4-FFF2-40B4-BE49-F238E27FC236}">
                <a16:creationId xmlns:a16="http://schemas.microsoft.com/office/drawing/2014/main" id="{193E4705-79E3-4C75-8607-09D4F79EC8D1}"/>
              </a:ext>
            </a:extLst>
          </p:cNvPr>
          <p:cNvSpPr>
            <a:spLocks xmlns:a="http://schemas.openxmlformats.org/drawingml/2006/main" noGrp="1"/>
          </p:cNvSpPr>
          <p:nvPr/>
        </p:nvSpPr>
        <p:spPr>
          <a:xfrm xmlns:a="http://schemas.openxmlformats.org/drawingml/2006/main">
            <a:off x="8382000" y="4257675"/>
            <a:ext cx="89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17212B"/>
                </a:solidFill>
                <a:latin typeface="Malgun Gothic"/>
                <a:ea typeface="Malgun Gothic"/>
                <a:cs typeface="Malgun Gothic"/>
              </a:defRPr>
            </a:defPPr>
            <a:lvl1pPr algn="ctr">
              <a:defRPr sz="1800" b="1">
                <a:solidFill>
                  <a:srgbClr val="17212B"/>
                </a:solidFill>
                <a:latin typeface="Malgun Gothic"/>
                <a:ea typeface="Malgun Gothic"/>
                <a:cs typeface="Malgun Gothic"/>
              </a:defRPr>
            </a:lvl1pPr>
            <a:lvl2pPr algn="ctr">
              <a:defRPr sz="1800" b="1">
                <a:solidFill>
                  <a:srgbClr val="17212B"/>
                </a:solidFill>
                <a:latin typeface="Malgun Gothic"/>
                <a:ea typeface="Malgun Gothic"/>
                <a:cs typeface="Malgun Gothic"/>
              </a:defRPr>
            </a:lvl2pPr>
            <a:lvl3pPr algn="ctr">
              <a:defRPr sz="1800" b="1">
                <a:solidFill>
                  <a:srgbClr val="17212B"/>
                </a:solidFill>
                <a:latin typeface="Malgun Gothic"/>
                <a:ea typeface="Malgun Gothic"/>
                <a:cs typeface="Malgun Gothic"/>
              </a:defRPr>
            </a:lvl3pPr>
            <a:lvl4pPr algn="ctr">
              <a:defRPr sz="1800" b="1">
                <a:solidFill>
                  <a:srgbClr val="17212B"/>
                </a:solidFill>
                <a:latin typeface="Malgun Gothic"/>
                <a:ea typeface="Malgun Gothic"/>
                <a:cs typeface="Malgun Gothic"/>
              </a:defRPr>
            </a:lvl4pPr>
            <a:lvl5pPr algn="ctr">
              <a:defRPr sz="1800" b="1">
                <a:solidFill>
                  <a:srgbClr val="17212B"/>
                </a:solidFill>
                <a:latin typeface="Malgun Gothic"/>
                <a:ea typeface="Malgun Gothic"/>
                <a:cs typeface="Malgun Gothic"/>
              </a:defRPr>
            </a:lvl5pPr>
            <a:lvl6pPr algn="ctr">
              <a:defRPr sz="1800" b="1">
                <a:solidFill>
                  <a:srgbClr val="17212B"/>
                </a:solidFill>
                <a:latin typeface="Malgun Gothic"/>
                <a:ea typeface="Malgun Gothic"/>
                <a:cs typeface="Malgun Gothic"/>
              </a:defRPr>
            </a:lvl6pPr>
            <a:lvl7pPr algn="ctr">
              <a:defRPr sz="1800" b="1">
                <a:solidFill>
                  <a:srgbClr val="17212B"/>
                </a:solidFill>
                <a:latin typeface="Malgun Gothic"/>
                <a:ea typeface="Malgun Gothic"/>
                <a:cs typeface="Malgun Gothic"/>
              </a:defRPr>
            </a:lvl7pPr>
            <a:lvl8pPr algn="ctr">
              <a:defRPr sz="1800" b="1">
                <a:solidFill>
                  <a:srgbClr val="17212B"/>
                </a:solidFill>
                <a:latin typeface="Malgun Gothic"/>
                <a:ea typeface="Malgun Gothic"/>
                <a:cs typeface="Malgun Gothic"/>
              </a:defRPr>
            </a:lvl8pPr>
            <a:lvl9pPr algn="ctr">
              <a:defRPr sz="1800" b="1">
                <a:solidFill>
                  <a:srgbClr val="17212B"/>
                </a:solidFill>
                <a:latin typeface="Malgun Gothic"/>
                <a:ea typeface="Malgun Gothic"/>
                <a:cs typeface="Malgun Gothic"/>
              </a:defRPr>
            </a:lvl9pPr>
          </a:lstStyle>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변경 전</a:t>
            </a:r>
          </a:p>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측정</a:t>
            </a:r>
          </a:p>
        </p:txBody>
      </p:sp>
      <p:sp>
        <p:nvSpPr>
          <p:cNvPr id="47" name="">
            <a:extLst xmlns:a="http://schemas.openxmlformats.org/drawingml/2006/main">
              <a:ext uri="{FF2B5EF4-FFF2-40B4-BE49-F238E27FC236}">
                <a16:creationId xmlns:a16="http://schemas.microsoft.com/office/drawing/2014/main" id="{D7A91871-825C-4EDA-AEC3-A9B332A48639}"/>
              </a:ext>
            </a:extLst>
          </p:cNvPr>
          <p:cNvSpPr>
            <a:spLocks xmlns:a="http://schemas.openxmlformats.org/drawingml/2006/main" noGrp="1"/>
          </p:cNvSpPr>
          <p:nvPr/>
        </p:nvSpPr>
        <p:spPr>
          <a:xfrm xmlns:a="http://schemas.openxmlformats.org/drawingml/2006/main">
            <a:off x="939165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8" name="조사">
            <a:extLst xmlns:a="http://schemas.openxmlformats.org/drawingml/2006/main">
              <a:ext uri="{FF2B5EF4-FFF2-40B4-BE49-F238E27FC236}">
                <a16:creationId xmlns:a16="http://schemas.microsoft.com/office/drawing/2014/main" id="{EDE7FEDA-481B-49AC-A90B-566EB19A2E6B}"/>
              </a:ext>
            </a:extLst>
          </p:cNvPr>
          <p:cNvSpPr>
            <a:spLocks xmlns:a="http://schemas.openxmlformats.org/drawingml/2006/main" noGrp="1"/>
          </p:cNvSpPr>
          <p:nvPr/>
        </p:nvSpPr>
        <p:spPr>
          <a:xfrm xmlns:a="http://schemas.openxmlformats.org/drawingml/2006/main">
            <a:off x="96774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조사</a:t>
            </a:r>
          </a:p>
        </p:txBody>
      </p:sp>
      <p:sp>
        <p:nvSpPr>
          <p:cNvPr id="49" name="">
            <a:extLst xmlns:a="http://schemas.openxmlformats.org/drawingml/2006/main">
              <a:ext uri="{FF2B5EF4-FFF2-40B4-BE49-F238E27FC236}">
                <a16:creationId xmlns:a16="http://schemas.microsoft.com/office/drawing/2014/main" id="{E933CCD6-8DDB-4557-8250-F40E6EDC8AF8}"/>
              </a:ext>
            </a:extLst>
          </p:cNvPr>
          <p:cNvSpPr>
            <a:spLocks xmlns:a="http://schemas.openxmlformats.org/drawingml/2006/main" noGrp="1"/>
          </p:cNvSpPr>
          <p:nvPr/>
        </p:nvSpPr>
        <p:spPr>
          <a:xfrm xmlns:a="http://schemas.openxmlformats.org/drawingml/2006/main">
            <a:off x="1043940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50" name="검증">
            <a:extLst xmlns:a="http://schemas.openxmlformats.org/drawingml/2006/main">
              <a:ext uri="{FF2B5EF4-FFF2-40B4-BE49-F238E27FC236}">
                <a16:creationId xmlns:a16="http://schemas.microsoft.com/office/drawing/2014/main" id="{12B07BD1-17BF-4BA8-AEF0-ADA2972A32DE}"/>
              </a:ext>
            </a:extLst>
          </p:cNvPr>
          <p:cNvSpPr>
            <a:spLocks xmlns:a="http://schemas.openxmlformats.org/drawingml/2006/main" noGrp="1"/>
          </p:cNvSpPr>
          <p:nvPr/>
        </p:nvSpPr>
        <p:spPr>
          <a:xfrm xmlns:a="http://schemas.openxmlformats.org/drawingml/2006/main">
            <a:off x="107442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51" name="여러 작업에 공통 적용">
            <a:extLst xmlns:a="http://schemas.openxmlformats.org/drawingml/2006/main">
              <a:ext uri="{FF2B5EF4-FFF2-40B4-BE49-F238E27FC236}">
                <a16:creationId xmlns:a16="http://schemas.microsoft.com/office/drawing/2014/main" id="{0C643FC9-1EFE-46D4-BCCF-E7F0FA351782}"/>
              </a:ext>
            </a:extLst>
          </p:cNvPr>
          <p:cNvSpPr>
            <a:spLocks xmlns:a="http://schemas.openxmlformats.org/drawingml/2006/main" noGrp="1"/>
          </p:cNvSpPr>
          <p:nvPr/>
        </p:nvSpPr>
        <p:spPr>
          <a:xfrm xmlns:a="http://schemas.openxmlformats.org/drawingml/2006/main">
            <a:off x="60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여러 작업에 공통 적용</a:t>
            </a:r>
          </a:p>
        </p:txBody>
      </p:sp>
      <p:sp>
        <p:nvSpPr>
          <p:cNvPr id="52" name="해당 작업에 맞춰 상세 확인">
            <a:extLst xmlns:a="http://schemas.openxmlformats.org/drawingml/2006/main">
              <a:ext uri="{FF2B5EF4-FFF2-40B4-BE49-F238E27FC236}">
                <a16:creationId xmlns:a16="http://schemas.microsoft.com/office/drawing/2014/main" id="{B20C690B-AFC6-42E5-8C6C-26A7B1DF2041}"/>
              </a:ext>
            </a:extLst>
          </p:cNvPr>
          <p:cNvSpPr>
            <a:spLocks xmlns:a="http://schemas.openxmlformats.org/drawingml/2006/main" noGrp="1"/>
          </p:cNvSpPr>
          <p:nvPr/>
        </p:nvSpPr>
        <p:spPr>
          <a:xfrm xmlns:a="http://schemas.openxmlformats.org/drawingml/2006/main">
            <a:off x="441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해당 작업에 맞춰 상세 확인</a:t>
            </a:r>
          </a:p>
        </p:txBody>
      </p:sp>
      <p:sp>
        <p:nvSpPr>
          <p:cNvPr id="53" name="같은 종류의 작업마다 재사용">
            <a:extLst xmlns:a="http://schemas.openxmlformats.org/drawingml/2006/main">
              <a:ext uri="{FF2B5EF4-FFF2-40B4-BE49-F238E27FC236}">
                <a16:creationId xmlns:a16="http://schemas.microsoft.com/office/drawing/2014/main" id="{34D8CA5D-ED9E-46F2-A43D-0115D02B7B06}"/>
              </a:ext>
            </a:extLst>
          </p:cNvPr>
          <p:cNvSpPr>
            <a:spLocks xmlns:a="http://schemas.openxmlformats.org/drawingml/2006/main" noGrp="1"/>
          </p:cNvSpPr>
          <p:nvPr/>
        </p:nvSpPr>
        <p:spPr>
          <a:xfrm xmlns:a="http://schemas.openxmlformats.org/drawingml/2006/main">
            <a:off x="822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같은 종류의 작업마다 재사용</a:t>
            </a:r>
          </a:p>
        </p:txBody>
      </p:sp>
      <p:sp>
        <p:nvSpPr>
          <p:cNvPr id="54" name="Legacy module connection">
            <a:extLst xmlns:a="http://schemas.openxmlformats.org/drawingml/2006/main">
              <a:ext uri="{FF2B5EF4-FFF2-40B4-BE49-F238E27FC236}">
                <a16:creationId xmlns:a16="http://schemas.microsoft.com/office/drawing/2014/main" id="{1FCEF893-5AE4-4C14-915B-AF6BFF2EDD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27298899"/>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2 · 정보의 양을 다시 묻는 연구">
            <a:extLst xmlns:a="http://schemas.openxmlformats.org/drawingml/2006/main">
              <a:ext uri="{FF2B5EF4-FFF2-40B4-BE49-F238E27FC236}">
                <a16:creationId xmlns:a16="http://schemas.microsoft.com/office/drawing/2014/main" id="{2100B0E8-7535-4799-B364-6E4FD4EE95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214A2F39-30C9-42E3-9E02-CB84DE2698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B76AF34F-8FED-4DB2-AD03-F7C200FD2D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2AE732AA-5119-426F-8269-B215EC9024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aclanthology.org/2024.tacl-1.9/ · Rep">
            <a:extLst xmlns:a="http://schemas.openxmlformats.org/drawingml/2006/main">
              <a:ext uri="{FF2B5EF4-FFF2-40B4-BE49-F238E27FC236}">
                <a16:creationId xmlns:a16="http://schemas.microsoft.com/office/drawing/2014/main" id="{4E21E9E0-C124-449A-B57C-1BF66600CB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aclanthology.org/2024.tacl-1.9/ · RepoQA 2024: arxiv.org/abs/2406.06025</a:t>
            </a:r>
          </a:p>
        </p:txBody>
      </p:sp>
      <p:sp>
        <p:nvSpPr>
          <p:cNvPr id="6" name="연구 과제의 재구성 · 현재 Codex의 Repository 작업을 직접 평가한 근거가 아님">
            <a:extLst xmlns:a="http://schemas.openxmlformats.org/drawingml/2006/main">
              <a:ext uri="{FF2B5EF4-FFF2-40B4-BE49-F238E27FC236}">
                <a16:creationId xmlns:a16="http://schemas.microsoft.com/office/drawing/2014/main" id="{AD3C7161-90DA-42B0-B059-B1859EC598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과제의 재구성 · 현재 Codex의 Repository 작업을 직접 평가한 근거가 아님</a:t>
            </a:r>
          </a:p>
        </p:txBody>
      </p:sp>
      <p:sp>
        <p:nvSpPr>
          <p:cNvPr id="7" name="많은 정보를 넣으면, 필요한 근거도 잘 찾아 쓸까?">
            <a:extLst xmlns:a="http://schemas.openxmlformats.org/drawingml/2006/main">
              <a:ext uri="{FF2B5EF4-FFF2-40B4-BE49-F238E27FC236}">
                <a16:creationId xmlns:a16="http://schemas.microsoft.com/office/drawing/2014/main" id="{B3443943-64E1-4DC1-8843-AF3297CBA971}"/>
              </a:ext>
            </a:extLst>
          </p:cNvPr>
          <p:cNvSpPr>
            <a:spLocks xmlns:a="http://schemas.openxmlformats.org/drawingml/2006/main" noGrp="1"/>
          </p:cNvSpPr>
          <p:nvPr/>
        </p:nvSpPr>
        <p:spPr>
          <a:xfrm xmlns:a="http://schemas.openxmlformats.org/drawingml/2006/main">
            <a:off x="609600" y="16764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많은 정보를 넣으면, 필요한 근거도 잘 찾아 쓸까?</a:t>
            </a:r>
          </a:p>
        </p:txBody>
      </p:sp>
      <p:sp>
        <p:nvSpPr>
          <p:cNvPr id="8" name="Lost in the Middle">
            <a:extLst xmlns:a="http://schemas.openxmlformats.org/drawingml/2006/main">
              <a:ext uri="{FF2B5EF4-FFF2-40B4-BE49-F238E27FC236}">
                <a16:creationId xmlns:a16="http://schemas.microsoft.com/office/drawing/2014/main" id="{E606B1C7-F9E6-4933-97AA-82A88F09AA70}"/>
              </a:ext>
            </a:extLst>
          </p:cNvPr>
          <p:cNvSpPr>
            <a:spLocks xmlns:a="http://schemas.openxmlformats.org/drawingml/2006/main" noGrp="1"/>
          </p:cNvSpPr>
          <p:nvPr/>
        </p:nvSpPr>
        <p:spPr>
          <a:xfrm xmlns:a="http://schemas.openxmlformats.org/drawingml/2006/main">
            <a:off x="609600" y="2257425"/>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3D96B3F8-8F28-4086-8C36-A67096840A98}"/>
              </a:ext>
            </a:extLst>
          </p:cNvPr>
          <p:cNvSpPr>
            <a:spLocks xmlns:a="http://schemas.openxmlformats.org/drawingml/2006/main" noGrp="1"/>
          </p:cNvSpPr>
          <p:nvPr/>
        </p:nvSpPr>
        <p:spPr>
          <a:xfrm xmlns:a="http://schemas.openxmlformats.org/drawingml/2006/main">
            <a:off x="6705600" y="22574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문서 질문 답변 · 합성 key-value 검색">
            <a:extLst xmlns:a="http://schemas.openxmlformats.org/drawingml/2006/main">
              <a:ext uri="{FF2B5EF4-FFF2-40B4-BE49-F238E27FC236}">
                <a16:creationId xmlns:a16="http://schemas.microsoft.com/office/drawing/2014/main" id="{3C5A839A-2632-4D1E-9491-27E7B4A9E149}"/>
              </a:ext>
            </a:extLst>
          </p:cNvPr>
          <p:cNvSpPr>
            <a:spLocks xmlns:a="http://schemas.openxmlformats.org/drawingml/2006/main" noGrp="1"/>
          </p:cNvSpPr>
          <p:nvPr/>
        </p:nvSpPr>
        <p:spPr>
          <a:xfrm xmlns:a="http://schemas.openxmlformats.org/drawingml/2006/main">
            <a:off x="609600" y="2667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문서 질문 답변 · 합성 key-value 검색</a:t>
            </a:r>
          </a:p>
        </p:txBody>
      </p:sp>
      <p:sp>
        <p:nvSpPr>
          <p:cNvPr id="11" name="정답 근거의 위치만 바꿔 비교">
            <a:extLst xmlns:a="http://schemas.openxmlformats.org/drawingml/2006/main">
              <a:ext uri="{FF2B5EF4-FFF2-40B4-BE49-F238E27FC236}">
                <a16:creationId xmlns:a16="http://schemas.microsoft.com/office/drawing/2014/main" id="{9A08836A-E6AF-459C-BBC9-5E2FF25C14E7}"/>
              </a:ext>
            </a:extLst>
          </p:cNvPr>
          <p:cNvSpPr>
            <a:spLocks xmlns:a="http://schemas.openxmlformats.org/drawingml/2006/main" noGrp="1"/>
          </p:cNvSpPr>
          <p:nvPr/>
        </p:nvSpPr>
        <p:spPr>
          <a:xfrm xmlns:a="http://schemas.openxmlformats.org/drawingml/2006/main">
            <a:off x="609600" y="3009900"/>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정답 근거의 위치만 바꿔 비교</a:t>
            </a:r>
          </a:p>
        </p:txBody>
      </p:sp>
      <p:sp>
        <p:nvSpPr>
          <p:cNvPr id="12" name="앞">
            <a:extLst xmlns:a="http://schemas.openxmlformats.org/drawingml/2006/main">
              <a:ext uri="{FF2B5EF4-FFF2-40B4-BE49-F238E27FC236}">
                <a16:creationId xmlns:a16="http://schemas.microsoft.com/office/drawing/2014/main" id="{8FD8536A-D3F8-4FDF-93E4-B4E76A4FD48D}"/>
              </a:ext>
            </a:extLst>
          </p:cNvPr>
          <p:cNvSpPr>
            <a:spLocks xmlns:a="http://schemas.openxmlformats.org/drawingml/2006/main" noGrp="1"/>
          </p:cNvSpPr>
          <p:nvPr/>
        </p:nvSpPr>
        <p:spPr>
          <a:xfrm xmlns:a="http://schemas.openxmlformats.org/drawingml/2006/main">
            <a:off x="609600" y="33242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앞</a:t>
            </a:r>
          </a:p>
        </p:txBody>
      </p:sp>
      <p:sp>
        <p:nvSpPr>
          <p:cNvPr id="13" name="">
            <a:extLst xmlns:a="http://schemas.openxmlformats.org/drawingml/2006/main">
              <a:ext uri="{FF2B5EF4-FFF2-40B4-BE49-F238E27FC236}">
                <a16:creationId xmlns:a16="http://schemas.microsoft.com/office/drawing/2014/main" id="{8B0DED25-0BD6-477A-9781-08D3180FADBD}"/>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4" name="근거">
            <a:extLst xmlns:a="http://schemas.openxmlformats.org/drawingml/2006/main">
              <a:ext uri="{FF2B5EF4-FFF2-40B4-BE49-F238E27FC236}">
                <a16:creationId xmlns:a16="http://schemas.microsoft.com/office/drawing/2014/main" id="{88B0DD34-F4AF-4DEC-8688-CAB047C200EC}"/>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15" name="">
            <a:extLst xmlns:a="http://schemas.openxmlformats.org/drawingml/2006/main">
              <a:ext uri="{FF2B5EF4-FFF2-40B4-BE49-F238E27FC236}">
                <a16:creationId xmlns:a16="http://schemas.microsoft.com/office/drawing/2014/main" id="{60C5B52C-10DF-4AF3-97E9-712E4D5ED2F7}"/>
              </a:ext>
            </a:extLst>
          </p:cNvPr>
          <p:cNvSpPr>
            <a:spLocks xmlns:a="http://schemas.openxmlformats.org/drawingml/2006/main" noGrp="1"/>
          </p:cNvSpPr>
          <p:nvPr/>
        </p:nvSpPr>
        <p:spPr>
          <a:xfrm xmlns:a="http://schemas.openxmlformats.org/drawingml/2006/main">
            <a:off x="21717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E8F274C0-CE85-4F27-B23E-5340CB16FCD3}"/>
              </a:ext>
            </a:extLst>
          </p:cNvPr>
          <p:cNvSpPr>
            <a:spLocks xmlns:a="http://schemas.openxmlformats.org/drawingml/2006/main" noGrp="1"/>
          </p:cNvSpPr>
          <p:nvPr/>
        </p:nvSpPr>
        <p:spPr>
          <a:xfrm xmlns:a="http://schemas.openxmlformats.org/drawingml/2006/main">
            <a:off x="29908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E3C6C2DE-4464-42E7-B119-F326168539E2}"/>
              </a:ext>
            </a:extLst>
          </p:cNvPr>
          <p:cNvSpPr>
            <a:spLocks xmlns:a="http://schemas.openxmlformats.org/drawingml/2006/main" noGrp="1"/>
          </p:cNvSpPr>
          <p:nvPr/>
        </p:nvSpPr>
        <p:spPr>
          <a:xfrm xmlns:a="http://schemas.openxmlformats.org/drawingml/2006/main">
            <a:off x="38100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68DCDD28-0765-4926-B97A-FD5F5FDCDD7C}"/>
              </a:ext>
            </a:extLst>
          </p:cNvPr>
          <p:cNvSpPr>
            <a:spLocks xmlns:a="http://schemas.openxmlformats.org/drawingml/2006/main" noGrp="1"/>
          </p:cNvSpPr>
          <p:nvPr/>
        </p:nvSpPr>
        <p:spPr>
          <a:xfrm xmlns:a="http://schemas.openxmlformats.org/drawingml/2006/main">
            <a:off x="46291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중간">
            <a:extLst xmlns:a="http://schemas.openxmlformats.org/drawingml/2006/main">
              <a:ext uri="{FF2B5EF4-FFF2-40B4-BE49-F238E27FC236}">
                <a16:creationId xmlns:a16="http://schemas.microsoft.com/office/drawing/2014/main" id="{ABA9FE38-8ED3-4E3B-A1EF-3032B9C6F28F}"/>
              </a:ext>
            </a:extLst>
          </p:cNvPr>
          <p:cNvSpPr>
            <a:spLocks xmlns:a="http://schemas.openxmlformats.org/drawingml/2006/main" noGrp="1"/>
          </p:cNvSpPr>
          <p:nvPr/>
        </p:nvSpPr>
        <p:spPr>
          <a:xfrm xmlns:a="http://schemas.openxmlformats.org/drawingml/2006/main">
            <a:off x="609600" y="360997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중간</a:t>
            </a:r>
          </a:p>
        </p:txBody>
      </p:sp>
      <p:sp>
        <p:nvSpPr>
          <p:cNvPr id="20" name="">
            <a:extLst xmlns:a="http://schemas.openxmlformats.org/drawingml/2006/main">
              <a:ext uri="{FF2B5EF4-FFF2-40B4-BE49-F238E27FC236}">
                <a16:creationId xmlns:a16="http://schemas.microsoft.com/office/drawing/2014/main" id="{1A1132B1-F084-4702-9D31-121BB2716B3E}"/>
              </a:ext>
            </a:extLst>
          </p:cNvPr>
          <p:cNvSpPr>
            <a:spLocks xmlns:a="http://schemas.openxmlformats.org/drawingml/2006/main" noGrp="1"/>
          </p:cNvSpPr>
          <p:nvPr/>
        </p:nvSpPr>
        <p:spPr>
          <a:xfrm xmlns:a="http://schemas.openxmlformats.org/drawingml/2006/main">
            <a:off x="13525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2F95DC1D-FEBC-4C56-BC90-04890BE2E0F6}"/>
              </a:ext>
            </a:extLst>
          </p:cNvPr>
          <p:cNvSpPr>
            <a:spLocks xmlns:a="http://schemas.openxmlformats.org/drawingml/2006/main" noGrp="1"/>
          </p:cNvSpPr>
          <p:nvPr/>
        </p:nvSpPr>
        <p:spPr>
          <a:xfrm xmlns:a="http://schemas.openxmlformats.org/drawingml/2006/main">
            <a:off x="21717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8E02FB83-19AC-467E-8E5E-C0A064B95482}"/>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3" name="근거">
            <a:extLst xmlns:a="http://schemas.openxmlformats.org/drawingml/2006/main">
              <a:ext uri="{FF2B5EF4-FFF2-40B4-BE49-F238E27FC236}">
                <a16:creationId xmlns:a16="http://schemas.microsoft.com/office/drawing/2014/main" id="{551CF4B5-F645-443B-856E-9CC71A5452E2}"/>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24" name="">
            <a:extLst xmlns:a="http://schemas.openxmlformats.org/drawingml/2006/main">
              <a:ext uri="{FF2B5EF4-FFF2-40B4-BE49-F238E27FC236}">
                <a16:creationId xmlns:a16="http://schemas.microsoft.com/office/drawing/2014/main" id="{FAB0B550-76D9-4709-851D-CD4F645DF76A}"/>
              </a:ext>
            </a:extLst>
          </p:cNvPr>
          <p:cNvSpPr>
            <a:spLocks xmlns:a="http://schemas.openxmlformats.org/drawingml/2006/main" noGrp="1"/>
          </p:cNvSpPr>
          <p:nvPr/>
        </p:nvSpPr>
        <p:spPr>
          <a:xfrm xmlns:a="http://schemas.openxmlformats.org/drawingml/2006/main">
            <a:off x="38100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2C292C2-A602-409B-9A0C-4070E15C276B}"/>
              </a:ext>
            </a:extLst>
          </p:cNvPr>
          <p:cNvSpPr>
            <a:spLocks xmlns:a="http://schemas.openxmlformats.org/drawingml/2006/main" noGrp="1"/>
          </p:cNvSpPr>
          <p:nvPr/>
        </p:nvSpPr>
        <p:spPr>
          <a:xfrm xmlns:a="http://schemas.openxmlformats.org/drawingml/2006/main">
            <a:off x="46291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뒤">
            <a:extLst xmlns:a="http://schemas.openxmlformats.org/drawingml/2006/main">
              <a:ext uri="{FF2B5EF4-FFF2-40B4-BE49-F238E27FC236}">
                <a16:creationId xmlns:a16="http://schemas.microsoft.com/office/drawing/2014/main" id="{51BB9DCD-9DAE-4D27-AB5B-E6EEA5DDAB79}"/>
              </a:ext>
            </a:extLst>
          </p:cNvPr>
          <p:cNvSpPr>
            <a:spLocks xmlns:a="http://schemas.openxmlformats.org/drawingml/2006/main" noGrp="1"/>
          </p:cNvSpPr>
          <p:nvPr/>
        </p:nvSpPr>
        <p:spPr>
          <a:xfrm xmlns:a="http://schemas.openxmlformats.org/drawingml/2006/main">
            <a:off x="609600" y="38957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뒤</a:t>
            </a:r>
          </a:p>
        </p:txBody>
      </p:sp>
      <p:sp>
        <p:nvSpPr>
          <p:cNvPr id="27" name="">
            <a:extLst xmlns:a="http://schemas.openxmlformats.org/drawingml/2006/main">
              <a:ext uri="{FF2B5EF4-FFF2-40B4-BE49-F238E27FC236}">
                <a16:creationId xmlns:a16="http://schemas.microsoft.com/office/drawing/2014/main" id="{E41DA95B-E829-4D08-AB07-E0E2C6143E20}"/>
              </a:ext>
            </a:extLst>
          </p:cNvPr>
          <p:cNvSpPr>
            <a:spLocks xmlns:a="http://schemas.openxmlformats.org/drawingml/2006/main" noGrp="1"/>
          </p:cNvSpPr>
          <p:nvPr/>
        </p:nvSpPr>
        <p:spPr>
          <a:xfrm xmlns:a="http://schemas.openxmlformats.org/drawingml/2006/main">
            <a:off x="13525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D5157F71-505B-4F1E-8518-A84A2F7E2906}"/>
              </a:ext>
            </a:extLst>
          </p:cNvPr>
          <p:cNvSpPr>
            <a:spLocks xmlns:a="http://schemas.openxmlformats.org/drawingml/2006/main" noGrp="1"/>
          </p:cNvSpPr>
          <p:nvPr/>
        </p:nvSpPr>
        <p:spPr>
          <a:xfrm xmlns:a="http://schemas.openxmlformats.org/drawingml/2006/main">
            <a:off x="21717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4DEFBB74-E061-43AE-9B1C-14DC096EEB37}"/>
              </a:ext>
            </a:extLst>
          </p:cNvPr>
          <p:cNvSpPr>
            <a:spLocks xmlns:a="http://schemas.openxmlformats.org/drawingml/2006/main" noGrp="1"/>
          </p:cNvSpPr>
          <p:nvPr/>
        </p:nvSpPr>
        <p:spPr>
          <a:xfrm xmlns:a="http://schemas.openxmlformats.org/drawingml/2006/main">
            <a:off x="29908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
            <a:extLst xmlns:a="http://schemas.openxmlformats.org/drawingml/2006/main">
              <a:ext uri="{FF2B5EF4-FFF2-40B4-BE49-F238E27FC236}">
                <a16:creationId xmlns:a16="http://schemas.microsoft.com/office/drawing/2014/main" id="{A6531AF6-7E64-424B-99BC-A5EFAC104E22}"/>
              </a:ext>
            </a:extLst>
          </p:cNvPr>
          <p:cNvSpPr>
            <a:spLocks xmlns:a="http://schemas.openxmlformats.org/drawingml/2006/main" noGrp="1"/>
          </p:cNvSpPr>
          <p:nvPr/>
        </p:nvSpPr>
        <p:spPr>
          <a:xfrm xmlns:a="http://schemas.openxmlformats.org/drawingml/2006/main">
            <a:off x="38100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85ECBB4E-D11D-4C1B-A0B9-49A7C3AA6463}"/>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2" name="근거">
            <a:extLst xmlns:a="http://schemas.openxmlformats.org/drawingml/2006/main">
              <a:ext uri="{FF2B5EF4-FFF2-40B4-BE49-F238E27FC236}">
                <a16:creationId xmlns:a16="http://schemas.microsoft.com/office/drawing/2014/main" id="{5B47737C-4B69-4DE6-90E3-ED529408F743}"/>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33" name="50개 저장소 · 설명에 맞는 함수 찾기&#10;주 평가: 코드 입력 16K 토큰">
            <a:extLst xmlns:a="http://schemas.openxmlformats.org/drawingml/2006/main">
              <a:ext uri="{FF2B5EF4-FFF2-40B4-BE49-F238E27FC236}">
                <a16:creationId xmlns:a16="http://schemas.microsoft.com/office/drawing/2014/main" id="{61FBC2A3-B317-4599-9542-2C0D211266A0}"/>
              </a:ext>
            </a:extLst>
          </p:cNvPr>
          <p:cNvSpPr>
            <a:spLocks xmlns:a="http://schemas.openxmlformats.org/drawingml/2006/main" noGrp="1"/>
          </p:cNvSpPr>
          <p:nvPr/>
        </p:nvSpPr>
        <p:spPr>
          <a:xfrm xmlns:a="http://schemas.openxmlformats.org/drawingml/2006/main">
            <a:off x="6705600" y="2667000"/>
            <a:ext cx="4876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50개 저장소 · 설명에 맞는 함수 찾기</a:t>
            </a:r>
          </a:p>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주 평가: 코드 입력 16K 토큰</a:t>
            </a:r>
          </a:p>
        </p:txBody>
      </p:sp>
      <p:sp>
        <p:nvSpPr>
          <p:cNvPr id="34" name="">
            <a:extLst xmlns:a="http://schemas.openxmlformats.org/drawingml/2006/main">
              <a:ext uri="{FF2B5EF4-FFF2-40B4-BE49-F238E27FC236}">
                <a16:creationId xmlns:a16="http://schemas.microsoft.com/office/drawing/2014/main" id="{01C78335-B100-4482-898F-A865EB2FCC5C}"/>
              </a:ext>
            </a:extLst>
          </p:cNvPr>
          <p:cNvSpPr>
            <a:spLocks xmlns:a="http://schemas.openxmlformats.org/drawingml/2006/main" noGrp="1"/>
          </p:cNvSpPr>
          <p:nvPr/>
        </p:nvSpPr>
        <p:spPr>
          <a:xfrm xmlns:a="http://schemas.openxmlformats.org/drawingml/2006/main">
            <a:off x="6705600" y="3295650"/>
            <a:ext cx="13906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5" name="기능 설명&#10;+ 코드 입력">
            <a:extLst xmlns:a="http://schemas.openxmlformats.org/drawingml/2006/main">
              <a:ext uri="{FF2B5EF4-FFF2-40B4-BE49-F238E27FC236}">
                <a16:creationId xmlns:a16="http://schemas.microsoft.com/office/drawing/2014/main" id="{6656611A-1412-40B5-88B9-41B3BFA6CD7D}"/>
              </a:ext>
            </a:extLst>
          </p:cNvPr>
          <p:cNvSpPr>
            <a:spLocks xmlns:a="http://schemas.openxmlformats.org/drawingml/2006/main" noGrp="1"/>
          </p:cNvSpPr>
          <p:nvPr/>
        </p:nvSpPr>
        <p:spPr>
          <a:xfrm xmlns:a="http://schemas.openxmlformats.org/drawingml/2006/main">
            <a:off x="6781800" y="3419475"/>
            <a:ext cx="1238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기능 설명</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 코드 입력</a:t>
            </a:r>
          </a:p>
        </p:txBody>
      </p:sp>
      <p:sp>
        <p:nvSpPr>
          <p:cNvPr id="36" name="">
            <a:extLst xmlns:a="http://schemas.openxmlformats.org/drawingml/2006/main">
              <a:ext uri="{FF2B5EF4-FFF2-40B4-BE49-F238E27FC236}">
                <a16:creationId xmlns:a16="http://schemas.microsoft.com/office/drawing/2014/main" id="{42B1CF5B-24C4-4BA4-9A71-5CA482F60D73}"/>
              </a:ext>
            </a:extLst>
          </p:cNvPr>
          <p:cNvSpPr>
            <a:spLocks xmlns:a="http://schemas.openxmlformats.org/drawingml/2006/main" noGrp="1"/>
          </p:cNvSpPr>
          <p:nvPr/>
        </p:nvSpPr>
        <p:spPr>
          <a:xfrm xmlns:a="http://schemas.openxmlformats.org/drawingml/2006/main">
            <a:off x="82296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C91D7D18-E9F2-492A-B445-0D507A26FA4B}"/>
              </a:ext>
            </a:extLst>
          </p:cNvPr>
          <p:cNvSpPr>
            <a:spLocks xmlns:a="http://schemas.openxmlformats.org/drawingml/2006/main" noGrp="1"/>
          </p:cNvSpPr>
          <p:nvPr/>
        </p:nvSpPr>
        <p:spPr>
          <a:xfrm xmlns:a="http://schemas.openxmlformats.org/drawingml/2006/main">
            <a:off x="8553450" y="3295650"/>
            <a:ext cx="1276350" cy="838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8" name="함수 코드&#10;반환">
            <a:extLst xmlns:a="http://schemas.openxmlformats.org/drawingml/2006/main">
              <a:ext uri="{FF2B5EF4-FFF2-40B4-BE49-F238E27FC236}">
                <a16:creationId xmlns:a16="http://schemas.microsoft.com/office/drawing/2014/main" id="{55200644-46D1-4E6A-BBE5-B277C79D89F8}"/>
              </a:ext>
            </a:extLst>
          </p:cNvPr>
          <p:cNvSpPr>
            <a:spLocks xmlns:a="http://schemas.openxmlformats.org/drawingml/2006/main" noGrp="1"/>
          </p:cNvSpPr>
          <p:nvPr/>
        </p:nvSpPr>
        <p:spPr>
          <a:xfrm xmlns:a="http://schemas.openxmlformats.org/drawingml/2006/main">
            <a:off x="86106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함수 코드</a:t>
            </a:r>
          </a:p>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반환</a:t>
            </a:r>
          </a:p>
        </p:txBody>
      </p:sp>
      <p:sp>
        <p:nvSpPr>
          <p:cNvPr id="39" name="">
            <a:extLst xmlns:a="http://schemas.openxmlformats.org/drawingml/2006/main">
              <a:ext uri="{FF2B5EF4-FFF2-40B4-BE49-F238E27FC236}">
                <a16:creationId xmlns:a16="http://schemas.microsoft.com/office/drawing/2014/main" id="{6DB98B29-3DE9-4599-8B54-A0A26203C361}"/>
              </a:ext>
            </a:extLst>
          </p:cNvPr>
          <p:cNvSpPr>
            <a:spLocks xmlns:a="http://schemas.openxmlformats.org/drawingml/2006/main" noGrp="1"/>
          </p:cNvSpPr>
          <p:nvPr/>
        </p:nvSpPr>
        <p:spPr>
          <a:xfrm xmlns:a="http://schemas.openxmlformats.org/drawingml/2006/main">
            <a:off x="99822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653F46DF-3989-4138-9661-7AD2C97016D2}"/>
              </a:ext>
            </a:extLst>
          </p:cNvPr>
          <p:cNvSpPr>
            <a:spLocks xmlns:a="http://schemas.openxmlformats.org/drawingml/2006/main" noGrp="1"/>
          </p:cNvSpPr>
          <p:nvPr/>
        </p:nvSpPr>
        <p:spPr>
          <a:xfrm xmlns:a="http://schemas.openxmlformats.org/drawingml/2006/main">
            <a:off x="10306050" y="3295650"/>
            <a:ext cx="12763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41" name="정답 함수와&#10;유사도 비교">
            <a:extLst xmlns:a="http://schemas.openxmlformats.org/drawingml/2006/main">
              <a:ext uri="{FF2B5EF4-FFF2-40B4-BE49-F238E27FC236}">
                <a16:creationId xmlns:a16="http://schemas.microsoft.com/office/drawing/2014/main" id="{F9E826F1-DFEC-406C-BAC3-124DC45FEAD9}"/>
              </a:ext>
            </a:extLst>
          </p:cNvPr>
          <p:cNvSpPr>
            <a:spLocks xmlns:a="http://schemas.openxmlformats.org/drawingml/2006/main" noGrp="1"/>
          </p:cNvSpPr>
          <p:nvPr/>
        </p:nvSpPr>
        <p:spPr>
          <a:xfrm xmlns:a="http://schemas.openxmlformats.org/drawingml/2006/main">
            <a:off x="103632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정답 함수와</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유사도 비교</a:t>
            </a:r>
          </a:p>
        </p:txBody>
      </p:sp>
      <p:sp>
        <p:nvSpPr>
          <p:cNvPr id="42" name="일부 당시 모델·과제에서&#10;중간 근거에 대한 정답률 저하">
            <a:extLst xmlns:a="http://schemas.openxmlformats.org/drawingml/2006/main">
              <a:ext uri="{FF2B5EF4-FFF2-40B4-BE49-F238E27FC236}">
                <a16:creationId xmlns:a16="http://schemas.microsoft.com/office/drawing/2014/main" id="{D47AC495-2DDD-4691-BF54-8DD87AD49ABC}"/>
              </a:ext>
            </a:extLst>
          </p:cNvPr>
          <p:cNvSpPr>
            <a:spLocks xmlns:a="http://schemas.openxmlformats.org/drawingml/2006/main" noGrp="1"/>
          </p:cNvSpPr>
          <p:nvPr/>
        </p:nvSpPr>
        <p:spPr>
          <a:xfrm xmlns:a="http://schemas.openxmlformats.org/drawingml/2006/main">
            <a:off x="609600" y="4267200"/>
            <a:ext cx="5238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일부 당시 모델·과제에서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중간 근거에 대한 정답률 저하</a:t>
            </a:r>
          </a:p>
        </p:txBody>
      </p:sp>
      <p:sp>
        <p:nvSpPr>
          <p:cNvPr id="43" name="모델·언어별로&#10;함수 찾기 성능이 달랐음">
            <a:extLst xmlns:a="http://schemas.openxmlformats.org/drawingml/2006/main">
              <a:ext uri="{FF2B5EF4-FFF2-40B4-BE49-F238E27FC236}">
                <a16:creationId xmlns:a16="http://schemas.microsoft.com/office/drawing/2014/main" id="{14F3F0EE-6D6F-4B11-B864-874A7B23DF41}"/>
              </a:ext>
            </a:extLst>
          </p:cNvPr>
          <p:cNvSpPr>
            <a:spLocks xmlns:a="http://schemas.openxmlformats.org/drawingml/2006/main" noGrp="1"/>
          </p:cNvSpPr>
          <p:nvPr/>
        </p:nvSpPr>
        <p:spPr>
          <a:xfrm xmlns:a="http://schemas.openxmlformats.org/drawingml/2006/main">
            <a:off x="6705600" y="4267200"/>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모델·언어별로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함수 찾기 성능이 달랐음</a:t>
            </a:r>
          </a:p>
        </p:txBody>
      </p:sp>
      <p:sp>
        <p:nvSpPr>
          <p:cNvPr id="44" name="">
            <a:extLst xmlns:a="http://schemas.openxmlformats.org/drawingml/2006/main">
              <a:ext uri="{FF2B5EF4-FFF2-40B4-BE49-F238E27FC236}">
                <a16:creationId xmlns:a16="http://schemas.microsoft.com/office/drawing/2014/main" id="{472C22D8-7B05-46C7-9BB9-BA111065E7FE}"/>
              </a:ext>
            </a:extLst>
          </p:cNvPr>
          <p:cNvSpPr>
            <a:spLocks xmlns:a="http://schemas.openxmlformats.org/drawingml/2006/main" noGrp="1"/>
          </p:cNvSpPr>
          <p:nvPr/>
        </p:nvSpPr>
        <p:spPr>
          <a:xfrm xmlns:a="http://schemas.openxmlformats.org/drawingml/2006/main">
            <a:off x="609600" y="4962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5" name="업무에 적용할 질문">
            <a:extLst xmlns:a="http://schemas.openxmlformats.org/drawingml/2006/main">
              <a:ext uri="{FF2B5EF4-FFF2-40B4-BE49-F238E27FC236}">
                <a16:creationId xmlns:a16="http://schemas.microsoft.com/office/drawing/2014/main" id="{CD35490D-A69A-4C6E-863A-64FD08605344}"/>
              </a:ext>
            </a:extLst>
          </p:cNvPr>
          <p:cNvSpPr>
            <a:spLocks xmlns:a="http://schemas.openxmlformats.org/drawingml/2006/main" noGrp="1"/>
          </p:cNvSpPr>
          <p:nvPr/>
        </p:nvSpPr>
        <p:spPr>
          <a:xfrm xmlns:a="http://schemas.openxmlformats.org/drawingml/2006/main">
            <a:off x="609600" y="5038725"/>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업무에 적용할 질문</a:t>
            </a:r>
          </a:p>
        </p:txBody>
      </p:sp>
      <p:sp>
        <p:nvSpPr>
          <p:cNvPr id="46" name="필요한 근거를 실제로 찾아 활용했는지 작업별로 확인">
            <a:extLst xmlns:a="http://schemas.openxmlformats.org/drawingml/2006/main">
              <a:ext uri="{FF2B5EF4-FFF2-40B4-BE49-F238E27FC236}">
                <a16:creationId xmlns:a16="http://schemas.microsoft.com/office/drawing/2014/main" id="{9205A6E0-5DDF-4804-9B8B-20B4177DF589}"/>
              </a:ext>
            </a:extLst>
          </p:cNvPr>
          <p:cNvSpPr>
            <a:spLocks xmlns:a="http://schemas.openxmlformats.org/drawingml/2006/main" noGrp="1"/>
          </p:cNvSpPr>
          <p:nvPr/>
        </p:nvSpPr>
        <p:spPr>
          <a:xfrm xmlns:a="http://schemas.openxmlformats.org/drawingml/2006/main">
            <a:off x="3048000" y="5038725"/>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필요한 근거를 실제로 찾아 활용했는지 작업별로 확인</a:t>
            </a:r>
          </a:p>
        </p:txBody>
      </p:sp>
      <p:sp>
        <p:nvSpPr>
          <p:cNvPr id="47" name="이 연구만으론 미입증">
            <a:extLst xmlns:a="http://schemas.openxmlformats.org/drawingml/2006/main">
              <a:ext uri="{FF2B5EF4-FFF2-40B4-BE49-F238E27FC236}">
                <a16:creationId xmlns:a16="http://schemas.microsoft.com/office/drawing/2014/main" id="{40695B15-A565-4175-BE2C-486A61EA265A}"/>
              </a:ext>
            </a:extLst>
          </p:cNvPr>
          <p:cNvSpPr>
            <a:spLocks xmlns:a="http://schemas.openxmlformats.org/drawingml/2006/main" noGrp="1"/>
          </p:cNvSpPr>
          <p:nvPr/>
        </p:nvSpPr>
        <p:spPr>
          <a:xfrm xmlns:a="http://schemas.openxmlformats.org/drawingml/2006/main">
            <a:off x="609600" y="5391150"/>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이 연구만으론 미입증</a:t>
            </a:r>
          </a:p>
        </p:txBody>
      </p:sp>
      <p:sp>
        <p:nvSpPr>
          <p:cNvPr id="48" name="현재 Codex의 실패율·보편 한계·Routing 개선 효과">
            <a:extLst xmlns:a="http://schemas.openxmlformats.org/drawingml/2006/main">
              <a:ext uri="{FF2B5EF4-FFF2-40B4-BE49-F238E27FC236}">
                <a16:creationId xmlns:a16="http://schemas.microsoft.com/office/drawing/2014/main" id="{1B76B75E-7438-4911-9CDE-9296E0E1A600}"/>
              </a:ext>
            </a:extLst>
          </p:cNvPr>
          <p:cNvSpPr>
            <a:spLocks xmlns:a="http://schemas.openxmlformats.org/drawingml/2006/main" noGrp="1"/>
          </p:cNvSpPr>
          <p:nvPr/>
        </p:nvSpPr>
        <p:spPr>
          <a:xfrm xmlns:a="http://schemas.openxmlformats.org/drawingml/2006/main">
            <a:off x="3048000" y="5391150"/>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Codex의 실패율·보편 한계·Routing 개선 효과</a:t>
            </a:r>
          </a:p>
        </p:txBody>
      </p:sp>
      <p:sp>
        <p:nvSpPr>
          <p:cNvPr id="49" name="Legacy module connection">
            <a:extLst xmlns:a="http://schemas.openxmlformats.org/drawingml/2006/main">
              <a:ext uri="{FF2B5EF4-FFF2-40B4-BE49-F238E27FC236}">
                <a16:creationId xmlns:a16="http://schemas.microsoft.com/office/drawing/2014/main" id="{EC7EAE42-DC26-44BE-B859-28367795C3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2884759"/>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필요한 상세 정보의 탐색 경로">
            <a:extLst xmlns:a="http://schemas.openxmlformats.org/drawingml/2006/main">
              <a:ext uri="{FF2B5EF4-FFF2-40B4-BE49-F238E27FC236}">
                <a16:creationId xmlns:a16="http://schemas.microsoft.com/office/drawing/2014/main" id="{317342E4-B4B0-43AE-B6BA-C7D7A5DDBE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4B5BF43E-D886-43DC-BF03-7B127EC80C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2F502078-A0FA-452E-A2D5-76A650FCD3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6EEBA24E-58AA-47AF-AB01-1C1F710FC58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모델 · 저장된 명세 기반 재구성 · 실제 읽기 순서가 아님">
            <a:extLst xmlns:a="http://schemas.openxmlformats.org/drawingml/2006/main">
              <a:ext uri="{FF2B5EF4-FFF2-40B4-BE49-F238E27FC236}">
                <a16:creationId xmlns:a16="http://schemas.microsoft.com/office/drawing/2014/main" id="{A838AF2E-77A4-4E12-BA68-D01F55E0F7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모델 · 저장된 명세 기반 재구성 · 실제 읽기 순서가 아님</a:t>
            </a:r>
          </a:p>
        </p:txBody>
      </p:sp>
      <p:sp>
        <p:nvSpPr>
          <p:cNvPr id="6" name="자동 탐색 성공·성능 향상·토큰 절약을 입증한 그림이 아님">
            <a:extLst xmlns:a="http://schemas.openxmlformats.org/drawingml/2006/main">
              <a:ext uri="{FF2B5EF4-FFF2-40B4-BE49-F238E27FC236}">
                <a16:creationId xmlns:a16="http://schemas.microsoft.com/office/drawing/2014/main" id="{0E0ABCAC-144E-4412-B8C4-CC03400F06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 성공·성능 향상·토큰 절약을 입증한 그림이 아님</a:t>
            </a:r>
          </a:p>
        </p:txBody>
      </p:sp>
      <p:sp>
        <p:nvSpPr>
          <p:cNvPr id="7" name="필요한 근거까지 가는 길은 어디에 안내할까?">
            <a:extLst xmlns:a="http://schemas.openxmlformats.org/drawingml/2006/main">
              <a:ext uri="{FF2B5EF4-FFF2-40B4-BE49-F238E27FC236}">
                <a16:creationId xmlns:a16="http://schemas.microsoft.com/office/drawing/2014/main" id="{B3F44C90-774C-47D9-816D-70F3CB6EFDD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근거까지 가는 길은 어디에 안내할까?</a:t>
            </a:r>
          </a:p>
        </p:txBody>
      </p:sp>
      <p:sp>
        <p:nvSpPr>
          <p:cNvPr id="8" name="01  작업 요청">
            <a:extLst xmlns:a="http://schemas.openxmlformats.org/drawingml/2006/main">
              <a:ext uri="{FF2B5EF4-FFF2-40B4-BE49-F238E27FC236}">
                <a16:creationId xmlns:a16="http://schemas.microsoft.com/office/drawing/2014/main" id="{CEBCF7A6-E887-4EE6-AD0D-276F0FAA065F}"/>
              </a:ext>
            </a:extLst>
          </p:cNvPr>
          <p:cNvSpPr>
            <a:spLocks xmlns:a="http://schemas.openxmlformats.org/drawingml/2006/main" noGrp="1"/>
          </p:cNvSpPr>
          <p:nvPr/>
        </p:nvSpPr>
        <p:spPr>
          <a:xfrm xmlns:a="http://schemas.openxmlformats.org/drawingml/2006/main">
            <a:off x="609600" y="2438400"/>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작업 요청</a:t>
            </a:r>
          </a:p>
        </p:txBody>
      </p:sp>
      <p:sp>
        <p:nvSpPr>
          <p:cNvPr id="9" name="02  기본 안내">
            <a:extLst xmlns:a="http://schemas.openxmlformats.org/drawingml/2006/main">
              <a:ext uri="{FF2B5EF4-FFF2-40B4-BE49-F238E27FC236}">
                <a16:creationId xmlns:a16="http://schemas.microsoft.com/office/drawing/2014/main" id="{BFE969EA-BA8D-45EE-B47D-4109EB556890}"/>
              </a:ext>
            </a:extLst>
          </p:cNvPr>
          <p:cNvSpPr>
            <a:spLocks xmlns:a="http://schemas.openxmlformats.org/drawingml/2006/main" noGrp="1"/>
          </p:cNvSpPr>
          <p:nvPr/>
        </p:nvSpPr>
        <p:spPr>
          <a:xfrm xmlns:a="http://schemas.openxmlformats.org/drawingml/2006/main">
            <a:off x="4229100" y="2438400"/>
            <a:ext cx="3581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기본 안내</a:t>
            </a:r>
          </a:p>
        </p:txBody>
      </p:sp>
      <p:sp>
        <p:nvSpPr>
          <p:cNvPr id="10" name="03  관련 상세 문서">
            <a:extLst xmlns:a="http://schemas.openxmlformats.org/drawingml/2006/main">
              <a:ext uri="{FF2B5EF4-FFF2-40B4-BE49-F238E27FC236}">
                <a16:creationId xmlns:a16="http://schemas.microsoft.com/office/drawing/2014/main" id="{7C83AE26-618A-4E78-89D0-0C9CAB4FD5E6}"/>
              </a:ext>
            </a:extLst>
          </p:cNvPr>
          <p:cNvSpPr>
            <a:spLocks xmlns:a="http://schemas.openxmlformats.org/drawingml/2006/main" noGrp="1"/>
          </p:cNvSpPr>
          <p:nvPr/>
        </p:nvSpPr>
        <p:spPr>
          <a:xfrm xmlns:a="http://schemas.openxmlformats.org/drawingml/2006/main">
            <a:off x="8572500" y="2438400"/>
            <a:ext cx="3009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관련 상세 문서</a:t>
            </a:r>
          </a:p>
        </p:txBody>
      </p:sp>
      <p:sp>
        <p:nvSpPr>
          <p:cNvPr id="11" name="">
            <a:extLst xmlns:a="http://schemas.openxmlformats.org/drawingml/2006/main">
              <a:ext uri="{FF2B5EF4-FFF2-40B4-BE49-F238E27FC236}">
                <a16:creationId xmlns:a16="http://schemas.microsoft.com/office/drawing/2014/main" id="{54498DC4-39AA-4555-BE59-D732392881C9}"/>
              </a:ext>
            </a:extLst>
          </p:cNvPr>
          <p:cNvSpPr>
            <a:spLocks xmlns:a="http://schemas.openxmlformats.org/drawingml/2006/main" noGrp="1"/>
          </p:cNvSpPr>
          <p:nvPr/>
        </p:nvSpPr>
        <p:spPr>
          <a:xfrm xmlns:a="http://schemas.openxmlformats.org/drawingml/2006/main">
            <a:off x="609600" y="2876550"/>
            <a:ext cx="28575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crop 끝 좌표가&#10;포함되는지&#10;명세를 확인해줘.">
            <a:extLst xmlns:a="http://schemas.openxmlformats.org/drawingml/2006/main">
              <a:ext uri="{FF2B5EF4-FFF2-40B4-BE49-F238E27FC236}">
                <a16:creationId xmlns:a16="http://schemas.microsoft.com/office/drawing/2014/main" id="{05F7DA6F-5BB0-4DB7-872D-ACAC57DAA70C}"/>
              </a:ext>
            </a:extLst>
          </p:cNvPr>
          <p:cNvSpPr>
            <a:spLocks xmlns:a="http://schemas.openxmlformats.org/drawingml/2006/main" noGrp="1"/>
          </p:cNvSpPr>
          <p:nvPr/>
        </p:nvSpPr>
        <p:spPr>
          <a:xfrm xmlns:a="http://schemas.openxmlformats.org/drawingml/2006/main">
            <a:off x="800100" y="3105150"/>
            <a:ext cx="2476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crop 끝 좌표가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포함되는지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명세를 확인해줘.</a:t>
            </a:r>
          </a:p>
        </p:txBody>
      </p:sp>
      <p:sp>
        <p:nvSpPr>
          <p:cNvPr id="13" name="지금 해결할 질문">
            <a:extLst xmlns:a="http://schemas.openxmlformats.org/drawingml/2006/main">
              <a:ext uri="{FF2B5EF4-FFF2-40B4-BE49-F238E27FC236}">
                <a16:creationId xmlns:a16="http://schemas.microsoft.com/office/drawing/2014/main" id="{58E56507-75A0-4656-AEA1-3670AFFCE5E6}"/>
              </a:ext>
            </a:extLst>
          </p:cNvPr>
          <p:cNvSpPr>
            <a:spLocks xmlns:a="http://schemas.openxmlformats.org/drawingml/2006/main" noGrp="1"/>
          </p:cNvSpPr>
          <p:nvPr/>
        </p:nvSpPr>
        <p:spPr>
          <a:xfrm xmlns:a="http://schemas.openxmlformats.org/drawingml/2006/main">
            <a:off x="800100" y="449580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지금 해결할 질문</a:t>
            </a:r>
          </a:p>
        </p:txBody>
      </p:sp>
      <p:sp>
        <p:nvSpPr>
          <p:cNvPr id="14" name="">
            <a:extLst xmlns:a="http://schemas.openxmlformats.org/drawingml/2006/main">
              <a:ext uri="{FF2B5EF4-FFF2-40B4-BE49-F238E27FC236}">
                <a16:creationId xmlns:a16="http://schemas.microsoft.com/office/drawing/2014/main" id="{590AF89E-CA87-4251-AB49-3E954A7ED00A}"/>
              </a:ext>
            </a:extLst>
          </p:cNvPr>
          <p:cNvSpPr>
            <a:spLocks xmlns:a="http://schemas.openxmlformats.org/drawingml/2006/main" noGrp="1"/>
          </p:cNvSpPr>
          <p:nvPr/>
        </p:nvSpPr>
        <p:spPr>
          <a:xfrm xmlns:a="http://schemas.openxmlformats.org/drawingml/2006/main">
            <a:off x="36766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3526275-AD8E-42FF-A966-8301388DB4EB}"/>
              </a:ext>
            </a:extLst>
          </p:cNvPr>
          <p:cNvSpPr>
            <a:spLocks xmlns:a="http://schemas.openxmlformats.org/drawingml/2006/main" noGrp="1"/>
          </p:cNvSpPr>
          <p:nvPr/>
        </p:nvSpPr>
        <p:spPr>
          <a:xfrm xmlns:a="http://schemas.openxmlformats.org/drawingml/2006/main">
            <a:off x="4229100" y="2876550"/>
            <a:ext cx="3581400" cy="20383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6" name="AGENTS.md">
            <a:extLst xmlns:a="http://schemas.openxmlformats.org/drawingml/2006/main">
              <a:ext uri="{FF2B5EF4-FFF2-40B4-BE49-F238E27FC236}">
                <a16:creationId xmlns:a16="http://schemas.microsoft.com/office/drawing/2014/main" id="{7579DFDA-5000-4673-988B-F707607BDF44}"/>
              </a:ext>
            </a:extLst>
          </p:cNvPr>
          <p:cNvSpPr>
            <a:spLocks xmlns:a="http://schemas.openxmlformats.org/drawingml/2006/main" noGrp="1"/>
          </p:cNvSpPr>
          <p:nvPr/>
        </p:nvSpPr>
        <p:spPr>
          <a:xfrm xmlns:a="http://schemas.openxmlformats.org/drawingml/2006/main">
            <a:off x="4438650" y="3019425"/>
            <a:ext cx="316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7" name="이미지 동작 · crop →">
            <a:extLst xmlns:a="http://schemas.openxmlformats.org/drawingml/2006/main">
              <a:ext uri="{FF2B5EF4-FFF2-40B4-BE49-F238E27FC236}">
                <a16:creationId xmlns:a16="http://schemas.microsoft.com/office/drawing/2014/main" id="{EC9E577F-72D9-4381-8E1A-851545E240D1}"/>
              </a:ext>
            </a:extLst>
          </p:cNvPr>
          <p:cNvSpPr>
            <a:spLocks xmlns:a="http://schemas.openxmlformats.org/drawingml/2006/main" noGrp="1"/>
          </p:cNvSpPr>
          <p:nvPr/>
        </p:nvSpPr>
        <p:spPr>
          <a:xfrm xmlns:a="http://schemas.openxmlformats.org/drawingml/2006/main">
            <a:off x="4438650" y="3552825"/>
            <a:ext cx="31623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동작 · crop →</a:t>
            </a:r>
          </a:p>
        </p:txBody>
      </p:sp>
      <p:sp>
        <p:nvSpPr>
          <p:cNvPr id="18" name="docs/image-contracts.md">
            <a:extLst xmlns:a="http://schemas.openxmlformats.org/drawingml/2006/main">
              <a:ext uri="{FF2B5EF4-FFF2-40B4-BE49-F238E27FC236}">
                <a16:creationId xmlns:a16="http://schemas.microsoft.com/office/drawing/2014/main" id="{AD38144E-E302-41F3-BD4B-2766DB1246EA}"/>
              </a:ext>
            </a:extLst>
          </p:cNvPr>
          <p:cNvSpPr>
            <a:spLocks xmlns:a="http://schemas.openxmlformats.org/drawingml/2006/main" noGrp="1"/>
          </p:cNvSpPr>
          <p:nvPr/>
        </p:nvSpPr>
        <p:spPr>
          <a:xfrm xmlns:a="http://schemas.openxmlformats.org/drawingml/2006/main">
            <a:off x="443865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9" name="관련 상세의 위치 안내">
            <a:extLst xmlns:a="http://schemas.openxmlformats.org/drawingml/2006/main">
              <a:ext uri="{FF2B5EF4-FFF2-40B4-BE49-F238E27FC236}">
                <a16:creationId xmlns:a16="http://schemas.microsoft.com/office/drawing/2014/main" id="{8AB0FA92-19D3-4633-A544-B17D18652174}"/>
              </a:ext>
            </a:extLst>
          </p:cNvPr>
          <p:cNvSpPr>
            <a:spLocks xmlns:a="http://schemas.openxmlformats.org/drawingml/2006/main" noGrp="1"/>
          </p:cNvSpPr>
          <p:nvPr/>
        </p:nvSpPr>
        <p:spPr>
          <a:xfrm xmlns:a="http://schemas.openxmlformats.org/drawingml/2006/main">
            <a:off x="4438650" y="4495800"/>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관련 상세의 위치 안내</a:t>
            </a:r>
          </a:p>
        </p:txBody>
      </p:sp>
      <p:sp>
        <p:nvSpPr>
          <p:cNvPr id="20" name="">
            <a:extLst xmlns:a="http://schemas.openxmlformats.org/drawingml/2006/main">
              <a:ext uri="{FF2B5EF4-FFF2-40B4-BE49-F238E27FC236}">
                <a16:creationId xmlns:a16="http://schemas.microsoft.com/office/drawing/2014/main" id="{37430930-90DF-45E2-BD57-9333464F0F0C}"/>
              </a:ext>
            </a:extLst>
          </p:cNvPr>
          <p:cNvSpPr>
            <a:spLocks xmlns:a="http://schemas.openxmlformats.org/drawingml/2006/main" noGrp="1"/>
          </p:cNvSpPr>
          <p:nvPr/>
        </p:nvSpPr>
        <p:spPr>
          <a:xfrm xmlns:a="http://schemas.openxmlformats.org/drawingml/2006/main">
            <a:off x="80200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9A7A4A6-191B-416E-83BF-84EABC938C5C}"/>
              </a:ext>
            </a:extLst>
          </p:cNvPr>
          <p:cNvSpPr>
            <a:spLocks xmlns:a="http://schemas.openxmlformats.org/drawingml/2006/main" noGrp="1"/>
          </p:cNvSpPr>
          <p:nvPr/>
        </p:nvSpPr>
        <p:spPr>
          <a:xfrm xmlns:a="http://schemas.openxmlformats.org/drawingml/2006/main">
            <a:off x="8572500" y="2876550"/>
            <a:ext cx="30099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10;image-contracts.md">
            <a:extLst xmlns:a="http://schemas.openxmlformats.org/drawingml/2006/main">
              <a:ext uri="{FF2B5EF4-FFF2-40B4-BE49-F238E27FC236}">
                <a16:creationId xmlns:a16="http://schemas.microsoft.com/office/drawing/2014/main" id="{8E5576D4-5115-417C-A066-993172C0264E}"/>
              </a:ext>
            </a:extLst>
          </p:cNvPr>
          <p:cNvSpPr>
            <a:spLocks xmlns:a="http://schemas.openxmlformats.org/drawingml/2006/main" noGrp="1"/>
          </p:cNvSpPr>
          <p:nvPr/>
        </p:nvSpPr>
        <p:spPr>
          <a:xfrm xmlns:a="http://schemas.openxmlformats.org/drawingml/2006/main">
            <a:off x="8763000" y="3019425"/>
            <a:ext cx="2628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t>
            </a:r>
          </a:p>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image-contracts.md</a:t>
            </a:r>
          </a:p>
        </p:txBody>
      </p:sp>
      <p:sp>
        <p:nvSpPr>
          <p:cNvPr id="23" name="crop 좌표 명세">
            <a:extLst xmlns:a="http://schemas.openxmlformats.org/drawingml/2006/main">
              <a:ext uri="{FF2B5EF4-FFF2-40B4-BE49-F238E27FC236}">
                <a16:creationId xmlns:a16="http://schemas.microsoft.com/office/drawing/2014/main" id="{CD625C34-78DA-4F6F-8FD3-14D6FFFF4F3F}"/>
              </a:ext>
            </a:extLst>
          </p:cNvPr>
          <p:cNvSpPr>
            <a:spLocks xmlns:a="http://schemas.openxmlformats.org/drawingml/2006/main" noGrp="1"/>
          </p:cNvSpPr>
          <p:nvPr/>
        </p:nvSpPr>
        <p:spPr>
          <a:xfrm xmlns:a="http://schemas.openxmlformats.org/drawingml/2006/main">
            <a:off x="8763000" y="3733800"/>
            <a:ext cx="2628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좌표 명세</a:t>
            </a:r>
          </a:p>
        </p:txBody>
      </p:sp>
      <p:sp>
        <p:nvSpPr>
          <p:cNvPr id="24" name="[x_start, x_end)">
            <a:extLst xmlns:a="http://schemas.openxmlformats.org/drawingml/2006/main">
              <a:ext uri="{FF2B5EF4-FFF2-40B4-BE49-F238E27FC236}">
                <a16:creationId xmlns:a16="http://schemas.microsoft.com/office/drawing/2014/main" id="{F2348A91-C18E-4A74-B0BD-15770A354EF7}"/>
              </a:ext>
            </a:extLst>
          </p:cNvPr>
          <p:cNvSpPr>
            <a:spLocks xmlns:a="http://schemas.openxmlformats.org/drawingml/2006/main" noGrp="1"/>
          </p:cNvSpPr>
          <p:nvPr/>
        </p:nvSpPr>
        <p:spPr>
          <a:xfrm xmlns:a="http://schemas.openxmlformats.org/drawingml/2006/main">
            <a:off x="8763000" y="417195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5" name="시작 포함 · 끝 제외">
            <a:extLst xmlns:a="http://schemas.openxmlformats.org/drawingml/2006/main">
              <a:ext uri="{FF2B5EF4-FFF2-40B4-BE49-F238E27FC236}">
                <a16:creationId xmlns:a16="http://schemas.microsoft.com/office/drawing/2014/main" id="{D4DBE111-10C1-4635-BCBB-D2DA271E545A}"/>
              </a:ext>
            </a:extLst>
          </p:cNvPr>
          <p:cNvSpPr>
            <a:spLocks xmlns:a="http://schemas.openxmlformats.org/drawingml/2006/main" noGrp="1"/>
          </p:cNvSpPr>
          <p:nvPr/>
        </p:nvSpPr>
        <p:spPr>
          <a:xfrm xmlns:a="http://schemas.openxmlformats.org/drawingml/2006/main">
            <a:off x="8763000" y="4552950"/>
            <a:ext cx="2628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시작 포함 · 끝 제외</a:t>
            </a:r>
          </a:p>
        </p:txBody>
      </p:sp>
      <p:sp>
        <p:nvSpPr>
          <p:cNvPr id="26" name="AGENTS.md가 필요한 상세 문서의 위치를 안내한다">
            <a:extLst xmlns:a="http://schemas.openxmlformats.org/drawingml/2006/main">
              <a:ext uri="{FF2B5EF4-FFF2-40B4-BE49-F238E27FC236}">
                <a16:creationId xmlns:a16="http://schemas.microsoft.com/office/drawing/2014/main" id="{D2AC2810-CA3A-46E0-BD44-3ABB00E9F2B9}"/>
              </a:ext>
            </a:extLst>
          </p:cNvPr>
          <p:cNvSpPr>
            <a:spLocks xmlns:a="http://schemas.openxmlformats.org/drawingml/2006/main" noGrp="1"/>
          </p:cNvSpPr>
          <p:nvPr/>
        </p:nvSpPr>
        <p:spPr>
          <a:xfrm xmlns:a="http://schemas.openxmlformats.org/drawingml/2006/main">
            <a:off x="609600" y="50673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AGENTS.md가 필요한 상세 문서의 위치를 안내한다</a:t>
            </a:r>
          </a:p>
        </p:txBody>
      </p:sp>
      <p:sp>
        <p:nvSpPr>
          <p:cNvPr id="27" name="C++도 같은 흐름: 공통 제약 확인 → 해당 알고리즘 명세">
            <a:extLst xmlns:a="http://schemas.openxmlformats.org/drawingml/2006/main">
              <a:ext uri="{FF2B5EF4-FFF2-40B4-BE49-F238E27FC236}">
                <a16:creationId xmlns:a16="http://schemas.microsoft.com/office/drawing/2014/main" id="{07D244DD-C7EC-4195-8CFE-A3366832F50B}"/>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C++도 같은 흐름: 공통 제약 확인 → 해당 알고리즘 명세</a:t>
            </a:r>
          </a:p>
        </p:txBody>
      </p:sp>
      <p:sp>
        <p:nvSpPr>
          <p:cNvPr id="28" name="Legacy module connection">
            <a:extLst xmlns:a="http://schemas.openxmlformats.org/drawingml/2006/main">
              <a:ext uri="{FF2B5EF4-FFF2-40B4-BE49-F238E27FC236}">
                <a16:creationId xmlns:a16="http://schemas.microsoft.com/office/drawing/2014/main" id="{9294F738-C06C-434E-876C-E182F0D329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94774385"/>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기본 안내와 작업별 상세">
            <a:extLst xmlns:a="http://schemas.openxmlformats.org/drawingml/2006/main">
              <a:ext uri="{FF2B5EF4-FFF2-40B4-BE49-F238E27FC236}">
                <a16:creationId xmlns:a16="http://schemas.microsoft.com/office/drawing/2014/main" id="{68B3F6FB-2F72-470E-BBBB-5778A956C6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기본 안내와 작업별 상세</a:t>
            </a:r>
          </a:p>
        </p:txBody>
      </p:sp>
      <p:sp>
        <p:nvSpPr>
          <p:cNvPr id="2" name="S41">
            <a:extLst xmlns:a="http://schemas.openxmlformats.org/drawingml/2006/main">
              <a:ext uri="{FF2B5EF4-FFF2-40B4-BE49-F238E27FC236}">
                <a16:creationId xmlns:a16="http://schemas.microsoft.com/office/drawing/2014/main" id="{A5D631A9-6357-401A-9A18-C951C12C42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에는 무엇을 남길까?">
            <a:extLst xmlns:a="http://schemas.openxmlformats.org/drawingml/2006/main">
              <a:ext uri="{FF2B5EF4-FFF2-40B4-BE49-F238E27FC236}">
                <a16:creationId xmlns:a16="http://schemas.microsoft.com/office/drawing/2014/main" id="{9879D3A7-CDE6-425F-BF39-84BF0CEE2A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B4789481-5D45-45FF-B149-AA2792D3F1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배치 모델 · 보존된 문서의 요약 · 실제 자동 로딩 결과가 아님">
            <a:extLst xmlns:a="http://schemas.openxmlformats.org/drawingml/2006/main">
              <a:ext uri="{FF2B5EF4-FFF2-40B4-BE49-F238E27FC236}">
                <a16:creationId xmlns:a16="http://schemas.microsoft.com/office/drawing/2014/main" id="{53DF2832-6FFC-4A01-98A9-3C8B373BA0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배치 모델 · 보존된 문서의 요약 · 실제 자동 로딩 결과가 아님</a:t>
            </a:r>
          </a:p>
        </p:txBody>
      </p:sp>
      <p:sp>
        <p:nvSpPr>
          <p:cNvPr id="6" name="상세 정보 접근·성능 향상·토큰 절약을 이 그림으로 검증하지 않음">
            <a:extLst xmlns:a="http://schemas.openxmlformats.org/drawingml/2006/main">
              <a:ext uri="{FF2B5EF4-FFF2-40B4-BE49-F238E27FC236}">
                <a16:creationId xmlns:a16="http://schemas.microsoft.com/office/drawing/2014/main" id="{751A2C43-DAB0-4541-9D28-B15EF20007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상세 정보 접근·성능 향상·토큰 절약을 이 그림으로 검증하지 않음</a:t>
            </a:r>
          </a:p>
        </p:txBody>
      </p:sp>
      <p:sp>
        <p:nvSpPr>
          <p:cNvPr id="7" name="여러 작업에 공통인가, 특정 작업의 상세인가?">
            <a:extLst xmlns:a="http://schemas.openxmlformats.org/drawingml/2006/main">
              <a:ext uri="{FF2B5EF4-FFF2-40B4-BE49-F238E27FC236}">
                <a16:creationId xmlns:a16="http://schemas.microsoft.com/office/drawing/2014/main" id="{95655FA4-3100-4914-9BC2-FE41C3455C5C}"/>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여러 작업에 공통인가, 특정 작업의 상세인가?</a:t>
            </a:r>
          </a:p>
        </p:txBody>
      </p:sp>
      <p:sp>
        <p:nvSpPr>
          <p:cNvPr id="8" name="항상 남길 기본 안내">
            <a:extLst xmlns:a="http://schemas.openxmlformats.org/drawingml/2006/main">
              <a:ext uri="{FF2B5EF4-FFF2-40B4-BE49-F238E27FC236}">
                <a16:creationId xmlns:a16="http://schemas.microsoft.com/office/drawing/2014/main" id="{A038A330-3906-48ED-9144-B9E4054A0B35}"/>
              </a:ext>
            </a:extLst>
          </p:cNvPr>
          <p:cNvSpPr>
            <a:spLocks xmlns:a="http://schemas.openxmlformats.org/drawingml/2006/main" noGrp="1"/>
          </p:cNvSpPr>
          <p:nvPr/>
        </p:nvSpPr>
        <p:spPr>
          <a:xfrm xmlns:a="http://schemas.openxmlformats.org/drawingml/2006/main">
            <a:off x="609600" y="2381250"/>
            <a:ext cx="4857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항상 남길 기본 안내</a:t>
            </a:r>
          </a:p>
        </p:txBody>
      </p:sp>
      <p:sp>
        <p:nvSpPr>
          <p:cNvPr id="9" name="관련 작업에서 확인할 상세">
            <a:extLst xmlns:a="http://schemas.openxmlformats.org/drawingml/2006/main">
              <a:ext uri="{FF2B5EF4-FFF2-40B4-BE49-F238E27FC236}">
                <a16:creationId xmlns:a16="http://schemas.microsoft.com/office/drawing/2014/main" id="{2C972BA5-2608-4429-AE42-9096D2608B56}"/>
              </a:ext>
            </a:extLst>
          </p:cNvPr>
          <p:cNvSpPr>
            <a:spLocks xmlns:a="http://schemas.openxmlformats.org/drawingml/2006/main" noGrp="1"/>
          </p:cNvSpPr>
          <p:nvPr/>
        </p:nvSpPr>
        <p:spPr>
          <a:xfrm xmlns:a="http://schemas.openxmlformats.org/drawingml/2006/main">
            <a:off x="6419850" y="2381250"/>
            <a:ext cx="516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작업에서 확인할 상세</a:t>
            </a:r>
          </a:p>
        </p:txBody>
      </p:sp>
      <p:sp>
        <p:nvSpPr>
          <p:cNvPr id="10" name="">
            <a:extLst xmlns:a="http://schemas.openxmlformats.org/drawingml/2006/main">
              <a:ext uri="{FF2B5EF4-FFF2-40B4-BE49-F238E27FC236}">
                <a16:creationId xmlns:a16="http://schemas.microsoft.com/office/drawing/2014/main" id="{238374E2-CE76-4FCF-9503-C9C67B03380A}"/>
              </a:ext>
            </a:extLst>
          </p:cNvPr>
          <p:cNvSpPr>
            <a:spLocks xmlns:a="http://schemas.openxmlformats.org/drawingml/2006/main" noGrp="1"/>
          </p:cNvSpPr>
          <p:nvPr/>
        </p:nvSpPr>
        <p:spPr>
          <a:xfrm xmlns:a="http://schemas.openxmlformats.org/drawingml/2006/main">
            <a:off x="609600" y="2819400"/>
            <a:ext cx="4857750" cy="21907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1" name="AGENTS.md">
            <a:extLst xmlns:a="http://schemas.openxmlformats.org/drawingml/2006/main">
              <a:ext uri="{FF2B5EF4-FFF2-40B4-BE49-F238E27FC236}">
                <a16:creationId xmlns:a16="http://schemas.microsoft.com/office/drawing/2014/main" id="{D3ED3B03-E05C-4862-830F-A78FB24DC18C}"/>
              </a:ext>
            </a:extLst>
          </p:cNvPr>
          <p:cNvSpPr>
            <a:spLocks xmlns:a="http://schemas.openxmlformats.org/drawingml/2006/main" noGrp="1"/>
          </p:cNvSpPr>
          <p:nvPr/>
        </p:nvSpPr>
        <p:spPr>
          <a:xfrm xmlns:a="http://schemas.openxmlformats.org/drawingml/2006/main">
            <a:off x="838200" y="2924175"/>
            <a:ext cx="4400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Consolas"/>
                <a:ea typeface="Consolas"/>
                <a:cs typeface="Consolas"/>
              </a:defRPr>
            </a:defPPr>
            <a:lvl1pPr algn="l">
              <a:defRPr sz="2250" b="1">
                <a:solidFill>
                  <a:srgbClr val="0B6172"/>
                </a:solidFill>
                <a:latin typeface="Consolas"/>
                <a:ea typeface="Consolas"/>
                <a:cs typeface="Consolas"/>
              </a:defRPr>
            </a:lvl1pPr>
            <a:lvl2pPr algn="l">
              <a:defRPr sz="2250" b="1">
                <a:solidFill>
                  <a:srgbClr val="0B6172"/>
                </a:solidFill>
                <a:latin typeface="Consolas"/>
                <a:ea typeface="Consolas"/>
                <a:cs typeface="Consolas"/>
              </a:defRPr>
            </a:lvl2pPr>
            <a:lvl3pPr algn="l">
              <a:defRPr sz="2250" b="1">
                <a:solidFill>
                  <a:srgbClr val="0B6172"/>
                </a:solidFill>
                <a:latin typeface="Consolas"/>
                <a:ea typeface="Consolas"/>
                <a:cs typeface="Consolas"/>
              </a:defRPr>
            </a:lvl3pPr>
            <a:lvl4pPr algn="l">
              <a:defRPr sz="2250" b="1">
                <a:solidFill>
                  <a:srgbClr val="0B6172"/>
                </a:solidFill>
                <a:latin typeface="Consolas"/>
                <a:ea typeface="Consolas"/>
                <a:cs typeface="Consolas"/>
              </a:defRPr>
            </a:lvl4pPr>
            <a:lvl5pPr algn="l">
              <a:defRPr sz="2250" b="1">
                <a:solidFill>
                  <a:srgbClr val="0B6172"/>
                </a:solidFill>
                <a:latin typeface="Consolas"/>
                <a:ea typeface="Consolas"/>
                <a:cs typeface="Consolas"/>
              </a:defRPr>
            </a:lvl5pPr>
            <a:lvl6pPr algn="l">
              <a:defRPr sz="2250" b="1">
                <a:solidFill>
                  <a:srgbClr val="0B6172"/>
                </a:solidFill>
                <a:latin typeface="Consolas"/>
                <a:ea typeface="Consolas"/>
                <a:cs typeface="Consolas"/>
              </a:defRPr>
            </a:lvl6pPr>
            <a:lvl7pPr algn="l">
              <a:defRPr sz="2250" b="1">
                <a:solidFill>
                  <a:srgbClr val="0B6172"/>
                </a:solidFill>
                <a:latin typeface="Consolas"/>
                <a:ea typeface="Consolas"/>
                <a:cs typeface="Consolas"/>
              </a:defRPr>
            </a:lvl7pPr>
            <a:lvl8pPr algn="l">
              <a:defRPr sz="2250" b="1">
                <a:solidFill>
                  <a:srgbClr val="0B6172"/>
                </a:solidFill>
                <a:latin typeface="Consolas"/>
                <a:ea typeface="Consolas"/>
                <a:cs typeface="Consolas"/>
              </a:defRPr>
            </a:lvl8pPr>
            <a:lvl9pPr algn="l">
              <a:defRPr sz="2250" b="1">
                <a:solidFill>
                  <a:srgbClr val="0B6172"/>
                </a:solidFill>
                <a:latin typeface="Consolas"/>
                <a:ea typeface="Consolas"/>
                <a:cs typeface="Consolas"/>
              </a:defRPr>
            </a:lvl9pPr>
          </a:lstStyle>
          <a:p xmlns:a="http://schemas.openxmlformats.org/drawingml/2006/main">
            <a:pPr algn="l">
              <a:defRPr sz="2250" b="1">
                <a:solidFill>
                  <a:srgbClr val="0B6172"/>
                </a:solidFill>
                <a:latin typeface="Consolas"/>
                <a:ea typeface="Consolas"/>
                <a:cs typeface="Consolas"/>
              </a:defRPr>
            </a:pPr>
            <a:r>
              <a:rPr sz="2250" b="1">
                <a:solidFill>
                  <a:srgbClr val="0B6172"/>
                </a:solidFill>
                <a:latin typeface="Consolas"/>
                <a:ea typeface="Consolas"/>
                <a:cs typeface="Consolas"/>
              </a:rPr>
              <a:t>AGENTS.md</a:t>
            </a:r>
          </a:p>
        </p:txBody>
      </p:sp>
      <p:sp>
        <p:nvSpPr>
          <p:cNvPr id="12" name="목적">
            <a:extLst xmlns:a="http://schemas.openxmlformats.org/drawingml/2006/main">
              <a:ext uri="{FF2B5EF4-FFF2-40B4-BE49-F238E27FC236}">
                <a16:creationId xmlns:a16="http://schemas.microsoft.com/office/drawing/2014/main" id="{994BAE28-62DC-43DB-BDCD-56D56F979D0A}"/>
              </a:ext>
            </a:extLst>
          </p:cNvPr>
          <p:cNvSpPr>
            <a:spLocks xmlns:a="http://schemas.openxmlformats.org/drawingml/2006/main" noGrp="1"/>
          </p:cNvSpPr>
          <p:nvPr/>
        </p:nvSpPr>
        <p:spPr>
          <a:xfrm xmlns:a="http://schemas.openxmlformats.org/drawingml/2006/main">
            <a:off x="838200" y="34480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목적</a:t>
            </a:r>
          </a:p>
        </p:txBody>
      </p:sp>
      <p:sp>
        <p:nvSpPr>
          <p:cNvPr id="13" name="로컬 흑백 이미지 처리 CLI">
            <a:extLst xmlns:a="http://schemas.openxmlformats.org/drawingml/2006/main">
              <a:ext uri="{FF2B5EF4-FFF2-40B4-BE49-F238E27FC236}">
                <a16:creationId xmlns:a16="http://schemas.microsoft.com/office/drawing/2014/main" id="{10404AA1-44F9-45EF-8721-239DCB99E3AB}"/>
              </a:ext>
            </a:extLst>
          </p:cNvPr>
          <p:cNvSpPr>
            <a:spLocks xmlns:a="http://schemas.openxmlformats.org/drawingml/2006/main" noGrp="1"/>
          </p:cNvSpPr>
          <p:nvPr/>
        </p:nvSpPr>
        <p:spPr>
          <a:xfrm xmlns:a="http://schemas.openxmlformats.org/drawingml/2006/main">
            <a:off x="1619250" y="34480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로컬 흑백 이미지 처리 CLI</a:t>
            </a:r>
          </a:p>
        </p:txBody>
      </p:sp>
      <p:sp>
        <p:nvSpPr>
          <p:cNvPr id="14" name="제약">
            <a:extLst xmlns:a="http://schemas.openxmlformats.org/drawingml/2006/main">
              <a:ext uri="{FF2B5EF4-FFF2-40B4-BE49-F238E27FC236}">
                <a16:creationId xmlns:a16="http://schemas.microsoft.com/office/drawing/2014/main" id="{81C974FA-7974-4724-8021-3E64425592B0}"/>
              </a:ext>
            </a:extLst>
          </p:cNvPr>
          <p:cNvSpPr>
            <a:spLocks xmlns:a="http://schemas.openxmlformats.org/drawingml/2006/main" noGrp="1"/>
          </p:cNvSpPr>
          <p:nvPr/>
        </p:nvSpPr>
        <p:spPr>
          <a:xfrm xmlns:a="http://schemas.openxmlformats.org/drawingml/2006/main">
            <a:off x="838200" y="38671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제약</a:t>
            </a:r>
          </a:p>
        </p:txBody>
      </p:sp>
      <p:sp>
        <p:nvSpPr>
          <p:cNvPr id="15" name="요청 밖의 기존 동작 보존">
            <a:extLst xmlns:a="http://schemas.openxmlformats.org/drawingml/2006/main">
              <a:ext uri="{FF2B5EF4-FFF2-40B4-BE49-F238E27FC236}">
                <a16:creationId xmlns:a16="http://schemas.microsoft.com/office/drawing/2014/main" id="{F549A889-6A30-4F36-AF75-D1BA7DF44EC3}"/>
              </a:ext>
            </a:extLst>
          </p:cNvPr>
          <p:cNvSpPr>
            <a:spLocks xmlns:a="http://schemas.openxmlformats.org/drawingml/2006/main" noGrp="1"/>
          </p:cNvSpPr>
          <p:nvPr/>
        </p:nvSpPr>
        <p:spPr>
          <a:xfrm xmlns:a="http://schemas.openxmlformats.org/drawingml/2006/main">
            <a:off x="1619250" y="38671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요청 밖의 기존 동작 보존</a:t>
            </a:r>
          </a:p>
        </p:txBody>
      </p:sp>
      <p:sp>
        <p:nvSpPr>
          <p:cNvPr id="16" name="안내">
            <a:extLst xmlns:a="http://schemas.openxmlformats.org/drawingml/2006/main">
              <a:ext uri="{FF2B5EF4-FFF2-40B4-BE49-F238E27FC236}">
                <a16:creationId xmlns:a16="http://schemas.microsoft.com/office/drawing/2014/main" id="{ABEFD00F-C7D9-4220-A343-51887F261358}"/>
              </a:ext>
            </a:extLst>
          </p:cNvPr>
          <p:cNvSpPr>
            <a:spLocks xmlns:a="http://schemas.openxmlformats.org/drawingml/2006/main" noGrp="1"/>
          </p:cNvSpPr>
          <p:nvPr/>
        </p:nvSpPr>
        <p:spPr>
          <a:xfrm xmlns:a="http://schemas.openxmlformats.org/drawingml/2006/main">
            <a:off x="838200" y="42862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안내</a:t>
            </a:r>
          </a:p>
        </p:txBody>
      </p:sp>
      <p:sp>
        <p:nvSpPr>
          <p:cNvPr id="17" name="빌드·검증 시작점&#10;관련 상세 문서 위치">
            <a:extLst xmlns:a="http://schemas.openxmlformats.org/drawingml/2006/main">
              <a:ext uri="{FF2B5EF4-FFF2-40B4-BE49-F238E27FC236}">
                <a16:creationId xmlns:a16="http://schemas.microsoft.com/office/drawing/2014/main" id="{FFADE0BC-F43D-4CC7-A7AC-78E2F146F7CE}"/>
              </a:ext>
            </a:extLst>
          </p:cNvPr>
          <p:cNvSpPr>
            <a:spLocks xmlns:a="http://schemas.openxmlformats.org/drawingml/2006/main" noGrp="1"/>
          </p:cNvSpPr>
          <p:nvPr/>
        </p:nvSpPr>
        <p:spPr>
          <a:xfrm xmlns:a="http://schemas.openxmlformats.org/drawingml/2006/main">
            <a:off x="1619250" y="4286250"/>
            <a:ext cx="3619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빌드·검증 시작점</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관련 상세 문서 위치</a:t>
            </a:r>
          </a:p>
        </p:txBody>
      </p:sp>
      <p:sp>
        <p:nvSpPr>
          <p:cNvPr id="18" name="">
            <a:extLst xmlns:a="http://schemas.openxmlformats.org/drawingml/2006/main">
              <a:ext uri="{FF2B5EF4-FFF2-40B4-BE49-F238E27FC236}">
                <a16:creationId xmlns:a16="http://schemas.microsoft.com/office/drawing/2014/main" id="{86A9149E-1380-42F5-987D-97CFBD80C043}"/>
              </a:ext>
            </a:extLst>
          </p:cNvPr>
          <p:cNvSpPr>
            <a:spLocks xmlns:a="http://schemas.openxmlformats.org/drawingml/2006/main" noGrp="1"/>
          </p:cNvSpPr>
          <p:nvPr/>
        </p:nvSpPr>
        <p:spPr>
          <a:xfrm xmlns:a="http://schemas.openxmlformats.org/drawingml/2006/main">
            <a:off x="6419850" y="2819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9" name="docs/architecture.md">
            <a:extLst xmlns:a="http://schemas.openxmlformats.org/drawingml/2006/main">
              <a:ext uri="{FF2B5EF4-FFF2-40B4-BE49-F238E27FC236}">
                <a16:creationId xmlns:a16="http://schemas.microsoft.com/office/drawing/2014/main" id="{5DCB26DF-3A7B-457E-8E72-29853342A4F1}"/>
              </a:ext>
            </a:extLst>
          </p:cNvPr>
          <p:cNvSpPr>
            <a:spLocks xmlns:a="http://schemas.openxmlformats.org/drawingml/2006/main" noGrp="1"/>
          </p:cNvSpPr>
          <p:nvPr/>
        </p:nvSpPr>
        <p:spPr>
          <a:xfrm xmlns:a="http://schemas.openxmlformats.org/drawingml/2006/main">
            <a:off x="6648450" y="2876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0" name="구조 확인: 처리 순서 · 모듈 역할">
            <a:extLst xmlns:a="http://schemas.openxmlformats.org/drawingml/2006/main">
              <a:ext uri="{FF2B5EF4-FFF2-40B4-BE49-F238E27FC236}">
                <a16:creationId xmlns:a16="http://schemas.microsoft.com/office/drawing/2014/main" id="{E81565AE-EA40-4E71-B913-0863AB13CA2E}"/>
              </a:ext>
            </a:extLst>
          </p:cNvPr>
          <p:cNvSpPr>
            <a:spLocks xmlns:a="http://schemas.openxmlformats.org/drawingml/2006/main" noGrp="1"/>
          </p:cNvSpPr>
          <p:nvPr/>
        </p:nvSpPr>
        <p:spPr>
          <a:xfrm xmlns:a="http://schemas.openxmlformats.org/drawingml/2006/main">
            <a:off x="6648450" y="3181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구조 확인: 처리 순서 · 모듈 역할</a:t>
            </a:r>
          </a:p>
        </p:txBody>
      </p:sp>
      <p:sp>
        <p:nvSpPr>
          <p:cNvPr id="21" name="">
            <a:extLst xmlns:a="http://schemas.openxmlformats.org/drawingml/2006/main">
              <a:ext uri="{FF2B5EF4-FFF2-40B4-BE49-F238E27FC236}">
                <a16:creationId xmlns:a16="http://schemas.microsoft.com/office/drawing/2014/main" id="{2EE8B06E-EB92-4C53-B67A-C44A7CA2ACBF}"/>
              </a:ext>
            </a:extLst>
          </p:cNvPr>
          <p:cNvSpPr>
            <a:spLocks xmlns:a="http://schemas.openxmlformats.org/drawingml/2006/main" noGrp="1"/>
          </p:cNvSpPr>
          <p:nvPr/>
        </p:nvSpPr>
        <p:spPr>
          <a:xfrm xmlns:a="http://schemas.openxmlformats.org/drawingml/2006/main">
            <a:off x="6419850" y="3581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image-contracts.md">
            <a:extLst xmlns:a="http://schemas.openxmlformats.org/drawingml/2006/main">
              <a:ext uri="{FF2B5EF4-FFF2-40B4-BE49-F238E27FC236}">
                <a16:creationId xmlns:a16="http://schemas.microsoft.com/office/drawing/2014/main" id="{DD403D3D-08B8-4B62-8CAB-CD3C3E0708AE}"/>
              </a:ext>
            </a:extLst>
          </p:cNvPr>
          <p:cNvSpPr>
            <a:spLocks xmlns:a="http://schemas.openxmlformats.org/drawingml/2006/main" noGrp="1"/>
          </p:cNvSpPr>
          <p:nvPr/>
        </p:nvSpPr>
        <p:spPr>
          <a:xfrm xmlns:a="http://schemas.openxmlformats.org/drawingml/2006/main">
            <a:off x="6648450" y="3638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23" name="이미지 동작 확인: crop·resize 명세">
            <a:extLst xmlns:a="http://schemas.openxmlformats.org/drawingml/2006/main">
              <a:ext uri="{FF2B5EF4-FFF2-40B4-BE49-F238E27FC236}">
                <a16:creationId xmlns:a16="http://schemas.microsoft.com/office/drawing/2014/main" id="{7005606F-3852-4B18-AF4B-40851E680F93}"/>
              </a:ext>
            </a:extLst>
          </p:cNvPr>
          <p:cNvSpPr>
            <a:spLocks xmlns:a="http://schemas.openxmlformats.org/drawingml/2006/main" noGrp="1"/>
          </p:cNvSpPr>
          <p:nvPr/>
        </p:nvSpPr>
        <p:spPr>
          <a:xfrm xmlns:a="http://schemas.openxmlformats.org/drawingml/2006/main">
            <a:off x="6648450" y="3943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확인: crop·resize 명세</a:t>
            </a:r>
          </a:p>
        </p:txBody>
      </p:sp>
      <p:sp>
        <p:nvSpPr>
          <p:cNvPr id="24" name="">
            <a:extLst xmlns:a="http://schemas.openxmlformats.org/drawingml/2006/main">
              <a:ext uri="{FF2B5EF4-FFF2-40B4-BE49-F238E27FC236}">
                <a16:creationId xmlns:a16="http://schemas.microsoft.com/office/drawing/2014/main" id="{57CBAB93-37C4-402B-936F-6B6EA3E673E3}"/>
              </a:ext>
            </a:extLst>
          </p:cNvPr>
          <p:cNvSpPr>
            <a:spLocks xmlns:a="http://schemas.openxmlformats.org/drawingml/2006/main" noGrp="1"/>
          </p:cNvSpPr>
          <p:nvPr/>
        </p:nvSpPr>
        <p:spPr>
          <a:xfrm xmlns:a="http://schemas.openxmlformats.org/drawingml/2006/main">
            <a:off x="6419850" y="4343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5" name="docs/testing.md">
            <a:extLst xmlns:a="http://schemas.openxmlformats.org/drawingml/2006/main">
              <a:ext uri="{FF2B5EF4-FFF2-40B4-BE49-F238E27FC236}">
                <a16:creationId xmlns:a16="http://schemas.microsoft.com/office/drawing/2014/main" id="{5F66769F-9B6A-4AA9-B390-33D21D43495A}"/>
              </a:ext>
            </a:extLst>
          </p:cNvPr>
          <p:cNvSpPr>
            <a:spLocks xmlns:a="http://schemas.openxmlformats.org/drawingml/2006/main" noGrp="1"/>
          </p:cNvSpPr>
          <p:nvPr/>
        </p:nvSpPr>
        <p:spPr>
          <a:xfrm xmlns:a="http://schemas.openxmlformats.org/drawingml/2006/main">
            <a:off x="6648450" y="4400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26" name="검증 범위 확인: 관련 테스트 위치">
            <a:extLst xmlns:a="http://schemas.openxmlformats.org/drawingml/2006/main">
              <a:ext uri="{FF2B5EF4-FFF2-40B4-BE49-F238E27FC236}">
                <a16:creationId xmlns:a16="http://schemas.microsoft.com/office/drawing/2014/main" id="{D9A94561-AB30-4F63-80C4-8B5282D55720}"/>
              </a:ext>
            </a:extLst>
          </p:cNvPr>
          <p:cNvSpPr>
            <a:spLocks xmlns:a="http://schemas.openxmlformats.org/drawingml/2006/main" noGrp="1"/>
          </p:cNvSpPr>
          <p:nvPr/>
        </p:nvSpPr>
        <p:spPr>
          <a:xfrm xmlns:a="http://schemas.openxmlformats.org/drawingml/2006/main">
            <a:off x="6648450" y="4705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범위 확인: 관련 테스트 위치</a:t>
            </a:r>
          </a:p>
        </p:txBody>
      </p:sp>
      <p:sp>
        <p:nvSpPr>
          <p:cNvPr id="27" name="공통 안내는 AGENTS.md에, 작업별 세부사항은 연결된 문서에">
            <a:extLst xmlns:a="http://schemas.openxmlformats.org/drawingml/2006/main">
              <a:ext uri="{FF2B5EF4-FFF2-40B4-BE49-F238E27FC236}">
                <a16:creationId xmlns:a16="http://schemas.microsoft.com/office/drawing/2014/main" id="{F021F1F3-D17A-4A29-9092-129C37DA9737}"/>
              </a:ext>
            </a:extLst>
          </p:cNvPr>
          <p:cNvSpPr>
            <a:spLocks xmlns:a="http://schemas.openxmlformats.org/drawingml/2006/main" noGrp="1"/>
          </p:cNvSpPr>
          <p:nvPr/>
        </p:nvSpPr>
        <p:spPr>
          <a:xfrm xmlns:a="http://schemas.openxmlformats.org/drawingml/2006/main">
            <a:off x="609600" y="50958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공통 안내는 AGENTS.md에, 작업별 세부사항은 연결된 문서에</a:t>
            </a:r>
          </a:p>
        </p:txBody>
      </p:sp>
      <p:sp>
        <p:nvSpPr>
          <p:cNvPr id="28" name="C++: 빌드·검증 진입점 / 공통 제약 → 알고리즘 명세 / 하드웨어 조건">
            <a:extLst xmlns:a="http://schemas.openxmlformats.org/drawingml/2006/main">
              <a:ext uri="{FF2B5EF4-FFF2-40B4-BE49-F238E27FC236}">
                <a16:creationId xmlns:a16="http://schemas.microsoft.com/office/drawing/2014/main" id="{58EB9061-D700-412A-B28C-DF016CF442D5}"/>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빌드·검증 진입점 / 공통 제약 → 알고리즘 명세 / 하드웨어 조건</a:t>
            </a:r>
          </a:p>
        </p:txBody>
      </p:sp>
      <p:sp>
        <p:nvSpPr>
          <p:cNvPr id="29" name="Legacy module connection">
            <a:extLst xmlns:a="http://schemas.openxmlformats.org/drawingml/2006/main">
              <a:ext uri="{FF2B5EF4-FFF2-40B4-BE49-F238E27FC236}">
                <a16:creationId xmlns:a16="http://schemas.microsoft.com/office/drawing/2014/main" id="{7DC8C727-3BAD-49D7-A616-7DA1A7C087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1793619"/>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C766BDF4-286C-492C-99C9-E2FBF156E2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2">
            <a:extLst xmlns:a="http://schemas.openxmlformats.org/drawingml/2006/main">
              <a:ext uri="{FF2B5EF4-FFF2-40B4-BE49-F238E27FC236}">
                <a16:creationId xmlns:a16="http://schemas.microsoft.com/office/drawing/2014/main" id="{441F959F-352B-4A40-A3B4-2EF6E5E1C54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01FCED47-8DAA-45E9-B82D-7717DDDBB0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BB8566E1-939B-494C-9C58-3CEED006DC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F693F66F-4AE2-43A3-8448-3677E5FCC8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40BFCA07-CC65-43A1-8905-34572FB222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한 파일에 모인 정보를 어떻게 나눴을까?">
            <a:extLst xmlns:a="http://schemas.openxmlformats.org/drawingml/2006/main">
              <a:ext uri="{FF2B5EF4-FFF2-40B4-BE49-F238E27FC236}">
                <a16:creationId xmlns:a16="http://schemas.microsoft.com/office/drawing/2014/main" id="{6199FA00-6B5E-46C8-AE7B-082AC7C2347D}"/>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한 파일에 모인 정보를 어떻게 나눴을까?</a:t>
            </a:r>
          </a:p>
        </p:txBody>
      </p:sp>
      <p:sp>
        <p:nvSpPr>
          <p:cNvPr id="8" name="분리 전 · 한 문서에 함께">
            <a:extLst xmlns:a="http://schemas.openxmlformats.org/drawingml/2006/main">
              <a:ext uri="{FF2B5EF4-FFF2-40B4-BE49-F238E27FC236}">
                <a16:creationId xmlns:a16="http://schemas.microsoft.com/office/drawing/2014/main" id="{C81DB654-1DCA-4B4A-8A92-E476569437BF}"/>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E64E973D-2DE4-41AD-93B5-05E7210F728C}"/>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BF480CB5-BB72-49B0-A3EA-D3E0AF28D9BD}"/>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DCF4EB3E-82FE-4F80-9CD7-FFCCAEBCD04D}"/>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F3891041-D7DE-4F02-8A19-72E68BAE336B}"/>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18279CCC-2999-4D38-9304-501C54AB78CF}"/>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1836841E-C71A-4A0B-B59A-2F7AC513C729}"/>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517BD04E-E22A-4EF5-A59D-A8F7B21ED856}"/>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4FB202FD-8D02-41C8-BEAA-66D6B7BA11D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9D33D7C5-8A36-4227-BA4F-56B9C2E2464F}"/>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4DC2C80-4749-408D-8DB9-18D6B83AFB82}"/>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D0C680F9-CE43-4506-A711-2A09ABFE7151}"/>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38ECE95B-651C-42DE-9A4E-5E8BB0285F80}"/>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995FADD4-43D0-4CBF-B900-060A24A4F431}"/>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1D92F004-7627-4922-83AE-CFF6717857B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B5E3DB3A-646A-48A7-9D87-2BB2190381D5}"/>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11558B0E-346A-49D6-812D-2C4448E476EC}"/>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BBEB0832-788B-492E-B36B-C44B7BC117C6}"/>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01E8E536-192F-4AEF-BD22-CEBBF09FA962}"/>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0CCD92A7-72F8-478A-A0E8-9784EC4B011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74F6D6AF-1F79-44B2-958D-1874A853B01A}"/>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8E30BAF-4606-4E63-85A9-3789EF52D39E}"/>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F3F5294F-3FCC-42B5-87AF-D5601AE246A3}"/>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8BADFB6A-E084-4AAB-AD4D-C8EB5ADA3740}"/>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1A0C3A77-770D-4C02-B94C-B101537F18CF}"/>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7F30CD2A-FC6F-45FC-9EC6-55A16D8B3EED}"/>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9924F52-2886-4A25-AD83-4D1D1DB561CD}"/>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AE4A7203-4AB2-48A2-B580-E9D265A4AC4C}"/>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EEFB527D-4B50-4AAB-9A81-EF0F34812C55}"/>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E8A0949E-66DA-4063-A80A-D8BC6A0C4BA5}"/>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1C348103-E5A9-4EA9-BE1E-565C26172114}"/>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5503B986-B810-4774-8A6D-B0560CDD433A}"/>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도 기본 제약은 입구에, 알고리즘·모듈·하드웨어 상세는 관련 문서에">
            <a:extLst xmlns:a="http://schemas.openxmlformats.org/drawingml/2006/main">
              <a:ext uri="{FF2B5EF4-FFF2-40B4-BE49-F238E27FC236}">
                <a16:creationId xmlns:a16="http://schemas.microsoft.com/office/drawing/2014/main" id="{408C06E0-65FF-4EF5-AEFE-A9CC2BFF358A}"/>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C++도 기본 제약은 입구에, 알고리즘·모듈·하드웨어 상세는 관련 문서에</a:t>
            </a:r>
          </a:p>
        </p:txBody>
      </p:sp>
      <p:sp>
        <p:nvSpPr>
          <p:cNvPr id="41" name="Legacy module connection">
            <a:extLst xmlns:a="http://schemas.openxmlformats.org/drawingml/2006/main">
              <a:ext uri="{FF2B5EF4-FFF2-40B4-BE49-F238E27FC236}">
                <a16:creationId xmlns:a16="http://schemas.microsoft.com/office/drawing/2014/main" id="{CBEF747E-E520-47A6-BDEB-BE8A19D9F8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0655538"/>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E40DADE7-14A4-4D50-9142-5365D176F1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A621C703-904A-42C9-BBB4-AA3FADCF8A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BB05B3CB-0E5A-4294-B348-1B277A1D66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412373B1-7FFE-4664-AA87-2678C0DAA4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A5BC23DE-5D87-4238-BA50-252B95AE28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921DA920-E410-4045-9F8A-AB8BAC4507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831D00F1-C130-4B49-B20D-7003309856F2}"/>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D309A44E-FEDC-4C2C-8BFF-FB25E1E068BE}"/>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56B58100-9C93-46F8-BD3C-660768A37179}"/>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5A033016-EFCA-4E31-B8AB-0D4C4301A0A8}"/>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17B38843-6A59-469F-AE0E-6B929ACA5E08}"/>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2A575470-2181-472E-BC3A-2901F585256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6D00A8C4-24B9-407C-A522-8AA7662B3FDB}"/>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E9F33D6-606C-47FB-BE90-D00AD0CAD258}"/>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F5A6A44D-390E-45DB-9AE9-8556CFEDA281}"/>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1E89D503-FB8E-47FE-B4AB-0B062908BDEC}"/>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CEA467EE-3D70-4AAB-A5F5-45303FC3090C}"/>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8951A3FF-4A26-46DB-9376-046D4F8CDEEB}"/>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FF312CC4-FD45-4744-90D4-DA4EE73D9887}"/>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77F67CE6-DFD4-48B7-8648-A36DFFF18C06}"/>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33D51907-02F7-4E70-9F92-BF6D5D14AF07}"/>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12249BDB-635F-48D5-94AD-4E4621C93646}"/>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0E3A623E-457A-48E8-997A-98649271526C}"/>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F9F48A9-B00A-4763-9075-D608179FEF16}"/>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5F0EAC45-90D2-47D4-AF79-03AEEC605FD2}"/>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E422F40A-F36D-4384-8E23-6E5F1BC8B0FF}"/>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0BB91162-0CFF-4E2F-8BCC-5AF6E14E8A84}"/>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02F3CA56-F8FE-41FA-85E0-2E4F356E9C7C}"/>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23230F48-91F4-4081-81E3-388C595E8D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68417769"/>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CACF888D-88B5-420B-AF08-6CF4449BCAA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8F98FA0B-E4EF-4680-B677-D249E6DB77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66FAEB71-588C-4D56-B1F2-973EE878E2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33C218D4-A035-4E09-97E0-A4D991A2DB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5E011883-D331-46A8-AE2D-EBD7A59E5E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076FC2E7-3768-47F3-8A26-6D0904F3276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F0DF256-69C9-47A9-BAE7-46C4754A0900}"/>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821C4991-B73A-41C0-AFC1-0AA21DD4B539}"/>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4443A7B-B23A-47EE-87F9-1A1696541BA8}"/>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0A2B5275-6EB9-4C08-A084-FA1687F4B045}"/>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ED838FCD-D3B4-4056-A52D-CE2269C96F97}"/>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25495AA5-168A-437D-A771-BB3C19363D75}"/>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A2ABF897-7AFE-4E35-8418-6F4C65F1FA03}"/>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8B82C215-4988-4C5E-B9EC-191C1510AFC9}"/>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467E7F06-C13F-4CDA-8961-6547AB8FB112}"/>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6C082EB6-401B-4C8B-978B-B81B85897048}"/>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9642FA89-291C-4D58-A2DC-B5ED6CBC9B21}"/>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28D9AE5F-86FB-4DA7-947D-BDDEC6E795A9}"/>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7F09608-42EB-4F56-9198-86C700D2386B}"/>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8FA8F866-17D0-4968-A5CC-6ADD03577874}"/>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27D34F78-13A2-432A-BF54-2E47550767A8}"/>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1DBA7777-A26B-4BFB-9CCD-BEF0F36EF23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A0C49BDA-F0D0-4BD2-94D5-CD877697B57B}"/>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02003B6D-0B18-44F3-9087-51445F4DAF2B}"/>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F15FEC3B-19A2-41D5-9920-5F7E65E7E2A4}"/>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5AEEC90-E37A-46CE-9219-571BBD3FF2D1}"/>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0155FFA5-E424-4E2A-8CBE-A7C99F3AD54A}"/>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BF7CE7A4-7692-4AE6-8BFB-BB97D9FE82C6}"/>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91A7DBA6-812D-4BBF-B229-00888380936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1250D53E-F39E-4A41-9C62-D0DCC95DC2E1}"/>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F45BF8A2-C12C-4DB3-9FF1-1375071A1D17}"/>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77BCDC8B-FA28-4364-B757-D2607A18A540}"/>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80BC1C18-7F14-405C-AE93-5C6317F11C9C}"/>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F47ECF83-DF02-4CF8-B869-4C5CB506F833}"/>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8AE737C1-7A00-4F86-B9FB-EB99F941A883}"/>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2D274B76-B414-4AC4-9140-D32126130897}"/>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5836781B-91B9-4158-97D9-6DDB4C4683E1}"/>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36B65E1-8BCA-44B0-AEC5-0F207007B89E}"/>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2F3D89C4-2A6A-4BF8-9E84-E44A83B8D3F4}"/>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4EBAFE79-D2C5-4309-B3AF-111ECCB7055D}"/>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8558B807-6175-49BC-B8FB-6B9C749FAD7F}"/>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563629AB-3E0B-48CF-A579-2DF46694EBDE}"/>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A8ADC3F3-387F-4638-B291-2E1AC70595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40934598"/>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F22E218C-9F82-4D03-AF37-BB4C3D44B4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2FA23F6B-85DF-4024-A03C-56E4099C0C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C567AA98-CCD4-4960-9C7C-301D48F5C7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67E0E9DF-1FAD-4335-B299-7906F8B429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B06D3021-83E6-4531-A413-9767AA4B95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DC1D1E86-9830-42C4-AD7A-A58DD623B9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1396EA2D-BF38-4C84-B170-C147FC33994D}"/>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046141DB-32CA-4828-89E2-DEFBFCCE6E54}"/>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5465BF14-6578-4F13-B8A7-6E4FD5EAD545}"/>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73493267-1F7F-4B7B-B9FD-AB0FFA7F688E}"/>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1213AEF4-F36E-4530-A8C6-9264491527F4}"/>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14F97290-9C33-4099-966F-7043270AE521}"/>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EAD09676-9624-45F3-AE93-6C9C94E78C29}"/>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7B78D82D-50DF-4AC4-B147-7C9B0BC070E7}"/>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FDF6693D-1A9C-4B79-9B4A-78977D2CC88E}"/>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63E68B9C-24F5-43E7-B4D7-9CA801CAD1B7}"/>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0448DD18-C453-490E-BBDB-129D2052EAE1}"/>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2F22313B-E936-46C7-AB9C-584BC70BFAD9}"/>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17A33C33-47CA-4B14-887F-F1F656D7C950}"/>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B149340E-177F-45D7-91B2-4B693ADACD7E}"/>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2D538590-CB57-4852-990D-47157789B37B}"/>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83B4B10F-98B2-4207-AAD2-71E56491479E}"/>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5D5EDFBC-6DB4-47C9-8C2A-17BB8B2FC492}"/>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D232F1C6-DF34-447C-85F0-D12D5DCAF0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72333575"/>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2302D7A6-91CC-48FD-8D78-28FC2372A2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729E772A-338B-4718-B49A-E491E6EA757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22DF113B-C6C2-47B0-A677-947DD3E580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F63D4C09-5A92-4A77-B25F-47428375EE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FC21E5CE-2E12-46A8-9E4C-759E87E804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2862215E-9C3A-4E0E-A25E-C335F28614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AA9B3DEC-9F4D-49C4-9943-8BDC2558B14E}"/>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12DB9F42-871F-4368-9007-CC27379970E5}"/>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9A127DFA-8AEE-4CA4-A9EA-E6DFD9318F0B}"/>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56599D62-8600-4903-A3B2-E22361E15218}"/>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8467B247-BE4F-4884-BBB0-390B6BE30E06}"/>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CF588B2C-00A2-4DD5-9BBB-738986916FCD}"/>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9E3D7D19-3555-4B7B-9BF2-C49DEC3166C0}"/>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6CE2D348-60DD-484F-BEE8-F4435A4C27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93492290"/>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E1535B31-3DE2-4F0F-B9AA-B42EABD1F9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47">
            <a:extLst xmlns:a="http://schemas.openxmlformats.org/drawingml/2006/main">
              <a:ext uri="{FF2B5EF4-FFF2-40B4-BE49-F238E27FC236}">
                <a16:creationId xmlns:a16="http://schemas.microsoft.com/office/drawing/2014/main" id="{AD679806-1FD4-4E11-886B-877CA418B6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Performance Task,&#10;반복되는 절차">
            <a:extLst xmlns:a="http://schemas.openxmlformats.org/drawingml/2006/main">
              <a:ext uri="{FF2B5EF4-FFF2-40B4-BE49-F238E27FC236}">
                <a16:creationId xmlns:a16="http://schemas.microsoft.com/office/drawing/2014/main" id="{73A8CA8D-7732-4EF5-87B6-8389103D513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F7DC4E5E-FD8B-49D0-8278-6B7E418334D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4AB53AC5-1EC5-4E8B-8C4E-3E9CD0B6E9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A0EC9353-8B92-45A2-8E09-85FF9BB8DE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067517FF-F639-478B-BE64-D097FAC90AF1}"/>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A5CA3E8D-4AB8-47B5-900A-A27F72B44685}"/>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F21BE90F-68D6-4ADF-B687-6BA7B540FE5E}"/>
              </a:ext>
            </a:extLst>
          </p:cNvPr>
          <p:cNvPicPr>
            <a:picLocks xmlns:a="http://schemas.openxmlformats.org/drawingml/2006/main" noChangeAspect="1"/>
          </p:cNvPicPr>
          <p:nvPr/>
        </p:nvPicPr>
        <p:blipFill>
          <a:blip xmlns:r="http://schemas.openxmlformats.org/officeDocument/2006/relationships" xmlns:a="http://schemas.openxmlformats.org/drawingml/2006/main" r:embed="R3ba897ccdbf04e4c"/>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4FA9B7BE-F203-4B3D-B35B-4EADD804EA6F}"/>
              </a:ext>
            </a:extLst>
          </p:cNvPr>
          <p:cNvPicPr>
            <a:picLocks xmlns:a="http://schemas.openxmlformats.org/drawingml/2006/main" noChangeAspect="1"/>
          </p:cNvPicPr>
          <p:nvPr/>
        </p:nvPicPr>
        <p:blipFill>
          <a:blip xmlns:r="http://schemas.openxmlformats.org/officeDocument/2006/relationships" xmlns:a="http://schemas.openxmlformats.org/drawingml/2006/main" r:embed="R100d799ca2e8464f"/>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1A0C9EC-F995-46D7-97B0-0C5C00C0C32B}"/>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F4897336-FB2F-437B-847F-84C8C594EEA6}"/>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181E5C80-8F90-417E-884F-B91BEE98DE34}"/>
              </a:ext>
            </a:extLst>
          </p:cNvPr>
          <p:cNvPicPr>
            <a:picLocks xmlns:a="http://schemas.openxmlformats.org/drawingml/2006/main" noChangeAspect="1"/>
          </p:cNvPicPr>
          <p:nvPr/>
        </p:nvPicPr>
        <p:blipFill>
          <a:blip xmlns:r="http://schemas.openxmlformats.org/officeDocument/2006/relationships" xmlns:a="http://schemas.openxmlformats.org/drawingml/2006/main" r:embed="R5f9cf90dcacb44b7"/>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AB93AE17-A6D9-471B-B274-ED5BD791A648}"/>
              </a:ext>
            </a:extLst>
          </p:cNvPr>
          <p:cNvPicPr>
            <a:picLocks xmlns:a="http://schemas.openxmlformats.org/drawingml/2006/main" noChangeAspect="1"/>
          </p:cNvPicPr>
          <p:nvPr/>
        </p:nvPicPr>
        <p:blipFill>
          <a:blip xmlns:r="http://schemas.openxmlformats.org/officeDocument/2006/relationships" xmlns:a="http://schemas.openxmlformats.org/drawingml/2006/main" r:embed="Rb9870757b5274dbf"/>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F6C807F7-4F52-41CB-8765-A956E1629B92}"/>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E0CFCF88-7B59-4AAE-B9AD-6E85CCF11085}"/>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D3642D4B-581F-4E6C-AE14-8C00D9D69F72}"/>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A598B1BF-9C1F-4D51-9CB4-9F8C7CB40D9B}"/>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6D741E69-C8BA-409A-8B7E-4C20B5825F91}"/>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06DBFA45-90C1-4F52-8737-51149F5CC90C}"/>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6D2B6FBD-57B9-48CB-93CD-60CF0302C3FD}"/>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93149CFE-E860-4755-B7EE-718C2A2BC216}"/>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78A03651-E347-4BDC-B235-6112DC1A1E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793441498"/>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CFE82A94-9215-42A2-85B6-D1F38F2D0F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8">
            <a:extLst xmlns:a="http://schemas.openxmlformats.org/drawingml/2006/main">
              <a:ext uri="{FF2B5EF4-FFF2-40B4-BE49-F238E27FC236}">
                <a16:creationId xmlns:a16="http://schemas.microsoft.com/office/drawing/2014/main" id="{C360095B-6EF5-476E-8B42-73368E7240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Project 사실과 작업 절차는 다르다">
            <a:extLst xmlns:a="http://schemas.openxmlformats.org/drawingml/2006/main">
              <a:ext uri="{FF2B5EF4-FFF2-40B4-BE49-F238E27FC236}">
                <a16:creationId xmlns:a16="http://schemas.microsoft.com/office/drawing/2014/main" id="{0D0F50CF-8517-42F3-A886-ACF81707C0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7A655D28-A649-4EF4-A383-D0EEC0BC30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A358E940-D498-4AD6-BE47-88058E318D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DF14005C-D744-4205-900C-FA4A2CC3D2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ABE54EFF-B63D-479D-B712-C0AE70F08F12}"/>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19D86EA9-7AF7-47C1-9FCE-7BB1C1878F4E}"/>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E1858977-0842-4318-A6B9-9E9E907250E4}"/>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A958CAF-539A-4388-90FC-F99919FCCFBF}"/>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447CC994-91EC-45AC-A7F5-453EF5520959}"/>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1797BFF1-F196-49D7-8B8D-50284942F6BB}"/>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DE8E6C2B-B417-4007-B54D-B5776337D23A}"/>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B9C38AA6-4A5B-4675-804F-645076C9DA74}"/>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2C317E08-E489-43CC-A91C-26BC31C25706}"/>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B6BB5E12-1961-4DEC-B37E-20C4F6CA04CF}"/>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0FA4B10C-1ACF-4E93-8C6A-8902F02116C1}"/>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D9FCECAF-C8D0-4353-B551-F0A161AB85CB}"/>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21E39E33-059D-498A-B17A-672457034B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68710032"/>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D9BA9201-989C-4F8E-95DB-C05FFF82C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9">
            <a:extLst xmlns:a="http://schemas.openxmlformats.org/drawingml/2006/main">
              <a:ext uri="{FF2B5EF4-FFF2-40B4-BE49-F238E27FC236}">
                <a16:creationId xmlns:a16="http://schemas.microsoft.com/office/drawing/2014/main" id="{004803BA-6DBF-4100-BB39-CAC0427FCF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Task, Context, Workflow의 역할">
            <a:extLst xmlns:a="http://schemas.openxmlformats.org/drawingml/2006/main">
              <a:ext uri="{FF2B5EF4-FFF2-40B4-BE49-F238E27FC236}">
                <a16:creationId xmlns:a16="http://schemas.microsoft.com/office/drawing/2014/main" id="{4D69783B-5E89-4887-BD71-350A0E3A52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29BB7926-878F-42D7-A55F-7D842824B3A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C30809EE-8595-45CE-B89F-827D52F330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0E308219-D713-44BF-AB08-3E60141835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5E5D8831-AA5F-4578-BB40-F1172B444DDF}"/>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D548B964-78FB-41C8-9194-02CE5A8047D2}"/>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2C580DDC-B2D4-4001-9DB4-27BDE105CE68}"/>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F6E173F3-5A35-4A1C-A31B-8210240E44F1}"/>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0442814A-3DF9-4D9C-BB43-0C8676D59609}"/>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B55FC732-421B-4309-B468-5B8C3B42FA2D}"/>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53829523-A4AB-44D9-9199-8CE234110982}"/>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B41C6243-F051-4E60-8DC9-AFF255094756}"/>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FC6A8E80-4354-452E-B3D4-A8214C265361}"/>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4369B277-0FB7-4E5A-B05E-088D0A452831}"/>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C6811A75-B178-40D3-9B35-3BD782B0282F}"/>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013A4538-FD44-4353-BF57-F82C151CB7AD}"/>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DCF2A49D-BFC6-46FE-BD46-E3ACFCFF5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31464059"/>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89F49610-EE6C-47EC-842E-16294925BC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50">
            <a:extLst xmlns:a="http://schemas.openxmlformats.org/drawingml/2006/main">
              <a:ext uri="{FF2B5EF4-FFF2-40B4-BE49-F238E27FC236}">
                <a16:creationId xmlns:a16="http://schemas.microsoft.com/office/drawing/2014/main" id="{298E2900-C0B4-4B2B-8E56-98E6FCFD88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반복 절차를 Skill로 옮길 수 있을까?">
            <a:extLst xmlns:a="http://schemas.openxmlformats.org/drawingml/2006/main">
              <a:ext uri="{FF2B5EF4-FFF2-40B4-BE49-F238E27FC236}">
                <a16:creationId xmlns:a16="http://schemas.microsoft.com/office/drawing/2014/main" id="{00064064-1604-4A9E-A9EE-DB476AB2FD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5807AA14-3A2A-4165-B927-6F140E4FBD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05DD2513-6E1D-4314-97A5-A0601DFABB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A449429E-6932-4F94-8E70-61D7538064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FF050D4B-9FDE-4AD2-9339-C47C335F5522}"/>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F2BA8C9B-2077-4AB5-BEA0-A924A4F0ECF3}"/>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BBD8A628-E230-41BF-8DB3-8A236A6F8995}"/>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66C18993-385B-4E84-8C75-81C546B21409}"/>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C3965946-6C53-4721-9D92-F54A1FD47EDF}"/>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678987A4-DC33-42C6-8175-10D359158A76}"/>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2B30D9EB-7EFB-4C2A-932F-B53F48521532}"/>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DD886299-2B21-4199-8EC8-4C65F0D646E4}"/>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E43FDD34-1ACA-4571-B8CB-11942ECE49A5}"/>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2C29613E-2265-43E7-BDEF-E072A89418A6}"/>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3C7DAB92-7EF3-46B1-9538-8345E2A8B471}"/>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48C1F96C-91A9-43AA-9FEC-837DDD1873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849323"/>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BF477C6D-614D-41B8-A8D1-37196F4BE3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51">
            <a:extLst xmlns:a="http://schemas.openxmlformats.org/drawingml/2006/main">
              <a:ext uri="{FF2B5EF4-FFF2-40B4-BE49-F238E27FC236}">
                <a16:creationId xmlns:a16="http://schemas.microsoft.com/office/drawing/2014/main" id="{28E2653F-DCA6-4377-A2FA-C47062E9C5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Skill을 어떻게 발견하고 호출할까?">
            <a:extLst xmlns:a="http://schemas.openxmlformats.org/drawingml/2006/main">
              <a:ext uri="{FF2B5EF4-FFF2-40B4-BE49-F238E27FC236}">
                <a16:creationId xmlns:a16="http://schemas.microsoft.com/office/drawing/2014/main" id="{6FF2EA7A-488B-442A-87D6-7B16C6A5BE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AC2F058F-3F67-4686-A266-C4B257D985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3466A9FF-8A6A-40B1-A589-D9862DFF80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FE22908D-A9F1-4D7C-91B8-C7780CC07A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B7D6AECD-2FA1-4318-9C5A-6A4B29AC1BCC}"/>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E5A3F30A-4192-47D1-8649-3095C77E9C3F}"/>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153BCD09-1CD6-4A7E-BC6A-367B30B9A0C0}"/>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E00D6014-8DFD-4DD1-BDF8-CDF0F189184E}"/>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A77880C0-F611-4AA0-9BA7-44D66C401844}"/>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58135F37-44CA-4BCB-8CC3-91A821BCA269}"/>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D5FF0D53-39F7-4666-8940-94192B258A39}"/>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24F43A50-BBD0-4D2F-946C-2BFE2E032BCF}"/>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443A0D88-7CEC-4744-AFCF-265BD52318FF}"/>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7F5C9863-4ADB-4312-94F4-07F6732279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40254258"/>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1BFF08FA-7486-43E5-B349-E5265E3018E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52">
            <a:extLst xmlns:a="http://schemas.openxmlformats.org/drawingml/2006/main">
              <a:ext uri="{FF2B5EF4-FFF2-40B4-BE49-F238E27FC236}">
                <a16:creationId xmlns:a16="http://schemas.microsoft.com/office/drawing/2014/main" id="{8729351E-CB15-47B8-8C77-57DA77C1C6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절차의 책임이 Prompt에서&#10;Repository로 이동">
            <a:extLst xmlns:a="http://schemas.openxmlformats.org/drawingml/2006/main">
              <a:ext uri="{FF2B5EF4-FFF2-40B4-BE49-F238E27FC236}">
                <a16:creationId xmlns:a16="http://schemas.microsoft.com/office/drawing/2014/main" id="{85C4D9D4-898B-4E86-8534-19EB8F76155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1C4E84EB-2469-41BA-A66B-1D285E3C98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33FAE9FE-852B-4745-AAD8-4C2CAD4CA4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9F64F21A-6718-4185-A8E9-91AF13FFBC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8B3E2C6D-7DDB-4AC3-A6E3-D33365AE0DCF}"/>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B4C9B9E5-FD81-479A-9845-83D1003166F2}"/>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B8DC103B-1D6E-4545-8BFD-E9FF8B631072}"/>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3451FF5E-C774-4946-A25E-3AF5C7D75FA4}"/>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D52EDC29-FB39-458B-ACA6-6AD4DD178689}"/>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83703B4A-46D2-430B-96BD-DA4EE9B908A6}"/>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9EC460C1-A284-4DCE-90DF-1BBE00CE3EBB}"/>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69532CA0-4E01-4615-812F-53C2D0C701FA}"/>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DF7FC22B-9D16-4137-AD38-8ACF3C345968}"/>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DB951C54-9868-4A09-B5E2-5630A71AB080}"/>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FCE26ED2-C224-4D8F-9B31-C49ADD5DE465}"/>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35134345-9469-4FC0-8B73-48579CC7C0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82782672"/>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F28FD3F0-FED0-471E-8796-3E206D7BC9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53">
            <a:extLst xmlns:a="http://schemas.openxmlformats.org/drawingml/2006/main">
              <a:ext uri="{FF2B5EF4-FFF2-40B4-BE49-F238E27FC236}">
                <a16:creationId xmlns:a16="http://schemas.microsoft.com/office/drawing/2014/main" id="{DB8C8674-C551-4927-8777-2D9F136723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답을 담지 않는 Workflow">
            <a:extLst xmlns:a="http://schemas.openxmlformats.org/drawingml/2006/main">
              <a:ext uri="{FF2B5EF4-FFF2-40B4-BE49-F238E27FC236}">
                <a16:creationId xmlns:a16="http://schemas.microsoft.com/office/drawing/2014/main" id="{2A79F882-8B0F-4F06-9E5E-A08B025958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0E7D7D4E-7A4E-433D-AA88-FA225B7D96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7C0781EA-C5D1-40A8-A9A3-21FFB834A5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C3BE863D-4E09-412A-A2F3-861478AF32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5BC1132F-0777-43F7-87F3-78C4865513A3}"/>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B2FD0DBE-DC8E-4E3F-9866-6F87286F0ADA}"/>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2BE014E3-6575-48DF-AF27-B7DA4BB7E3DC}"/>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C8EE87A9-53CE-4053-B1AB-62A2264BD584}"/>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0DA74151-D783-4D3C-ABBE-817BB8EF0001}"/>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004AAEC5-9E6F-4BEC-BDA4-87DDF4218AB5}"/>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04BEF834-3A43-441F-A894-765C921D19A6}"/>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93F983E5-46A7-4AC9-AB12-4415FC7286C7}"/>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2D5463BA-F528-4A7B-8423-0CED6A87CD3B}"/>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D9B8CA17-7C75-429D-A68F-12A3CD9A26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754715531"/>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6077BBDE-9D9E-4C82-8C79-23269C5735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54">
            <a:extLst xmlns:a="http://schemas.openxmlformats.org/drawingml/2006/main">
              <a:ext uri="{FF2B5EF4-FFF2-40B4-BE49-F238E27FC236}">
                <a16:creationId xmlns:a16="http://schemas.microsoft.com/office/drawing/2014/main" id="{85893919-B6F0-4108-AA71-375431D223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측정으로 후보를 고르다">
            <a:extLst xmlns:a="http://schemas.openxmlformats.org/drawingml/2006/main">
              <a:ext uri="{FF2B5EF4-FFF2-40B4-BE49-F238E27FC236}">
                <a16:creationId xmlns:a16="http://schemas.microsoft.com/office/drawing/2014/main" id="{8FE6EF0C-AFBF-4C7F-81C9-136001B353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3D48FD58-7A31-4A03-BC11-0F39BCFF03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09FCA74E-2010-49D1-8AA8-04CDB1C03F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68624C57-326C-4336-A7F1-F134A2F441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70BFF0B8-64FD-4A1C-A10E-B38941FC69FD}"/>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92760E89-B39A-40A3-B292-8BF38907A7A5}"/>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AA12C078-B7A2-41D2-9888-CC39E0EA4083}"/>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088E6B0D-C1AF-42D1-BEC5-4B139BF51EDB}"/>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FE5C7375-88AC-4720-A9C2-E9EFFBB26CD3}"/>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8B61F7F1-4B57-4C1F-9E0B-5F6F0305B931}"/>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3E7CD51A-6139-4BEC-BF24-3069C2F0A5EE}"/>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1F89E580-AD4C-4F2A-A015-FC89162A026D}"/>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C20F6E79-DDAE-4782-A583-C27FB1CD1851}"/>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00CA23F7-91F5-4012-92A9-EA5677793C59}"/>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E05950E0-BC04-4BD3-BFA2-B3774E9F4DD6}"/>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BF2E1E4C-877D-4D33-8CFA-F1FA0CC35CDF}"/>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B456D8A9-8847-46DF-BF5B-29722D73D8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501068623"/>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67CFD6BC-357D-400D-B9A4-CA9E8D0363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5">
            <a:extLst xmlns:a="http://schemas.openxmlformats.org/drawingml/2006/main">
              <a:ext uri="{FF2B5EF4-FFF2-40B4-BE49-F238E27FC236}">
                <a16:creationId xmlns:a16="http://schemas.microsoft.com/office/drawing/2014/main" id="{5F06F05C-9CF7-425F-9DD3-7DE03679A1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Working Harness Success">
            <a:extLst xmlns:a="http://schemas.openxmlformats.org/drawingml/2006/main">
              <a:ext uri="{FF2B5EF4-FFF2-40B4-BE49-F238E27FC236}">
                <a16:creationId xmlns:a16="http://schemas.microsoft.com/office/drawing/2014/main" id="{C1E755AD-2B77-4ADA-98B4-BAB9849F6A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B7182F84-771C-4E5C-B5E3-2CD024D442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5AB38713-CDFA-44FA-9E84-3C29A709A7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289DEBA5-2103-47D8-9A6F-125BA1B123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EE52F05B-135A-4438-91B1-585F83BD2549}"/>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ECE8A502-D7CD-438B-9C9F-83DFDBF16FE8}"/>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1ADFA0A5-CE7C-4F3F-BE87-430073476D4A}"/>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4084688A-8A54-4FF0-8912-CB14CED1A35B}"/>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884c224ec0f84a61"/>
          </a:graphicData>
        </a:graphic>
      </p:graphicFrame>
      <p:sp>
        <p:nvSpPr>
          <p:cNvPr id="11" name="">
            <a:extLst xmlns:a="http://schemas.openxmlformats.org/drawingml/2006/main">
              <a:ext uri="{FF2B5EF4-FFF2-40B4-BE49-F238E27FC236}">
                <a16:creationId xmlns:a16="http://schemas.microsoft.com/office/drawing/2014/main" id="{E66782EA-AF26-4EDF-8791-6627318DCEC8}"/>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CC25B451-AD59-453B-BFD0-DF82B592136C}"/>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72B4AE43-BAE6-42EA-8E57-5D669BB44382}"/>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66911713-BD29-4A73-A250-16DA96A4A6FB}"/>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20C9124E-F3A7-473C-8C35-8E0726DD0326}"/>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2F549C79-0423-48F9-9120-DA624FB6FDBC}"/>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0D4C498D-2F4C-40E0-B982-D0D63BF03E31}"/>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724AF386-A5D6-400D-A738-9C55D8AD37B9}"/>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2567B23D-E694-43AB-8A81-22C0A30A6FED}"/>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4D1D8648-8D03-457D-97EB-F1C430BED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701950001"/>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9B9771B3-67E1-489C-9447-B31A8EB063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56">
            <a:extLst xmlns:a="http://schemas.openxmlformats.org/drawingml/2006/main">
              <a:ext uri="{FF2B5EF4-FFF2-40B4-BE49-F238E27FC236}">
                <a16:creationId xmlns:a16="http://schemas.microsoft.com/office/drawing/2014/main" id="{B88E8A68-7B30-42F7-AF58-D2AC06023D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이 작업에 Subagent가 필요했을까?">
            <a:extLst xmlns:a="http://schemas.openxmlformats.org/drawingml/2006/main">
              <a:ext uri="{FF2B5EF4-FFF2-40B4-BE49-F238E27FC236}">
                <a16:creationId xmlns:a16="http://schemas.microsoft.com/office/drawing/2014/main" id="{219BB9F7-2EB9-4DEC-9C2D-C88654FA79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9C2DE54E-B979-4FBF-B337-DC1B3E4BC3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39F4A270-C1DF-4E0F-B450-09FABE68F0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D88ADCE4-9B4E-4ED5-B9B7-EDA562A5F8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5BBD3AC0-D082-4BD8-9C67-FF4ED30312DB}"/>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0C93B4DA-9BE4-4748-8D7E-166E94535FF9}"/>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007192ED-1A74-4F5F-85EA-69ED0430CFB4}"/>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D0217F67-448D-46DB-A9B8-81C94304891C}"/>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C72EE09-D511-43BE-A29C-0D4FE43FB204}"/>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27DC0E3D-CE72-4C93-A23C-513223970FC3}"/>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3C2C7CBF-07C3-4826-BEE8-41A52F425CAA}"/>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3A8FC287-32E3-49A0-BB5D-C45518BA69D4}"/>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DF57CA7-0317-4730-B96C-0C0201AD6BF9}"/>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7F0F1FEB-1512-4997-B251-523816113D96}"/>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D1A0A71F-7626-4410-B640-C3C02B9C179F}"/>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9BF35E2B-E916-4CC8-AE0E-1D822FD013E0}"/>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C00CCB41-A6CC-4D2A-8D34-F9A44AE13F35}"/>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C26E420E-5A19-4590-95A1-4201CE79BB0F}"/>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D8191A37-0222-4A9B-8570-1E8EC53C60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653546"/>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814B2D4B-65ED-4C97-9F15-5338A73CF9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57">
            <a:extLst xmlns:a="http://schemas.openxmlformats.org/drawingml/2006/main">
              <a:ext uri="{FF2B5EF4-FFF2-40B4-BE49-F238E27FC236}">
                <a16:creationId xmlns:a16="http://schemas.microsoft.com/office/drawing/2014/main" id="{9AA7E1E8-ACEA-40F7-8A30-CDB9A38455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ubagent를 고려할 조건">
            <a:extLst xmlns:a="http://schemas.openxmlformats.org/drawingml/2006/main">
              <a:ext uri="{FF2B5EF4-FFF2-40B4-BE49-F238E27FC236}">
                <a16:creationId xmlns:a16="http://schemas.microsoft.com/office/drawing/2014/main" id="{149C4621-A7D5-4C4B-9797-C0C7C434EC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0F853212-F706-4EC2-A40F-8BE1A3D295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EC3A97EB-309A-487E-B965-164FF6F01F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B3D39C87-88A5-4CC0-8EDB-EF3899D23B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4E75B4CA-3167-4A0A-8EC8-8F47BE8D0283}"/>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5FB296B1-0D5C-4365-AC0B-2844B61F775D}"/>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B04E585C-16EA-41D3-AF92-172DF6AEE8D0}"/>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2DE9A436-3B33-40EE-AD7D-5F0897A401E9}"/>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2D0B6242-D59A-4B6B-803A-F7BD25BE4312}"/>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4904C403-0FAC-4AFA-A567-AA2E81C0BA9E}"/>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8C423D23-C119-46CF-B6A4-7F217BCBD097}"/>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B3C43A7B-25E2-4E62-9250-DF28986E46A8}"/>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6973DDF1-EB9D-40EE-AE86-335C287C58E0}"/>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607ADCAE-FAD0-4F96-80F1-D9FF4064BCB1}"/>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C3FDE799-9184-403E-AA4C-8D1F85215487}"/>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E365113C-98BE-41E0-B5A8-6BF3B2DD5F8B}"/>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0A4366ED-84E2-40BE-87A8-99B1E62E79DE}"/>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1EA1524B-8FCF-4E0E-96A7-29D203196F52}"/>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5B398F08-A199-4111-84F2-3E9B1C2412D6}"/>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54E8591E-FEDB-44C0-9910-32294A663D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19735232"/>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22ACD093-0CCB-45D9-8016-BDB95F66D1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8">
            <a:extLst xmlns:a="http://schemas.openxmlformats.org/drawingml/2006/main">
              <a:ext uri="{FF2B5EF4-FFF2-40B4-BE49-F238E27FC236}">
                <a16:creationId xmlns:a16="http://schemas.microsoft.com/office/drawing/2014/main" id="{0C9DC27B-FC02-4716-BB0A-28CBCB31B4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무엇이 다시 찾기 어려운 지식인가?">
            <a:extLst xmlns:a="http://schemas.openxmlformats.org/drawingml/2006/main">
              <a:ext uri="{FF2B5EF4-FFF2-40B4-BE49-F238E27FC236}">
                <a16:creationId xmlns:a16="http://schemas.microsoft.com/office/drawing/2014/main" id="{E893C5CD-4A1D-4440-B984-7FA84D7DC4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B6BD8BFE-474A-4B91-9B9B-9B7658FA21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C55B7962-CA3F-4BD3-A60D-BAEFFFBDD4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EEDC7397-6F94-4147-9293-122E64A90A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75AA975E-A32A-4E11-B3BA-5787CCFB3D92}"/>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9E3C3086-AE3F-4EBA-99FC-9DA3FB60DF13}"/>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7ED0417A-25C1-47DB-8DBE-DD2B54CC011C}"/>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DBCC8CAF-7B6E-4095-8CF9-478E73BE5B82}"/>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0B2DCC61-3258-4EC9-9EAF-FBE2CFE79DE6}"/>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B59177EF-1DD8-4DFA-B084-8FFA044DEF78}"/>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AE31DF56-E2AB-49FF-A27D-A603634AC884}"/>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42E606EC-C2E2-4086-ACF3-21BB7EFCB849}"/>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C255B38B-0CDC-4F2D-BA80-FF86E4D8528A}"/>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1FC8061E-0357-4258-AA41-2D4C40DAB26C}"/>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F296D80D-1839-4B15-8FAB-0D96E7A5A42D}"/>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1C733262-BBEA-45EF-B638-1915C93D6D20}"/>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9FC39A44-FC83-4CEE-A524-48A2870303D2}"/>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5977C029-21BB-422F-8064-D3DC532E57F2}"/>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CE36B795-3B70-49AA-8106-5D28380B57ED}"/>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4F88B497-C8F2-423E-BBE5-FE28E41427C7}"/>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E38B8169-01A0-4EAA-9F10-2A5BD7212806}"/>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4DC50878-772B-4ED2-9084-A864AB7A5A7E}"/>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9EC8DA8D-AB94-4656-8C9C-5DDA0E7A37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8344715"/>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51CDD487-9D74-4177-AA25-55C8A94CEC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9">
            <a:extLst xmlns:a="http://schemas.openxmlformats.org/drawingml/2006/main">
              <a:ext uri="{FF2B5EF4-FFF2-40B4-BE49-F238E27FC236}">
                <a16:creationId xmlns:a16="http://schemas.microsoft.com/office/drawing/2014/main" id="{B52E03EB-548F-49B1-AC20-CDC5262399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Memory는 재발견 비용으로 판단">
            <a:extLst xmlns:a="http://schemas.openxmlformats.org/drawingml/2006/main">
              <a:ext uri="{FF2B5EF4-FFF2-40B4-BE49-F238E27FC236}">
                <a16:creationId xmlns:a16="http://schemas.microsoft.com/office/drawing/2014/main" id="{A772C877-211B-4163-8B69-070362046D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71C37FBD-CF22-448D-8ADA-56BA9C42CB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1E55BBAE-3870-438D-A34B-A092B6AC6A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ED4F4B0F-2775-4A09-8F7F-30CBD573BC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4D2C3058-6B60-452C-B0F0-399E1EEB5806}"/>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52EFBCFA-6EA8-460B-8219-6BCAE9794D57}"/>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D99A5FE7-BD79-4A63-AF9D-51CC3FF1681E}"/>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2102BD1D-3D4E-4B8C-BB66-A77DC0E9A3A7}"/>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3CEDEDA7-4AA4-4C13-B8ED-0686F28B1DD8}"/>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96EB80B9-E059-4879-B09B-7C61F4E611B7}"/>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B295E54B-2AC6-4812-98F3-2CFF3C2BDB3C}"/>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99585006-CA4E-4DE6-964A-84ED0A1F6C6D}"/>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3A928A0F-60A9-4DAF-8DC2-1709D83D4B03}"/>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4E96818A-51D6-4FBC-8A4D-DF85B144A6A7}"/>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31107796-8088-4CAA-8F77-0C54C75B0B73}"/>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21886924-D48E-4E94-8698-8497536B29AA}"/>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ACE0CB28-FE92-4C5D-ABFC-7BBB36439E08}"/>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A75EB846-0D7F-4836-8CDE-1483CED10782}"/>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561C3015-C5AC-42BA-BA42-BF7F80ECF2F5}"/>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FB83D210-AE4B-4296-989C-6FA7EA31C734}"/>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AAFE6462-D4D6-4A0D-9301-2207B06028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16742116"/>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EE1D549E-6C0A-4F48-A0FE-223958318B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60">
            <a:extLst xmlns:a="http://schemas.openxmlformats.org/drawingml/2006/main">
              <a:ext uri="{FF2B5EF4-FFF2-40B4-BE49-F238E27FC236}">
                <a16:creationId xmlns:a16="http://schemas.microsoft.com/office/drawing/2014/main" id="{0FCB4F61-BBE7-4F3F-919F-41A46D2A80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Minimum Effective Harness">
            <a:extLst xmlns:a="http://schemas.openxmlformats.org/drawingml/2006/main">
              <a:ext uri="{FF2B5EF4-FFF2-40B4-BE49-F238E27FC236}">
                <a16:creationId xmlns:a16="http://schemas.microsoft.com/office/drawing/2014/main" id="{5648A440-12D2-4AE7-AEE6-2CBB97A5A4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CCE9E485-47EF-4FD3-BFF7-EA79CF6A4F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1BBE603E-760A-4552-B293-B047F789E4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376C6505-7D1C-4202-ABCE-F0ED7DC194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4ABEB4F9-D828-4732-BD2E-2088AC60742F}"/>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F355564A-474D-4AAB-B141-A78D8845205F}"/>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B290BB9F-A5D9-4F09-8931-6EB5EA87B565}"/>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766F87C6-588E-47B6-825F-098B3C7CAE24}"/>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74E2DB5C-091E-42AF-9125-923EE76B54D3}"/>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FE1AF230-AB42-4432-84E6-557F7735D498}"/>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BE22CA99-D922-4238-8BAE-AC1B4A8F5613}"/>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DD8DB45F-BF3A-439C-847D-A43BF67C655B}"/>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06C47E6E-7157-493F-BE86-356BCE21DAEA}"/>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B587043F-3711-4742-B888-0B2BF9E9EC90}"/>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1E38D30C-8DA5-481D-B449-4AF9E1E335F0}"/>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E4C05F13-FC48-4691-AB99-6F587791960E}"/>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55C57D76-AACA-4581-9384-EA1E1D8ABF43}"/>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0960CEF1-B208-425C-8D93-894381D9370D}"/>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A70F6322-7C82-4B26-B366-AE24440BB412}"/>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065035FC-6C8C-4803-9014-FFE0B281CBEC}"/>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D8DC9931-0091-4427-BEA5-0DEAC87F7FB7}"/>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B9013592-59CE-49B1-B189-605961FFD4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4776448"/>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67A00549-09E9-4FCC-BAFD-7C22EFE7FC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61">
            <a:extLst xmlns:a="http://schemas.openxmlformats.org/drawingml/2006/main">
              <a:ext uri="{FF2B5EF4-FFF2-40B4-BE49-F238E27FC236}">
                <a16:creationId xmlns:a16="http://schemas.microsoft.com/office/drawing/2014/main" id="{64E89C0F-B173-4641-B745-EB23401DD1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Harness는 작업 환경 설계다">
            <a:extLst xmlns:a="http://schemas.openxmlformats.org/drawingml/2006/main">
              <a:ext uri="{FF2B5EF4-FFF2-40B4-BE49-F238E27FC236}">
                <a16:creationId xmlns:a16="http://schemas.microsoft.com/office/drawing/2014/main" id="{3D3EED63-6907-4292-94AD-7EDABB4DFE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E476FD50-B076-4EA3-A9B2-66AC087F57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F5104609-FB00-40C6-99FB-BD57659135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3AFE75A8-B34C-41E6-89A6-E6441DFA3F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3A048BF4-4A90-47F8-BB1B-6C40F271392D}"/>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480C1738-60BB-4E53-869D-5247A9F423C5}"/>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DB012D4E-D75E-424D-86EE-62EA235AE26B}"/>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EA39A6C8-F9E5-4362-B6F8-5D215453A504}"/>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86618F52-570D-47DB-BB40-F54FF95DDEDB}"/>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088441F9-9950-464A-93E3-AA993AC8C7D2}"/>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5499D59-01C8-4762-A727-C08351F3C76E}"/>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558FB99-3768-4D3B-81E8-6D6B63102D65}"/>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24FD3BCC-7BEC-4CE7-8E55-CE1B97DD1974}"/>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5E70EA11-0DE3-45FD-BC3C-85059C1B26C9}"/>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BFBE85CD-FCDE-4509-BE97-D9E8C2161C5F}"/>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C64ED979-FF09-4E95-B868-9D57F1A087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22083551"/>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DA09951C-5553-402C-A7E1-92C3A9B885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62">
            <a:extLst xmlns:a="http://schemas.openxmlformats.org/drawingml/2006/main">
              <a:ext uri="{FF2B5EF4-FFF2-40B4-BE49-F238E27FC236}">
                <a16:creationId xmlns:a16="http://schemas.microsoft.com/office/drawing/2014/main" id="{7C5C23CB-0DD6-4FF1-A594-95694DA2F3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Repository 밖의 환경도 결과에 영향을 준다">
            <a:extLst xmlns:a="http://schemas.openxmlformats.org/drawingml/2006/main">
              <a:ext uri="{FF2B5EF4-FFF2-40B4-BE49-F238E27FC236}">
                <a16:creationId xmlns:a16="http://schemas.microsoft.com/office/drawing/2014/main" id="{DAD7989F-3823-4B1C-B69B-AA3AF130F8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9040262A-8E8F-4D73-88D5-967CF5D391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BE2F04F-6315-43A3-B79B-28B18F51F39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EBCAFAD2-607E-41BC-BC12-1D44B99CA1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91914FB6-14F6-4762-8DFB-A395B50D9A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62355E98-FCCF-4EC4-99FE-1CFB508EE11A}"/>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BC30C289-8ABB-48DB-A656-3EE6156F6D62}"/>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2E967C8D-45E3-4144-B07C-86FA678605E6}"/>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262775B0-2FDD-49D0-BB51-1FC23D2142BB}"/>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07F7A772-8063-4F42-B8E1-7ED2D43D8122}"/>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A91B7291-E35E-4A5A-9DC0-D5872A0A4A68}"/>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18AC4705-C040-438D-9E33-41FE67E68395}"/>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B265F5F8-E78F-4C31-8FD8-31D49A84FCD3}"/>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56226BE5-945E-4CCB-8450-77AF84CF92AC}"/>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BDFC08EB-6A89-4B7C-BD28-B775EB4FC145}"/>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E774A3BD-AABA-464B-A174-E4F3B835B1E5}"/>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98D0EF40-A64E-47BA-A8BA-C6B779A745D6}"/>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88424B26-7A88-4156-A6DF-5631A42ACEDE}"/>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5D7039A2-0CB0-421F-9B2D-4E1C0422D158}"/>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5D88ED2E-F8E5-4A31-9DF8-A2598284BAA3}"/>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7E5DD389-496D-4CE3-BA78-5C0DB4AE1B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485767604"/>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DBCF71DF-3015-4DD8-B706-30D8F158B4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3">
            <a:extLst xmlns:a="http://schemas.openxmlformats.org/drawingml/2006/main">
              <a:ext uri="{FF2B5EF4-FFF2-40B4-BE49-F238E27FC236}">
                <a16:creationId xmlns:a16="http://schemas.microsoft.com/office/drawing/2014/main" id="{21950843-6F17-4BAB-A8EB-64496849E2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Engineering Pattern은 C++에도 전이된다">
            <a:extLst xmlns:a="http://schemas.openxmlformats.org/drawingml/2006/main">
              <a:ext uri="{FF2B5EF4-FFF2-40B4-BE49-F238E27FC236}">
                <a16:creationId xmlns:a16="http://schemas.microsoft.com/office/drawing/2014/main" id="{238C8F76-6BD5-42A0-8D0B-2C0C8AAE0F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EF2D712A-7BD1-424A-95BC-CB58E003A7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B49BBFFD-18C4-4BE0-8DEC-BE06B22ECD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79CBAA5E-6A99-4EFA-877C-9413AE0911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327AAD84-35A2-4D7C-B3D8-ADD492A5095E}"/>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60E91400-98F7-402C-846A-3848E4E342A2}"/>
              </a:ext>
            </a:extLst>
          </p:cNvPr>
          <p:cNvPicPr>
            <a:picLocks xmlns:a="http://schemas.openxmlformats.org/drawingml/2006/main" noChangeAspect="1"/>
          </p:cNvPicPr>
          <p:nvPr/>
        </p:nvPicPr>
        <p:blipFill>
          <a:blip xmlns:r="http://schemas.openxmlformats.org/officeDocument/2006/relationships" xmlns:a="http://schemas.openxmlformats.org/drawingml/2006/main" r:embed="R1ab6994b6746450f"/>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9F99BB24-77F9-4DD1-9B23-3588EB6C8E4F}"/>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341B9D46-E14D-464F-8DF1-AC7FD6B62BFF}"/>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FF65F825-E7C4-4521-9766-D21D5D66948C}"/>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D0B0F2C9-36F5-4966-A11F-2877A34F4BB3}"/>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89B8A700-3491-454F-8A47-867CA96ED0B8}"/>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A2790C27-307C-44E4-A9A7-E46241BB652D}"/>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0927FD88-4AA2-4AB2-838F-47C4C9674ED4}"/>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6DDF7D13-893A-41F1-83BF-391473606178}"/>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A2FFBFB4-92A3-4883-9FA5-700D2FD4B39E}"/>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5DE4603C-2998-4C0F-A82D-54E7BE343B4D}"/>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8979AF7B-CDB7-41E2-9953-5CFBBDAEB4E2}"/>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A08A21AC-90E3-4259-B037-755289EEF833}"/>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3E962638-B1EE-458C-9ABF-9B4FE699F070}"/>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731D6925-84D3-4EB0-907A-E0CE75CA81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29152278"/>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98AB7D44-1358-475B-AEE9-3898C27FA5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64">
            <a:extLst xmlns:a="http://schemas.openxmlformats.org/drawingml/2006/main">
              <a:ext uri="{FF2B5EF4-FFF2-40B4-BE49-F238E27FC236}">
                <a16:creationId xmlns:a16="http://schemas.microsoft.com/office/drawing/2014/main" id="{3591BA46-B2C7-49B9-8A20-D4CF6CF1EB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필요한 구조부터 질문하기">
            <a:extLst xmlns:a="http://schemas.openxmlformats.org/drawingml/2006/main">
              <a:ext uri="{FF2B5EF4-FFF2-40B4-BE49-F238E27FC236}">
                <a16:creationId xmlns:a16="http://schemas.microsoft.com/office/drawing/2014/main" id="{874BE53B-13C5-423D-8D03-E722A74A48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E4AC75C5-53A3-4B9D-AEF9-5AAA72C135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2F0497F2-C67C-4F4A-B0D4-9D406A88D4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04E76F1B-E7CE-4523-ADBA-5E74A7427B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B780CAED-8FAE-4789-BE0F-55E267BE4F49}"/>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2122CF08-FEF5-403A-9194-7F17394F71CC}"/>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E9CF77A5-D3C0-4651-9F51-6EDFDBF8A6BE}"/>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1A0BBE99-1C35-47AA-9DAE-F2C2F3126252}"/>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DE657431-1649-4775-B23E-1228E93944B8}"/>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CF6846BD-70D6-4645-8DCD-096CC5483B73}"/>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683601F9-8B80-4254-A1ED-97A8D74C1FE2}"/>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7D81ED80-ABB0-4306-8D9C-13483433FC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33997785"/>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6BE283DB-2E29-4D11-8792-A85845A22D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5">
            <a:extLst xmlns:a="http://schemas.openxmlformats.org/drawingml/2006/main">
              <a:ext uri="{FF2B5EF4-FFF2-40B4-BE49-F238E27FC236}">
                <a16:creationId xmlns:a16="http://schemas.microsoft.com/office/drawing/2014/main" id="{E25719AE-DE27-4068-9B8D-A622AF15D1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여기까지는 잘 동작했다">
            <a:extLst xmlns:a="http://schemas.openxmlformats.org/drawingml/2006/main">
              <a:ext uri="{FF2B5EF4-FFF2-40B4-BE49-F238E27FC236}">
                <a16:creationId xmlns:a16="http://schemas.microsoft.com/office/drawing/2014/main" id="{E4DB3CB1-B56E-47D2-885D-C9A4131EFA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4EE4E4CE-65A9-4CA1-8DAC-E5CE9302C0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F578704E-BB90-4F9C-82AD-FD3AF93F8BD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BFC70BC1-7C9A-47CA-8705-845B18B1FF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E9B53209-0E60-470A-85A3-B1059D6678F3}"/>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1FE47118-4EC8-473E-954D-D9CCA33D8266}"/>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A350E9FA-D6B1-4F67-8975-0382FD96A625}"/>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B54ED21C-75EA-438B-B2F6-D3CEC0C05EF6}"/>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E17E4E6A-56A5-41EA-BA11-E42FCA67C101}"/>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9364DC6F-2F25-4D87-A511-4C2085C64542}"/>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602BF48F-556A-4052-BF6B-692E9CA7B989}"/>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0B3A0C4E-5B85-4155-97FF-AD421765ADDD}"/>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ECCDF948-446A-4E40-8563-855B6A78A816}"/>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F466747C-6AEE-4BC6-B131-32B42EC24C2A}"/>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AA8CF3F0-18FD-40E1-BE9B-C5343F5C1600}"/>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74704F2C-37B5-4086-BB2E-664FF754368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26376037"/>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3E05F6DD-ABB9-49CD-AB67-CFFCDB6ABE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6">
            <a:extLst xmlns:a="http://schemas.openxmlformats.org/drawingml/2006/main">
              <a:ext uri="{FF2B5EF4-FFF2-40B4-BE49-F238E27FC236}">
                <a16:creationId xmlns:a16="http://schemas.microsoft.com/office/drawing/2014/main" id="{5281935A-BF04-4ECB-BC5C-0413BCB4CC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개념 사례: Project와 Workflow는 현재 맞다">
            <a:extLst xmlns:a="http://schemas.openxmlformats.org/drawingml/2006/main">
              <a:ext uri="{FF2B5EF4-FFF2-40B4-BE49-F238E27FC236}">
                <a16:creationId xmlns:a16="http://schemas.microsoft.com/office/drawing/2014/main" id="{3FCEE64F-10C5-4652-A064-B9A8E36807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56FF6D84-3A7D-4FD6-B2D9-56F0098B54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9F87AAC9-59E0-4038-A6D6-ACDCF2AF0C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34487C43-68E7-449D-8680-EEBD086824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56EF547D-7C17-415F-8428-566E176A7485}"/>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A0DC9088-12F3-4BDA-8A9F-67569E70F802}"/>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E25D6719-24CC-4E04-9954-03D9188123BE}"/>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459EFA13-4B49-4890-8E22-7A25114AFD73}"/>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373FD086-6CD6-4C8D-811F-8B1A8594D0A1}"/>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DA80E8CD-3B68-4697-8683-C1FD935F4381}"/>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7EAE6064-227C-4B14-A49A-7DAD381DE2E5}"/>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E6E2937D-235E-4CFE-BF95-413F3DD17CAD}"/>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84AF23E5-396F-4915-9793-E450A7E4A88C}"/>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CE483547-58F8-4466-836C-DB8E2E15FE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43005604"/>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49D96138-00A5-4AC6-A532-5AE10F45D3E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7">
            <a:extLst xmlns:a="http://schemas.openxmlformats.org/drawingml/2006/main">
              <a:ext uri="{FF2B5EF4-FFF2-40B4-BE49-F238E27FC236}">
                <a16:creationId xmlns:a16="http://schemas.microsoft.com/office/drawing/2014/main" id="{9BA3918C-D36D-408F-9AEB-C217260F13A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Project는 바뀌고 Workflow는 남았다">
            <a:extLst xmlns:a="http://schemas.openxmlformats.org/drawingml/2006/main">
              <a:ext uri="{FF2B5EF4-FFF2-40B4-BE49-F238E27FC236}">
                <a16:creationId xmlns:a16="http://schemas.microsoft.com/office/drawing/2014/main" id="{9EF53043-0380-4D15-B9ED-57CD4993F2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FA4CA045-AB69-4AA8-A952-371849137B62}"/>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71BCE2AA-B1ED-4E16-A9E4-86BD9131A58A}"/>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F0AACDF4-39CD-482B-AAC2-ADBCB78E76E1}"/>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2A572C6E-9E4F-40A9-9789-2C9F63483558}"/>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45061CB4-EA64-4D75-9B62-3FC0BEF2C5A0}"/>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8353D373-93D5-4008-BC13-A72AFC576959}"/>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86FEA676-29AD-4F50-896B-ADA4A6C7941C}"/>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D9253F51-4990-403C-B81D-D47E1FB55DD8}"/>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3A27B271-D045-49A2-9040-9B3D13A2808B}"/>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4E830D37-5B3F-4E8C-A70A-B72BE0646C69}"/>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13D5F3E5-0A96-4013-B321-AC9AC5B8A8CB}"/>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A940ADCF-D922-477E-AFFF-E14D2242645F}"/>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68FC4501-6F59-48C5-B219-D7838B2E32DF}"/>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55A9100D-ED1E-4AA9-8293-7F36876A2C77}"/>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7013232E-7C5A-4950-ACE6-2AF962AFE914}"/>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1B9BB748-5876-4413-B569-AB87F25D8390}"/>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4F4B7551-10F7-49B0-9C49-FD9207E603A8}"/>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A77255F3-C07F-4D9C-8B55-C34DB389257D}"/>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230ABBBD-B7FA-4D6F-A90E-6A0B1782C641}"/>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88C67C1-F11C-47C1-968E-3B52DCF24F03}"/>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87900274-3ED1-47DA-B367-CA49E95602F7}"/>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27B4BA3D-2B44-4362-918A-1CE1F79F9509}"/>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D48E57E3-5684-4498-81E6-62CAF391E2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B0177D9A-075B-4719-B88A-CF96E02707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63028888-4A19-43E7-8AE3-09B0E9DD28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160193A6-E540-4A7F-973F-A31AE4651A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29818413"/>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B69CA424-9B2A-4EBF-8303-D24185428C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8">
            <a:extLst xmlns:a="http://schemas.openxmlformats.org/drawingml/2006/main">
              <a:ext uri="{FF2B5EF4-FFF2-40B4-BE49-F238E27FC236}">
                <a16:creationId xmlns:a16="http://schemas.microsoft.com/office/drawing/2014/main" id="{63C071FF-6B8A-4E05-988A-A2C0ABBB4E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Task 해결과 System 문제는 다르다">
            <a:extLst xmlns:a="http://schemas.openxmlformats.org/drawingml/2006/main">
              <a:ext uri="{FF2B5EF4-FFF2-40B4-BE49-F238E27FC236}">
                <a16:creationId xmlns:a16="http://schemas.microsoft.com/office/drawing/2014/main" id="{9CB2E4EC-A053-4E12-8AE0-123DDBFCBE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072FEB15-E45F-40CC-B6DD-0F0A3348AD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CDD35F6C-DDBF-4253-9C44-ECA82EE556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D3770B46-027C-47DC-AF11-7040A8F32F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0C03E44E-6509-4B7C-9107-52DAC6393F37}"/>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1132F855-DC10-4707-ABDE-B9C4C9C85D1F}"/>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F5740DC7-96D8-4265-8096-EFF94A6DA265}"/>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4EC43820-C5CC-4728-BDE9-45988886A2DF}"/>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D353D6F2-E004-4353-898E-A03BF6CB9700}"/>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1E2C2110-CB51-4560-A2E6-451BF2AB68E8}"/>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43E423D7-CB7A-4B64-81C8-5929645943AB}"/>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6EC84BAA-E9FD-489A-8CB6-ACD6979E2EF7}"/>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1DB7EB27-4C8A-44BA-A42A-C23B9C7524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54537141"/>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0B6968BE-93B9-4CB7-8F21-8EF1D4B182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9">
            <a:extLst xmlns:a="http://schemas.openxmlformats.org/drawingml/2006/main">
              <a:ext uri="{FF2B5EF4-FFF2-40B4-BE49-F238E27FC236}">
                <a16:creationId xmlns:a16="http://schemas.microsoft.com/office/drawing/2014/main" id="{6F40F2C6-8E3F-4B1A-A512-36A7F00E9F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원인에 맞는 Layer를 고르기">
            <a:extLst xmlns:a="http://schemas.openxmlformats.org/drawingml/2006/main">
              <a:ext uri="{FF2B5EF4-FFF2-40B4-BE49-F238E27FC236}">
                <a16:creationId xmlns:a16="http://schemas.microsoft.com/office/drawing/2014/main" id="{2800DAE6-3048-486F-ABB6-D90DA53C8C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71A9B376-07EF-415D-999B-18AF103F51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B1A0BCD1-2D92-47CE-8502-303C870AE0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2BAEE426-7573-4938-B66D-0ECBE57F0D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EF818B43-3D3A-4892-AC04-B3CB7F29F244}"/>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1963427A-5A55-4B94-8AB3-6EF677C16B9B}"/>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3D68A8AF-FA7B-45BF-A350-6B7890A4A070}"/>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BCA26CF7-96B5-480D-93F9-64BB731350F3}"/>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559EB89B-A110-4492-9091-310110880BA0}"/>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5D73791C-93DB-4E0E-925A-3ECF698B1AFD}"/>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5A3D691E-71D5-4CFB-8318-D8661CD00BED}"/>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6D207742-701D-4B7F-BD28-76733F609C5E}"/>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F047211A-D59D-43D2-8EEA-B10612394081}"/>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216A3C26-CDE9-417F-BC62-BFC41BC461E9}"/>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3FCCE970-7E97-4629-B722-2C9DC38BF33A}"/>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5361EEEE-62CB-48B7-8AC6-34FD39448F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79240168"/>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136B212B-21DA-4294-A838-5513E5E9C4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0">
            <a:extLst xmlns:a="http://schemas.openxmlformats.org/drawingml/2006/main">
              <a:ext uri="{FF2B5EF4-FFF2-40B4-BE49-F238E27FC236}">
                <a16:creationId xmlns:a16="http://schemas.microsoft.com/office/drawing/2014/main" id="{7D2A3007-9BDB-4395-93AC-63551909FE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실패 지점과 원인 Layer 구분하기">
            <a:extLst xmlns:a="http://schemas.openxmlformats.org/drawingml/2006/main">
              <a:ext uri="{FF2B5EF4-FFF2-40B4-BE49-F238E27FC236}">
                <a16:creationId xmlns:a16="http://schemas.microsoft.com/office/drawing/2014/main" id="{6C270801-8ECD-48F0-93AF-ABD30ACC50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51698650-24CE-450C-91E9-A3A81FF99B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CC051234-566A-46DA-9470-8B0356C829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3C047D12-37DB-4C07-9625-E5FBC4219E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75D008F3-7FAE-441D-929E-BEBAE043FF0F}"/>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9245AD8D-B2DE-429D-A4A6-BAA10972CDF4}"/>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1BEAF2A6-3316-4A1A-97DB-7EF167550E5C}"/>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6015F079-3129-443B-AC5E-CBB7BA505115}"/>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90F5470F-81D4-4C4E-8C02-64019C141433}"/>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1EABE14A-7BB4-4DB4-971C-0DA3B6117BF3}"/>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5D2D0115-8152-4745-AFE4-7A6C24258A8D}"/>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51EE5B7B-8E61-409B-B753-0DA833B2E315}"/>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FAD328E8-D55A-4361-A44C-9A625AB58C16}"/>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2A95C44B-3A24-4F26-8FF9-6026142BF142}"/>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593F5A3F-B005-4AF4-8035-01788AB997A5}"/>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9BB1D65D-B265-44C1-BDEE-967EA20F4BA4}"/>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164D64F7-962C-416F-A0D0-1B0A1681C533}"/>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BA91BC4B-6028-463F-96C0-572718721552}"/>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E810C5D7-8308-4267-B255-1DE037A690A7}"/>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C72C5AF7-C7CA-43B4-B4A3-FD22501C57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11289006"/>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A374DD7B-695C-4736-A0EF-AF5DC684F2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1">
            <a:extLst xmlns:a="http://schemas.openxmlformats.org/drawingml/2006/main">
              <a:ext uri="{FF2B5EF4-FFF2-40B4-BE49-F238E27FC236}">
                <a16:creationId xmlns:a16="http://schemas.microsoft.com/office/drawing/2014/main" id="{775097EB-2FB2-4841-8926-2C5556C6F3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먼저 관찰하고, 그다음 가설을 세운다">
            <a:extLst xmlns:a="http://schemas.openxmlformats.org/drawingml/2006/main">
              <a:ext uri="{FF2B5EF4-FFF2-40B4-BE49-F238E27FC236}">
                <a16:creationId xmlns:a16="http://schemas.microsoft.com/office/drawing/2014/main" id="{66C2A282-0477-419F-85B9-7E0081EAC7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9AA5F5D1-0DB2-4FEC-B5A0-AA5C252551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DAA732E3-9C5A-47CB-A24C-3A3592E10F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C449A0F3-D17B-4489-A9C2-001A7D0B82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DFE778B9-D278-4BEA-A2F4-D13D72460B85}"/>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0728275D-9D75-4137-B7CA-98CCA07A6C05}"/>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96512694-E845-431D-8477-8A65982ADF0A}"/>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0E3766F6-6698-422F-ACC6-B03D88ECCB79}"/>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4BC066B7-4BF2-466F-8DD2-3DE7D6EA74D1}"/>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499BB1A3-FBB1-4DFE-95C8-DFBCCD4B6267}"/>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DD0C1704-6226-4A74-B3A9-A48C931E3563}"/>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58B28554-4374-47EA-912F-63A918C803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56127329"/>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B828EEE9-D981-4F64-A0A9-4126CAE075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2">
            <a:extLst xmlns:a="http://schemas.openxmlformats.org/drawingml/2006/main">
              <a:ext uri="{FF2B5EF4-FFF2-40B4-BE49-F238E27FC236}">
                <a16:creationId xmlns:a16="http://schemas.microsoft.com/office/drawing/2014/main" id="{0935398B-4E76-48AD-B18C-929DD62E61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Cause가 지지하는 최소 변경">
            <a:extLst xmlns:a="http://schemas.openxmlformats.org/drawingml/2006/main">
              <a:ext uri="{FF2B5EF4-FFF2-40B4-BE49-F238E27FC236}">
                <a16:creationId xmlns:a16="http://schemas.microsoft.com/office/drawing/2014/main" id="{874AAA11-C973-4DD2-B0C9-2B6816CE24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0D8555A4-62B5-4A1B-8144-0CA6A08EFC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E0557720-E304-4036-9DF6-15284155DC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9D66C02E-0720-4505-AE8B-7254968044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8EEDC40D-D143-4CCE-9B2B-9FA36F9A1430}"/>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36782212-473D-45C3-93D6-7C64DE414002}"/>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EAF07EA6-9F74-4E34-B331-EEC5225C3E83}"/>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F2175055-639E-4FCB-8D11-23CA44215E9F}"/>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63D95F53-4893-4C21-85C1-9398340B5EF2}"/>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DB15C2FD-B15B-4907-8659-26082A66C5F3}"/>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489F0F63-41ED-4372-838D-FA47636CE241}"/>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2CC96E95-7DF0-43C8-8A8D-3BCD2123E320}"/>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6C170098-9920-40F3-8D2A-2F07399FF019}"/>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951B96C8-FFB4-4D51-904C-74DE812F06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75959288"/>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77DFFF66-5503-4BF6-9333-ADDA351667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3">
            <a:extLst xmlns:a="http://schemas.openxmlformats.org/drawingml/2006/main">
              <a:ext uri="{FF2B5EF4-FFF2-40B4-BE49-F238E27FC236}">
                <a16:creationId xmlns:a16="http://schemas.microsoft.com/office/drawing/2014/main" id="{345C30DE-B86A-40A0-9265-2AD3BCCCF5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같은 Task의 재실행만으로 충분할까?">
            <a:extLst xmlns:a="http://schemas.openxmlformats.org/drawingml/2006/main">
              <a:ext uri="{FF2B5EF4-FFF2-40B4-BE49-F238E27FC236}">
                <a16:creationId xmlns:a16="http://schemas.microsoft.com/office/drawing/2014/main" id="{96379B8F-FA0C-4291-A420-3B37776EB7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988E0FCB-1065-4EB1-B9B2-12CB045E14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2B302157-0199-4576-A8C7-82D2C50E97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F0A68F53-F7CE-4AF0-B3D0-D6764079E8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947246D8-1777-46BA-AAA8-E09D020AC659}"/>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170B7663-627B-48EC-A521-771EBF376AAF}"/>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19E23116-B71A-43F5-A3C7-EAD45E5F4621}"/>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4DE16A2F-1482-4DF7-80C5-47EEE3E6B49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AED6FC24-5F22-45D6-960E-511D6F4F4567}"/>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AD19A025-35F8-4FD3-85A3-47C99378650B}"/>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C7324425-D29F-45AE-8D91-6FA16F4A661D}"/>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7F3E78D8-78D0-4211-92C8-4743900BBB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38893293"/>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11F02AFD-5528-423B-B2A9-EFE105D4E3D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4">
            <a:extLst xmlns:a="http://schemas.openxmlformats.org/drawingml/2006/main">
              <a:ext uri="{FF2B5EF4-FFF2-40B4-BE49-F238E27FC236}">
                <a16:creationId xmlns:a16="http://schemas.microsoft.com/office/drawing/2014/main" id="{80607712-0710-4931-8FF3-1029276FF7E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대표 작업으로 변경 범위를 확인하기">
            <a:extLst xmlns:a="http://schemas.openxmlformats.org/drawingml/2006/main">
              <a:ext uri="{FF2B5EF4-FFF2-40B4-BE49-F238E27FC236}">
                <a16:creationId xmlns:a16="http://schemas.microsoft.com/office/drawing/2014/main" id="{5E9446C2-CACB-4B06-80E0-89425D45DC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F9C3DB06-BDC4-4B48-A118-07EC787C68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28729927-0838-4627-B603-1CC1C8E094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850CBE17-86FC-4A22-8945-B6ACC5CD9E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0B137326-B007-4E4B-A32E-909EC543A9C4}"/>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1CCE0659-3D4F-44A8-9696-3A5E2B6B6708}"/>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37400D93-3183-4EED-ABF8-A8F81CD80280}"/>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86910895-8C6D-4111-89AE-DA52AE19D7E2}"/>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54D01ECD-0492-459E-94C4-E711BD451D0E}"/>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8DC93BC8-C350-40FD-A2AD-1953DD14C6C2}"/>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DDC903A7-7D39-4738-A8ED-32F59DC59DF9}"/>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02A9D717-1980-41DA-9C57-B562D760C16E}"/>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E4C748C4-0A94-4CF0-9BE7-034E8596409B}"/>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3379E2E5-B38C-4DE6-BA5C-5B2E4F257E39}"/>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E1667AFF-9CA7-4FCA-A319-EC5D928CA4B6}"/>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59FACA00-2639-48A3-A3C7-2DF036433584}"/>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B958F391-EC45-4DF3-B1C9-1FFD82206C9D}"/>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99FAECB2-1ACC-43CD-A608-599E5B29C374}"/>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27B0D64F-8D9E-466C-B4BF-EC3822CA6A7F}"/>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FF27C00B-0614-4D59-BC94-D5607899D3D9}"/>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B620200D-E8D7-496C-B1CC-CD2771A1833E}"/>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7B800FF1-8959-4FBD-BC2D-C3D7B6261C78}"/>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9D4E4405-BC09-4C8E-94DD-3E6E45ABC151}"/>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6DE58B26-D506-4B61-A66A-1B2BDCB16649}"/>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932F3E76-8F2E-4996-A5A9-60C14A50C473}"/>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7CB4DBF9-5EDA-4BC5-B258-4CA30680B190}"/>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A24B784C-05BC-4245-8A80-C6C0D72B7CF4}"/>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CCBDE6F1-E14E-4C5F-9084-AF88F57C60F6}"/>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ED99E080-5A46-4E6D-8E99-EC605030B561}"/>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604D07D6-79E6-45CC-BB0A-27E205F678EB}"/>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8C31AD82-4A22-48EC-BA0C-0BAD2E5CA93B}"/>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B6D435AC-F140-4B60-88B6-16DA3AA5980F}"/>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83B517A0-9051-442E-88E7-F6F57D043967}"/>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B22DBE3A-3F7A-4B97-BEDC-EB9EFAC3C245}"/>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65F490CC-BA0A-4A56-A26C-1910EE3206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03201864"/>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2AF263BD-F279-49EC-83F4-F98BD8212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5">
            <a:extLst xmlns:a="http://schemas.openxmlformats.org/drawingml/2006/main">
              <a:ext uri="{FF2B5EF4-FFF2-40B4-BE49-F238E27FC236}">
                <a16:creationId xmlns:a16="http://schemas.microsoft.com/office/drawing/2014/main" id="{7A29F787-3EEB-47AA-A0F9-C9548FFDFF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Harness도 특정 실패에 맞춰&#10;과적합될 수 있다">
            <a:extLst xmlns:a="http://schemas.openxmlformats.org/drawingml/2006/main">
              <a:ext uri="{FF2B5EF4-FFF2-40B4-BE49-F238E27FC236}">
                <a16:creationId xmlns:a16="http://schemas.microsoft.com/office/drawing/2014/main" id="{8D03981E-6ECB-4E60-BA09-CD93E467BCB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757E0D24-8DB0-4EE0-A96F-01802CEC06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69D64C89-74C5-454B-9396-836F4F9DA0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3209C23E-1620-4CDB-916C-77A39D3D7E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67453EBE-A914-46E9-8D09-4B0C9DE8BBC5}"/>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B2C4898D-BE85-4AB7-ABDA-29B7E17263AC}"/>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BF5485C3-9784-4F5A-85F4-D3634593FB6E}"/>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EBC91AC0-0C35-40B0-984A-AAC11FB27D26}"/>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2DDBE376-A4CE-4411-B91F-AB1F96697495}"/>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98E9A239-69B8-4623-88A0-D382FB4324A6}"/>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EC37F824-3E4E-4DF9-9466-CBB832F73CD9}"/>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B277B564-38F8-4FC4-BDE9-6EE2E83B3818}"/>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05EB29BF-CAA8-4C0C-8E06-4B5F87C232BE}"/>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477500F7-08BE-4188-9240-12612B420F06}"/>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9E9EB256-1497-4FC3-945D-1658F04928A5}"/>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38AC9D4D-9AE3-4FFE-93C6-FC7224470F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40799020"/>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26A2F56E-CEF3-44E4-A0D8-C4BF9DAE72C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6">
            <a:extLst xmlns:a="http://schemas.openxmlformats.org/drawingml/2006/main">
              <a:ext uri="{FF2B5EF4-FFF2-40B4-BE49-F238E27FC236}">
                <a16:creationId xmlns:a16="http://schemas.microsoft.com/office/drawing/2014/main" id="{B4F310D8-8E47-4F31-9513-E27AF36092C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Feedback을 System Change와&#10;Evaluation으로 잇기">
            <a:extLst xmlns:a="http://schemas.openxmlformats.org/drawingml/2006/main">
              <a:ext uri="{FF2B5EF4-FFF2-40B4-BE49-F238E27FC236}">
                <a16:creationId xmlns:a16="http://schemas.microsoft.com/office/drawing/2014/main" id="{D2BC4BAB-1BD0-4637-956C-E3E7C14D0A5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6BD4EA76-7FB3-486F-B326-F175BC7173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6C613F20-0CC2-4BA5-9D13-4CC681A00E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C66E5DD9-F547-4A53-BC9B-BD7131C93A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646BC514-FCA2-4EB9-A1EB-945F55809350}"/>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DB6CEFFD-D012-4596-900F-E46F474E6344}"/>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8525B8A7-E97E-4D21-AC8F-3AE12FBBB13F}"/>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07B336B6-A6DB-4EF3-8504-C044896710BD}"/>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572625BE-643B-416B-A933-CBBCFD0B2165}"/>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0A404D0D-026E-4D12-851D-1AB45CCF714F}"/>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31747A19-96F5-4C1B-8046-FEDF60A5D540}"/>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5A8E4940-1AAF-46D4-AA1F-1312C16D37C5}"/>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76A759F3-D7CE-45FB-8609-4C45B15682F7}"/>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8B65112D-8550-48B2-9D03-ADDAECFB755F}"/>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627D81DA-E844-47A4-AA07-9BB20858C395}"/>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42C423D6-31EB-4775-815E-B774B51A00B6}"/>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0C896718-077A-4E4B-9E2D-DAC3762CAAB2}"/>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B4896669-A303-4209-B755-6B57B4CEE92F}"/>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F8116D41-A797-4FF6-B657-03A09700185B}"/>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C487C972-B640-472F-8CEA-50BCD2DD9832}"/>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7F7552F7-C9B1-4144-B4AE-5A4BBB3EC412}"/>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561B770C-59D2-4C6E-AFD8-2753A820AE05}"/>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853DB41E-BF31-457D-8F24-4FE02821E342}"/>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F8220B13-1112-4E07-B7AE-5CC8B2CD765B}"/>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3C4FD21D-0263-4336-A6DA-146902177C89}"/>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073B0281-FFC9-4870-8D93-B3176064A86F}"/>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50A9E3E3-2465-45E4-B295-6B646D824080}"/>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1A431D5A-91CA-45F4-92C4-4474DF0785D3}"/>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E3AFE1C0-F19B-4AA8-80EB-D539E06BF727}"/>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1E1BDE75-881F-4E6A-A811-F82496BB8C1F}"/>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E64EDAFF-AD77-4746-A8BE-01C0D1CE30AC}"/>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3F08DFDE-2C6D-4AB8-B0BE-0B44A82C0FA0}"/>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39545F77-FAD9-483D-99E6-9C8CE8AD0463}"/>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B66E7D5B-8DCC-4ED3-BA9E-75912921E0A4}"/>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66EE85E6-3217-49CB-9B72-4DFCD23076D7}"/>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077E8F42-B3A3-4402-82C1-39195EAD5D68}"/>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BD2D2990-8D7D-4D88-BEBB-7B9E1437DE88}"/>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F66BFE83-1C47-499B-9ED5-1DB9CF9D6982}"/>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3E750210-E917-4B36-92F9-B07D86B4C0F4}"/>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E23FA4CD-79A2-4AFA-BADB-6D93F75E8FD0}"/>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3A4D0ADC-4BDD-4104-BED2-D9C8CFD92F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2911938"/>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38D617EC-8E46-4147-9B24-A6D59EECA35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77">
            <a:extLst xmlns:a="http://schemas.openxmlformats.org/drawingml/2006/main">
              <a:ext uri="{FF2B5EF4-FFF2-40B4-BE49-F238E27FC236}">
                <a16:creationId xmlns:a16="http://schemas.microsoft.com/office/drawing/2014/main" id="{BA9626FE-1222-4EAD-A79D-BD7320221B0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실제 제작 기록: TRIAL-006">
            <a:extLst xmlns:a="http://schemas.openxmlformats.org/drawingml/2006/main">
              <a:ext uri="{FF2B5EF4-FFF2-40B4-BE49-F238E27FC236}">
                <a16:creationId xmlns:a16="http://schemas.microsoft.com/office/drawing/2014/main" id="{79356A7F-0D4F-4F4F-8B0A-04BFFD751D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FF4A8B1D-2364-4742-884A-A0B83C917B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5F9D7E8-3C99-4125-A4A7-768077B176C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C773DE1F-39AC-487B-A280-0D58D3FA99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6B001041-1DC8-43A7-BEE0-CFBBB71718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855C84CA-18F2-4596-B481-DD825AB7B37D}"/>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BDC16D2E-FAAA-4E1E-B90F-12B3F5C61DB0}"/>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64657424-08DE-42CB-9F86-361D087C9283}"/>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6C76FBEA-1A89-431E-A582-93ABE5E48A6B}"/>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5123F853-46B0-4E2C-B2F3-67F5A9E0A13F}"/>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C8B08FCF-0F17-43DF-8E9E-E14785DCB3B5}"/>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B387238-6611-4D74-B8C2-687240425B25}"/>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8A94BD07-1D26-4A92-96A2-58CFDDE212C7}"/>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2E2710A9-EE3C-45BD-ABA9-B380C60AB72A}"/>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6E7935BB-FACC-4514-B1BE-8A9596AD81F2}"/>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96F6BDEE-9E8A-42FA-811A-2E4B4FB740DA}"/>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8C1A47EC-E135-4F9E-AC0A-88753095E519}"/>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C9DAC3E2-2624-4B6C-B129-9DC761CA81FD}"/>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D770777A-9F51-4D5F-B847-0537E969BCF0}"/>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F7610E0D-D0E1-4229-8D3D-B5A370B96F18}"/>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E3CC97E5-FF18-4F62-BF2B-8DAAFF9E8194}"/>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C5F9BBE8-6529-42CA-A51D-FF96FCF642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98147342"/>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5B2265EC-5A02-408D-924E-E673A647D39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78">
            <a:extLst xmlns:a="http://schemas.openxmlformats.org/drawingml/2006/main">
              <a:ext uri="{FF2B5EF4-FFF2-40B4-BE49-F238E27FC236}">
                <a16:creationId xmlns:a16="http://schemas.microsoft.com/office/drawing/2014/main" id="{40368772-5227-4E47-8A70-2A60F342663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결과의 타당성과 원인 귀속은 별개다">
            <a:extLst xmlns:a="http://schemas.openxmlformats.org/drawingml/2006/main">
              <a:ext uri="{FF2B5EF4-FFF2-40B4-BE49-F238E27FC236}">
                <a16:creationId xmlns:a16="http://schemas.microsoft.com/office/drawing/2014/main" id="{41E2BA7A-E820-408D-906F-D6A0B266C5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74FC0E22-3C83-45B1-A7F8-33C6047560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48DC584-876E-4D57-B511-B3504E366C4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658AA001-7A1F-481C-B8AD-9C93E7524E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36A3053F-B66A-478B-A895-09B16B1943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51110B21-CFEB-42D0-B26F-5B1600612B16}"/>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483C17D1-A63A-487F-8803-CFC025149BB9}"/>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BDCA1CCF-5C5C-4229-B6B3-25501C46692F}"/>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4570EDE0-DDA2-4483-A147-2AFF7EB73139}"/>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BEF5A98E-E511-450E-8EF1-B636EE89189B}"/>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E36FDC5D-907D-4E88-B8F8-FA180A671613}"/>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73843A6F-BB7F-403B-A4A7-19709AE156A6}"/>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989AF07C-E350-4C93-9862-6AD179120B58}"/>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500E1918-8E35-4290-BB17-F70F45BFDD8E}"/>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B4F8E123-B30E-47D9-AE7A-56A1B186FE2C}"/>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D8ECFAA4-1FD1-4C9A-B231-6596E82A54F7}"/>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3D7EC2A3-E097-4803-926E-2A2A301AB6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31040083"/>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E88A8526-9AE5-426F-A14E-D86FEE65A28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9">
            <a:extLst xmlns:a="http://schemas.openxmlformats.org/drawingml/2006/main">
              <a:ext uri="{FF2B5EF4-FFF2-40B4-BE49-F238E27FC236}">
                <a16:creationId xmlns:a16="http://schemas.microsoft.com/office/drawing/2014/main" id="{1AFEB1B0-54EF-48AF-97A9-96295EA6377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평가와 보고 규칙을 Evidence에 맞추다">
            <a:extLst xmlns:a="http://schemas.openxmlformats.org/drawingml/2006/main">
              <a:ext uri="{FF2B5EF4-FFF2-40B4-BE49-F238E27FC236}">
                <a16:creationId xmlns:a16="http://schemas.microsoft.com/office/drawing/2014/main" id="{3A4A4DFC-48E7-45F8-86FA-4AE9DBA6AF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90B5BAEF-9845-454D-A3BE-4121A746CE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6D0836B-7480-4D38-81F3-9361FC9063C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814C7F56-DB91-4FB4-9493-7AF845D802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21BB4E2E-7028-4DF6-AD90-399A073026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12453148-DC01-48E4-ACA5-41BCCD70C287}"/>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44B3D13D-668E-4168-BBF9-73AC61BEAC74}"/>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CF6FD98B-7138-4B0C-97AB-87829E4257D0}"/>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0E8E3BA1-4E1C-40A7-AA79-DF99F086D4EC}"/>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656AA4C2-3650-4596-8B24-DA101ABB5BBE}"/>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170F2193-951B-46EB-8907-AE9711AF370B}"/>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A77C3A9-7702-4FBF-BFD3-1A601308CBCE}"/>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14930127-2781-45D2-9B13-12DB2D5BE5A0}"/>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D8D3EA68-C276-496A-B4CA-0D29F6179963}"/>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04DF26B7-BA9A-40F6-9EDE-D79C405F6ECB}"/>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A0BA6F8-B700-4598-9E67-B7B79CFEDEFA}"/>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51C650B6-BF2C-42DD-B263-11475C8457B0}"/>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BB34A734-0C0C-46C0-AF4B-1D1D3A7C47C8}"/>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7BA930B3-AB3E-4C92-A759-3C7DDA767D9D}"/>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0B8CBB2E-08C3-4E8F-ABD7-7498322DAD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68016322"/>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F398142C-B161-40FA-823A-52FBC2872AC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0">
            <a:extLst xmlns:a="http://schemas.openxmlformats.org/drawingml/2006/main">
              <a:ext uri="{FF2B5EF4-FFF2-40B4-BE49-F238E27FC236}">
                <a16:creationId xmlns:a16="http://schemas.microsoft.com/office/drawing/2014/main" id="{BB7F472F-E5AD-4520-8E11-7D60B4A0531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후속 기록은 개선됐지만 완전하지 않았다">
            <a:extLst xmlns:a="http://schemas.openxmlformats.org/drawingml/2006/main">
              <a:ext uri="{FF2B5EF4-FFF2-40B4-BE49-F238E27FC236}">
                <a16:creationId xmlns:a16="http://schemas.microsoft.com/office/drawing/2014/main" id="{8FDFFDCD-8638-4C83-A4F6-B4F35BC58B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AE09E6F8-E1FE-478C-88E6-61A9D8258F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CAA55EB-8983-4E7A-99D7-F86E1D17D43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00B5F8F4-B0A7-422A-B8ED-947CCD47DC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41D34228-B17D-4789-8FAE-9B4806EA00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422519D4-0F09-43BB-AF79-DF57589AB1DC}"/>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EC818035-E6C5-4745-B9E3-7C1D4FD8CE42}"/>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599C91C0-5B9B-495E-9814-C0E5072C1111}"/>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841525C0-F8C2-42D6-A03B-7A6ADFC1ACA0}"/>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36BDA457-709D-41DB-80D7-331FE42B8EDD}"/>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AB264BB5-5695-4054-A045-451CC4DB605E}"/>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89F51C7B-367E-46C3-A6DC-298D776776FB}"/>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BBD7F17B-AC9E-4ED0-93D4-496016A32FC1}"/>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08F035BB-D617-493F-8F4C-A3C2108E6909}"/>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606B23A5-7AF3-4339-B71F-44EB9E703FC5}"/>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C1683712-5650-403F-B5D7-88076B064323}"/>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8B57007A-79B0-4906-BFD0-63CFFCA402EE}"/>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794F4944-47E5-4C07-924B-E4E257E69943}"/>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3F08D0BC-F6D2-4F12-9157-D68C7D7A3B77}"/>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01B6BFE4-E36B-4BCF-9788-5F6F240AD495}"/>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E26D2CAD-51C4-4594-8AA8-FEE21D0BC7C5}"/>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C29924B2-98B4-4D7E-B9B8-1B6B61824B8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07485883"/>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33A9F53E-5628-45C4-9F21-3B2C806C89C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1">
            <a:extLst xmlns:a="http://schemas.openxmlformats.org/drawingml/2006/main">
              <a:ext uri="{FF2B5EF4-FFF2-40B4-BE49-F238E27FC236}">
                <a16:creationId xmlns:a16="http://schemas.microsoft.com/office/drawing/2014/main" id="{F43735B1-CA68-4AD7-AFE1-3445CFE7D8E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실제 Meta Loop에서 바뀐 것">
            <a:extLst xmlns:a="http://schemas.openxmlformats.org/drawingml/2006/main">
              <a:ext uri="{FF2B5EF4-FFF2-40B4-BE49-F238E27FC236}">
                <a16:creationId xmlns:a16="http://schemas.microsoft.com/office/drawing/2014/main" id="{249241D6-57AC-46EC-A30F-D699806D1D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AAFB6744-8AFD-4D2A-86DD-D638146256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1D9F7C5-8BDE-4C3D-A867-8CF2D48F4BC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99F51D4B-BD00-49A3-82AE-B86F4D521A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C2ECC50B-10ED-4057-9B15-AE12A7B5E1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B4C2F47D-E274-49E4-BAF9-BD5D7A94002D}"/>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2DD536CE-62F9-48FD-8386-A1C416520A64}"/>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B276F4C0-8605-452F-AA48-27057AAA84D0}"/>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A04B49DE-BB48-4F69-B23E-196BE09BED47}"/>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BB0FCFBF-4F57-4BFF-A096-FF0A368F4FEA}"/>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043BDA02-A5A1-4BF7-AF09-BB007F07962E}"/>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9418A0A1-9CAB-4A60-A8F9-B8EF265789EC}"/>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F2E77E84-EDFD-4390-8F0C-72E2F19DD545}"/>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1371F894-083A-4EC4-8138-4EBBAB0840C1}"/>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1211B47F-0A25-441D-AA7A-867EB983F9D5}"/>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C5A8EE4C-D7E4-4053-A423-70BAD9CFBCE5}"/>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068CA145-AEDF-43B7-9BD7-30B8E73AE5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27946703"/>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FBEE968A-F15B-49FD-87A4-0D335C620E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2">
            <a:extLst xmlns:a="http://schemas.openxmlformats.org/drawingml/2006/main">
              <a:ext uri="{FF2B5EF4-FFF2-40B4-BE49-F238E27FC236}">
                <a16:creationId xmlns:a16="http://schemas.microsoft.com/office/drawing/2014/main" id="{F99829D4-3FF5-401A-BC16-8819F93BC5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Project와 환경이 바뀌면&#10;검증도 다시 본다">
            <a:extLst xmlns:a="http://schemas.openxmlformats.org/drawingml/2006/main">
              <a:ext uri="{FF2B5EF4-FFF2-40B4-BE49-F238E27FC236}">
                <a16:creationId xmlns:a16="http://schemas.microsoft.com/office/drawing/2014/main" id="{5922139E-B0F1-44BA-9511-4835A219D72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EBF9EAAA-C671-441A-BD6F-76A69970DC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AB177D0F-AAF6-4669-A614-4DD9B73695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FC7A4B6B-34C8-4F7A-8178-CDB200A1A8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457C5970-801E-4AF9-BFA4-5CB3BB8EDAF7}"/>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F0BAF7EB-18D0-424B-9EB3-A5D9BBEFF4EF}"/>
              </a:ext>
            </a:extLst>
          </p:cNvPr>
          <p:cNvPicPr>
            <a:picLocks xmlns:a="http://schemas.openxmlformats.org/drawingml/2006/main" noChangeAspect="1"/>
          </p:cNvPicPr>
          <p:nvPr/>
        </p:nvPicPr>
        <p:blipFill>
          <a:blip xmlns:r="http://schemas.openxmlformats.org/officeDocument/2006/relationships" xmlns:a="http://schemas.openxmlformats.org/drawingml/2006/main" r:embed="Rcf3b2eeeb97249d3"/>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4603CBBC-5BE5-400E-9327-BFEBCE425507}"/>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8EA895CB-DF4F-4978-8E30-93603462EDE8}"/>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38B366D8-A855-4DDB-9D5A-52733BE23A3F}"/>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19C14821-C07E-4DEC-A116-C33D4DDD3EC6}"/>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3FA4FAE5-E3A0-4D45-A7A6-E50B2F5EC484}"/>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37813D31-2901-405B-A6AE-63CF71EC3A55}"/>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ADEFE9AB-20E8-4B70-9544-669B65FDFFC3}"/>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E5662D37-7169-4963-990D-0CD21E0F2008}"/>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36E39B1A-9DD5-4924-B0A2-68DEAC3ED097}"/>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2999F7AE-D4AA-4219-BD61-A3A24B353B61}"/>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23EEA44B-36C1-49CF-98DC-3737D7ECF29B}"/>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88A99B64-26F5-4C43-B1DC-FA9A4B2CC87F}"/>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DC83EF25-8E4B-40BB-85AC-252514B63E16}"/>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832B04C7-A1F8-45F9-BD3D-A99FE25ED8D7}"/>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775C6E97-C7D3-433F-8A60-1E41617B59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02935821"/>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6D9E003E-4FBC-4353-AB8A-BF39E5CF6BC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3">
            <a:extLst xmlns:a="http://schemas.openxmlformats.org/drawingml/2006/main">
              <a:ext uri="{FF2B5EF4-FFF2-40B4-BE49-F238E27FC236}">
                <a16:creationId xmlns:a16="http://schemas.microsoft.com/office/drawing/2014/main" id="{61ABD23E-F67C-4E73-A8E7-5A7DE341D65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여섯 시간의 Story를 한 장으로">
            <a:extLst xmlns:a="http://schemas.openxmlformats.org/drawingml/2006/main">
              <a:ext uri="{FF2B5EF4-FFF2-40B4-BE49-F238E27FC236}">
                <a16:creationId xmlns:a16="http://schemas.microsoft.com/office/drawing/2014/main" id="{FD91F7E4-91F8-409E-9645-D8A8592C35E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D087D053-3AA1-4519-9B19-85AD1551AC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65313894-5D64-4223-A197-38C04CAA11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AC1CA0E5-78C9-4F68-BE2B-67EAB8C067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65B32583-CF6A-4810-B729-FDF9A11B6291}"/>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353A0EFF-6205-4C59-B8F0-D7F74D692594}"/>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B6B559D9-F7F9-4300-A688-B9A617CE579D}"/>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125D21E8-5408-45EB-8D25-361B9B333DDA}"/>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69C31281-11FC-42FB-9833-2812BD7362CC}"/>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67BAFA51-D2D4-4530-8F75-313162D52369}"/>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8B9A94D3-79C9-4E1E-9B67-3BA2819C437F}"/>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B2B9D59A-6FC0-4A45-9141-22016E48E698}"/>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9F43A582-D5EE-468A-8474-8C3E27446957}"/>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445FCEDD-4B12-4EE2-9890-C8FC53AEE6EE}"/>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CBAC3978-546E-4E27-9966-36DF6B321657}"/>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D10F2D75-1304-4FBF-A92B-0395135DA7F5}"/>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B298A8F0-1FF5-46E5-A03D-75A789AD0364}"/>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32138CD5-E6C5-4649-BDCB-EDD937B7C20A}"/>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8848AF90-9887-4971-916A-049E6752CE6C}"/>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4CBAB698-D7F4-4B55-B866-B759DAEFC2D8}"/>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D2B5B49C-82C9-406E-88E2-DDD3585F19C2}"/>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3EC4E83F-F263-4CBC-A897-965A935F9640}"/>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075DF96F-A283-43B6-BF27-4B121D2D90EA}"/>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FB096331-2B19-43B9-9A40-8192424E5B05}"/>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9DD02C38-4433-4FF2-964C-704994B8CEBD}"/>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53ABDCE0-2BB1-4CE5-A95C-49A7886D88A0}"/>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ABF251AC-495C-4592-934C-262B7778DC30}"/>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735076D5-5631-448A-ADA1-B8305F9E78E7}"/>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46B25F7C-6D18-4A0D-9E34-965B731C02B7}"/>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23AB882D-E1E2-4403-93A4-41B52C560E3B}"/>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1A71BF29-0446-439E-BBA9-6176B98A24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380447399"/>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F5DA4CD3-D06D-4EF0-BBCF-7FF80B21E5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4">
            <a:extLst xmlns:a="http://schemas.openxmlformats.org/drawingml/2006/main">
              <a:ext uri="{FF2B5EF4-FFF2-40B4-BE49-F238E27FC236}">
                <a16:creationId xmlns:a16="http://schemas.microsoft.com/office/drawing/2014/main" id="{E1D6F51F-3529-4D19-893A-3E01C29FEE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하나의 Repository가 문제에 대응해 진화했다">
            <a:extLst xmlns:a="http://schemas.openxmlformats.org/drawingml/2006/main">
              <a:ext uri="{FF2B5EF4-FFF2-40B4-BE49-F238E27FC236}">
                <a16:creationId xmlns:a16="http://schemas.microsoft.com/office/drawing/2014/main" id="{665A4AE1-20D2-4665-A7A1-D6FE44DE0D5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B8982CAB-B5BC-4B08-9B6F-CD1279B196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2 / S55 발표자료 발췌">
            <a:extLst xmlns:a="http://schemas.openxmlformats.org/drawingml/2006/main">
              <a:ext uri="{FF2B5EF4-FFF2-40B4-BE49-F238E27FC236}">
                <a16:creationId xmlns:a16="http://schemas.microsoft.com/office/drawing/2014/main" id="{722A5ED7-C6C8-48D3-95A2-31B5DBAC5D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S42 / S55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67D4D210-309F-47F2-B0CE-CBDA4C0260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E3A441C7-0B55-4699-A48A-1B0C87653231}"/>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18B68477-4DD4-4F40-A466-87C59624395C}"/>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D142897D-820D-491D-A4B7-181364F29765}"/>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8F4CE3E2-00ED-4773-A5D4-CB4F2963A6F2}"/>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CA45D18D-7C13-4726-A76A-384708A25863}"/>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EF9A50B-F24F-4573-B85A-6E868ED69A25}"/>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21B0C450-ACF4-417C-A75C-CFA0F5B09B8B}"/>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49231650-A5E8-44BD-AFDA-DF05F1B637AC}"/>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14A0E94C-A653-463B-BE15-23C08878047B}"/>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34CD7269-A222-4D86-9D79-8035E8E1DE88}"/>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417BBB7-9ED8-4C54-B862-3507725FF19B}"/>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3ACD25BF-48E0-4F2B-9B8C-5B610333D9C7}"/>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998AAEE5-8D12-489E-89F7-D9F37316EF9B}"/>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42088537-427B-4FF6-97CE-88B18BE80AC7}"/>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01EC3B61-4A84-4E12-9C37-B384FE04A5BF}"/>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63CCFAD9-470B-4786-919D-8CEC8A7A5102}"/>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CD915E14-F1EF-4DA9-BFC6-3B9DAF309B9E}"/>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47CDC89B-D979-4389-91FA-30C03D446E80}"/>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5781197C-4E15-46C0-BF62-416DCAD3C3F3}"/>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D56FFF4B-D8E4-4F04-9404-60369A5C3C1B}"/>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C3924ADC-ECDD-4C5B-A195-F900A34C9853}"/>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A9D44E56-E060-44ED-B7CD-964B295E07D7}"/>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D29D8B54-7EEE-4F04-BE3F-4BAE40A6C3D5}"/>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0700A67B-5772-4BF1-ADC7-15EA291D64F0}"/>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7B828B6F-ACC6-4D8A-B100-CC07DDC033E7}"/>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67F33F86-6A5D-4E8B-93E9-C3A539FC911D}"/>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15AE3336-F0C5-4434-88C5-F11DDAC6311F}"/>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0A3A3203-668C-438F-8B54-4C12D4B086CA}"/>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F7BEA5D4-FED7-4224-94B8-A6793AD0307E}"/>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98D9A030-DA8C-4607-9B3B-EE35C38C4146}"/>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D5FC6CE8-26C7-4DBB-95B1-F6354151ABF6}"/>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30B2008A-14D4-45AB-AA30-7453961653D9}"/>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EBEE06B6-9DFC-4517-89CD-DD337DD600FB}"/>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D16BA801-2D86-4EAD-ADEA-9DA97047FE9E}"/>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9E141948-A3C2-4F6E-A29C-E371873A4239}"/>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13B17EA8-961A-4CE7-9080-68EDBFA07C63}"/>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7550B91F-04FA-4B9C-853E-77061496CE8E}"/>
              </a:ext>
            </a:extLst>
          </p:cNvPr>
          <p:cNvPicPr>
            <a:picLocks xmlns:a="http://schemas.openxmlformats.org/drawingml/2006/main" noChangeAspect="1"/>
          </p:cNvPicPr>
          <p:nvPr/>
        </p:nvPicPr>
        <p:blipFill>
          <a:blip xmlns:r="http://schemas.openxmlformats.org/officeDocument/2006/relationships" xmlns:a="http://schemas.openxmlformats.org/drawingml/2006/main" r:embed="Rb15f4f8c6cad45cc"/>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47B373A9-7972-498D-B8D8-1D4F16471A21}"/>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FFE9C092-7943-467B-B2A6-3233AF341F18}"/>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772F9E11-92F4-4F1C-8D41-959AE61A95AB}"/>
              </a:ext>
            </a:extLst>
          </p:cNvPr>
          <p:cNvPicPr>
            <a:picLocks xmlns:a="http://schemas.openxmlformats.org/drawingml/2006/main" noChangeAspect="1"/>
          </p:cNvPicPr>
          <p:nvPr/>
        </p:nvPicPr>
        <p:blipFill>
          <a:blip xmlns:r="http://schemas.openxmlformats.org/officeDocument/2006/relationships" xmlns:a="http://schemas.openxmlformats.org/drawingml/2006/main" r:embed="Ra195e6b4ebef4bce"/>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B4FF05F5-EED7-4006-8164-03DEC99DD64C}"/>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2 · STATE-02 → STATE-03">
            <a:extLst xmlns:a="http://schemas.openxmlformats.org/drawingml/2006/main">
              <a:ext uri="{FF2B5EF4-FFF2-40B4-BE49-F238E27FC236}">
                <a16:creationId xmlns:a16="http://schemas.microsoft.com/office/drawing/2014/main" id="{FCC90F7E-BF21-4D19-B89A-C3D44DF36F5A}"/>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S42 · STATE-02 → STATE-03</a:t>
            </a:r>
          </a:p>
        </p:txBody>
      </p:sp>
      <p:pic>
        <p:nvPicPr>
          <p:cNvPr id="49" name="">
            <a:extLst xmlns:a="http://schemas.openxmlformats.org/drawingml/2006/main">
              <a:ext uri="{FF2B5EF4-FFF2-40B4-BE49-F238E27FC236}">
                <a16:creationId xmlns:a16="http://schemas.microsoft.com/office/drawing/2014/main" id="{DDBD86E1-18B4-4911-B8E4-7EDF427FEE65}"/>
              </a:ext>
            </a:extLst>
          </p:cNvPr>
          <p:cNvPicPr>
            <a:picLocks xmlns:a="http://schemas.openxmlformats.org/drawingml/2006/main" noChangeAspect="1"/>
          </p:cNvPicPr>
          <p:nvPr/>
        </p:nvPicPr>
        <p:blipFill>
          <a:blip xmlns:r="http://schemas.openxmlformats.org/officeDocument/2006/relationships" xmlns:a="http://schemas.openxmlformats.org/drawingml/2006/main" r:embed="Re28fce27b32642b2"/>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BE6A756D-F46D-4664-97CD-F5498FFBFF11}"/>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5 · STATE-04 → STATE-04-PERF">
            <a:extLst xmlns:a="http://schemas.openxmlformats.org/drawingml/2006/main">
              <a:ext uri="{FF2B5EF4-FFF2-40B4-BE49-F238E27FC236}">
                <a16:creationId xmlns:a16="http://schemas.microsoft.com/office/drawing/2014/main" id="{CD6F1C77-E1D0-4739-AF0E-97C848C56C2F}"/>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S55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5AB4D8DA-4885-4C83-9605-984AF58D70F8}"/>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B0F5641A-23EA-46DA-A8CE-E433A409C5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74493900"/>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4B63C836-7C62-460C-8A54-86315B898B9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5">
            <a:extLst xmlns:a="http://schemas.openxmlformats.org/drawingml/2006/main">
              <a:ext uri="{FF2B5EF4-FFF2-40B4-BE49-F238E27FC236}">
                <a16:creationId xmlns:a16="http://schemas.microsoft.com/office/drawing/2014/main" id="{6DAF654F-EBD3-4A2F-B87F-239BCBD17B5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필요성이 입증되지 않은 것은 보류했다">
            <a:extLst xmlns:a="http://schemas.openxmlformats.org/drawingml/2006/main">
              <a:ext uri="{FF2B5EF4-FFF2-40B4-BE49-F238E27FC236}">
                <a16:creationId xmlns:a16="http://schemas.microsoft.com/office/drawing/2014/main" id="{56BC999F-8AEB-46B5-ADB3-A9C4F266FA7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C229260B-7091-437E-A879-510CB4C81D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94F7A925-FDAB-4814-BBA2-FCA9142236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27EB0D8F-32D7-4A03-A0E9-9CA169821E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AC06E843-B0C1-47D4-910E-5A6F8DC5AD5A}"/>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5F95D46A-DB86-4F21-BCC0-AA79673164B1}"/>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D2D8A77B-E22B-4BCC-965A-9D9F0E58FFD8}"/>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4F2C97F9-2A5A-4C68-8C43-595E8729BB8B}"/>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6A2C197D-87B8-48AA-AC28-62DF2E2E76E8}"/>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5633D670-C156-4123-92D9-44645180BA48}"/>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8CE47D29-9012-4A23-9B1E-17A98EF8E6CA}"/>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715C23A6-618B-4220-8AE7-D71A9B84F096}"/>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6135AF66-E77D-4AA0-8535-4C8E9FF9E7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717169135"/>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64A090AF-8F6C-4406-8B95-EC202251356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6">
            <a:extLst xmlns:a="http://schemas.openxmlformats.org/drawingml/2006/main">
              <a:ext uri="{FF2B5EF4-FFF2-40B4-BE49-F238E27FC236}">
                <a16:creationId xmlns:a16="http://schemas.microsoft.com/office/drawing/2014/main" id="{07CE207E-3F14-47B3-8E00-5062E198BA6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위임이 늘어도 개발자 책임은 남는다">
            <a:extLst xmlns:a="http://schemas.openxmlformats.org/drawingml/2006/main">
              <a:ext uri="{FF2B5EF4-FFF2-40B4-BE49-F238E27FC236}">
                <a16:creationId xmlns:a16="http://schemas.microsoft.com/office/drawing/2014/main" id="{06B1DA08-58EE-41AD-B63C-6CD4EDAF76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98CCE759-277A-474B-8E50-46C00AD0B6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D73A168F-2701-4238-AA04-CFEF9F69D4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09D70E38-EB4B-4B24-9819-EFEE47C45E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B6A8D391-1174-4C74-89D0-F45085AA4EA0}"/>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F1FD2E3A-1C44-43B4-9022-8D229207F919}"/>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C7FFD476-BBC2-4CF1-8A2A-2156DF3A5637}"/>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B01DEEF9-70BB-41BD-9EF8-9FD41890E7DD}"/>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7B88E5EC-BA61-4F7F-AA52-3572EF2FA7D4}"/>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345A2CC9-A08E-4D16-BDB4-0B0C55C50CED}"/>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EF71516F-4471-4640-B39D-4D19E33CBF45}"/>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DD173A7F-4558-40B9-897D-F892C238CF2E}"/>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50D1BE83-4424-4F49-BFF1-FE951807FE96}"/>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D1B0A175-CA60-4098-9B58-C9E24B96F26E}"/>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BC9BEB73-9380-4D38-B190-76833938A53D}"/>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0884CE04-E9D4-4E05-A4B0-F0C873848FDA}"/>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07DFE565-7972-41E8-A83C-54A993015E94}"/>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C6DFF1BA-ED3E-44E3-BE1C-3640311F98EA}"/>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B7A47086-2553-4DAC-88CC-43BF1475E6E9}"/>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A2780213-3BB9-43C2-845F-9B31EFBA02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201193549"/>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D78B4949-1333-4330-B749-CC07850A006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87">
            <a:extLst xmlns:a="http://schemas.openxmlformats.org/drawingml/2006/main">
              <a:ext uri="{FF2B5EF4-FFF2-40B4-BE49-F238E27FC236}">
                <a16:creationId xmlns:a16="http://schemas.microsoft.com/office/drawing/2014/main" id="{DB5E23A7-8720-4BB7-A897-96A8005682F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AI-Native Development는&#10;이 교육의 운영 모델">
            <a:extLst xmlns:a="http://schemas.openxmlformats.org/drawingml/2006/main">
              <a:ext uri="{FF2B5EF4-FFF2-40B4-BE49-F238E27FC236}">
                <a16:creationId xmlns:a16="http://schemas.microsoft.com/office/drawing/2014/main" id="{2A2C0F1C-7D5D-44C3-B971-D7529BEA4B7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94D93E4B-88FA-4C35-8ECC-B4A7755FA3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157917CC-D5B2-45CE-877F-04D8FD0653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6BE84EA1-8C9E-48AC-9BF0-620BFB24C7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E506E7B8-ADC2-4D3F-B599-1D3A161C7362}"/>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6B2A70B4-5138-4362-8690-BBFCE0C6ABEB}"/>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0ED4803E-F2AA-4D46-AA4A-21AEBACF4288}"/>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B8FAF5B5-751A-4750-9781-53B88D67AB9C}"/>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5EFB1DAA-FAA9-40B1-B33E-5E932C81DBEA}"/>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FA89CFAC-0A9F-42BA-AE02-BC2A0C0E21C9}"/>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742DF565-1C77-42A6-B297-6B1140447437}"/>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1FABBD54-2015-4C27-A171-956013188ED7}"/>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0B3F27E9-226C-4838-9DFA-5868E42A0703}"/>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7DC51C3C-1A7A-44E0-A4A1-1B82A03C77A2}"/>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91083D05-DD3F-4BEE-9BC3-276F22CCD9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86035851"/>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77E407D4-DFB7-4F37-8D31-3E91CD61FF9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88">
            <a:extLst xmlns:a="http://schemas.openxmlformats.org/drawingml/2006/main">
              <a:ext uri="{FF2B5EF4-FFF2-40B4-BE49-F238E27FC236}">
                <a16:creationId xmlns:a16="http://schemas.microsoft.com/office/drawing/2014/main" id="{F25F5744-EC85-4114-AB54-B5725066882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어느 Layer에서 마찰이 반복되는가?">
            <a:extLst xmlns:a="http://schemas.openxmlformats.org/drawingml/2006/main">
              <a:ext uri="{FF2B5EF4-FFF2-40B4-BE49-F238E27FC236}">
                <a16:creationId xmlns:a16="http://schemas.microsoft.com/office/drawing/2014/main" id="{1CEE5BF5-179D-43D8-9DE0-ABF25F25FC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77E7AC46-755B-433B-B510-C754234F40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8E3050EB-BF15-4196-A1D3-D42EF0CE53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D9B8B3DE-3139-48D9-8617-4B5BA1B1D3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FE380ABA-F404-47A8-AB46-1AC7C729BDF5}"/>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4D0C3CD0-C003-4B44-8690-68B1D88879A6}"/>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ABE4D01-07ED-4C9E-88DF-B824E1B61BC2}"/>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E75431A0-0485-4BB8-896F-081288A63E4D}"/>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F16C4364-B95B-4F5F-BA52-C4672497087B}"/>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1BD700BE-8DDB-4B79-8EFE-2DDBB8E00F69}"/>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45628B36-58BD-4A28-8C66-37887EF7C874}"/>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5EA2EBE-1B9C-4E84-9DC0-5543E3F818C6}"/>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8C013A58-D1B3-47CC-A1EB-F84853CFDAEC}"/>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7C44F2E0-8636-4B22-9D59-88653CC4E21E}"/>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AF6E6D3F-DCBE-42F1-82B8-7B49C30A9376}"/>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1D6111C3-0B80-4491-9F4F-7CEEA9798859}"/>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EBB6341-9B36-4FFE-8A31-6FD72CC499B3}"/>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B396B89C-F252-41DC-B02A-AE4A13D0F3C2}"/>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E2E4BC0A-B727-4C5A-8DA6-F8AC34D3ED70}"/>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3E49CFC0-6345-45F4-B276-B9B5A9513D54}"/>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38597E1C-DD67-40A1-B7E1-AFB88C0DE298}"/>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51C28EC3-D328-4D21-96E3-8A8BFDCD8EA2}"/>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F89C0FB5-46A9-4672-999E-A75A617B49E5}"/>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A3F0A126-44A9-41EE-9E18-F49CC6187A5F}"/>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8B07DAD5-1E75-47FF-82F2-DF222573B3C2}"/>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9F091DAB-1B73-4844-928F-471CE6E6A1D4}"/>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9E575D23-0EAE-43C9-ACCD-00C69159994B}"/>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37C3F3C1-4F61-4869-9B97-90A2A8756320}"/>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107EFEB1-3F2B-43BF-BCAB-7113387F608E}"/>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D1623DEF-D022-4C10-A46D-77FA67EB5D20}"/>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4AF7F899-64E4-4D44-A4C8-2C964DCFE6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7214705"/>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7C54EB5C-7820-4AB6-8BA1-144D214F3E1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9">
            <a:extLst xmlns:a="http://schemas.openxmlformats.org/drawingml/2006/main">
              <a:ext uri="{FF2B5EF4-FFF2-40B4-BE49-F238E27FC236}">
                <a16:creationId xmlns:a16="http://schemas.microsoft.com/office/drawing/2014/main" id="{1FCACF23-C148-4C4D-9560-E3F8B44EE4D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다음 작은 행동을 개인적으로 고른다">
            <a:extLst xmlns:a="http://schemas.openxmlformats.org/drawingml/2006/main">
              <a:ext uri="{FF2B5EF4-FFF2-40B4-BE49-F238E27FC236}">
                <a16:creationId xmlns:a16="http://schemas.microsoft.com/office/drawing/2014/main" id="{22EC619B-58B1-4069-BFCA-9F30C686B7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3DE5978F-1115-416D-9606-574B84BD4C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AD08CF02-BC0E-45ED-830E-703A05C4D5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EF47F769-3AD8-4595-B0DD-8317E823BE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FBEBC680-367E-431C-814C-7E37F97080A3}"/>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DE4C1E8B-E48B-4588-A989-39BE85001106}"/>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6459831B-614E-4E28-BFF4-2A39D4CC93A5}"/>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86F37909-1A5C-4900-88D0-7140AF52BB18}"/>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E5B2315A-C939-44A1-B423-83F3123211CB}"/>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18C265E7-D154-4AED-8DC0-76EB2835BA00}"/>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B3CDC1CC-5D9D-469C-AFE6-B411576C8BF7}"/>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083E41C9-BD5A-4C83-9344-F96EE67FCC74}"/>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B78BB745-29E3-4726-AD7F-41A1AE1C7F69}"/>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3D5649FD-320E-46DB-9F88-4B67C50BA867}"/>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C5BCC914-C2E4-408B-8DB3-9F95260A8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583227960"/>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9369DA86-DFE5-4E0A-9273-51399FBE61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0">
            <a:extLst xmlns:a="http://schemas.openxmlformats.org/drawingml/2006/main">
              <a:ext uri="{FF2B5EF4-FFF2-40B4-BE49-F238E27FC236}">
                <a16:creationId xmlns:a16="http://schemas.microsoft.com/office/drawing/2014/main" id="{C1D106DB-7A96-49AB-8F0E-27C277B7DD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Q&amp;A와 교육 마무리">
            <a:extLst xmlns:a="http://schemas.openxmlformats.org/drawingml/2006/main">
              <a:ext uri="{FF2B5EF4-FFF2-40B4-BE49-F238E27FC236}">
                <a16:creationId xmlns:a16="http://schemas.microsoft.com/office/drawing/2014/main" id="{7A65B334-9991-45FA-8B2B-DBDA1C6617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58B6B51D-008A-4B72-BA45-7DA40665C9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708F5DF2-C89D-4C33-8208-1294EDA56F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C7EDBBAF-08DD-4EA5-9310-7FCA572103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3A360EEF-FC2C-4A13-98B3-5663200E4DD4}"/>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7AE7ACCF-7E73-4C55-AC8C-EC8967013B70}"/>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CDB23893-CA62-4C18-BE0A-380F078C9AFA}"/>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F97B5474-8EA4-4168-9AAC-BF7F3E41DFC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9CD448D0-4764-4916-957C-1685479E30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110501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2026-10-22T01:40:55.2350000Z</dcterms:created>
  <dcterms:modified xsi:type="dcterms:W3CDTF">2026-10-22T01:40:55.2350000Z</dcterms:modified>
</coreProperties>
</file>