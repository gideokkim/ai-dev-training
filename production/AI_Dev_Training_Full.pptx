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11755e7f9ac4c6b" /><Relationship Type="http://schemas.openxmlformats.org/officeDocument/2006/relationships/extended-properties" Target="/docProps/app.xml" Id="R7976386a205e4197" /><Relationship Type="http://schemas.openxmlformats.org/officeDocument/2006/relationships/officeDocument" Target="/ppt/presentation.xml" Id="R3567d65215bf414f" /></Relationships>
</file>

<file path=ppt/presentation.xml><?xml version="1.0" encoding="utf-8"?>
<p:presentation xmlns:p="http://schemas.openxmlformats.org/presentationml/2006/main">
  <p:sldMasterIdLst>
    <p:sldMasterId xmlns:r="http://schemas.openxmlformats.org/officeDocument/2006/relationships" id="2147483648" r:id="R5cc35adb7f394248"/>
  </p:sldMasterIdLst>
  <p:notesMasterIdLst>
    <p:notesMasterId xmlns:r="http://schemas.openxmlformats.org/officeDocument/2006/relationships" r:id="R0b21184ea36940d1"/>
  </p:notesMasterIdLst>
  <p:sldIdLst>
    <p:sldId xmlns:r="http://schemas.openxmlformats.org/officeDocument/2006/relationships" id="256" r:id="Rf28e7afb7583499d"/>
    <p:sldId xmlns:r="http://schemas.openxmlformats.org/officeDocument/2006/relationships" id="257" r:id="R0accb8338b44421d"/>
    <p:sldId xmlns:r="http://schemas.openxmlformats.org/officeDocument/2006/relationships" id="258" r:id="R4de68ee684cb4e29"/>
    <p:sldId xmlns:r="http://schemas.openxmlformats.org/officeDocument/2006/relationships" id="259" r:id="R2072ccaa62224f75"/>
    <p:sldId xmlns:r="http://schemas.openxmlformats.org/officeDocument/2006/relationships" id="260" r:id="R862ae2f8a364432c"/>
    <p:sldId xmlns:r="http://schemas.openxmlformats.org/officeDocument/2006/relationships" id="261" r:id="Rce7bac65c7454bd2"/>
    <p:sldId xmlns:r="http://schemas.openxmlformats.org/officeDocument/2006/relationships" id="262" r:id="R8e492d552b3a4aef"/>
    <p:sldId xmlns:r="http://schemas.openxmlformats.org/officeDocument/2006/relationships" id="263" r:id="Rfd8e770ffbc74456"/>
    <p:sldId xmlns:r="http://schemas.openxmlformats.org/officeDocument/2006/relationships" id="264" r:id="R446f8de9c48b4e83"/>
    <p:sldId xmlns:r="http://schemas.openxmlformats.org/officeDocument/2006/relationships" id="265" r:id="Re514cff3877d4ffd"/>
    <p:sldId xmlns:r="http://schemas.openxmlformats.org/officeDocument/2006/relationships" id="266" r:id="Rcbf41d6589414d3c"/>
    <p:sldId xmlns:r="http://schemas.openxmlformats.org/officeDocument/2006/relationships" id="267" r:id="Rb60790c0948f45df"/>
    <p:sldId xmlns:r="http://schemas.openxmlformats.org/officeDocument/2006/relationships" id="268" r:id="R9d4a6c5019d64e37"/>
    <p:sldId xmlns:r="http://schemas.openxmlformats.org/officeDocument/2006/relationships" id="269" r:id="R62ec025ecc75435f"/>
    <p:sldId xmlns:r="http://schemas.openxmlformats.org/officeDocument/2006/relationships" id="270" r:id="R13bd95d497f444cd"/>
    <p:sldId xmlns:r="http://schemas.openxmlformats.org/officeDocument/2006/relationships" id="271" r:id="Ra0ca7faccd714b03"/>
    <p:sldId xmlns:r="http://schemas.openxmlformats.org/officeDocument/2006/relationships" id="272" r:id="R967a666128654a3f"/>
    <p:sldId xmlns:r="http://schemas.openxmlformats.org/officeDocument/2006/relationships" id="273" r:id="R48cbba2ff0614444"/>
    <p:sldId xmlns:r="http://schemas.openxmlformats.org/officeDocument/2006/relationships" id="274" r:id="Rf6d177e6ae5645eb"/>
    <p:sldId xmlns:r="http://schemas.openxmlformats.org/officeDocument/2006/relationships" id="275" r:id="Rc533e7b55d214bbe"/>
    <p:sldId xmlns:r="http://schemas.openxmlformats.org/officeDocument/2006/relationships" id="276" r:id="R8f9e5737b9404240"/>
    <p:sldId xmlns:r="http://schemas.openxmlformats.org/officeDocument/2006/relationships" id="277" r:id="R68900d76c683401b"/>
    <p:sldId xmlns:r="http://schemas.openxmlformats.org/officeDocument/2006/relationships" id="278" r:id="Rdf2f23982f954c00"/>
    <p:sldId xmlns:r="http://schemas.openxmlformats.org/officeDocument/2006/relationships" id="279" r:id="R5898088ad6c4406e"/>
    <p:sldId xmlns:r="http://schemas.openxmlformats.org/officeDocument/2006/relationships" id="280" r:id="Rbe16258700d74745"/>
    <p:sldId xmlns:r="http://schemas.openxmlformats.org/officeDocument/2006/relationships" id="281" r:id="R101dd4fca1dd43c9"/>
    <p:sldId xmlns:r="http://schemas.openxmlformats.org/officeDocument/2006/relationships" id="282" r:id="R6ef89ad4b3ec4fe7"/>
    <p:sldId xmlns:r="http://schemas.openxmlformats.org/officeDocument/2006/relationships" id="283" r:id="R7fc0436becdb4821"/>
    <p:sldId xmlns:r="http://schemas.openxmlformats.org/officeDocument/2006/relationships" id="284" r:id="R9add5505d87048e2"/>
    <p:sldId xmlns:r="http://schemas.openxmlformats.org/officeDocument/2006/relationships" id="285" r:id="R7cba7b17bd3a411f"/>
    <p:sldId xmlns:r="http://schemas.openxmlformats.org/officeDocument/2006/relationships" id="286" r:id="R5816556de6a54fd4"/>
    <p:sldId xmlns:r="http://schemas.openxmlformats.org/officeDocument/2006/relationships" id="287" r:id="R8ef897232d2542fa"/>
    <p:sldId xmlns:r="http://schemas.openxmlformats.org/officeDocument/2006/relationships" id="288" r:id="R7ee9a41c871c4b0f"/>
    <p:sldId xmlns:r="http://schemas.openxmlformats.org/officeDocument/2006/relationships" id="289" r:id="R57ffa32689a44a30"/>
    <p:sldId xmlns:r="http://schemas.openxmlformats.org/officeDocument/2006/relationships" id="290" r:id="R40f86dbf9add4bb8"/>
    <p:sldId xmlns:r="http://schemas.openxmlformats.org/officeDocument/2006/relationships" id="291" r:id="R2d6d00955200488e"/>
    <p:sldId xmlns:r="http://schemas.openxmlformats.org/officeDocument/2006/relationships" id="292" r:id="R5aa7dd8abda64603"/>
    <p:sldId xmlns:r="http://schemas.openxmlformats.org/officeDocument/2006/relationships" id="293" r:id="R35535224921c4a0e"/>
    <p:sldId xmlns:r="http://schemas.openxmlformats.org/officeDocument/2006/relationships" id="294" r:id="R8f7077f1fe834eb9"/>
    <p:sldId xmlns:r="http://schemas.openxmlformats.org/officeDocument/2006/relationships" id="295" r:id="Rbf111ff7d7d84ef7"/>
    <p:sldId xmlns:r="http://schemas.openxmlformats.org/officeDocument/2006/relationships" id="296" r:id="Rf4f6be6ad0954fd4"/>
    <p:sldId xmlns:r="http://schemas.openxmlformats.org/officeDocument/2006/relationships" id="297" r:id="Re89f22b05d744461"/>
    <p:sldId xmlns:r="http://schemas.openxmlformats.org/officeDocument/2006/relationships" id="298" r:id="Ra0ce4fcf25ac4b2a"/>
    <p:sldId xmlns:r="http://schemas.openxmlformats.org/officeDocument/2006/relationships" id="299" r:id="R64a82e7fcf2949fd"/>
    <p:sldId xmlns:r="http://schemas.openxmlformats.org/officeDocument/2006/relationships" id="300" r:id="Rfbbb3b75b2404f3b"/>
    <p:sldId xmlns:r="http://schemas.openxmlformats.org/officeDocument/2006/relationships" id="301" r:id="Rbaa6110d56e44f4c"/>
    <p:sldId xmlns:r="http://schemas.openxmlformats.org/officeDocument/2006/relationships" id="302" r:id="R578dffdd73d44a62"/>
    <p:sldId xmlns:r="http://schemas.openxmlformats.org/officeDocument/2006/relationships" id="303" r:id="R1d123f9bca044f08"/>
    <p:sldId xmlns:r="http://schemas.openxmlformats.org/officeDocument/2006/relationships" id="304" r:id="R57d9953934014fab"/>
    <p:sldId xmlns:r="http://schemas.openxmlformats.org/officeDocument/2006/relationships" id="305" r:id="Rdab6251693fc4cf7"/>
    <p:sldId xmlns:r="http://schemas.openxmlformats.org/officeDocument/2006/relationships" id="306" r:id="R9b93c7e7a15440c4"/>
    <p:sldId xmlns:r="http://schemas.openxmlformats.org/officeDocument/2006/relationships" id="307" r:id="Rff5dc9d6daa64961"/>
    <p:sldId xmlns:r="http://schemas.openxmlformats.org/officeDocument/2006/relationships" id="308" r:id="Rd9715c0d9b944e51"/>
    <p:sldId xmlns:r="http://schemas.openxmlformats.org/officeDocument/2006/relationships" id="309" r:id="R83e734ef35174fa7"/>
    <p:sldId xmlns:r="http://schemas.openxmlformats.org/officeDocument/2006/relationships" id="310" r:id="R16c3a13e99b64e4f"/>
    <p:sldId xmlns:r="http://schemas.openxmlformats.org/officeDocument/2006/relationships" id="311" r:id="R31349591df814b66"/>
    <p:sldId xmlns:r="http://schemas.openxmlformats.org/officeDocument/2006/relationships" id="312" r:id="R1ed7b10c47ad4bda"/>
    <p:sldId xmlns:r="http://schemas.openxmlformats.org/officeDocument/2006/relationships" id="313" r:id="Ra095d8da7f094fdc"/>
    <p:sldId xmlns:r="http://schemas.openxmlformats.org/officeDocument/2006/relationships" id="314" r:id="R66cdcf20884e4bf5"/>
    <p:sldId xmlns:r="http://schemas.openxmlformats.org/officeDocument/2006/relationships" id="315" r:id="R4a79e32f056948b6"/>
    <p:sldId xmlns:r="http://schemas.openxmlformats.org/officeDocument/2006/relationships" id="316" r:id="Rcd710182d8a64b08"/>
    <p:sldId xmlns:r="http://schemas.openxmlformats.org/officeDocument/2006/relationships" id="317" r:id="Re57eeaaf6d0743f9"/>
    <p:sldId xmlns:r="http://schemas.openxmlformats.org/officeDocument/2006/relationships" id="318" r:id="R957f170d38d44996"/>
    <p:sldId xmlns:r="http://schemas.openxmlformats.org/officeDocument/2006/relationships" id="319" r:id="R692f7da5d81f4b21"/>
    <p:sldId xmlns:r="http://schemas.openxmlformats.org/officeDocument/2006/relationships" id="320" r:id="R7aae1aaa14c242c0"/>
    <p:sldId xmlns:r="http://schemas.openxmlformats.org/officeDocument/2006/relationships" id="321" r:id="Reb99e1c11cb3430c"/>
    <p:sldId xmlns:r="http://schemas.openxmlformats.org/officeDocument/2006/relationships" id="322" r:id="R0c737b60cce34ecf"/>
    <p:sldId xmlns:r="http://schemas.openxmlformats.org/officeDocument/2006/relationships" id="323" r:id="R71d84f75413047e3"/>
    <p:sldId xmlns:r="http://schemas.openxmlformats.org/officeDocument/2006/relationships" id="324" r:id="Ra71032d91ce74a82"/>
    <p:sldId xmlns:r="http://schemas.openxmlformats.org/officeDocument/2006/relationships" id="325" r:id="Rd997e11461454add"/>
    <p:sldId xmlns:r="http://schemas.openxmlformats.org/officeDocument/2006/relationships" id="326" r:id="Ra942c268cd7a4df4"/>
    <p:sldId xmlns:r="http://schemas.openxmlformats.org/officeDocument/2006/relationships" id="327" r:id="R09229eb35e6d4720"/>
    <p:sldId xmlns:r="http://schemas.openxmlformats.org/officeDocument/2006/relationships" id="328" r:id="R5ffc416bb1744d22"/>
    <p:sldId xmlns:r="http://schemas.openxmlformats.org/officeDocument/2006/relationships" id="329" r:id="R8fc086063fc64619"/>
    <p:sldId xmlns:r="http://schemas.openxmlformats.org/officeDocument/2006/relationships" id="330" r:id="R71037a658c1c46ac"/>
    <p:sldId xmlns:r="http://schemas.openxmlformats.org/officeDocument/2006/relationships" id="331" r:id="R315973829fd74b0e"/>
    <p:sldId xmlns:r="http://schemas.openxmlformats.org/officeDocument/2006/relationships" id="332" r:id="R6552b8bdc74d457b"/>
    <p:sldId xmlns:r="http://schemas.openxmlformats.org/officeDocument/2006/relationships" id="333" r:id="R99b10891995a4eba"/>
    <p:sldId xmlns:r="http://schemas.openxmlformats.org/officeDocument/2006/relationships" id="334" r:id="R91fa65f7c87548e7"/>
    <p:sldId xmlns:r="http://schemas.openxmlformats.org/officeDocument/2006/relationships" id="335" r:id="R2b4f63bc65fd404c"/>
    <p:sldId xmlns:r="http://schemas.openxmlformats.org/officeDocument/2006/relationships" id="336" r:id="Re6f5fa8f8abc4991"/>
    <p:sldId xmlns:r="http://schemas.openxmlformats.org/officeDocument/2006/relationships" id="337" r:id="Racefb922cef247e0"/>
    <p:sldId xmlns:r="http://schemas.openxmlformats.org/officeDocument/2006/relationships" id="338" r:id="Rd03ae9fee6ee4e92"/>
    <p:sldId xmlns:r="http://schemas.openxmlformats.org/officeDocument/2006/relationships" id="339" r:id="Raee327e2442d4c96"/>
    <p:sldId xmlns:r="http://schemas.openxmlformats.org/officeDocument/2006/relationships" id="340" r:id="Race88d6916144a06"/>
    <p:sldId xmlns:r="http://schemas.openxmlformats.org/officeDocument/2006/relationships" id="341" r:id="Rd884f04a97df4b6d"/>
    <p:sldId xmlns:r="http://schemas.openxmlformats.org/officeDocument/2006/relationships" id="342" r:id="Rdf0d9dd9b6524d1f"/>
    <p:sldId xmlns:r="http://schemas.openxmlformats.org/officeDocument/2006/relationships" id="343" r:id="R977b7cc760154259"/>
    <p:sldId xmlns:r="http://schemas.openxmlformats.org/officeDocument/2006/relationships" id="344" r:id="R98fd9efc68824f9f"/>
    <p:sldId xmlns:r="http://schemas.openxmlformats.org/officeDocument/2006/relationships" id="345" r:id="R85a591912d6e4f1d"/>
    <p:sldId xmlns:r="http://schemas.openxmlformats.org/officeDocument/2006/relationships" id="346" r:id="R0372f639be6749c0"/>
    <p:sldId xmlns:r="http://schemas.openxmlformats.org/officeDocument/2006/relationships" id="347" r:id="R67186222e35b44f2"/>
    <p:sldId xmlns:r="http://schemas.openxmlformats.org/officeDocument/2006/relationships" id="348" r:id="R968797e70c8d4d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e093779fb34fd8" /><Relationship Type="http://schemas.openxmlformats.org/officeDocument/2006/relationships/slideMaster" Target="/ppt/slideMasters/slideMaster1.xml" Id="R5cc35adb7f394248" /><Relationship Type="http://schemas.openxmlformats.org/officeDocument/2006/relationships/notesMaster" Target="/ppt/notesMasters/notesMaster1.xml" Id="R0b21184ea36940d1" /><Relationship Type="http://schemas.openxmlformats.org/officeDocument/2006/relationships/presProps" Target="/ppt/presProps.xml" Id="R52ddaa80a8374e5a" /><Relationship Type="http://schemas.openxmlformats.org/officeDocument/2006/relationships/tableStyles" Target="/ppt/tableStyles.xml" Id="Rbc00bfea73524cba" /><Relationship Type="http://schemas.openxmlformats.org/officeDocument/2006/relationships/slide" Target="/ppt/slides/slide1.xml" Id="Rf28e7afb7583499d" /><Relationship Type="http://schemas.openxmlformats.org/officeDocument/2006/relationships/slide" Target="/ppt/slides/slide2.xml" Id="R0accb8338b44421d" /><Relationship Type="http://schemas.openxmlformats.org/officeDocument/2006/relationships/slide" Target="/ppt/slides/slide3.xml" Id="R4de68ee684cb4e29" /><Relationship Type="http://schemas.openxmlformats.org/officeDocument/2006/relationships/slide" Target="/ppt/slides/slide4.xml" Id="R2072ccaa62224f75" /><Relationship Type="http://schemas.openxmlformats.org/officeDocument/2006/relationships/slide" Target="/ppt/slides/slide5.xml" Id="R862ae2f8a364432c" /><Relationship Type="http://schemas.openxmlformats.org/officeDocument/2006/relationships/slide" Target="/ppt/slides/slide6.xml" Id="Rce7bac65c7454bd2" /><Relationship Type="http://schemas.openxmlformats.org/officeDocument/2006/relationships/slide" Target="/ppt/slides/slide7.xml" Id="R8e492d552b3a4aef" /><Relationship Type="http://schemas.openxmlformats.org/officeDocument/2006/relationships/slide" Target="/ppt/slides/slide8.xml" Id="Rfd8e770ffbc74456" /><Relationship Type="http://schemas.openxmlformats.org/officeDocument/2006/relationships/slide" Target="/ppt/slides/slide9.xml" Id="R446f8de9c48b4e83" /><Relationship Type="http://schemas.openxmlformats.org/officeDocument/2006/relationships/slide" Target="/ppt/slides/slide10.xml" Id="Re514cff3877d4ffd" /><Relationship Type="http://schemas.openxmlformats.org/officeDocument/2006/relationships/slide" Target="/ppt/slides/slide11.xml" Id="Rcbf41d6589414d3c" /><Relationship Type="http://schemas.openxmlformats.org/officeDocument/2006/relationships/slide" Target="/ppt/slides/slide12.xml" Id="Rb60790c0948f45df" /><Relationship Type="http://schemas.openxmlformats.org/officeDocument/2006/relationships/slide" Target="/ppt/slides/slide13.xml" Id="R9d4a6c5019d64e37" /><Relationship Type="http://schemas.openxmlformats.org/officeDocument/2006/relationships/slide" Target="/ppt/slides/slide14.xml" Id="R62ec025ecc75435f" /><Relationship Type="http://schemas.openxmlformats.org/officeDocument/2006/relationships/slide" Target="/ppt/slides/slide15.xml" Id="R13bd95d497f444cd" /><Relationship Type="http://schemas.openxmlformats.org/officeDocument/2006/relationships/slide" Target="/ppt/slides/slide16.xml" Id="Ra0ca7faccd714b03" /><Relationship Type="http://schemas.openxmlformats.org/officeDocument/2006/relationships/slide" Target="/ppt/slides/slide17.xml" Id="R967a666128654a3f" /><Relationship Type="http://schemas.openxmlformats.org/officeDocument/2006/relationships/slide" Target="/ppt/slides/slide18.xml" Id="R48cbba2ff0614444" /><Relationship Type="http://schemas.openxmlformats.org/officeDocument/2006/relationships/slide" Target="/ppt/slides/slide19.xml" Id="Rf6d177e6ae5645eb" /><Relationship Type="http://schemas.openxmlformats.org/officeDocument/2006/relationships/slide" Target="/ppt/slides/slide20.xml" Id="Rc533e7b55d214bbe" /><Relationship Type="http://schemas.openxmlformats.org/officeDocument/2006/relationships/slide" Target="/ppt/slides/slide21.xml" Id="R8f9e5737b9404240" /><Relationship Type="http://schemas.openxmlformats.org/officeDocument/2006/relationships/slide" Target="/ppt/slides/slide22.xml" Id="R68900d76c683401b" /><Relationship Type="http://schemas.openxmlformats.org/officeDocument/2006/relationships/slide" Target="/ppt/slides/slide23.xml" Id="Rdf2f23982f954c00" /><Relationship Type="http://schemas.openxmlformats.org/officeDocument/2006/relationships/slide" Target="/ppt/slides/slide24.xml" Id="R5898088ad6c4406e" /><Relationship Type="http://schemas.openxmlformats.org/officeDocument/2006/relationships/slide" Target="/ppt/slides/slide25.xml" Id="Rbe16258700d74745" /><Relationship Type="http://schemas.openxmlformats.org/officeDocument/2006/relationships/slide" Target="/ppt/slides/slide26.xml" Id="R101dd4fca1dd43c9" /><Relationship Type="http://schemas.openxmlformats.org/officeDocument/2006/relationships/slide" Target="/ppt/slides/slide27.xml" Id="R6ef89ad4b3ec4fe7" /><Relationship Type="http://schemas.openxmlformats.org/officeDocument/2006/relationships/slide" Target="/ppt/slides/slide28.xml" Id="R7fc0436becdb4821" /><Relationship Type="http://schemas.openxmlformats.org/officeDocument/2006/relationships/slide" Target="/ppt/slides/slide29.xml" Id="R9add5505d87048e2" /><Relationship Type="http://schemas.openxmlformats.org/officeDocument/2006/relationships/slide" Target="/ppt/slides/slide30.xml" Id="R7cba7b17bd3a411f" /><Relationship Type="http://schemas.openxmlformats.org/officeDocument/2006/relationships/slide" Target="/ppt/slides/slide31.xml" Id="R5816556de6a54fd4" /><Relationship Type="http://schemas.openxmlformats.org/officeDocument/2006/relationships/slide" Target="/ppt/slides/slide32.xml" Id="R8ef897232d2542fa" /><Relationship Type="http://schemas.openxmlformats.org/officeDocument/2006/relationships/slide" Target="/ppt/slides/slide33.xml" Id="R7ee9a41c871c4b0f" /><Relationship Type="http://schemas.openxmlformats.org/officeDocument/2006/relationships/slide" Target="/ppt/slides/slide34.xml" Id="R57ffa32689a44a30" /><Relationship Type="http://schemas.openxmlformats.org/officeDocument/2006/relationships/slide" Target="/ppt/slides/slide35.xml" Id="R40f86dbf9add4bb8" /><Relationship Type="http://schemas.openxmlformats.org/officeDocument/2006/relationships/slide" Target="/ppt/slides/slide36.xml" Id="R2d6d00955200488e" /><Relationship Type="http://schemas.openxmlformats.org/officeDocument/2006/relationships/slide" Target="/ppt/slides/slide37.xml" Id="R5aa7dd8abda64603" /><Relationship Type="http://schemas.openxmlformats.org/officeDocument/2006/relationships/slide" Target="/ppt/slides/slide38.xml" Id="R35535224921c4a0e" /><Relationship Type="http://schemas.openxmlformats.org/officeDocument/2006/relationships/slide" Target="/ppt/slides/slide39.xml" Id="R8f7077f1fe834eb9" /><Relationship Type="http://schemas.openxmlformats.org/officeDocument/2006/relationships/slide" Target="/ppt/slides/slide40.xml" Id="Rbf111ff7d7d84ef7" /><Relationship Type="http://schemas.openxmlformats.org/officeDocument/2006/relationships/slide" Target="/ppt/slides/slide41.xml" Id="Rf4f6be6ad0954fd4" /><Relationship Type="http://schemas.openxmlformats.org/officeDocument/2006/relationships/slide" Target="/ppt/slides/slide42.xml" Id="Re89f22b05d744461" /><Relationship Type="http://schemas.openxmlformats.org/officeDocument/2006/relationships/slide" Target="/ppt/slides/slide43.xml" Id="Ra0ce4fcf25ac4b2a" /><Relationship Type="http://schemas.openxmlformats.org/officeDocument/2006/relationships/slide" Target="/ppt/slides/slide44.xml" Id="R64a82e7fcf2949fd" /><Relationship Type="http://schemas.openxmlformats.org/officeDocument/2006/relationships/slide" Target="/ppt/slides/slide45.xml" Id="Rfbbb3b75b2404f3b" /><Relationship Type="http://schemas.openxmlformats.org/officeDocument/2006/relationships/slide" Target="/ppt/slides/slide46.xml" Id="Rbaa6110d56e44f4c" /><Relationship Type="http://schemas.openxmlformats.org/officeDocument/2006/relationships/slide" Target="/ppt/slides/slide47.xml" Id="R578dffdd73d44a62" /><Relationship Type="http://schemas.openxmlformats.org/officeDocument/2006/relationships/slide" Target="/ppt/slides/slide48.xml" Id="R1d123f9bca044f08" /><Relationship Type="http://schemas.openxmlformats.org/officeDocument/2006/relationships/slide" Target="/ppt/slides/slide49.xml" Id="R57d9953934014fab" /><Relationship Type="http://schemas.openxmlformats.org/officeDocument/2006/relationships/slide" Target="/ppt/slides/slide50.xml" Id="Rdab6251693fc4cf7" /><Relationship Type="http://schemas.openxmlformats.org/officeDocument/2006/relationships/slide" Target="/ppt/slides/slide51.xml" Id="R9b93c7e7a15440c4" /><Relationship Type="http://schemas.openxmlformats.org/officeDocument/2006/relationships/slide" Target="/ppt/slides/slide52.xml" Id="Rff5dc9d6daa64961" /><Relationship Type="http://schemas.openxmlformats.org/officeDocument/2006/relationships/slide" Target="/ppt/slides/slide53.xml" Id="Rd9715c0d9b944e51" /><Relationship Type="http://schemas.openxmlformats.org/officeDocument/2006/relationships/slide" Target="/ppt/slides/slide54.xml" Id="R83e734ef35174fa7" /><Relationship Type="http://schemas.openxmlformats.org/officeDocument/2006/relationships/slide" Target="/ppt/slides/slide55.xml" Id="R16c3a13e99b64e4f" /><Relationship Type="http://schemas.openxmlformats.org/officeDocument/2006/relationships/slide" Target="/ppt/slides/slide56.xml" Id="R31349591df814b66" /><Relationship Type="http://schemas.openxmlformats.org/officeDocument/2006/relationships/slide" Target="/ppt/slides/slide57.xml" Id="R1ed7b10c47ad4bda" /><Relationship Type="http://schemas.openxmlformats.org/officeDocument/2006/relationships/slide" Target="/ppt/slides/slide58.xml" Id="Ra095d8da7f094fdc" /><Relationship Type="http://schemas.openxmlformats.org/officeDocument/2006/relationships/slide" Target="/ppt/slides/slide59.xml" Id="R66cdcf20884e4bf5" /><Relationship Type="http://schemas.openxmlformats.org/officeDocument/2006/relationships/slide" Target="/ppt/slides/slide60.xml" Id="R4a79e32f056948b6" /><Relationship Type="http://schemas.openxmlformats.org/officeDocument/2006/relationships/slide" Target="/ppt/slides/slide61.xml" Id="Rcd710182d8a64b08" /><Relationship Type="http://schemas.openxmlformats.org/officeDocument/2006/relationships/slide" Target="/ppt/slides/slide62.xml" Id="Re57eeaaf6d0743f9" /><Relationship Type="http://schemas.openxmlformats.org/officeDocument/2006/relationships/slide" Target="/ppt/slides/slide63.xml" Id="R957f170d38d44996" /><Relationship Type="http://schemas.openxmlformats.org/officeDocument/2006/relationships/slide" Target="/ppt/slides/slide64.xml" Id="R692f7da5d81f4b21" /><Relationship Type="http://schemas.openxmlformats.org/officeDocument/2006/relationships/slide" Target="/ppt/slides/slide65.xml" Id="R7aae1aaa14c242c0" /><Relationship Type="http://schemas.openxmlformats.org/officeDocument/2006/relationships/slide" Target="/ppt/slides/slide66.xml" Id="Reb99e1c11cb3430c" /><Relationship Type="http://schemas.openxmlformats.org/officeDocument/2006/relationships/slide" Target="/ppt/slides/slide67.xml" Id="R0c737b60cce34ecf" /><Relationship Type="http://schemas.openxmlformats.org/officeDocument/2006/relationships/slide" Target="/ppt/slides/slide68.xml" Id="R71d84f75413047e3" /><Relationship Type="http://schemas.openxmlformats.org/officeDocument/2006/relationships/slide" Target="/ppt/slides/slide69.xml" Id="Ra71032d91ce74a82" /><Relationship Type="http://schemas.openxmlformats.org/officeDocument/2006/relationships/slide" Target="/ppt/slides/slide70.xml" Id="Rd997e11461454add" /><Relationship Type="http://schemas.openxmlformats.org/officeDocument/2006/relationships/slide" Target="/ppt/slides/slide71.xml" Id="Ra942c268cd7a4df4" /><Relationship Type="http://schemas.openxmlformats.org/officeDocument/2006/relationships/slide" Target="/ppt/slides/slide72.xml" Id="R09229eb35e6d4720" /><Relationship Type="http://schemas.openxmlformats.org/officeDocument/2006/relationships/slide" Target="/ppt/slides/slide73.xml" Id="R5ffc416bb1744d22" /><Relationship Type="http://schemas.openxmlformats.org/officeDocument/2006/relationships/slide" Target="/ppt/slides/slide74.xml" Id="R8fc086063fc64619" /><Relationship Type="http://schemas.openxmlformats.org/officeDocument/2006/relationships/slide" Target="/ppt/slides/slide75.xml" Id="R71037a658c1c46ac" /><Relationship Type="http://schemas.openxmlformats.org/officeDocument/2006/relationships/slide" Target="/ppt/slides/slide76.xml" Id="R315973829fd74b0e" /><Relationship Type="http://schemas.openxmlformats.org/officeDocument/2006/relationships/slide" Target="/ppt/slides/slide77.xml" Id="R6552b8bdc74d457b" /><Relationship Type="http://schemas.openxmlformats.org/officeDocument/2006/relationships/slide" Target="/ppt/slides/slide78.xml" Id="R99b10891995a4eba" /><Relationship Type="http://schemas.openxmlformats.org/officeDocument/2006/relationships/slide" Target="/ppt/slides/slide79.xml" Id="R91fa65f7c87548e7" /><Relationship Type="http://schemas.openxmlformats.org/officeDocument/2006/relationships/slide" Target="/ppt/slides/slide80.xml" Id="R2b4f63bc65fd404c" /><Relationship Type="http://schemas.openxmlformats.org/officeDocument/2006/relationships/slide" Target="/ppt/slides/slide81.xml" Id="Re6f5fa8f8abc4991" /><Relationship Type="http://schemas.openxmlformats.org/officeDocument/2006/relationships/slide" Target="/ppt/slides/slide82.xml" Id="Racefb922cef247e0" /><Relationship Type="http://schemas.openxmlformats.org/officeDocument/2006/relationships/slide" Target="/ppt/slides/slide83.xml" Id="Rd03ae9fee6ee4e92" /><Relationship Type="http://schemas.openxmlformats.org/officeDocument/2006/relationships/slide" Target="/ppt/slides/slide84.xml" Id="Raee327e2442d4c96" /><Relationship Type="http://schemas.openxmlformats.org/officeDocument/2006/relationships/slide" Target="/ppt/slides/slide85.xml" Id="Race88d6916144a06" /><Relationship Type="http://schemas.openxmlformats.org/officeDocument/2006/relationships/slide" Target="/ppt/slides/slide86.xml" Id="Rd884f04a97df4b6d" /><Relationship Type="http://schemas.openxmlformats.org/officeDocument/2006/relationships/slide" Target="/ppt/slides/slide87.xml" Id="Rdf0d9dd9b6524d1f" /><Relationship Type="http://schemas.openxmlformats.org/officeDocument/2006/relationships/slide" Target="/ppt/slides/slide88.xml" Id="R977b7cc760154259" /><Relationship Type="http://schemas.openxmlformats.org/officeDocument/2006/relationships/slide" Target="/ppt/slides/slide89.xml" Id="R98fd9efc68824f9f" /><Relationship Type="http://schemas.openxmlformats.org/officeDocument/2006/relationships/slide" Target="/ppt/slides/slide90.xml" Id="R85a591912d6e4f1d" /><Relationship Type="http://schemas.openxmlformats.org/officeDocument/2006/relationships/slide" Target="/ppt/slides/slide91.xml" Id="R0372f639be6749c0" /><Relationship Type="http://schemas.openxmlformats.org/officeDocument/2006/relationships/slide" Target="/ppt/slides/slide92.xml" Id="R67186222e35b44f2" /><Relationship Type="http://schemas.openxmlformats.org/officeDocument/2006/relationships/slide" Target="/ppt/slides/slide93.xml" Id="R968797e70c8d4d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739ed9f17248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1f38fafab74e74" /><Relationship Type="http://schemas.openxmlformats.org/officeDocument/2006/relationships/notesMaster" Target="/ppt/notesMasters/notesMaster1.xml" Id="R331304f2dc2a43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cc57b4edae40fc" /><Relationship Type="http://schemas.openxmlformats.org/officeDocument/2006/relationships/notesMaster" Target="/ppt/notesMasters/notesMaster1.xml" Id="R062aea938ede41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71e7c222a3492f" /><Relationship Type="http://schemas.openxmlformats.org/officeDocument/2006/relationships/notesMaster" Target="/ppt/notesMasters/notesMaster1.xml" Id="R129c9826262d40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98657fdf2940bd" /><Relationship Type="http://schemas.openxmlformats.org/officeDocument/2006/relationships/notesMaster" Target="/ppt/notesMasters/notesMaster1.xml" Id="R3f3947a4905a42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cb9904fd4061" /><Relationship Type="http://schemas.openxmlformats.org/officeDocument/2006/relationships/notesMaster" Target="/ppt/notesMasters/notesMaster1.xml" Id="R66a4948ee11f40a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097949045a4ad7" /><Relationship Type="http://schemas.openxmlformats.org/officeDocument/2006/relationships/notesMaster" Target="/ppt/notesMasters/notesMaster1.xml" Id="Rf7c8e5f9ea944f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4bc4a3f4834e66" /><Relationship Type="http://schemas.openxmlformats.org/officeDocument/2006/relationships/notesMaster" Target="/ppt/notesMasters/notesMaster1.xml" Id="R3158f6a12d7a40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c5c9796fed4c0e" /><Relationship Type="http://schemas.openxmlformats.org/officeDocument/2006/relationships/notesMaster" Target="/ppt/notesMasters/notesMaster1.xml" Id="Rb84b0c32e4b04a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fc480f9e8564b04" /><Relationship Type="http://schemas.openxmlformats.org/officeDocument/2006/relationships/notesMaster" Target="/ppt/notesMasters/notesMaster1.xml" Id="Rc52bbf1106ec492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a84194b3744a6f" /><Relationship Type="http://schemas.openxmlformats.org/officeDocument/2006/relationships/notesMaster" Target="/ppt/notesMasters/notesMaster1.xml" Id="R6b914c986dfe4f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1b6682437a4266" /><Relationship Type="http://schemas.openxmlformats.org/officeDocument/2006/relationships/notesMaster" Target="/ppt/notesMasters/notesMaster1.xml" Id="Ra57dc296beea46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a6a7152cdf4969" /><Relationship Type="http://schemas.openxmlformats.org/officeDocument/2006/relationships/notesMaster" Target="/ppt/notesMasters/notesMaster1.xml" Id="R25d3738073e540d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069181c08f4cb4" /><Relationship Type="http://schemas.openxmlformats.org/officeDocument/2006/relationships/notesMaster" Target="/ppt/notesMasters/notesMaster1.xml" Id="R2a094944013c40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c2d5118842b4950" /><Relationship Type="http://schemas.openxmlformats.org/officeDocument/2006/relationships/notesMaster" Target="/ppt/notesMasters/notesMaster1.xml" Id="Rca98a3de7ee44f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32db0bfa4b4b79" /><Relationship Type="http://schemas.openxmlformats.org/officeDocument/2006/relationships/notesMaster" Target="/ppt/notesMasters/notesMaster1.xml" Id="Rcfe327ed5ff944e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d8223f1eab4cb6" /><Relationship Type="http://schemas.openxmlformats.org/officeDocument/2006/relationships/notesMaster" Target="/ppt/notesMasters/notesMaster1.xml" Id="R4016f09a4ff3435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76c5f583b054630" /><Relationship Type="http://schemas.openxmlformats.org/officeDocument/2006/relationships/notesMaster" Target="/ppt/notesMasters/notesMaster1.xml" Id="Rd8c514f21c94439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93d5cb1214544a3" /><Relationship Type="http://schemas.openxmlformats.org/officeDocument/2006/relationships/notesMaster" Target="/ppt/notesMasters/notesMaster1.xml" Id="R41ea5e8c683e4bf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bf92c90c5c6492e" /><Relationship Type="http://schemas.openxmlformats.org/officeDocument/2006/relationships/notesMaster" Target="/ppt/notesMasters/notesMaster1.xml" Id="Rdb5de03616dc448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bcb8cd711d14490" /><Relationship Type="http://schemas.openxmlformats.org/officeDocument/2006/relationships/notesMaster" Target="/ppt/notesMasters/notesMaster1.xml" Id="R4b722c2a65be42e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6e01d252c742d5" /><Relationship Type="http://schemas.openxmlformats.org/officeDocument/2006/relationships/notesMaster" Target="/ppt/notesMasters/notesMaster1.xml" Id="Rc1d736778a7340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c5d7f2dfb2f4d88" /><Relationship Type="http://schemas.openxmlformats.org/officeDocument/2006/relationships/notesMaster" Target="/ppt/notesMasters/notesMaster1.xml" Id="R089efccdb69040c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4c0050761394e04" /><Relationship Type="http://schemas.openxmlformats.org/officeDocument/2006/relationships/notesMaster" Target="/ppt/notesMasters/notesMaster1.xml" Id="Re7c51f5d2f0a475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d892e45e6e642af" /><Relationship Type="http://schemas.openxmlformats.org/officeDocument/2006/relationships/notesMaster" Target="/ppt/notesMasters/notesMaster1.xml" Id="Rdee619cd560b453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dd390fd865b4a1a" /><Relationship Type="http://schemas.openxmlformats.org/officeDocument/2006/relationships/notesMaster" Target="/ppt/notesMasters/notesMaster1.xml" Id="R0c3970b8bc94491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15f4450794d46a3" /><Relationship Type="http://schemas.openxmlformats.org/officeDocument/2006/relationships/notesMaster" Target="/ppt/notesMasters/notesMaster1.xml" Id="Rbf02154d0faf41a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96c122aea1340ca" /><Relationship Type="http://schemas.openxmlformats.org/officeDocument/2006/relationships/notesMaster" Target="/ppt/notesMasters/notesMaster1.xml" Id="R5925f86bbe6e4a7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b11b1474898486b" /><Relationship Type="http://schemas.openxmlformats.org/officeDocument/2006/relationships/notesMaster" Target="/ppt/notesMasters/notesMaster1.xml" Id="R5fc755781c3240f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34efebb44ab4c7f" /><Relationship Type="http://schemas.openxmlformats.org/officeDocument/2006/relationships/notesMaster" Target="/ppt/notesMasters/notesMaster1.xml" Id="R223f41fd3a1e425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13966ef987240eb" /><Relationship Type="http://schemas.openxmlformats.org/officeDocument/2006/relationships/notesMaster" Target="/ppt/notesMasters/notesMaster1.xml" Id="R1fc725b23b3d4f3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c5961ef0a8040c6" /><Relationship Type="http://schemas.openxmlformats.org/officeDocument/2006/relationships/notesMaster" Target="/ppt/notesMasters/notesMaster1.xml" Id="R889235b055a747f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ed7b4a59ead4232" /><Relationship Type="http://schemas.openxmlformats.org/officeDocument/2006/relationships/notesMaster" Target="/ppt/notesMasters/notesMaster1.xml" Id="R236b47d80904444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5c86152e49a4de3" /><Relationship Type="http://schemas.openxmlformats.org/officeDocument/2006/relationships/notesMaster" Target="/ppt/notesMasters/notesMaster1.xml" Id="Ra2128bdd2b85459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3e4ff52997b41ee" /><Relationship Type="http://schemas.openxmlformats.org/officeDocument/2006/relationships/notesMaster" Target="/ppt/notesMasters/notesMaster1.xml" Id="R4b9abeff35f0480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7e73fa1f4dc4e3f" /><Relationship Type="http://schemas.openxmlformats.org/officeDocument/2006/relationships/notesMaster" Target="/ppt/notesMasters/notesMaster1.xml" Id="R71b85460b2634d8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d1ef3b9702a4b35" /><Relationship Type="http://schemas.openxmlformats.org/officeDocument/2006/relationships/notesMaster" Target="/ppt/notesMasters/notesMaster1.xml" Id="Ra7b82ebd9e7e43d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115431af48d4bd2" /><Relationship Type="http://schemas.openxmlformats.org/officeDocument/2006/relationships/notesMaster" Target="/ppt/notesMasters/notesMaster1.xml" Id="R1359193b0d7a446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b4500f93b224bab" /><Relationship Type="http://schemas.openxmlformats.org/officeDocument/2006/relationships/notesMaster" Target="/ppt/notesMasters/notesMaster1.xml" Id="R9cf82d449fd34bd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70381ce94744b83" /><Relationship Type="http://schemas.openxmlformats.org/officeDocument/2006/relationships/notesMaster" Target="/ppt/notesMasters/notesMaster1.xml" Id="Rb5b6f48a534e438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81888af6e4f421d" /><Relationship Type="http://schemas.openxmlformats.org/officeDocument/2006/relationships/notesMaster" Target="/ppt/notesMasters/notesMaster1.xml" Id="Rf821e5494a4b4de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f695a4fa0db4f98" /><Relationship Type="http://schemas.openxmlformats.org/officeDocument/2006/relationships/notesMaster" Target="/ppt/notesMasters/notesMaster1.xml" Id="R5ff9637a8524430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3c06d690a464d81" /><Relationship Type="http://schemas.openxmlformats.org/officeDocument/2006/relationships/notesMaster" Target="/ppt/notesMasters/notesMaster1.xml" Id="Rf4e2fcda6d3b4ee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1b28f7cbd6d469e" /><Relationship Type="http://schemas.openxmlformats.org/officeDocument/2006/relationships/notesMaster" Target="/ppt/notesMasters/notesMaster1.xml" Id="R9601b40301a242a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5ef1b1426854638" /><Relationship Type="http://schemas.openxmlformats.org/officeDocument/2006/relationships/notesMaster" Target="/ppt/notesMasters/notesMaster1.xml" Id="R01bc783310b5416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e497540014546b8" /><Relationship Type="http://schemas.openxmlformats.org/officeDocument/2006/relationships/notesMaster" Target="/ppt/notesMasters/notesMaster1.xml" Id="R4b602f45acbf418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f15579e215c4554" /><Relationship Type="http://schemas.openxmlformats.org/officeDocument/2006/relationships/notesMaster" Target="/ppt/notesMasters/notesMaster1.xml" Id="R97d923cd3fd4431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bb44718b70149fd" /><Relationship Type="http://schemas.openxmlformats.org/officeDocument/2006/relationships/notesMaster" Target="/ppt/notesMasters/notesMaster1.xml" Id="R1317febd6f15403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e36501976494f19" /><Relationship Type="http://schemas.openxmlformats.org/officeDocument/2006/relationships/notesMaster" Target="/ppt/notesMasters/notesMaster1.xml" Id="Rc4449d8aa0924f0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aeaacba4961456b" /><Relationship Type="http://schemas.openxmlformats.org/officeDocument/2006/relationships/notesMaster" Target="/ppt/notesMasters/notesMaster1.xml" Id="R0617f5bf76a144d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b9a9133478949cb" /><Relationship Type="http://schemas.openxmlformats.org/officeDocument/2006/relationships/notesMaster" Target="/ppt/notesMasters/notesMaster1.xml" Id="R75a233fa0b0d4f0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84a51e5603e4bc1" /><Relationship Type="http://schemas.openxmlformats.org/officeDocument/2006/relationships/notesMaster" Target="/ppt/notesMasters/notesMaster1.xml" Id="R5586b83dd1ba42b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a6484f184114bfb" /><Relationship Type="http://schemas.openxmlformats.org/officeDocument/2006/relationships/notesMaster" Target="/ppt/notesMasters/notesMaster1.xml" Id="Rf4c00e7180c44fe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eaab64f87454566" /><Relationship Type="http://schemas.openxmlformats.org/officeDocument/2006/relationships/notesMaster" Target="/ppt/notesMasters/notesMaster1.xml" Id="Rb4b583eaf29a480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dca8367dce34761" /><Relationship Type="http://schemas.openxmlformats.org/officeDocument/2006/relationships/notesMaster" Target="/ppt/notesMasters/notesMaster1.xml" Id="R4af5260ff24e4f0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9ea6eae13954a75" /><Relationship Type="http://schemas.openxmlformats.org/officeDocument/2006/relationships/notesMaster" Target="/ppt/notesMasters/notesMaster1.xml" Id="R74373c84ce7b449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73e037008b64950" /><Relationship Type="http://schemas.openxmlformats.org/officeDocument/2006/relationships/notesMaster" Target="/ppt/notesMasters/notesMaster1.xml" Id="R61ecc65ea1d641b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263bda89ef14260" /><Relationship Type="http://schemas.openxmlformats.org/officeDocument/2006/relationships/notesMaster" Target="/ppt/notesMasters/notesMaster1.xml" Id="Rc71f1ebfbd9e4e6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58640adeb914c05" /><Relationship Type="http://schemas.openxmlformats.org/officeDocument/2006/relationships/notesMaster" Target="/ppt/notesMasters/notesMaster1.xml" Id="Rf63c9e2b7483440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4ecded7f75345eb" /><Relationship Type="http://schemas.openxmlformats.org/officeDocument/2006/relationships/notesMaster" Target="/ppt/notesMasters/notesMaster1.xml" Id="Rc700ac50498d4c2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7f7be6edcdf4c80" /><Relationship Type="http://schemas.openxmlformats.org/officeDocument/2006/relationships/notesMaster" Target="/ppt/notesMasters/notesMaster1.xml" Id="R32ea4e5ed4e342d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9fb00662d2a4dfd" /><Relationship Type="http://schemas.openxmlformats.org/officeDocument/2006/relationships/notesMaster" Target="/ppt/notesMasters/notesMaster1.xml" Id="Reca6d15278294c5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3c9b3d404cf4dd4" /><Relationship Type="http://schemas.openxmlformats.org/officeDocument/2006/relationships/notesMaster" Target="/ppt/notesMasters/notesMaster1.xml" Id="Re21ff5d39656452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11fa01f6f30404a" /><Relationship Type="http://schemas.openxmlformats.org/officeDocument/2006/relationships/notesMaster" Target="/ppt/notesMasters/notesMaster1.xml" Id="Re57b04b199b34ec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69f6b421ef64cd7" /><Relationship Type="http://schemas.openxmlformats.org/officeDocument/2006/relationships/notesMaster" Target="/ppt/notesMasters/notesMaster1.xml" Id="R33b95f90652e446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89bca490c7a46dd" /><Relationship Type="http://schemas.openxmlformats.org/officeDocument/2006/relationships/notesMaster" Target="/ppt/notesMasters/notesMaster1.xml" Id="Rad1ed733922e491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f6350c1f9114bfb" /><Relationship Type="http://schemas.openxmlformats.org/officeDocument/2006/relationships/notesMaster" Target="/ppt/notesMasters/notesMaster1.xml" Id="Ra2aa375f8fc94fa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c9d95fe51824494" /><Relationship Type="http://schemas.openxmlformats.org/officeDocument/2006/relationships/notesMaster" Target="/ppt/notesMasters/notesMaster1.xml" Id="R4aa59907790e4b3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d5b1a84e4ad4b11" /><Relationship Type="http://schemas.openxmlformats.org/officeDocument/2006/relationships/notesMaster" Target="/ppt/notesMasters/notesMaster1.xml" Id="R6ab3ea9639ca463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bb7500b4ac2409f" /><Relationship Type="http://schemas.openxmlformats.org/officeDocument/2006/relationships/notesMaster" Target="/ppt/notesMasters/notesMaster1.xml" Id="R9ef78728aea44cb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4dbb47fc181429f" /><Relationship Type="http://schemas.openxmlformats.org/officeDocument/2006/relationships/notesMaster" Target="/ppt/notesMasters/notesMaster1.xml" Id="R678e742a7a034d3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6cdcaddc53045e2" /><Relationship Type="http://schemas.openxmlformats.org/officeDocument/2006/relationships/notesMaster" Target="/ppt/notesMasters/notesMaster1.xml" Id="Ra205e99e6372498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9067c3c58944f93" /><Relationship Type="http://schemas.openxmlformats.org/officeDocument/2006/relationships/notesMaster" Target="/ppt/notesMasters/notesMaster1.xml" Id="Ra7268a5009064b8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17f1f46b2374638" /><Relationship Type="http://schemas.openxmlformats.org/officeDocument/2006/relationships/notesMaster" Target="/ppt/notesMasters/notesMaster1.xml" Id="R1882f3bf9e4a4d6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85e4d5239b14fbc" /><Relationship Type="http://schemas.openxmlformats.org/officeDocument/2006/relationships/notesMaster" Target="/ppt/notesMasters/notesMaster1.xml" Id="R49b8524aae1649c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9b3a2b9ceaa4c6b" /><Relationship Type="http://schemas.openxmlformats.org/officeDocument/2006/relationships/notesMaster" Target="/ppt/notesMasters/notesMaster1.xml" Id="R081e2e8ecb64461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1e28e1f0a024e4a" /><Relationship Type="http://schemas.openxmlformats.org/officeDocument/2006/relationships/notesMaster" Target="/ppt/notesMasters/notesMaster1.xml" Id="Re2da3f2bcd5b44c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f6d363fc2184e7a" /><Relationship Type="http://schemas.openxmlformats.org/officeDocument/2006/relationships/notesMaster" Target="/ppt/notesMasters/notesMaster1.xml" Id="Rd628bc6881cf4cf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35210d9115443ef" /><Relationship Type="http://schemas.openxmlformats.org/officeDocument/2006/relationships/notesMaster" Target="/ppt/notesMasters/notesMaster1.xml" Id="R798268ee586c4b0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66388c961af410b" /><Relationship Type="http://schemas.openxmlformats.org/officeDocument/2006/relationships/notesMaster" Target="/ppt/notesMasters/notesMaster1.xml" Id="R7fe2efe820af481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1067ec06ff54585" /><Relationship Type="http://schemas.openxmlformats.org/officeDocument/2006/relationships/notesMaster" Target="/ppt/notesMasters/notesMaster1.xml" Id="R0213d12a221b4f13"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7304ddc81114543" /><Relationship Type="http://schemas.openxmlformats.org/officeDocument/2006/relationships/notesMaster" Target="/ppt/notesMasters/notesMaster1.xml" Id="Rf95a3bd490224a2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1b18c8a097944d8f" /><Relationship Type="http://schemas.openxmlformats.org/officeDocument/2006/relationships/notesMaster" Target="/ppt/notesMasters/notesMaster1.xml" Id="R88380e839e084ac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067045bce094e1f" /><Relationship Type="http://schemas.openxmlformats.org/officeDocument/2006/relationships/notesMaster" Target="/ppt/notesMasters/notesMaster1.xml" Id="Rad809ac5c715423a"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d2819fc07da4abf" /><Relationship Type="http://schemas.openxmlformats.org/officeDocument/2006/relationships/notesMaster" Target="/ppt/notesMasters/notesMaster1.xml" Id="R8613f169248049f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e2cefaef5b84e02" /><Relationship Type="http://schemas.openxmlformats.org/officeDocument/2006/relationships/notesMaster" Target="/ppt/notesMasters/notesMaster1.xml" Id="R8fd1af5433e94fe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7c9142b741fc4763" /><Relationship Type="http://schemas.openxmlformats.org/officeDocument/2006/relationships/notesMaster" Target="/ppt/notesMasters/notesMaster1.xml" Id="Ree6745fa869845a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4c4c17f55884bcb" /><Relationship Type="http://schemas.openxmlformats.org/officeDocument/2006/relationships/notesMaster" Target="/ppt/notesMasters/notesMaster1.xml" Id="R2f3ee02a7fd2461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1ae483c8c164088" /><Relationship Type="http://schemas.openxmlformats.org/officeDocument/2006/relationships/notesMaster" Target="/ppt/notesMasters/notesMaster1.xml" Id="Re39534b1e44d48b8"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2f830eb6367e4b0a" /><Relationship Type="http://schemas.openxmlformats.org/officeDocument/2006/relationships/notesMaster" Target="/ppt/notesMasters/notesMaster1.xml" Id="R7be30a24b58042d5"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f261280835445f3" /><Relationship Type="http://schemas.openxmlformats.org/officeDocument/2006/relationships/notesMaster" Target="/ppt/notesMasters/notesMaster1.xml" Id="R9f14f4a6246c468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98d011e64d5c4555" /><Relationship Type="http://schemas.openxmlformats.org/officeDocument/2006/relationships/notesMaster" Target="/ppt/notesMasters/notesMaster1.xml" Id="Rbd11651982ae449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85cb228bbeb4060" /><Relationship Type="http://schemas.openxmlformats.org/officeDocument/2006/relationships/notesMaster" Target="/ppt/notesMasters/notesMaster1.xml" Id="R34f84288e873467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ffe7510ec77b401c" /><Relationship Type="http://schemas.openxmlformats.org/officeDocument/2006/relationships/notesMaster" Target="/ppt/notesMasters/notesMaster1.xml" Id="R0c988d0ab2364b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production/evaluation/S53_SKILL_REUSE_REVISION.md를 따른다.</a:t>
            </a:r>
          </a:p>
          <a:p xmlns:a="http://schemas.openxmlformats.org/drawingml/2006/main">
            <a:r>
              <a:t/>
            </a:r>
          </a:p>
          <a:p xmlns:a="http://schemas.openxmlformats.org/drawingml/2006/main">
            <a:r>
              <a:t>Validation Status: ALIGNED — DEC-0065의19필드·4분 운영·교육용/제품 확인 경계를 정렬했다. 실제 파일 렌더·Notes 대조는 production/evaluation/S53_SKILL_REUSE_REVISION.md에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Skill의 발견과 본문 포함을 확인했다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Skill의 발견과 본문 포함을 확인했다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TRIAL-008의 CLI 목록에서 이름과 설명을 발견하고, 밝기 통계 작업 목표와 함께 명시 호출했으며, 실행 trace에 경로와 전체 본문이 포함된 것을 확인했다. 별도 load UI 이벤트는 없었다.</a:t>
            </a:r>
          </a:p>
          <a:p xmlns:a="http://schemas.openxmlformats.org/drawingml/2006/main">
            <a:r>
              <a:t/>
            </a:r>
          </a:p>
          <a:p xmlns:a="http://schemas.openxmlformats.org/drawingml/2006/main">
            <a:r>
              <a:t>Opening Question: “반복 방법을 담은 Skill이 이번 작업에 포함됐다는 것을 무엇으로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크기 변경·정규화 다음에도 재사용할 수 있는 밝기 통계(image_statistics)의 시간/할당량 조사라는 목적을 소개한다. 새로 실행한 Task가 아니다.</a:t>
            </a:r>
          </a:p>
          <a:p xmlns:a="http://schemas.openxmlformats.org/drawingml/2006/main">
            <a:r>
              <a:t>2. (1:00–2:30) /skills 목록의 이름·잘린 설명과 명시적 $graypipe-performance 호출을 설명한다. 목록에는 파일 경로가 없었다.</a:t>
            </a:r>
          </a:p>
          <a:p xmlns:a="http://schemas.openxmlformats.org/drawingml/2006/main">
            <a:r>
              <a:t>3. (2:30–4:00) 실행 trace에 이름·경로·전체 Skill 본문이 포함된 관찰을 짚는다. 별도 UI load 이벤트나 모든 지침 준수의 증명으로 표현하지 않는다.</a:t>
            </a:r>
          </a:p>
          <a:p xmlns:a="http://schemas.openxmlformats.org/drawingml/2006/main">
            <a:r>
              <a:t>4. (4:00–5:00) CLI0.154.0, 성공한 계정/모델 실행의 범위와 현재 Desktop/암묵 호출 미검증을 말한다.</a:t>
            </a:r>
          </a:p>
          <a:p xmlns:a="http://schemas.openxmlformats.org/drawingml/2006/main">
            <a:r>
              <a:t/>
            </a:r>
          </a:p>
          <a:p xmlns:a="http://schemas.openxmlformats.org/drawingml/2006/main">
            <a:r>
              <a:t>Evidence / Source: TRIAL-008, DEC-0017, BEAT-021. Codex CLI 0.154.0, 명시적 호출, disposable workspace. 시각 자료는 기록의 재구성이다. DEC-0062 원문/관찰 대조: plan/DEMO_MATRIX.md TRIAL-008 Skill Discovery/Invocation/Load Evidence/Verification 및 Prompt Responsibility Shift; STATE-04:.agents/skills/graypipe-performance/SKILL.md. 경로는 selector가 아니라 실행 trace에서 확인됐다.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 DEC-0062는 기존 관찰·측정 조건과 효과 미입증 경계를 유지한다.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세 관찰 행: /skills의 이름·설명 / 명시 호출+밝기 통계 목표 / 실행 trace의 경로·본문. 기록 요약임을 표시한다.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“본문이 포함됐다는 사실과, 지침에 대응하는 작업 기록을 다음 장에서 구분해 보겠습니다.”</a:t>
            </a:r>
          </a:p>
          <a:p xmlns:a="http://schemas.openxmlformats.org/drawingml/2006/main">
            <a:r>
              <a:t/>
            </a:r>
          </a:p>
          <a:p xmlns:a="http://schemas.openxmlformats.org/drawingml/2006/main">
            <a:r>
              <a:t>Time Management: Demo5분(정적 기록 기본): 목적1, 발견·호출1.5, 본문 근거1.5, 범위/전환1. 실제 Live/Hybrid는 활성화 전 미검증.</a:t>
            </a:r>
          </a:p>
          <a:p xmlns:a="http://schemas.openxmlformats.org/drawingml/2006/main">
            <a:r>
              <a:t/>
            </a:r>
          </a:p>
          <a:p xmlns:a="http://schemas.openxmlformats.org/drawingml/2006/main">
            <a:r>
              <a:t>Fallback: LOCAL STATIC ARTIFACT — production/ACT_3.pptx / S54, production/preview/act3/S54.png 및 production/preview/full/S54.png.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Skill의 지침과 관찰된 작업을 대응한다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Skill의 지침과 관찰된 작업을 대응한다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요청이 담던 공통 절차를 TRIAL-008은 명시 호출한 Skill에 두었다. 기준선·계획·같은 조건의 검증 지침과 보존된 관찰 기록을 대응하되 Skill 단독 인과성을 주장하지 않는다.</a:t>
            </a:r>
          </a:p>
          <a:p xmlns:a="http://schemas.openxmlformats.org/drawingml/2006/main">
            <a:r>
              <a:t/>
            </a:r>
          </a:p>
          <a:p xmlns:a="http://schemas.openxmlformats.org/drawingml/2006/main">
            <a:r>
              <a:t>Opening Question: “Skill에 적힌 절차와 실제로 기록된 작업은 어떻게 대응됐을까?”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normalize와 밝기 통계는 다른 Task이며 성능 우열 비교가 아님을 밝힌다. TRIAL-007은 긴 요청, TRIAL-008은 Task 목표·6항목 보존·변경 범위+Skill 호출이었다.</a:t>
            </a:r>
          </a:p>
          <a:p xmlns:a="http://schemas.openxmlformats.org/drawingml/2006/main">
            <a:r>
              <a:t>2. (1:00–3:00 / Demo) 기준선/계획/동일 조건 검증의 실제 Skill 발췌와 보존된 관찰 요약을 행별로 대응한다. 실제 CLI 화면이나 원문 실행 로그가 아닌 표임을 밝힌다.</a:t>
            </a:r>
          </a:p>
          <a:p xmlns:a="http://schemas.openxmlformats.org/drawingml/2006/main">
            <a:r>
              <a:t>3. (3:00–5:00 / Case) 본문 포함과 각 작업 관찰이 서로 다른 근거임을 짚는다. visible plan은 Skill의 when-task/interface-calls-for 조건과 실제 요청에 맞는 범위다.</a:t>
            </a:r>
          </a:p>
          <a:p xmlns:a="http://schemas.openxmlformats.org/drawingml/2006/main">
            <a:r>
              <a:t>4. (5:00–6:00 / Case) 절차의 책임 이동을 회수하고 모든 지침 준수·단독 인과성·토큰 절약·속도 향상으로 확대하지 않는다.</a:t>
            </a:r>
          </a:p>
          <a:p xmlns:a="http://schemas.openxmlformats.org/drawingml/2006/main">
            <a:r>
              <a:t/>
            </a:r>
          </a:p>
          <a:p xmlns:a="http://schemas.openxmlformats.org/drawingml/2006/main">
            <a:r>
              <a:t>Evidence / Source: TRIAL-007/008, DEC-0017, BEAT-021. 관찰된 CLI 기록을 요약한 비교. DEC-0062 원문/관찰 대조: plan/DEMO_MATRIX.md TRIAL-008 Skill Discovery/Invocation/Load Evidence/Verification 및 Prompt Responsibility Shift; STATE-04:.agents/skills/graypipe-performance/SKILL.md. 경로는 selector가 아니라 실행 trace에서 확인됐다. 발췌의 전체 조건: State a concise plan before making edits when the task or working interface calls for a visible plan. / Repeat the same benchmark with the same input and settings, check its correctness guard, run a suitable user-facing smoke check when relevant, inspect git diff --check, and review the final diff for scope and unintended changes. 표는 생략부호가 있는 원문 발췌와 관찰 요약이며 raw log가 아니다.</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 DEC-0062는 기존 관찰·측정 조건과 효과 미입증 경계를 유지한다.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Native 두 열 표: Skill 원문 세 발췌 ↔ TRIAL-008 기준선/계획/검증 관찰 요약. 다른 목표·Task 제약과 책임 이동을 상하 문구로 유지한다.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“재사용할 지침을 정했어도, 어떤 구현이 맞는지는 이번 근거로 판단해야 합니다.”</a:t>
            </a:r>
          </a:p>
          <a:p xmlns:a="http://schemas.openxmlformats.org/drawingml/2006/main">
            <a:r>
              <a:t/>
            </a:r>
          </a:p>
          <a:p xmlns:a="http://schemas.openxmlformats.org/drawingml/2006/main">
            <a:r>
              <a:t>Time Management: Demo3분 + Case3분. 요청 구조1, 원문/관찰 대응2, 근거 구분2, 한계/전환1.</a:t>
            </a:r>
          </a:p>
          <a:p xmlns:a="http://schemas.openxmlformats.org/drawingml/2006/main">
            <a:r>
              <a:t/>
            </a:r>
          </a:p>
          <a:p xmlns:a="http://schemas.openxmlformats.org/drawingml/2006/main">
            <a:r>
              <a:t>Fallback: LOCAL STATIC ARTIFACT — production/ACT_3.pptx / S55, production/preview/act3/S55.png 및 production/preview/full/S55.png.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508a6602004d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64390356ae9413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a2efd6f5f494d3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05dd71992a4ae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2c810d13fbc429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d19c75d7c748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04C9C1-37BE-44DF-94AC-D784CAB09AF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5958AC9-E6DF-4020-833B-81268A4776F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73E23FB-16E1-448C-A08F-FDF5E77462C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4AD169-CA6C-40B3-88B8-23809F846D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2C19AAA-7D82-4FAD-835A-B1D676588E5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9084A8-60ED-42E5-9EB8-971C507809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6E77189-4B28-4B1B-A6E7-6685AE7F98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951F6D-C765-4B06-B401-25B092E9215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321F2C-C261-46CF-8073-F4C10FDC0E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9F6AFA-FD5F-416D-AEEA-9B3538D4562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b3061d7474c4953" /><Relationship Type="http://schemas.openxmlformats.org/officeDocument/2006/relationships/slideLayout" Target="/ppt/slideLayouts/slideLayout1.xml" Id="Rce701e280e124274" /><Relationship Type="http://schemas.openxmlformats.org/officeDocument/2006/relationships/slideLayout" Target="/ppt/slideLayouts/slideLayout2.xml" Id="R0d3b8fa6e11f4293" /><Relationship Type="http://schemas.openxmlformats.org/officeDocument/2006/relationships/slideLayout" Target="/ppt/slideLayouts/slideLayout3.xml" Id="R06db1e2a7415415a" /><Relationship Type="http://schemas.openxmlformats.org/officeDocument/2006/relationships/slideLayout" Target="/ppt/slideLayouts/slideLayout4.xml" Id="R9142aa2486454908" /><Relationship Type="http://schemas.openxmlformats.org/officeDocument/2006/relationships/slideLayout" Target="/ppt/slideLayouts/slideLayout5.xml" Id="R3fc1336cf83b45d8" /><Relationship Type="http://schemas.openxmlformats.org/officeDocument/2006/relationships/slideLayout" Target="/ppt/slideLayouts/slideLayout6.xml" Id="R7cb7cb15dc3646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701e280e124274"/>
    <p:sldLayoutId xmlns:r="http://schemas.openxmlformats.org/officeDocument/2006/relationships" id="2147483650" r:id="R0d3b8fa6e11f4293"/>
    <p:sldLayoutId xmlns:r="http://schemas.openxmlformats.org/officeDocument/2006/relationships" id="2147483651" r:id="R06db1e2a7415415a"/>
    <p:sldLayoutId xmlns:r="http://schemas.openxmlformats.org/officeDocument/2006/relationships" id="2147483652" r:id="R9142aa2486454908"/>
    <p:sldLayoutId xmlns:r="http://schemas.openxmlformats.org/officeDocument/2006/relationships" id="2147483653" r:id="R3fc1336cf83b45d8"/>
    <p:sldLayoutId xmlns:r="http://schemas.openxmlformats.org/officeDocument/2006/relationships" id="2147483654" r:id="R7cb7cb15dc3646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5b5e4894024724" /><Relationship Type="http://schemas.openxmlformats.org/officeDocument/2006/relationships/image" Target="/ppt/media/image.png" Id="R7b58ec68633e4b99" /><Relationship Type="http://schemas.openxmlformats.org/officeDocument/2006/relationships/notesSlide" Target="/ppt/notesSlides/notesSlide1.xml" Id="Re838a90e2a6e4c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87c3ce1bd2043a9" /><Relationship Type="http://schemas.openxmlformats.org/officeDocument/2006/relationships/notesSlide" Target="/ppt/notesSlides/notesSlide2.xml" Id="R0c4e3d831dc844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ae8ba66c7464df8" /><Relationship Type="http://schemas.openxmlformats.org/officeDocument/2006/relationships/notesSlide" Target="/ppt/notesSlides/notesSlide3.xml" Id="R5f63d90a52b14b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0e08fd7db5945ad" /><Relationship Type="http://schemas.openxmlformats.org/officeDocument/2006/relationships/image" Target="/ppt/media/image2.png" Id="R989b4775cd984982" /><Relationship Type="http://schemas.openxmlformats.org/officeDocument/2006/relationships/notesSlide" Target="/ppt/notesSlides/notesSlide4.xml" Id="R0b51d05847a048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2a298bfd34f4694" /><Relationship Type="http://schemas.openxmlformats.org/officeDocument/2006/relationships/notesSlide" Target="/ppt/notesSlides/notesSlide5.xml" Id="Re0f513e7c22a44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1a69e828b774be6" /><Relationship Type="http://schemas.openxmlformats.org/officeDocument/2006/relationships/notesSlide" Target="/ppt/notesSlides/notesSlide6.xml" Id="Rc097bbcc974c4d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dc30fa09ea7412c" /><Relationship Type="http://schemas.openxmlformats.org/officeDocument/2006/relationships/image" Target="/ppt/media/image3.png" Id="R74fc639dbd434091" /><Relationship Type="http://schemas.openxmlformats.org/officeDocument/2006/relationships/notesSlide" Target="/ppt/notesSlides/notesSlide7.xml" Id="R58e0f1099c244e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ea24ba87b774a5a" /><Relationship Type="http://schemas.openxmlformats.org/officeDocument/2006/relationships/notesSlide" Target="/ppt/notesSlides/notesSlide8.xml" Id="R65713b089cd34d4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ffd264ef0ed4a54" /><Relationship Type="http://schemas.openxmlformats.org/officeDocument/2006/relationships/image" Target="/ppt/media/image4.png" Id="Re040e8041d014a28" /><Relationship Type="http://schemas.openxmlformats.org/officeDocument/2006/relationships/image" Target="/ppt/media/image5.png" Id="R655115c5e5d14516" /><Relationship Type="http://schemas.openxmlformats.org/officeDocument/2006/relationships/image" Target="/ppt/media/image6.png" Id="Rb8a2bf32bfd44aa6" /><Relationship Type="http://schemas.openxmlformats.org/officeDocument/2006/relationships/notesSlide" Target="/ppt/notesSlides/notesSlide9.xml" Id="Rf279c12fe1d04c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4058182f1854cf3" /><Relationship Type="http://schemas.openxmlformats.org/officeDocument/2006/relationships/notesSlide" Target="/ppt/notesSlides/notesSlide10.xml" Id="R6f26cbf4e372436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062a2f7690345ed" /><Relationship Type="http://schemas.openxmlformats.org/officeDocument/2006/relationships/image" Target="/ppt/media/image7.png" Id="Ref95fa790c684e3e" /><Relationship Type="http://schemas.openxmlformats.org/officeDocument/2006/relationships/image" Target="/ppt/media/image8.png" Id="R3df78cb976694b53" /><Relationship Type="http://schemas.openxmlformats.org/officeDocument/2006/relationships/image" Target="/ppt/media/image9.png" Id="Rf9fecca38c5548f8" /><Relationship Type="http://schemas.openxmlformats.org/officeDocument/2006/relationships/notesSlide" Target="/ppt/notesSlides/notesSlide11.xml" Id="Rb9624b566827444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b4b343dbdeb4ea3" /><Relationship Type="http://schemas.openxmlformats.org/officeDocument/2006/relationships/image" Target="/ppt/media/image10.png" Id="R377922e9f51b4740" /><Relationship Type="http://schemas.openxmlformats.org/officeDocument/2006/relationships/notesSlide" Target="/ppt/notesSlides/notesSlide12.xml" Id="R81242975a11642c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36f1fb9d7f469d" /><Relationship Type="http://schemas.openxmlformats.org/officeDocument/2006/relationships/image" Target="/ppt/media/image11.png" Id="Ref90ee0376cd405c" /><Relationship Type="http://schemas.openxmlformats.org/officeDocument/2006/relationships/notesSlide" Target="/ppt/notesSlides/notesSlide13.xml" Id="Refcbc56b128e4fe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ec3803863fb4891" /><Relationship Type="http://schemas.openxmlformats.org/officeDocument/2006/relationships/notesSlide" Target="/ppt/notesSlides/notesSlide14.xml" Id="R3ff8801f2de944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5de7158d38b4191" /><Relationship Type="http://schemas.openxmlformats.org/officeDocument/2006/relationships/notesSlide" Target="/ppt/notesSlides/notesSlide15.xml" Id="R202674fcca984fe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d7ac04656dc40cd" /><Relationship Type="http://schemas.openxmlformats.org/officeDocument/2006/relationships/notesSlide" Target="/ppt/notesSlides/notesSlide16.xml" Id="Rebd6ab029f4a4b1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540535f68584e91" /><Relationship Type="http://schemas.openxmlformats.org/officeDocument/2006/relationships/notesSlide" Target="/ppt/notesSlides/notesSlide17.xml" Id="R6f03c32b6c38437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6059744dd074c31" /><Relationship Type="http://schemas.openxmlformats.org/officeDocument/2006/relationships/notesSlide" Target="/ppt/notesSlides/notesSlide18.xml" Id="R7718da8fbeb6478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79f0c80ab3d4f3b" /><Relationship Type="http://schemas.openxmlformats.org/officeDocument/2006/relationships/notesSlide" Target="/ppt/notesSlides/notesSlide19.xml" Id="R90385a9a2a2245c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9fa3b638eac4606" /><Relationship Type="http://schemas.openxmlformats.org/officeDocument/2006/relationships/notesSlide" Target="/ppt/notesSlides/notesSlide20.xml" Id="Rf3f3feff6bda441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42919e0e01e4ec9" /><Relationship Type="http://schemas.openxmlformats.org/officeDocument/2006/relationships/notesSlide" Target="/ppt/notesSlides/notesSlide21.xml" Id="R698cb01cdf0b491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905a9c5c82e4afb" /><Relationship Type="http://schemas.openxmlformats.org/officeDocument/2006/relationships/notesSlide" Target="/ppt/notesSlides/notesSlide22.xml" Id="Rce0d6e04933e44f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c6b4097ef1e48bd" /><Relationship Type="http://schemas.openxmlformats.org/officeDocument/2006/relationships/notesSlide" Target="/ppt/notesSlides/notesSlide23.xml" Id="R6c8e00395de4466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db4cded2e294faa" /><Relationship Type="http://schemas.openxmlformats.org/officeDocument/2006/relationships/notesSlide" Target="/ppt/notesSlides/notesSlide24.xml" Id="R1666f358d4c8412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31a44e68a744e9f" /><Relationship Type="http://schemas.openxmlformats.org/officeDocument/2006/relationships/notesSlide" Target="/ppt/notesSlides/notesSlide25.xml" Id="Rcbce4c9a87e044c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432f2c6522e41d5" /><Relationship Type="http://schemas.openxmlformats.org/officeDocument/2006/relationships/notesSlide" Target="/ppt/notesSlides/notesSlide26.xml" Id="R5dd429d0bf194f3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559a02a82e441ee" /><Relationship Type="http://schemas.openxmlformats.org/officeDocument/2006/relationships/notesSlide" Target="/ppt/notesSlides/notesSlide27.xml" Id="R06ea6afd297342e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0772dd29e194273" /><Relationship Type="http://schemas.openxmlformats.org/officeDocument/2006/relationships/notesSlide" Target="/ppt/notesSlides/notesSlide28.xml" Id="R5138d7307d0a468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4d2de3f061b4404" /><Relationship Type="http://schemas.openxmlformats.org/officeDocument/2006/relationships/notesSlide" Target="/ppt/notesSlides/notesSlide29.xml" Id="R6311dc9e9fc3451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b0b5c0c2d2a4d58" /><Relationship Type="http://schemas.openxmlformats.org/officeDocument/2006/relationships/notesSlide" Target="/ppt/notesSlides/notesSlide30.xml" Id="Rb18e420bc032418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25a8d25a9b84450" /><Relationship Type="http://schemas.openxmlformats.org/officeDocument/2006/relationships/notesSlide" Target="/ppt/notesSlides/notesSlide31.xml" Id="Rcb38141603ff462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7b7e615b7374229" /><Relationship Type="http://schemas.openxmlformats.org/officeDocument/2006/relationships/notesSlide" Target="/ppt/notesSlides/notesSlide32.xml" Id="Ra4d5f95f6ed0462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68c443cbaed4507" /><Relationship Type="http://schemas.openxmlformats.org/officeDocument/2006/relationships/notesSlide" Target="/ppt/notesSlides/notesSlide33.xml" Id="R51d53292aac34d6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34144bacc584b5d" /><Relationship Type="http://schemas.openxmlformats.org/officeDocument/2006/relationships/notesSlide" Target="/ppt/notesSlides/notesSlide34.xml" Id="R2ba577ae663b42b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c26f631729a4911" /><Relationship Type="http://schemas.openxmlformats.org/officeDocument/2006/relationships/image" Target="/ppt/media/image12.png" Id="R805d44ec01644d74" /><Relationship Type="http://schemas.openxmlformats.org/officeDocument/2006/relationships/image" Target="/ppt/media/image13.png" Id="R81f3ff794f864c67" /><Relationship Type="http://schemas.openxmlformats.org/officeDocument/2006/relationships/notesSlide" Target="/ppt/notesSlides/notesSlide35.xml" Id="R440de300b945475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e7d9909e9384a13" /><Relationship Type="http://schemas.openxmlformats.org/officeDocument/2006/relationships/image" Target="/ppt/media/image14.png" Id="Rfe91eb48712f48da" /><Relationship Type="http://schemas.openxmlformats.org/officeDocument/2006/relationships/notesSlide" Target="/ppt/notesSlides/notesSlide36.xml" Id="R43690cc2bac648b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b61a7c805ef4ee8" /><Relationship Type="http://schemas.openxmlformats.org/officeDocument/2006/relationships/notesSlide" Target="/ppt/notesSlides/notesSlide37.xml" Id="Raf1b8f889101447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c7a4e8dfb554b82" /><Relationship Type="http://schemas.openxmlformats.org/officeDocument/2006/relationships/notesSlide" Target="/ppt/notesSlides/notesSlide38.xml" Id="Rcd2acbac2711412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9ce1ef580e74d4e" /><Relationship Type="http://schemas.openxmlformats.org/officeDocument/2006/relationships/notesSlide" Target="/ppt/notesSlides/notesSlide39.xml" Id="R18d953e1adef4c0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6bdc8fa7b194609" /><Relationship Type="http://schemas.openxmlformats.org/officeDocument/2006/relationships/notesSlide" Target="/ppt/notesSlides/notesSlide40.xml" Id="Rd31afd0fb31344f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39493a327e04830" /><Relationship Type="http://schemas.openxmlformats.org/officeDocument/2006/relationships/notesSlide" Target="/ppt/notesSlides/notesSlide41.xml" Id="R8af1bacd36564fc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f5a48e8fad749ea" /><Relationship Type="http://schemas.openxmlformats.org/officeDocument/2006/relationships/notesSlide" Target="/ppt/notesSlides/notesSlide42.xml" Id="Ree1e6da113ae4df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06d247416174dac" /><Relationship Type="http://schemas.openxmlformats.org/officeDocument/2006/relationships/notesSlide" Target="/ppt/notesSlides/notesSlide43.xml" Id="Ree830cadc34d496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9462d8b5f404514" /><Relationship Type="http://schemas.openxmlformats.org/officeDocument/2006/relationships/notesSlide" Target="/ppt/notesSlides/notesSlide44.xml" Id="R9581b371be6348f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0aaca7c472754261" /><Relationship Type="http://schemas.openxmlformats.org/officeDocument/2006/relationships/notesSlide" Target="/ppt/notesSlides/notesSlide45.xml" Id="R27c29a88d7064b2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ca1c23d233c427a" /><Relationship Type="http://schemas.openxmlformats.org/officeDocument/2006/relationships/notesSlide" Target="/ppt/notesSlides/notesSlide46.xml" Id="R43f7ff753cca4cd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9e454fe8a8e47ed" /><Relationship Type="http://schemas.openxmlformats.org/officeDocument/2006/relationships/notesSlide" Target="/ppt/notesSlides/notesSlide47.xml" Id="R88fa032e39214ee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d5e81ca1c274383" /><Relationship Type="http://schemas.openxmlformats.org/officeDocument/2006/relationships/notesSlide" Target="/ppt/notesSlides/notesSlide48.xml" Id="R41ac4250d814448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428b10bb5c341cd" /><Relationship Type="http://schemas.openxmlformats.org/officeDocument/2006/relationships/notesSlide" Target="/ppt/notesSlides/notesSlide49.xml" Id="R535a236205f34bc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2dd02be3a9f4efa" /><Relationship Type="http://schemas.openxmlformats.org/officeDocument/2006/relationships/image" Target="/ppt/media/image15.png" Id="R6e6dd32be3f54031" /><Relationship Type="http://schemas.openxmlformats.org/officeDocument/2006/relationships/image" Target="/ppt/media/image16.png" Id="Rc8a3d4d66dbe45c7" /><Relationship Type="http://schemas.openxmlformats.org/officeDocument/2006/relationships/notesSlide" Target="/ppt/notesSlides/notesSlide50.xml" Id="R6d3b138f0674499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74ec6e262a2f4f3b" /><Relationship Type="http://schemas.openxmlformats.org/officeDocument/2006/relationships/notesSlide" Target="/ppt/notesSlides/notesSlide51.xml" Id="Rfd6bb03cc86640d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dce1ff7c4784234" /><Relationship Type="http://schemas.openxmlformats.org/officeDocument/2006/relationships/notesSlide" Target="/ppt/notesSlides/notesSlide52.xml" Id="R79f8d1c0b95d4b1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274217a3cc74a02" /><Relationship Type="http://schemas.openxmlformats.org/officeDocument/2006/relationships/notesSlide" Target="/ppt/notesSlides/notesSlide53.xml" Id="Rc1e0b9fb4e3b488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7faf9201e1342ac" /><Relationship Type="http://schemas.openxmlformats.org/officeDocument/2006/relationships/notesSlide" Target="/ppt/notesSlides/notesSlide54.xml" Id="R824334a1da2b4f7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ae28a8c3ed24659" /><Relationship Type="http://schemas.openxmlformats.org/officeDocument/2006/relationships/notesSlide" Target="/ppt/notesSlides/notesSlide55.xml" Id="R0caace0b518d4eb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44eef9b4d12546aa" /><Relationship Type="http://schemas.openxmlformats.org/officeDocument/2006/relationships/notesSlide" Target="/ppt/notesSlides/notesSlide56.xml" Id="R47d738723512477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f1a567103d24c16" /><Relationship Type="http://schemas.openxmlformats.org/officeDocument/2006/relationships/notesSlide" Target="/ppt/notesSlides/notesSlide57.xml" Id="Rbdd4a44be4e24e3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443e4c3fbb4451d" /><Relationship Type="http://schemas.openxmlformats.org/officeDocument/2006/relationships/chart" Target="/ppt/slides/charts/chart1.xml" Id="R369ea07e5eed416d" /><Relationship Type="http://schemas.openxmlformats.org/officeDocument/2006/relationships/notesSlide" Target="/ppt/notesSlides/notesSlide58.xml" Id="Rd5e964cc4db6473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29de859b79344db9" /><Relationship Type="http://schemas.openxmlformats.org/officeDocument/2006/relationships/notesSlide" Target="/ppt/notesSlides/notesSlide59.xml" Id="Rd6acdfd498e5404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405bfd61de54c3c" /><Relationship Type="http://schemas.openxmlformats.org/officeDocument/2006/relationships/notesSlide" Target="/ppt/notesSlides/notesSlide60.xml" Id="Re7a385b9e0de423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49b8cce2ad2b4e47" /><Relationship Type="http://schemas.openxmlformats.org/officeDocument/2006/relationships/notesSlide" Target="/ppt/notesSlides/notesSlide61.xml" Id="R934edada617847d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0fec25c4200441c" /><Relationship Type="http://schemas.openxmlformats.org/officeDocument/2006/relationships/notesSlide" Target="/ppt/notesSlides/notesSlide62.xml" Id="R290fa15b132c40b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d9c7306d2794a0e" /><Relationship Type="http://schemas.openxmlformats.org/officeDocument/2006/relationships/notesSlide" Target="/ppt/notesSlides/notesSlide63.xml" Id="R7efe9a8ed548449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b7c054837f6f40a7" /><Relationship Type="http://schemas.openxmlformats.org/officeDocument/2006/relationships/notesSlide" Target="/ppt/notesSlides/notesSlide64.xml" Id="R8048177bea664b1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8df22d037272474d" /><Relationship Type="http://schemas.openxmlformats.org/officeDocument/2006/relationships/notesSlide" Target="/ppt/notesSlides/notesSlide65.xml" Id="R4cb21d83ea244c4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9712e4b3b9d4e66" /><Relationship Type="http://schemas.openxmlformats.org/officeDocument/2006/relationships/image" Target="/ppt/media/image17.png" Id="Rf12b0c34d1714c0b" /><Relationship Type="http://schemas.openxmlformats.org/officeDocument/2006/relationships/notesSlide" Target="/ppt/notesSlides/notesSlide66.xml" Id="R7e37c954294d44a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a3096872cd574fad" /><Relationship Type="http://schemas.openxmlformats.org/officeDocument/2006/relationships/notesSlide" Target="/ppt/notesSlides/notesSlide67.xml" Id="Rd9aa2d431f3a454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6a6199e53684874" /><Relationship Type="http://schemas.openxmlformats.org/officeDocument/2006/relationships/notesSlide" Target="/ppt/notesSlides/notesSlide68.xml" Id="R084394852e7244b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503ba992c32642f5" /><Relationship Type="http://schemas.openxmlformats.org/officeDocument/2006/relationships/notesSlide" Target="/ppt/notesSlides/notesSlide69.xml" Id="R1eb3bf1024294bf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a40adbe35304d16" /><Relationship Type="http://schemas.openxmlformats.org/officeDocument/2006/relationships/notesSlide" Target="/ppt/notesSlides/notesSlide70.xml" Id="Ree1203d1e8d7454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432b959d16a64ccd" /><Relationship Type="http://schemas.openxmlformats.org/officeDocument/2006/relationships/notesSlide" Target="/ppt/notesSlides/notesSlide71.xml" Id="Ra9b888d5a2244b8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da61bf65aa74bb5" /><Relationship Type="http://schemas.openxmlformats.org/officeDocument/2006/relationships/notesSlide" Target="/ppt/notesSlides/notesSlide72.xml" Id="R1fa7d398c94a4a29"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016d03fa0b740b5" /><Relationship Type="http://schemas.openxmlformats.org/officeDocument/2006/relationships/notesSlide" Target="/ppt/notesSlides/notesSlide73.xml" Id="Rbe152076da5247c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763e25f649ae490d" /><Relationship Type="http://schemas.openxmlformats.org/officeDocument/2006/relationships/notesSlide" Target="/ppt/notesSlides/notesSlide74.xml" Id="R1b4d5250f2574ec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690a63cbe6904600" /><Relationship Type="http://schemas.openxmlformats.org/officeDocument/2006/relationships/notesSlide" Target="/ppt/notesSlides/notesSlide75.xml" Id="R8af2c8d2bf16467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f89aa73295984ea1" /><Relationship Type="http://schemas.openxmlformats.org/officeDocument/2006/relationships/notesSlide" Target="/ppt/notesSlides/notesSlide76.xml" Id="R51f3c9a2c46e430c"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79eb23ea670a4255" /><Relationship Type="http://schemas.openxmlformats.org/officeDocument/2006/relationships/notesSlide" Target="/ppt/notesSlides/notesSlide77.xml" Id="R47e20ffa5d364138"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758a35791d44cd5" /><Relationship Type="http://schemas.openxmlformats.org/officeDocument/2006/relationships/notesSlide" Target="/ppt/notesSlides/notesSlide78.xml" Id="Rf82ad46d054b45d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8c7649667fe4e7a" /><Relationship Type="http://schemas.openxmlformats.org/officeDocument/2006/relationships/notesSlide" Target="/ppt/notesSlides/notesSlide79.xml" Id="R140a6c46e8e948b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92a6bdd4f5e6464e" /><Relationship Type="http://schemas.openxmlformats.org/officeDocument/2006/relationships/notesSlide" Target="/ppt/notesSlides/notesSlide80.xml" Id="R224cd8944af84e8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387175ceee064b46" /><Relationship Type="http://schemas.openxmlformats.org/officeDocument/2006/relationships/notesSlide" Target="/ppt/notesSlides/notesSlide81.xml" Id="R906ff38702b84b4c"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997953e86864330" /><Relationship Type="http://schemas.openxmlformats.org/officeDocument/2006/relationships/notesSlide" Target="/ppt/notesSlides/notesSlide82.xml" Id="R81450b03b1504d3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449e9e0bacfe4ecc" /><Relationship Type="http://schemas.openxmlformats.org/officeDocument/2006/relationships/notesSlide" Target="/ppt/notesSlides/notesSlide83.xml" Id="R7256af5fc878402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1a0c5fe452494866" /><Relationship Type="http://schemas.openxmlformats.org/officeDocument/2006/relationships/notesSlide" Target="/ppt/notesSlides/notesSlide84.xml" Id="Re4b94ea3de224f0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68095406bad342fc" /><Relationship Type="http://schemas.openxmlformats.org/officeDocument/2006/relationships/image" Target="/ppt/media/image18.png" Id="Rfb433d4a2837440b" /><Relationship Type="http://schemas.openxmlformats.org/officeDocument/2006/relationships/notesSlide" Target="/ppt/notesSlides/notesSlide85.xml" Id="R66f19f25306b45c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1b84ea8575d84464" /><Relationship Type="http://schemas.openxmlformats.org/officeDocument/2006/relationships/notesSlide" Target="/ppt/notesSlides/notesSlide86.xml" Id="R7e0681c6f17f4f9b"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3ea544bf409a4e5c" /><Relationship Type="http://schemas.openxmlformats.org/officeDocument/2006/relationships/image" Target="/ppt/media/image19.png" Id="Ra64a8e79034b4426" /><Relationship Type="http://schemas.openxmlformats.org/officeDocument/2006/relationships/image" Target="/ppt/media/image20.png" Id="R586748027a394c8d" /><Relationship Type="http://schemas.openxmlformats.org/officeDocument/2006/relationships/image" Target="/ppt/media/image21.png" Id="R8cd3f090dea74f18" /><Relationship Type="http://schemas.openxmlformats.org/officeDocument/2006/relationships/notesSlide" Target="/ppt/notesSlides/notesSlide87.xml" Id="Rca2c4e4010c04e5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e74a31a654894948" /><Relationship Type="http://schemas.openxmlformats.org/officeDocument/2006/relationships/notesSlide" Target="/ppt/notesSlides/notesSlide88.xml" Id="R59184c45e474411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0fc0f521e60545bf" /><Relationship Type="http://schemas.openxmlformats.org/officeDocument/2006/relationships/notesSlide" Target="/ppt/notesSlides/notesSlide89.xml" Id="R27d9d8d305be4cfd"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ea73a272978c48fe" /><Relationship Type="http://schemas.openxmlformats.org/officeDocument/2006/relationships/notesSlide" Target="/ppt/notesSlides/notesSlide90.xml" Id="R892963e7a5284377"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7f2d782daf0042a2" /><Relationship Type="http://schemas.openxmlformats.org/officeDocument/2006/relationships/notesSlide" Target="/ppt/notesSlides/notesSlide91.xml" Id="R6585dbd838a4477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d153511f691140ac" /><Relationship Type="http://schemas.openxmlformats.org/officeDocument/2006/relationships/notesSlide" Target="/ppt/notesSlides/notesSlide92.xml" Id="Ra2b501e1ddb14434"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a7e8905e1e0b4725" /><Relationship Type="http://schemas.openxmlformats.org/officeDocument/2006/relationships/notesSlide" Target="/ppt/notesSlides/notesSlide93.xml" Id="Ra84fca7385324c2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F196730C-F859-46C0-9A84-3C294319CB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E9FD6A24-EE6B-487C-927B-3F42FE23C9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6A3FC17C-996B-4E18-B3BA-8182D6A124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67B1B0E-AC4F-4511-9F90-195A82E140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8AB69B60-95C2-4903-A8BB-E80F67976E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AEA7DC6A-8350-428D-A603-1AD9494101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36B45F20-E2DA-4109-8B70-2A88E2127B11}"/>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BD53E71-0433-488E-9B49-18D98274223D}"/>
              </a:ext>
            </a:extLst>
          </p:cNvPr>
          <p:cNvPicPr>
            <a:picLocks xmlns:a="http://schemas.openxmlformats.org/drawingml/2006/main" noChangeAspect="1"/>
          </p:cNvPicPr>
          <p:nvPr/>
        </p:nvPicPr>
        <p:blipFill>
          <a:blip xmlns:r="http://schemas.openxmlformats.org/officeDocument/2006/relationships" xmlns:a="http://schemas.openxmlformats.org/drawingml/2006/main" r:embed="R7b58ec68633e4b99"/>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4EFACB4D-BFB9-4469-BA06-B1D3A4BD1F85}"/>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7E913AE8-F5CB-455F-B9A9-38570B9C5A2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D838EDB2-1F16-4E97-B562-2BFD2D21621B}"/>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F8F6F68-3B6D-429A-8F0B-3C5092C06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392932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F62602AD-925C-427A-911C-A698519116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AC51188E-AC60-4C6B-B5FA-41ED9166F8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AB307108-F32A-42C3-9AA5-C8FC4F04AB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3409B73E-0972-4328-8015-7F446A5D5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C574137-89FD-4340-B826-2A38D41A84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2D01F308-18C7-4ADB-91B7-EA0A9CE992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4DBA910C-05B3-42EF-8429-3AF6B42952C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77B95C2-BD06-4FBA-8EF5-14B645375E7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E82ED806-A69E-4682-98C6-C5715E098DFE}"/>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340085C-366C-43A2-B06E-E0E953F17DB4}"/>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758DE3-A62C-46E0-A0DB-09C75935210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23F874E3-862F-4B19-A7CC-2A890F16D4D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CB690B82-8C4F-4CBE-98F1-3131CE4DE1D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74D241D7-D9B1-4D04-8D08-3D19620260E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1E771E9-3E4A-4C79-9FC0-217A5302E03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CFEA66C-E43F-418D-885B-FA7524DE0877}"/>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7B47F6B5-1BDA-45C3-B185-0AA24CA22A33}"/>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86AB30B8-B8B0-48B3-981C-A73925AF717C}"/>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EDE6016-541B-4393-811D-EF212A857F3E}"/>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1AE55558-BF77-45A0-A12E-1F2B218B7E89}"/>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2DD0B89-C70B-4374-9F6F-F5C63F9F5EE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32D8F23E-5EDC-47CF-92DF-5DB3B603040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FAA4ADC2-D9C5-402D-9A3A-433AC4FF53E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2C764F11-67E6-47EE-9512-EFC7CBF6BB8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D601B9F5-F849-4AD9-829F-88154D7CF222}"/>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56DCC309-6FBE-460B-B75A-0A6B1524BA47}"/>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AE60E9A-EB31-418E-A2EF-7853A2D3762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ED913DC-54FE-4FDD-9C49-CDE1788473F8}"/>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6A90779C-853E-41BC-8689-C29BC69A8178}"/>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3BD63C1-6D54-439A-91D2-09CA50ADB91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18FABF28-1ECE-420A-AF41-C457D984DF7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C0A21B57-1C22-4535-89D8-5EBCFE5878D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E9DE6F9-410A-49CE-8274-2577AFF10C6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D41E89DB-2C56-450B-A289-AD352CCBB45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79059367-98B8-451A-9BF5-025430B0B39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B2CF1BF-C915-4E99-9810-1D0AF6F5440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B534E8F-8441-4E11-8FEF-95FED88AC97E}"/>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978FE3D1-227F-402A-9E7E-ED86E7AE8F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0528892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21B9690B-A5F6-4DCA-859C-6902A6C163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8F37591-B3AD-4902-9E66-9035D0D852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1707CEA7-02F1-4AA1-8895-5DCDEF7633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13EE9A9-DC38-420E-B471-B8338EC887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A34624F5-A231-4996-96B5-F5082054F0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35FA955B-E6F8-4F12-8265-01CABADAE7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48558AD5-693C-4BF5-8BA6-86149A1EA08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55E5676F-91DC-42A8-A691-7C91BAD2F8F0}"/>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2F64F98F-0EB0-4C47-89AB-033004ECD310}"/>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5D02EC1C-434F-482C-A64C-C05D3A24E81D}"/>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E79A7A46-89B5-447D-9A82-484B75E8C1B7}"/>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DE272FA-F0EB-406A-B08E-55B07D7159BE}"/>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F616EAE-2085-4804-8A45-3BC6AB8492B7}"/>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7B965ED7-7BA9-47F2-9EDF-49D14A9A7F20}"/>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006F1E0-B997-4C72-9457-0E8A72C95E67}"/>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5EEAABB-83CA-4344-8EEC-19139F988169}"/>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03672E8-C13A-4324-919F-449DB2CE724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3534A034-0E6A-4993-872C-EF52236773A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235F3DA-A93A-4F39-9697-A98D3C8F50CF}"/>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43AD9658-9D89-4156-9925-DD6E26848099}"/>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811A674-FD03-432F-AD7A-D3FA6DD67BD9}"/>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BB6C0C7-A74A-46CA-81FC-E07848856E9D}"/>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3CD6F12-1BBA-4220-BD29-F2156EF7EA2D}"/>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18D6309-DB5B-4962-9BA9-74379CBB35F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C2C926F-27C0-4F46-848F-C7D6648DAB03}"/>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7260A89-6BA0-4C68-8C81-85A31F77D7EF}"/>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7842E7A5-800F-4128-AEA4-4AA458F950AA}"/>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BE205082-2546-4EC8-B22D-342815CFE99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062E6FEF-CF8F-4A6A-A023-E18BC8671DC8}"/>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9DA2A904-D2F2-4AB8-A335-2E9010B0130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17149127-1E49-4141-B5E1-B7C8C813A73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BEAFB851-3FD0-4784-8E06-FBD415206142}"/>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E297273-A1A3-4E77-854F-01E5C98604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54946957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97AE97B6-1D23-4077-846C-97FDEFAC6E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5077AD4F-D169-441A-85FE-E8E9B728A2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DB5A312F-96EC-4AF1-89C5-BBF37C5565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ADFE680A-DE52-4C39-BD7E-7C53AD8F17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C23F8852-67DE-4187-BB31-F20223DE9D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96686079-BB02-4C7B-8491-F4A996325B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9B9216A-CC39-4EA9-9A65-145A4C17A18B}"/>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3C4D788-06C1-4276-A30A-387FF4C859EF}"/>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EC1D454-9537-46B9-86D7-AEB9B0EB4EDC}"/>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DCCA3ED-3DEF-44BE-A2FD-9D4978D65A8D}"/>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B22697A0-932B-424A-BB72-E050A5CF9EB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385653A0-B66D-47AD-8EB0-E24DDA60F1B1}"/>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168E52A-A0DC-4AB5-9A07-5CB8CCB5DD12}"/>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337E5FF8-8ED3-40AA-9D3B-9BF330297D6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B2313C9-7D15-46D0-8AED-EE933500A5AE}"/>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19C9CC2-4A0F-4C5E-B068-61BD1B382807}"/>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3258D000-C900-47C8-A0E8-2EA166802ACB}"/>
              </a:ext>
            </a:extLst>
          </p:cNvPr>
          <p:cNvPicPr>
            <a:picLocks xmlns:a="http://schemas.openxmlformats.org/drawingml/2006/main" noChangeAspect="1"/>
          </p:cNvPicPr>
          <p:nvPr/>
        </p:nvPicPr>
        <p:blipFill>
          <a:blip xmlns:r="http://schemas.openxmlformats.org/officeDocument/2006/relationships" xmlns:a="http://schemas.openxmlformats.org/drawingml/2006/main" r:embed="R989b4775cd984982"/>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8B1BD962-CC38-4677-8ADE-404B266AC86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0EF77E8E-347D-4B23-B6CE-D8CC1EEC8E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595771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9E557855-8F17-47FC-AD92-582CDB34BD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BFA3F41F-4299-47C1-A2BD-B12647A53B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04E6C9C3-549C-4305-9C8C-F4D6534E4D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1D805E1E-9062-4A1B-991D-E9EA723A1B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91007891-A962-49E6-9839-2415BCE284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9B3BC5FF-0609-4977-9243-B4FE48DE22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31CEDF66-6A1F-4C6B-B43D-B0F89C04C3E0}"/>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62D48D8E-9D88-4372-8BE4-7458DA12DB84}"/>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CE281655-E741-459C-ABD0-3FDC94726467}"/>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49221845-4EAE-4A3C-8F98-8E4FE9EAEAA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430CF9C1-7295-4CCB-BF7F-B9F9AEC44E4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47C40F1-31F8-45FE-A682-9140E3636B23}"/>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CFD500E6-3DE9-444C-B61F-BC61C19FE087}"/>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0AC69665-3DAA-448B-8651-55906A2EF3C3}"/>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8870B4FB-2088-444D-A2A9-052F1439768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D4A60497-6B2E-4436-A1FF-DACC84B4A13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D397D02-49BF-42BB-BA95-B8E4A5EDF8E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9A0FFB20-A298-482E-B01F-5944AFE99B4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16178BD7-773E-495A-BE66-ED3FF4500ACE}"/>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0D43E95C-C153-44B7-A764-FA3D360BDC2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305B7BE8-0346-4AD9-BDB9-1D0FD26F173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391A9605-4BC0-4E47-8CC6-2B52A5834B1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017BC910-6BF1-431C-B067-44CDFB297FFA}"/>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9D37F1C4-93DE-44D7-9D02-AEC6F1DEB4B3}"/>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A54BC24F-76BA-4B1C-9FEA-09D557494158}"/>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5B466908-2C30-4A79-A995-D1BBA0F5BF8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9BAD94D8-E494-4FBD-BCC9-4B7C62B85F03}"/>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C849B54-FB9E-4C26-AE43-456F8B77C3CD}"/>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F6F193A1-B848-46E9-9541-B7BD25F882B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59909CA5-4196-474A-B1B6-EAA7FCBE253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57EF3AB4-A1D7-479D-9869-17084B2F7EBF}"/>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F74D9F9-32A3-4156-BD0A-0D484622559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3C5CE4BF-0EEB-472F-B6C6-080ADADB77F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F046D501-508F-4E52-82EF-68AFF6E969E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6AE74E8A-02A8-45B1-81B2-32A786B2105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B90F756-0405-4006-93E6-951CE9D6FF13}"/>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EDCC744B-78FC-45BB-A618-46E9CE051CEA}"/>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DD88C939-D158-46A9-BC7E-DFB6547C8491}"/>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47D2A719-7AFF-4105-B225-D7E5358FA7F3}"/>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323803EB-B8A8-4CA6-85EC-E81E72BE2CBC}"/>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EABB4FCA-C303-4420-B12D-1DBDF9223710}"/>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855C8407-E1F0-4CDB-9A59-6FB65AFDD6C2}"/>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93BC156-9501-401D-A327-83C4E61FE95A}"/>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EC13AE4D-97AC-4E1A-9366-CA0201CAD35A}"/>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1C219EA7-AAD3-4D45-A8C9-6BD9BF4C33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747726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D922F7E2-6031-4762-A834-52871821C1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6047A3CE-FFF4-4FA6-8A92-71C8311E3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5A2A7E4C-F009-4AE8-A05A-AA8FEA6651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69341152-CBC7-49E9-9632-90F043BBD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CAA368C3-E094-40B9-957E-20694D6893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00A7FC1B-5EF3-42CA-B7B5-C43D0AB139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C0C32EC7-A864-4BFB-A204-58A4D6662D8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76C50E1D-65EB-407E-BEB2-E2E9B683D652}"/>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2F3A7DA3-EB54-4FEB-81BF-111E575B07B0}"/>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404D9137-1A39-49D3-8F8C-D482D77E41ED}"/>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E5F8561-F9B4-48FF-9303-50C585DCD337}"/>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D7113839-D1A5-417D-9E6A-F05C0FDAFBFF}"/>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C613ACC4-C144-42A8-8B4C-2AF9F29A247C}"/>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A470AF82-A774-4374-9F36-A46858246ABA}"/>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7EA48DDB-4313-4D6B-AE93-B903B66DC45F}"/>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9E2A4C5B-393A-4D7D-AEEB-7571D99605F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EE2DB3C8-5E10-4B0B-A678-F250ACD80057}"/>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697D94FF-5906-47B8-8144-8E52944CE765}"/>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35FADDC-707F-4808-B551-6CCE3DFAC0F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22B94637-A8D8-4F44-A874-5EB4C78615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801109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EFA7E300-55CD-4002-92C2-D686E75BFA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63E98655-8E4D-43C2-BE14-F67EF5DB7D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85652E16-55F1-4722-8BB1-4AF450058CF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7EE46BBE-E5D5-4B00-A70B-C7B8BD5EB8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0F769E8-23B5-4E94-964E-A3CCE56A09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EFABB5B2-7ED1-4A07-AAFB-E5F188E67F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3E60D4B2-45F8-48FF-95D4-137192216CF3}"/>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96FF4DA1-1367-4C6A-8F44-B9D771F6C4E7}"/>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8259F42A-CF52-4FF7-9A36-8D3E2607131E}"/>
              </a:ext>
            </a:extLst>
          </p:cNvPr>
          <p:cNvPicPr>
            <a:picLocks xmlns:a="http://schemas.openxmlformats.org/drawingml/2006/main" noChangeAspect="1"/>
          </p:cNvPicPr>
          <p:nvPr/>
        </p:nvPicPr>
        <p:blipFill>
          <a:blip xmlns:r="http://schemas.openxmlformats.org/officeDocument/2006/relationships" xmlns:a="http://schemas.openxmlformats.org/drawingml/2006/main" r:embed="R74fc639dbd434091"/>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3E10AA0E-61E7-4D08-BD1E-324F0A4642FD}"/>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767DBCD-215D-4726-A326-14D32A6EE9F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82899C17-F523-4DDA-9E06-42E7FD87EE9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D2AB8AB6-D9D0-409C-B20E-73C22D511D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6156725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6B1E7A7E-A032-46CF-AA48-0E4A61212F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5A3D7A68-26BF-42DA-962C-C206146006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3F329581-BD74-43DC-8923-EAC671C628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983837E-7B6F-42B2-9A33-DAA8266A9E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1969342-17E3-4744-946C-4237E9FD7F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90C0BEEE-69B4-44C3-873E-BA734EA88C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E15FED5F-B061-44B5-813D-B04DB5F3516F}"/>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5C766144-A22D-4AED-A938-6E99C8ABA33F}"/>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06CBB408-1F2B-4302-8D08-1283E3C97DF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00E68A38-E9D3-4177-96AE-D2FA6D5236CE}"/>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7973D68F-6EB3-47A8-9B50-6E8834CDABC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60E189FA-DF9B-4213-83BC-3BC31B607A8F}"/>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48853170-63B8-4DDD-B85F-97CC00BBAA7D}"/>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73539416-A0D8-4225-B6CF-6A4F9856D623}"/>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E65C44A2-A38E-4CDC-98F5-C2F22B72D9F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BEAF6E6-57CB-4BB2-BC17-281A3342250A}"/>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B3C5F3EC-8BF4-4CBF-A9E2-01FDECB4559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22980A6-1B8D-4805-8BB8-946E020A5BE5}"/>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CB9731C4-29C4-4686-BB92-2E9737BABD8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55E74B4F-B03B-4FC9-8E41-D3CEA09D9A6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5B53B0B-2D61-4B75-9652-83E947BD31DA}"/>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1EA1EEB3-0A11-4C77-BD4E-F9D8E16D6F7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7B2596B1-6D69-4D8B-AC4D-CFC1C07B959F}"/>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1A0C3823-E218-43E1-9EF7-37FE9979C580}"/>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803FFC7-61C3-4DF8-BB31-67799699AD5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9C8F8EB-64B0-493F-B8C1-0D02D6048FE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144EF2CA-4AFA-4FA6-967C-B5199FCCB83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8D81117A-2C09-401C-8285-F0D1E10366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7497032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50C805B-BC44-4BC8-9F6C-599A618F54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62520318-E65E-4478-A305-94B4207D3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A5A106D2-DBB5-440E-B101-A699ED8160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96EF50A3-07DA-4B51-AB08-C2614AFF12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EB75393-0545-46F1-85F8-DF89D753B9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6A41F73C-7393-4827-8EBA-5901F196BC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5F2D5129-96DE-45FA-9D41-8470E980584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F744CEF0-D044-4F45-B657-7E5657DB12EE}"/>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E1F99518-6FA7-4A20-A0C0-8291D4C9EB38}"/>
              </a:ext>
            </a:extLst>
          </p:cNvPr>
          <p:cNvPicPr>
            <a:picLocks xmlns:a="http://schemas.openxmlformats.org/drawingml/2006/main" noChangeAspect="1"/>
          </p:cNvPicPr>
          <p:nvPr/>
        </p:nvPicPr>
        <p:blipFill>
          <a:blip xmlns:r="http://schemas.openxmlformats.org/officeDocument/2006/relationships" xmlns:a="http://schemas.openxmlformats.org/drawingml/2006/main" r:embed="Re040e8041d014a28"/>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031B0FA-7E88-43FB-ADC3-A6F3ACCEABC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D7FC1D6-2295-4E26-BDC8-6D0737A97058}"/>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36D0EDB-A22F-46A3-988E-4CBCE604DEBF}"/>
              </a:ext>
            </a:extLst>
          </p:cNvPr>
          <p:cNvPicPr>
            <a:picLocks xmlns:a="http://schemas.openxmlformats.org/drawingml/2006/main" noChangeAspect="1"/>
          </p:cNvPicPr>
          <p:nvPr/>
        </p:nvPicPr>
        <p:blipFill>
          <a:blip xmlns:r="http://schemas.openxmlformats.org/officeDocument/2006/relationships" xmlns:a="http://schemas.openxmlformats.org/drawingml/2006/main" r:embed="R655115c5e5d1451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4ECE0BED-4641-46B8-B514-D42A69510BC9}"/>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9907C249-FDAC-485D-A44E-873AC284AEA8}"/>
              </a:ext>
            </a:extLst>
          </p:cNvPr>
          <p:cNvPicPr>
            <a:picLocks xmlns:a="http://schemas.openxmlformats.org/drawingml/2006/main" noChangeAspect="1"/>
          </p:cNvPicPr>
          <p:nvPr/>
        </p:nvPicPr>
        <p:blipFill>
          <a:blip xmlns:r="http://schemas.openxmlformats.org/officeDocument/2006/relationships" xmlns:a="http://schemas.openxmlformats.org/drawingml/2006/main" r:embed="Rb8a2bf32bfd44aa6"/>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C51EFA3B-845E-4908-BCB2-82B50897265E}"/>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13069B4A-D4C4-4CB0-9814-063D7D456999}"/>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C8A9E57-FAD5-4C44-8778-41019005A75B}"/>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16AA628-FCF4-4F72-B3C1-567E4D694EAA}"/>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D4E052DC-CC3B-4ECD-8140-23A49344E32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619AADA-AE5E-4378-B770-F0581C32C76D}"/>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8B10D72D-56AC-42F8-B662-899F1C696BD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779E5715-64C7-4CEA-B30B-F17F1DEDBA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8972965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0F419ECA-465D-4806-8E3E-ACF4705AEE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18601698-3B70-48F9-9753-233ED032A6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9E128BBF-2FF2-40C0-AAFB-F0F0C51CC9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C6FDA41A-9E47-4CA7-8102-6B37F422A9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98F64544-16AC-4960-8166-9FAF71A1AC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1415952D-BA94-4284-A12A-1A9DE0E502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0D7F9DF0-94FB-4C96-9B27-CDFE26407A4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7E8A064-CED2-4F81-A638-8B713215CBC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7592C98E-CFAE-4941-9555-22D8B8356017}"/>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5F5D1DD5-B338-4842-A6CF-525D7702FC95}"/>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2C3E844E-2F2F-4AE7-847F-52D3B99E5B94}"/>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7E40426-F3E3-4A10-BEAF-7C6C05A58DA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C394C148-BE58-41D3-B0CC-3B00B2241D4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9EA6443-EA39-49FF-9F10-325913FFC4ED}"/>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09C07FB8-A2D3-44E6-964D-965FB77A3C7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DEE2081B-AB04-4755-8DC3-1D643E13C8C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60F9DF55-4389-46B5-AF85-12DA99837A62}"/>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0934199C-D1B4-475C-8928-CFAD46F24862}"/>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184B4DD-3EE5-44DC-99FF-AF7110B4849D}"/>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25AAEA0C-D06E-45D8-9852-B1632DC752F2}"/>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2C1D6A62-FD41-4B56-8032-12BF43A8B025}"/>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C12555EE-0333-4E25-B538-BA4A20612CFB}"/>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2061ACB-F9EA-4D9B-971B-D95E55005B6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3E801B6-E186-4E89-915E-3A7A75572076}"/>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83A1BEF5-6D16-4F37-B5CF-9370FB065B18}"/>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4393E93F-0603-4A62-9464-12F6B3DA291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96467777-83C9-48A2-AA15-5308FD7A2C60}"/>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BEC7E60-A5BA-469F-A5B6-FF8BA11122C9}"/>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D37C276-B3AE-40A0-A61D-31ECC1F406D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F2B653E-63B7-4BC9-8C1A-3FC2FE2CE77B}"/>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DCA76AA2-29CA-40CC-95CD-77194ED63FC2}"/>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0B10A9C-275B-4531-9803-5E93704EEAD7}"/>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E8D52C3A-F252-44E2-9573-EF0D29BEB24D}"/>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2EB492D8-0850-460E-9444-25740AC1C60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EDCA5CD1-C6FC-4FC9-A512-8996A0A6C716}"/>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9C04B3C7-E9FC-416B-BB39-C759B6E995A6}"/>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5799FEAE-41EC-4D03-8661-4444425F4722}"/>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F776B076-98AF-4A0D-B25F-F92D2972237C}"/>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7D873D9-9388-48EC-8C5A-0B89B24E43B7}"/>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F275DF0B-CBD7-4D60-9B2B-328A540A58B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EF14912-66FC-4C61-B1AE-B2F967757950}"/>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A89C3771-84BF-4A56-B89F-AF0C625C3B2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641EB598-3DE7-41B8-92DA-60E8F46D1963}"/>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70C1CE12-6FFF-47C9-8DC8-B6AA538C6802}"/>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7AB0F516-1DB9-4A14-A9D5-9FEF458A616C}"/>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14F30A4E-43B3-4962-8430-A15A7497C47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3F6EB0E-EE5E-41DF-98B0-A92DC9B3C7F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4252BE2-537F-4021-A5C5-9A11576B047D}"/>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C6E08048-6C16-4B1B-B026-41A9FD8C2776}"/>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594B37D-D1A5-4422-A26C-6134A95CF1F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CDDB6C06-7A0E-43EE-98B9-FBFDEBC42925}"/>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F8C6C9B3-82A5-4E22-9BF4-A7987FC8C57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3AEF0532-E747-4865-97F7-37D2132DF03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164B5F76-75D6-424C-B8B9-1D8FBC06167B}"/>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E6B8CF3-C592-451E-97A5-CEBA0774AD1D}"/>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84B21ABB-5AEC-4313-A596-353C0F4F4B73}"/>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6B499337-3F70-427E-AB74-6D20E1A7FCCF}"/>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D0A9697-17FC-4D41-BB63-878B4FF18B93}"/>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48EF11E3-FFB6-4343-8C6B-51369DA78F60}"/>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6FB3CFA1-B6BD-4687-B8A4-F8666C25641F}"/>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234FFB25-3146-4CC3-8993-8138C226CD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8610059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95E6E192-49F3-4F81-B231-1D6F322FE0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C75D8F73-A0BC-42A3-9CFA-E1993B680F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9792AA08-F611-4739-B830-85DF24F8BB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4E796385-8678-466F-8032-CCAA71FBA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A47B6C78-7248-4471-954F-E5131941B9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30EDF9A-A495-43C1-B3D0-1315F0D950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48740715-5271-4F43-BD48-355ED8EE625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A9972D8C-C361-4899-84B6-6EBE402F11EE}"/>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09F35FD-C2E2-447D-BC49-8C9B9285863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BADD6B6-AAEE-43D7-9617-2ADAEC935F58}"/>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BED8D285-C0C5-41D0-AFF0-F9A74ACB9148}"/>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19A0D1E6-1949-472C-A5A9-B20F0787E157}"/>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3D0A0F5-A09C-49EF-A126-F774D0C6C78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C2BCCB2-A3C9-424F-9F61-BEB9C28AA6BB}"/>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A41F01F-BFA3-435A-AE5B-91331219109B}"/>
              </a:ext>
            </a:extLst>
          </p:cNvPr>
          <p:cNvPicPr>
            <a:picLocks xmlns:a="http://schemas.openxmlformats.org/drawingml/2006/main" noChangeAspect="1"/>
          </p:cNvPicPr>
          <p:nvPr/>
        </p:nvPicPr>
        <p:blipFill>
          <a:blip xmlns:r="http://schemas.openxmlformats.org/officeDocument/2006/relationships" xmlns:a="http://schemas.openxmlformats.org/drawingml/2006/main" r:embed="Ref95fa790c684e3e"/>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099DB787-C9F9-4A3C-8FAF-24621F67015F}"/>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9358858-3C3E-4A0E-B7D3-5B2F3FCBA50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7AACB709-3AB9-4B44-BBD6-D946AD6977AD}"/>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1F7607DC-1384-4DC0-8354-24D0FD102C08}"/>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CD1FCF2-337F-4D60-8396-7D50462A48A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4BCA59F2-919C-44FF-89F3-B38BE985D353}"/>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0DDDC13-F5B1-4460-9208-44CAF561ED57}"/>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12417B01-8FEA-46F4-A4FD-091220153A58}"/>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DA13F765-3770-4C60-B433-630827008F36}"/>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5D5CBD52-AC4D-4857-A4BA-4FE21D6D75B3}"/>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DD52486-694B-4158-9EEC-7439872D006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A79A876D-408C-4CB3-8C44-EBE493C0F015}"/>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20C892E0-EF79-4B7D-9DCA-7AE709B78B8C}"/>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77A1DF6-8D0C-4563-9FFA-B970D4D51C6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AE00D1AD-1925-4BB3-A117-04AB337DC6B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5384A6C1-5B84-4830-941D-8B8A5950CFA4}"/>
              </a:ext>
            </a:extLst>
          </p:cNvPr>
          <p:cNvPicPr>
            <a:picLocks xmlns:a="http://schemas.openxmlformats.org/drawingml/2006/main" noChangeAspect="1"/>
          </p:cNvPicPr>
          <p:nvPr/>
        </p:nvPicPr>
        <p:blipFill>
          <a:blip xmlns:r="http://schemas.openxmlformats.org/officeDocument/2006/relationships" xmlns:a="http://schemas.openxmlformats.org/drawingml/2006/main" r:embed="R3df78cb976694b5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17672045-F73F-4CD2-A027-9ED5D8DAC4F9}"/>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20944D03-94CD-420F-92F9-25DA7505DFCF}"/>
              </a:ext>
            </a:extLst>
          </p:cNvPr>
          <p:cNvPicPr>
            <a:picLocks xmlns:a="http://schemas.openxmlformats.org/drawingml/2006/main" noChangeAspect="1"/>
          </p:cNvPicPr>
          <p:nvPr/>
        </p:nvPicPr>
        <p:blipFill>
          <a:blip xmlns:r="http://schemas.openxmlformats.org/officeDocument/2006/relationships" xmlns:a="http://schemas.openxmlformats.org/drawingml/2006/main" r:embed="Rf9fecca38c5548f8"/>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17EB6012-CCD1-41E0-81BE-BEF9563E74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5851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AE3A53CC-E354-4E84-A514-0A72C8430F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D243DDF-A7EF-4B19-BABE-B4FE15B616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41584567-6F29-40D4-8B02-2B32EDAC91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9270029F-2974-4E8D-AA58-23DFF375D9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63668C2-9653-45C7-A40B-3A86D901AA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8E982DBE-56BA-4C06-B4BF-8EB6AF8505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FA5FB24E-9867-479C-8540-0D0F937F11A3}"/>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25056F50-16AE-43EE-B0C7-141422E6841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A331B21-58C8-49C4-95BA-DA2E915EC040}"/>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0ED98F2-8890-401D-9C12-7C8B552D0851}"/>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0B5C989-026E-4390-88F3-8571EFF7E3B7}"/>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6AF9D8F3-56E8-4AE0-B440-338618574A3A}"/>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FA1EC9B-D2CB-459A-8B0D-10836D107A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D5248C8-8979-47F1-BF8D-E496471FB364}"/>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13382AC-5802-46FC-81DB-ED66C1FFEA60}"/>
              </a:ext>
            </a:extLst>
          </p:cNvPr>
          <p:cNvPicPr>
            <a:picLocks xmlns:a="http://schemas.openxmlformats.org/drawingml/2006/main" noChangeAspect="1"/>
          </p:cNvPicPr>
          <p:nvPr/>
        </p:nvPicPr>
        <p:blipFill>
          <a:blip xmlns:r="http://schemas.openxmlformats.org/officeDocument/2006/relationships" xmlns:a="http://schemas.openxmlformats.org/drawingml/2006/main" r:embed="R377922e9f51b474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CDC60AEE-2FB2-4064-8ADE-4765A8400543}"/>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39125F64-BF26-4DED-A241-19B8D6720F59}"/>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753D74E-4FB5-4269-8907-525E25191FC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32F67392-586D-4AD6-93BF-69861E4DFC3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2658958-391A-4975-ABF1-BB3400DF2A6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7B0C974B-35E7-43FE-8090-B5D0B072839B}"/>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6B0F308F-E30B-4105-90FC-E8A08DABA80E}"/>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1A4C986E-DD0A-4D2D-A1F4-30B426C34D9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8B88C308-E10A-4E32-982D-C015F2EE003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E406898-CA3A-4B9E-9D94-1EC9887B95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AAD61398-3AAC-4BF1-AB1F-F54978E97F2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8AD5986-756C-4E66-B9F6-C1E9B453212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AE16903F-DC10-429A-9731-B50D75BD4B2B}"/>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608B5FEB-0B1A-43F6-B2B6-F5E2E13BE3D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96298B84-5C91-4634-BDDB-EF5B27CCE4D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38421E2-3129-41FE-9F33-11760050133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217ECCAB-5F0A-4D54-9C5E-8C2E00361F2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F2048636-3620-4AEE-8BBC-25BB28CC3729}"/>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E608DBC-E4AA-46B9-B859-6D624DCE628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65CA1A5-6BE6-4859-885F-E4CC00A932C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5057341-FE3B-40EC-9737-E0384EFA3C72}"/>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4BCA5CEF-77D3-4308-B0B0-D28205C19A5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E6A7AFAE-AF2C-43E6-9D7C-5FFC00E18DFF}"/>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B5A352C4-9CF0-4381-ADAA-30A6335F970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A8300798-CB3E-4227-A017-9BE024B6B7D0}"/>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2A4FB3BB-E0BF-4CF0-BCC5-E2B07EAF4E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32679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6C12823-B12C-4DD5-BB51-44CECC53FD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E08AA965-5779-4078-B091-6980E22F44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F7F41DE3-EA51-467F-A9EF-EADA165D83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B5727766-0F35-4890-B226-918C4FC9E4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DAD3B082-836E-4197-8B92-2CAD360C0D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E84DF03-5F9F-404B-BAA4-AD1505988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71D09736-E0B7-47CD-8CD2-D821CADF10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06150408-83F9-4CEC-89EC-8B09C86F812A}"/>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8A1278D-3B43-43B4-B6D5-3195F760B11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2649ACAB-1626-465C-9FFB-804D35E7EC5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FFC374D0-6D17-4FD5-897E-40C500FC96E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AD62EED1-8FBF-4A67-9BB5-31A1C5199437}"/>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A7AB1BE2-4ABA-4FA9-99C3-6DB8CC84322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920E0DDF-D931-441B-8F2B-4A56E09A0BBC}"/>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F489458-0B4F-4AA4-98DD-61255594928A}"/>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C984ECBB-F8C9-4A9A-9258-D7CEEEEED4A3}"/>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4BC52E00-806A-49FD-8942-DC93D8FC376B}"/>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844767EC-6781-450A-BE40-E999061A0569}"/>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00F3BDB-1EB5-4189-9540-96DB257D3DD0}"/>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312FC4BF-1731-4DE2-9D91-24FFED84E1D8}"/>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93EF421A-BCE8-4CAC-B182-9CBE6A147C9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0FA4731-F520-4A70-B06A-DDD932EEA0E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491B57D-5FD1-4E18-BBF8-66666014ADC8}"/>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D427C25-B954-440C-AE5F-AAB8CB421CB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ED9C036F-1CFA-462F-A302-ABEC07F418E7}"/>
              </a:ext>
            </a:extLst>
          </p:cNvPr>
          <p:cNvPicPr>
            <a:picLocks xmlns:a="http://schemas.openxmlformats.org/drawingml/2006/main" noChangeAspect="1"/>
          </p:cNvPicPr>
          <p:nvPr/>
        </p:nvPicPr>
        <p:blipFill>
          <a:blip xmlns:r="http://schemas.openxmlformats.org/officeDocument/2006/relationships" xmlns:a="http://schemas.openxmlformats.org/drawingml/2006/main" r:embed="Ref90ee0376cd405c"/>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B2A053A2-E476-4767-B25B-34CE48F8026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E574866-8A7C-4B8C-A89A-A410112F6A08}"/>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3FC422C-2369-4472-82F7-2C5D7FEE28B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64CE6B3-EC8F-4CF6-A8FB-24C40F0BB838}"/>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1B827681-F78E-42F2-91D8-16DCAFFEA68A}"/>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CD4454D5-E501-4ABF-A7B6-26807DFDD39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760D26C3-5F9F-4F51-9EB8-BC04CC6F7AB2}"/>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9A0BCA7-5B23-41B2-A676-1FDBB01C5BE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261C878D-7FE1-40A4-AEE7-D7942B06931F}"/>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4521D7DD-3B55-43D9-91D4-21F600680AAE}"/>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5235C916-5D44-4CE6-899D-14EBF7423D96}"/>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36820D81-CA6E-4968-9E93-6EBE15B7676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4940390C-0AFC-4CD7-AF3E-121589FF56E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3F23FAF8-2B83-4ECB-A189-1458904A417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C0414744-F003-4BD4-8BB9-C2A06215EDCE}"/>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84E7A747-4BED-4F41-8794-4AE61B170C7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43EA5EE1-0DD3-4EF9-BAE2-B8BB0B82A00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B39D5CC-7FAC-4667-95F7-F394543CB93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5F271410-68AE-4267-B4FB-5B98F0567141}"/>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F8512A35-16B0-46E7-A674-287001AA97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561030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DF52026-0B7E-43C1-9BE3-3B6408FAD1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11063431-B9D8-440A-B384-4E733FEFE8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D8A9FD6B-A39A-48EF-B37F-FF9637AC93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85CCC7AC-290E-4305-AE08-B5213714C2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380F835-5D7A-4706-9A50-B40BF36EA5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5E1A58A-9B65-480E-BCD1-803B123505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3FB15BA9-A949-4A04-B4E0-D3FFAA7B8A5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8123C86F-693A-409B-8D58-D2FEF76619B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078BFCC2-5D7C-4694-ACB5-9D2D3DC3716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21D0DF25-5F81-4D77-ACC0-FCA273AB6D3C}"/>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99D83F8-A151-4FD4-917A-D1348D94FDA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9AD5E2E-B149-49E2-9A6B-5C9ECB8F325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3FFB1B5E-FEE1-48D1-B593-781502059306}"/>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8D361EB-89C2-437B-A2E9-6807A7E13D5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FA48E4F-9A6C-4C5A-9C49-74B6DAD637AA}"/>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86D2002-7A76-420A-9D51-A8BFD8478BC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DEE8D79-0F2D-4457-B74A-9E999029E6B4}"/>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C8FC6EAD-88A1-414E-BEC7-CD3AC89911C2}"/>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F7401F20-1214-4239-A828-F9E8FAD86FEC}"/>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B84FFF3-E70D-47C5-A6DC-31DEC644BA26}"/>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2F632802-F9DE-4440-9ECF-784017913D0D}"/>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3FDB949D-234C-4F7A-B639-F24BAB448573}"/>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E125097D-F4F8-467A-8BAD-02AE760CA7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4523564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3D3CED7-E06F-459F-88E4-1AE2F95395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2AC5BB28-621F-4BD2-8750-656477D542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C4977706-0838-4EB6-843E-993AFBA3A0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3D7552CD-6CA4-417A-8BFE-576C77FFF3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E69E5EE-A764-4CDB-9262-D94F2DDE29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44F9ACF-2C72-4427-95CB-EC5F9758A1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54359EFE-A126-40EF-B41C-5B909284626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5EA1ADF8-5506-410E-807A-5FEC41D3F80B}"/>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01A68A3-372B-4577-97BB-F33C550868BA}"/>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872CED3-97B2-42CE-BBC7-62EC807B4D29}"/>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490E028-9EA5-4C7E-ACCC-07336DAA740E}"/>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41A629BE-F653-4D81-92F6-1155E0B929F4}"/>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4072AB0-FBD8-4041-981B-69B8071D56FB}"/>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A81382C-319E-4034-8ED4-0FDE9E0A3AF9}"/>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6B341709-7F03-4152-B751-96051545B991}"/>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B3590EED-72C2-4554-BF39-C6FA30F8544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0865321-CF00-4525-9E79-D5E042753E0B}"/>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3BF4452-1A89-4B5B-8432-F77B4E7EFF9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E423E6C-EF42-4B27-94D1-F18137FF5D63}"/>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EB722D5-F52D-42F9-B816-3039C0138FAC}"/>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8ED78B28-5E7E-465F-81EB-077BFCAB0FD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DA39E40-77BF-4CF5-ADC9-4715BCF8EF10}"/>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C4956E75-B491-4277-9A23-8470AC9AEA7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C3662D8C-E9B3-4B2E-99F3-A936A9F17525}"/>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5168FA9D-458F-4139-8994-A2E626BD21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866037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7982B33-D35E-4964-8DA3-008285B311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9BDED79-FC38-4ED5-8AE3-211E9C0604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2EAA769D-FD46-4123-ABBA-2F192324F2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A0F3C00-58D9-4A83-B06D-834BB58338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42FBDAA0-F69C-4EC6-AC01-C1D5BD2D8C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6D2A7CE-95B3-499B-AFC5-75B8FF6088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6548ED4-097B-45FC-875A-41F95B3A59E9}"/>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64AB51E-D9C9-4604-BC2F-ACEBE6B09409}"/>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AE72BB-885E-4AF2-9506-86E81A43F7C0}"/>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D3F7C622-AD9E-491B-AC37-F88E9F1D821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7DE93D1-35D4-4CC4-8BA4-A7769B6472CA}"/>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12201795-656E-4A51-8A1F-22AC14D4572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09497CAA-AA2D-43F9-9F59-B62428267ED4}"/>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F2A8A0CC-BF73-463C-B31F-5B61A8C5CAD8}"/>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F80AD5F-54B5-4665-A77E-B18AF52A172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1EFFCA7C-A19B-4E61-BE5E-635A2629FF85}"/>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18F267D5-C401-4A68-BE34-922D79A9D50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3FB03B41-B336-4C49-AFE2-41F4AF5126E5}"/>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5CCDCC22-101D-4BC9-925D-6AA67B481505}"/>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BA5A79CB-83FD-402F-B7C2-50D79FD0036C}"/>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A5BB2DD8-0523-454F-87A7-BACE42ED065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A434377-0373-48A6-8A53-FE6A5C021722}"/>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05F1AB0-765B-4F82-82BF-6A4B9646152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62607C3E-1709-48B9-9634-15AC7DEBF138}"/>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08ED3AA-350D-4564-B865-19543137E7E0}"/>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F4BA1F2A-928F-43E0-BE7F-EA136EA31DC8}"/>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622BA7B5-263A-4695-9015-9179E0EA355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9923E5DE-AA07-49C5-8112-4AB12194D22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F8069CAC-8CEC-4776-8B8B-2699FD8FCE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25368167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D3B4418E-DC8C-4A26-B665-9D7025DE7D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77B96724-0C70-4F38-A491-00793D1971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3395A84-86F8-41A6-BEF7-D6DE6CDB33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3D0E8CF-CA8C-4649-BCC6-FFAA5E003E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C2100B2C-FE33-4198-91BB-B1E628D780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9AA389E3-68C1-4588-AAC4-EDC3F86B47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B1ABE85E-816F-4BB6-85A6-02CEE16E9FD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5D7D33A-47A3-4B9D-8261-0E7D015A0C6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EE168CE6-D737-4E05-90B3-4D36CEE81E1C}"/>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ED640884-941A-4A9F-A409-B91A46A220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89DCCAB-D6C2-4DEB-8617-22FBE628867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C2332C70-E6D8-4F1D-BEE3-89D3D2A9B4C0}"/>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C4EE5440-7FCD-4113-A7C7-1D5A35B9D1EA}"/>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9E274446-A658-4D07-B87A-477908D91C8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866562AF-CBFE-4B5F-98DB-66151F2B2A9F}"/>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82F5E105-F4AB-4BCF-9A57-968E8C755941}"/>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0A0BE63-AEFF-4B09-8988-6C7E7B0DD8C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ADAC38A-42A1-491B-9863-FB1E63997614}"/>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D6FFB565-448D-432A-A69C-ED60A3FD6755}"/>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ECC91B-2C2C-430D-AADE-791DC7AA0CB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DF5A8D54-5874-42B6-A7C1-9844C8DD6A90}"/>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955F434-742F-486C-B95F-D4CF4EB7C4D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03517DB-E67D-4BE9-B05C-80BA13610B8A}"/>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02BC7058-064B-47DA-91A2-F00028732DDA}"/>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CF0B3F6-ABFB-4492-BF3C-79102047712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7028881-B8AB-48D5-9BA8-22CC7F4664E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C9BCFBAB-AE3D-4B39-934E-A72D2EB09884}"/>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4D314ED-718C-43D0-9DEE-1326E077E44B}"/>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6903450D-387C-4903-9770-5064EB7321E9}"/>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91085AA9-B3BC-407A-A827-DFCD854F9F7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870B9C2-95F1-4A4E-A255-2EFA3466E97C}"/>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C2E65978-9366-4D47-867F-92DBEBC05F47}"/>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6575EF47-51A7-4D37-9AC3-AFC41E8CA2A1}"/>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3379B158-EA5A-4807-BC01-34138DF53A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6048547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B412561F-6644-4DF8-9CEF-F017D5847D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6B2FB293-B2D2-4948-B0B7-6D32D4728A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0C44EDED-6FE5-43FF-8B0C-78177C6048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7F53E7D-6BFB-43FE-A7CF-CCB1EF7898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F6C00E0-2980-4FD3-94F7-8CFB3B78C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C0CDC488-C18B-4F39-B5DA-B39DE6BC65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BB7C8836-9CA1-4BBA-98CE-2BA942D4F0C4}"/>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77B138E7-37E2-4759-BC31-A5E22F03FFA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2B2C1E44-8B64-46DD-BBD9-B365CEF2FAE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557ECE-0C57-4AFD-81E0-5CDA89B246D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39F95EC-130D-40E2-93AD-A2DC750744D7}"/>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AFF8007-4FB8-48D2-9D98-5F6EEBF879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7565D66C-50DA-4AD0-991C-260E51CB37C4}"/>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E7939F01-6097-4AE2-AFED-11A1729944B4}"/>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222A737-7E1D-498F-9F59-FF698E62F31A}"/>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D3B3364-4740-4C43-A1F1-6259D1EB61B8}"/>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4C14DA1A-4B99-4DAB-B8AE-C93F9262479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8E1828E9-1127-4A51-886D-73FD040BE58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BB05C033-A4F4-43BF-821D-F767011B69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918715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F47E59E2-66F7-4673-8C76-D8BB76157B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3A455B3F-FBA9-444B-A597-959272410E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48E7F777-F646-45DD-AA64-B6BFB3D890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5D964BEA-1100-4A0E-84A5-9EBC40169C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6D7847E0-3847-4634-B3CB-58618CC6DD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E29A00A-0BAB-4736-B5AC-7BB0D05074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D44EFB49-6674-4CFD-BB76-73635CBE3A88}"/>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0364E286-14A2-408E-912E-EF9C41DCC8C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B0F9878-D5D5-4CAD-87FA-3C0D1032DBB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7E82CCA0-50E7-4363-A3D8-1EA4A52DC11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C89F0BFB-F70C-4E91-9B6A-93171CB2849C}"/>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E80902AD-7B25-46A8-9D5D-0EFD72E94BD5}"/>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B624EEAB-E25A-46B4-9080-1CE840B1D5A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164BD844-15B5-4947-93D9-EBD816174F66}"/>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4E0046E2-E5A6-4C50-99CE-2F913F35C976}"/>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05E8C51-16F7-4CE5-B9A5-B4B28CC09141}"/>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94916C7-326A-49DD-986D-A7692E60641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BED0A8D-A46B-4973-97EC-7306D389EAB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F00B09F-D2E6-4A88-A2D6-02B0BC33390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7E642B34-E437-4516-BB0F-926B14186745}"/>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9BE98931-23D9-4964-A8C6-DFEC61FC6121}"/>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CDD8FCC-86D9-46EE-9330-192B8B78C42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72DC2D34-9CA1-46B4-9B03-630CCDD78F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3598737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0F95979-EAC6-4C0E-ABAA-52F6528DF3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031D82D9-1C38-42A9-B477-1EE55F51BB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84398F2F-A7E5-4DB5-8BCD-B2CA047ECE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A8767D5-FEC9-48DE-9005-495D3A6742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EA2E62BA-3E09-4C82-A161-9D3C474EFF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F204FF80-B998-4E33-9060-9C7AFA0CEB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B3ACAF5-77C3-409C-8613-A6850E80DA5E}"/>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29D96253-D130-4EEE-9AF4-2703B87BC57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979CE11-F198-46C0-A923-B95B47CBF9B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14007AF-99E4-44B8-BAE0-10CC6816571D}"/>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B46C0E7-91A2-47B7-8496-8F1075531E7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66F8472-7934-4792-AC71-13D7E3D50C30}"/>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E19CE7B6-D3E2-46A8-B95A-9684D2A9682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AAAB5386-29E2-4831-9D80-DB894494268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CD813B9C-F729-4A6E-A3A9-178E06EF32B7}"/>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3D70B7E2-C0F1-4EC4-BCCB-28F8D3D158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B53514E1-C437-4DE2-A833-57086D6BFF5D}"/>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6A32597A-C53D-45D5-BC3D-E08A53EF8D5C}"/>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F0520AF5-726A-4A24-9523-89E28076F5D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788BAFF-8757-4E18-833D-7123998C20DB}"/>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E480474-46E8-4954-A44C-519460718A9C}"/>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EEE531BB-6E09-4B4A-B8CE-7EA99DECEF52}"/>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92228E2C-4703-4C46-A0F2-CC98775D6C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4995297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6FD25594-4693-4BDD-A963-DA7E4DB562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5740EE10-1D7C-49F9-91F7-55D3B1B81B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E3D83D40-23B9-4DD8-8BAA-06155BE828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0D844D8C-4118-4259-BC64-EE56EEDFE3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DEE91918-D3D8-45CD-9D57-4D3FEEF54A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15F78630-1653-495E-B172-AE290FEE6D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05C2CCB-17AE-4601-AD5D-96895508FE47}"/>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E6F0349-6524-4DB7-B412-812A1C31031D}"/>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214F1BB-8742-46B7-A731-681D7CE23BD7}"/>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AFA2357B-61C9-4ABC-87F8-01CE56286AAF}"/>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3E021445-72C4-4C26-BE42-65E7195FF810}"/>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D3A281F2-E3E1-4007-9C7F-CFC3BAE916EC}"/>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DE6A386E-92A4-4E69-8DE8-88E51976917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A5CDA6E-EC78-48FE-9603-42FC11B8DEB5}"/>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FAA429F-6B08-424A-95BA-38A6A62A55C6}"/>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29D7E811-1FFB-4900-BB84-7D2774FC6A16}"/>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6DA3310-6AF7-479E-81D2-09739B8DBCA1}"/>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59DB68-ADCB-4989-AEF0-29C3410A915D}"/>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4B65B057-D180-41E0-8BA0-14D89B413955}"/>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2B9B0EEE-5A1F-4477-836A-FCC6EE50DAD0}"/>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1D63FF5E-7EBF-4076-AC7B-43396AADCEC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40FA967C-1AEF-4FA1-8A44-6E048058D832}"/>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B3A8AC2-04D3-45C3-8648-874CCEB59972}"/>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5CD0AD95-9DF1-4001-9EFA-850143F4DD3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26540B44-7315-4EF7-A8D8-03E7931B355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79FB7DDF-AF81-43B7-9B2E-3174326FE70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838A35E-2AEF-4C1F-BFF6-7C816336B714}"/>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9154D201-CD56-435A-B960-055A1FB37A8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0FCFF89-A1E7-4CEC-A9D4-FC73C08CF246}"/>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3096AA37-734E-44C8-8929-516D8F251FB6}"/>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C6E2A42-B9D6-473D-9ED5-76F5AD7E5CD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62D7DC6F-8CFC-4FC2-8F23-7F546C0BD2D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30E9EF76-94B3-4082-A34C-F36F5CCAD89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5D5C82C3-DB7D-4371-A6E8-2BCE5956552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FB7D6C3-64FB-4D35-A865-7EF3A966E68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BD4776ED-16FF-4F31-9724-FF6D40D05F9D}"/>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00435D7B-59DA-471D-9079-AA171BE3606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FD80A8B1-DC81-4115-8E11-EC5B00594D4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973BC091-2596-43E9-AA8C-C2B788D1E9C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133FEB0C-F2FB-47F9-8C85-0EAEB77BB2D6}"/>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318F674-43EF-44A9-A0E9-C08C3294EA6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81C9AD05-CDDE-490B-A210-FF275278778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EAF1AD6-F646-42AF-BB3C-14DC6EDEF237}"/>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9365B3A3-DA32-41B8-BBB8-DD9532A96C8D}"/>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45B5BCDA-F502-4211-AF0D-FE132110FBC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E7B3C778-84E0-4B98-BAFD-67BDC9AF56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1639266"/>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6C396E50-F0BA-4BB7-AFC0-CAA8A558BF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EF476FC7-F08E-4C48-8182-AF51910A47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2BB9153F-5FB6-400F-971A-65507EA9C1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15E37E41-BA99-4F0A-A445-F1701685FB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1504C4F-51E8-4F1E-93E6-18FCE028DA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841E8C1-5963-40E1-AEAA-BD6552B81B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92F479D6-454A-4362-AC17-7BA372EFAD7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8F58A1A-75C4-4592-8329-DCCBA8052CC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4BB43252-0A33-4AFD-B709-0476249D6D5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255ACEE9-7F04-445B-B55F-FA08289F2BB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C81B430-E0FD-4DBA-A42B-F08F7C4CC60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423200-D85F-40CC-8890-4299662B41E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8033E12-1323-4706-A82A-2737480E6E2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123C81F-14D4-4C6B-A17C-5E01F970B0E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072AC07A-7820-4E3B-98FF-B1B9B905743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3BCD3E4E-6C2C-4AC0-A6DE-5CAC71039EF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87A6FFC5-653F-45A4-A78C-10DD4E8A7E4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444D0766-7D85-42D2-A73B-BC753DFEF65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1097B3B-CC80-433D-B82D-E7CEC09B231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63A679C2-22D8-4F1F-BBF8-0D2ABE1C1FE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3A3386D-23AD-4C97-9FD5-C659340A20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6925075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1CEC47EE-5E14-4198-A47D-DD7DEE60C1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6E712C71-F706-4352-934C-746C5E4299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6EC4934F-2E1F-4A65-8C5F-FD34D4D69A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B66848C-903C-4684-BB65-A5ED789CAE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C3891FC4-60B7-471A-B1F2-FC6249AA9D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C963CA79-F810-4F08-AB59-0DF5B8F608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BE9FF2AE-1D34-464E-9D23-C21053964D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47D9920-14E3-40AA-8866-6433FECAAF0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2130D411-2757-4926-9D05-1711DDA0ED1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9B962966-3D05-4742-9CB1-1084A3B7E8A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1FA863D-8EF4-48F0-8651-E102126FCDD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5E3E6B4-78B8-4E92-8690-553C93AF1D5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CEA22FF-A01A-4970-8F2F-89F6B2888AA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A0E1517E-E295-488A-A8A6-EE01B3923E2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60F34555-C88E-45B8-83B3-F081D85A34C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BED317D3-B706-4AEF-B535-BB7F7A9A23D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51FB7BD-93CD-41F6-B9E4-5E84C06E874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6869BA5A-7469-4433-BAB1-8A28D71854A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D7B457CA-7073-47B4-A821-22FAB35AE26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3542FE3B-242C-4123-932B-42D25B0D5A8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FAB48B4B-78B1-4C6F-AC6D-ED9D4E4D1A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216239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6EA266E9-FD45-43FC-A60F-8BF1394FFC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6B40E83E-09B6-486C-98D8-E7CC382AFB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0E2D75A8-6602-4692-9C36-0FE14C933F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62BD40C9-46A0-42EF-BF6B-F2506C2B31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A87658F2-0496-4DE9-AE6F-007AF8FF3C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DC11C171-5B17-4411-8470-B0A0571381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FE3A3BD2-AE45-4EF1-A26A-9A158857B61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6F11203-C9D3-4844-92AA-9CF8ECC51D9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1FD164E2-84EF-4D06-AEFF-CC6FF860BDF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D13726B2-5353-4B45-A718-50A04513A72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D379F38-B667-440D-9FFF-C6B5D658EF0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211C57D-5F2F-4BCD-A2EF-55BFD854EB2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0A0427E8-AC34-41D9-AA9D-55322E175B2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6C522888-485C-4301-8D41-41FC0AB5A45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36A20DD1-8619-4C5D-9762-A5C53C52983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F2CF6DB7-B721-4475-B07C-7216B0BC26C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7E297E4-CA7F-4988-A676-C5834E73851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F713F61-63B6-49CA-B3B4-A652B2FB3D0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A18CB313-52AE-42AD-81BC-38A06C0E606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65CFA93F-F145-4D60-9708-131E3B0EEA2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FCBC6852-3099-4A6A-ACFA-721F4ADD34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5138454"/>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155A9BD6-97CD-4B9C-B868-FE1D9865CC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7B5F06D-0323-4D93-AD91-792F986263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6A63CB48-8365-458C-A2B1-D1FF8C2EA0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FD2E6797-6D78-492E-A2F3-44536F31DF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B58376EE-207C-43F5-AD77-A5C60B527E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9C78FEF-5BE9-4236-88B7-5558F71C5E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018739A8-5D3A-45E3-9646-31DF60B22C8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96129AD-9254-4569-B388-85710491CCD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3F2DB814-75F9-4BDD-8CBB-1521416C885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B9261540-FA58-468C-96E0-EFB412B9E46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A9B512C-9A1F-48BE-8DF4-337261BCE5E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C818A19-C9C4-4495-A9F9-F32709A1CA7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6F7119F8-4CBF-47AA-86A6-9294BFB46EA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7608C88B-3B7E-406D-8EFB-36FB9CBC34D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1122D3FE-256A-4CC3-A201-A0A07046BA8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EEEDDD3-FD7D-49B0-AF99-8B934B18318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4834C59-23B7-48CA-BF06-68839E794DB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9F72FA92-8A8A-4818-BB7B-D24B9C4C4EE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A139405-A9E5-4CB8-AA25-97CF1BD8643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444C9EDE-3AB4-43A7-8E17-4ED962D0C3E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D8B5B7D2-DB9C-493E-B94C-405BCD4B3D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34963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BE896D38-94B0-41FF-944C-9FF03B4D72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D72F3BC8-AF77-4048-ACAD-164965D58B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8EE3159-E280-42EC-8ABE-DA87236EBD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389D84B-91BA-4266-90C3-E1650B02AC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C922C30D-06F2-47B9-92D2-BD40C20E11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562DFBE2-F66F-4E00-8A55-F4B1CA6EA3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4351CDCD-E731-4DF8-B3D7-94EB31E7566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B900320-C358-4917-98BE-1A109067255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98CE90CB-E9B8-4486-B11F-5A775727D1B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D3F213AC-3AAB-4334-AFA4-01A07C70C0F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EE3D6C4-5165-4813-AF86-13D10E3883A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0F1A8FF-932D-43EC-A157-0C65B84DDED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944EF83-5BA4-4142-B14F-5D7FD00FBF7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6316D32E-166A-40AF-A502-56ECD20F6D3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068E86C-0179-4923-9A31-04D105835F0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4CCB018-844A-4FD2-82AE-30B59D07D83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A9F59788-9151-4005-81B3-B2835366283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6EED0DC5-3EB4-4C25-80BF-E3094656EA7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BDC3966-1B99-4ABF-B627-FAB4601D342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950040E9-B950-4E55-A5A4-36B5B514672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E03E83CB-3B54-41C1-BA25-782DAC208B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9736564"/>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78B33CBC-AE5E-4A81-A0A2-4B0984EBAE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EAC16A28-6D99-4395-A7C9-D254199864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E6A93FCD-867F-4ADA-8715-3DF4BE0960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D5F34B34-F97D-4B5F-AF72-C96095F19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9B4F41B3-1DEA-438D-9A62-1A8B2705CA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FA600F35-D182-4417-BAB8-0001BDCAE5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9940F47B-1FB8-413B-80ED-2F079DEB27C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16AF2A8-4775-46FA-898F-9AB07F9BCDA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8E743048-6EF2-41C5-B3A1-51BAED3BD7D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BDD94936-D21D-49B0-9D41-EBF6D52F866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7935045-023F-4133-9586-9A62C1BD82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FD67D9E-9A13-4FBA-8768-246CD818C14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59BA565C-2258-42F1-8838-495A3FD0077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52598EBB-DCC8-4AA8-9283-C19E611FCA9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96D765B6-CA13-401C-BC74-F6CFB21B822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E2D14053-F659-4C24-9D49-1E090673197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2FB3184D-B825-4AA3-B497-5BDA60AB2DE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D52AC3A-E4BC-453A-B8BF-076EB4955C1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73330776-8D6F-4877-BD79-E49B818A881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4B294AE9-6F0F-4F73-8745-5F33B323F99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C8F6AD9F-1C6D-4A03-A280-F52602E18A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976264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C49DC8B8-3525-4B19-8B27-E514D8FE01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C5FCFF5C-7719-4AE2-8573-252047E958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A6906909-CF21-419E-9D22-6E36C1FA6A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EC6D2D75-2A83-4FC6-B3C1-471F2D33D5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22853103-8AD3-44FF-B960-E600EC7797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3BBD8070-BE7B-4493-B1AF-F6625F6017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85E7CFE-8E3B-41B0-BCB4-1B4F2CA84ED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4634834-29A2-483D-8FE6-79EB2C4FEC1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2457CBE3-6B8C-4B2F-9E93-B135A337760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343F8024-8910-4CC7-BC91-9E546633407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63479E9-D813-4873-8357-C34E00DFFDB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61FE14F-F0B0-4DB7-B420-3A32D0259F4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8FD80E4-17E2-48CF-A205-2F453EE529F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090B88F5-CDA9-4943-9270-63AB63A654E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C8FDF557-1994-45A2-AA40-6E276936694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D1469608-D41B-49DB-A77E-D20CE65431B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D379F33-6E24-40EC-8633-7AC2A84CC4F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1D0FF7E5-0544-4093-AE96-9A56DAA6D30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136B082-9CE3-4837-B493-AB3ABF85A8D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68FFBD6-CF76-4EF7-BC27-18770B6A2BA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F79C358E-642D-4923-9B64-39E4F01414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4651165"/>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EFF36B89-6198-4246-809F-0ADF920CF3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BB863590-1F99-4EA9-8683-D756134B8A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BC14C2FE-7CEA-4D74-891C-35107BFC43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D7F4A18F-215A-4ECC-BFCA-0C4BB9913A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CD2AFFCC-95E1-4920-9C1F-46F987CB29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ED80D19E-4DB7-40BC-83AE-ED167A80D4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52CFED26-D0AE-4CBE-AEB4-26306664A39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CB791A8-02CF-40E6-BA30-F0D4F6FA3AE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358D3444-A923-4E93-9976-25AE0755A70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2775F954-C711-4EB4-8B38-8E7B6344F11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9858D43-6810-4DFC-97FE-A6CCA5258D9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F5C5116-E6E6-4472-8EE0-1462192F41E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4A4FA69D-53F9-4756-A753-E5034D0DDD7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3062957D-5512-4F7E-B909-0578EF26CC5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F1AA0DAF-6DF4-4B32-84DF-09DE81D0D82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C0C1FD-4068-4C89-BA54-6C3BFA623B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C9A9DF4A-E01C-4CC7-B015-59721CAB0DD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25946D8E-B4E1-4B14-BC0F-5B31B0D50B7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16D93408-8DBB-4965-9850-15A0A7E9956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3272120E-42BD-4008-9ED6-22123DBE9C8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8C6D64EF-6510-4F13-A66A-6E25D0F99F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616124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752EBE44-3D1E-4330-805F-C477D236AF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514DC960-9720-4727-B3A4-8DCD0BCA96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5EAB6C81-B7A0-445C-9C64-DF0AD1DB5E9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69C67364-6CB4-43E7-918C-5D2F6F5C83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CF516C53-AB25-46C9-A46F-2DE32D6677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988C71B-77E8-4D32-B9FA-0845CEAF6B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DF37F348-A3DC-4A95-9736-2073E25B29D5}"/>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C6DAA60D-4BD5-4DE1-8A7B-C2ACA7B3428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291AB89E-EF64-43CB-9D0F-4C64E5EBFE9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BB85399B-67E7-4C72-A1B1-E251112251BF}"/>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1AFA2889-4D1A-4B22-81FF-E9E2BF3AA97A}"/>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D7A27A31-BD97-4394-A245-CDD781688881}"/>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42352F0-C783-47A5-A4B3-96D9BE6EB7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572961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B1F3FE7F-0EAF-48B7-9C4A-0AECAC578A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A24A2CBD-4502-4326-81FB-45D48D5071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A5111251-0080-4801-81ED-251193CC34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C507C9D-FC11-4151-8B17-30780F628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C20F91C-AC24-4D39-B0FF-B5FD6B7E9A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10BDF17D-3C9E-461C-908A-A61CECC0AE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2C92DCC5-5DBF-44E9-B715-C0BECB7683FC}"/>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57246B45-F57D-49D3-B153-D491DB6BCCAC}"/>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CB9AAB0D-EFCA-4AA1-A2C0-F15F0CAA794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5DA566AB-DB12-481E-9BE9-1E376988A151}"/>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1B089F5-8231-427E-A54F-8DA084933235}"/>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0D7CFFB-3626-47CA-A1C8-137EC16EBED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F23F9AAB-EEC5-4643-8403-5C965E5CD07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073497D7-7A58-4B9B-A918-D807F7C88D7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D205A9D-096E-4157-845D-3315976DB9B0}"/>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136DB8C8-6654-433F-B439-5B3E98F7EE31}"/>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7A7151-ACFF-4759-8C23-BD3DDFDAEF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118620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28106444-CB8F-4B7D-91DE-9F178A976D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BE1F53CA-B98F-4BDD-9640-11A1B6FC2C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D03E108B-8A0E-422F-90DA-711FA47D8F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8EF5A0B-9C3F-40D2-BD66-C0CDEA6D4D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7BD4582D-736B-49FE-8BE0-894A3C38A4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E26FFC7-9B7A-47B1-BA5A-8B7A975C3D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6728FCCC-EFF5-4E8B-B43B-E23E2BD9AFE0}"/>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6747B2C3-13DD-4DBB-B239-5602631865C5}"/>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12E615F8-B9EE-4D01-94A3-357F56DE787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EBCED7D-F9BF-41A4-BC36-D0BA0E88079A}"/>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186BDAA-D28F-4EC7-A6A9-1B639C54C915}"/>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7623CE5C-DED8-4262-89F9-A1BA4F17C2D3}"/>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DD281A5-B971-41C6-8C92-D6EA58B68EC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1F88C7B-3706-4565-96DE-F800650D6CD0}"/>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6E95E71-9098-4206-985B-F2E2AAE3DE6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A186D16-B5D1-4BD4-BBE7-7B59311A2150}"/>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4C601C7-87DB-4B54-8A93-6A88FF79731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4295438-54EA-4234-A281-1BAA93D3B28E}"/>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D8C615E-7C9F-4A14-AD88-ADA35D5B380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F85A06F-01A1-46E8-8518-981BA230892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0A7EA8A-A0AA-4944-B339-6CA5D77CC12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A744D9F-F54A-4989-AC92-C289DC250B1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3530AFD1-9EC0-4A9C-908F-1D6CC97BF3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249005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03B1CB0-D58D-41AE-829F-D096034D48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A66923FE-7853-4D02-A4EA-D352D62FC3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E9E1AEEE-497A-48EA-A341-817955FBF9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3BE1996-ED8A-4241-87D8-ED35512EA9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1838F21-237E-4707-88A4-D4A8AC8A14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D91BC64-8747-44F8-AB04-BD0CC37E95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1F78381D-A971-40C2-BF11-B2D5C636C77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AFAE6852-549D-4EC1-A027-983112734F3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63CF60C-8D0A-433B-A362-371706EAD8C8}"/>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4D28270-CC99-4BE2-9276-D2CEA4B2C4A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17AFE03-875D-4234-9B4C-C35244B7A490}"/>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91E2EB5-443E-4639-BE62-41CE2BF3F54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52FA60A-8FA3-498B-B3ED-DD7D51BC868B}"/>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DD05E69C-B656-4E73-A4A2-5A4D04A52B2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8260DD6-9512-4781-BD9A-9D75D66179A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EB976B0-AAF6-458C-A2FB-5D0BCEF62EEE}"/>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CEE3C7F-D8A9-4757-AABE-6BC0D72E5DFC}"/>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8FA2892-EA69-4800-BB85-38C073C01FC9}"/>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60E4866-517F-48CA-BE09-9886F54560BB}"/>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B88C28B7-85DD-4C93-A765-772B7D915F01}"/>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59D68444-D754-4939-93EB-96E551DC4120}"/>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C4F30675-AA00-478E-992D-420C141D9760}"/>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46D66D6-B24B-45BC-B6D9-5616CF55BC3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FC4949B5-815D-4384-AB93-49B3F37B4393}"/>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BA6E81D-B7C7-4336-8D81-25D28837AB7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8F8D776-C618-4AF9-8E22-82E87EF86B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01573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13AD4328-A005-4EB0-889A-FF7D936871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13393C8D-80BE-4127-97DE-A22CEC0DF1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F4746232-1C90-41B1-9F24-374BDAA4E3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2698D6-E9CE-4F1B-B6D7-C34E54409D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988C2025-6E46-4528-BCE5-B0DFA5C245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60A6DD85-521B-436C-98C8-E40D7B1A75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1DB3724E-BEAF-4934-8EB3-0E19076C1879}"/>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E85E09A0-0624-44FA-9322-E17F128B9B5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2332E2D-638C-42E7-9484-C69F052F6FD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3E769E2B-AAA1-41F7-862A-E41A417AFA5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B242832-A227-4DEC-B6D3-CA6D647BC365}"/>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CDB844E-5389-4685-AD66-27B0FCE7717A}"/>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1379ED47-BD48-47A5-AA13-E05776A49B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9C5143D8-2CCC-4891-87B6-AABFCCB08907}"/>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CF87C1D7-6173-43B4-90E7-B5C2CA4A1B3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E3F326B-8E36-49F4-BEF5-AD6D10B8324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5A9503B-6EB1-4731-9306-8DBA7C4C1DD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45C99D5D-78C0-4F15-A4B5-451BB77AA23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69E34834-A4BD-4B0B-AEEE-CDCFF3D3A8D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A8E9EF6B-694F-4E26-9056-B10DADD6C667}"/>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F86D480-E31B-49CB-A3CD-1B53E5F6E37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D04D534-1A41-4303-A901-D7951EF93D2F}"/>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61C4B063-5F58-40AA-AE49-B4C24969C988}"/>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B979D186-8246-4B2D-8E8B-3C0AFF78232D}"/>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7E93DF33-39F2-49BE-BA03-FA971F2AB7D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1EFBCF1-9612-4094-B635-31D0241FD37C}"/>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4D874D88-037D-4295-9E2C-69AB2C287A0A}"/>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8689385-CCBC-4B2E-8D8A-26E0A8DDEA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28860331"/>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8C60669E-4D9C-42B9-80F2-5A0061627A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A3435D8-868F-462E-8E2A-8256C3C17D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F510D3B5-31E5-4FB1-8EC5-569D383D5F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BA199491-C41B-49E0-8384-A5411AE2DF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3D2FBE77-04B3-471A-954B-09356AE6B3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2431143-2933-4208-ACD2-31E805605B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2E46412-1434-41B8-BE50-E55D782AA8DE}"/>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E421BD2-E382-4DF5-99A6-5D36374C3CEF}"/>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AE0DC7E-0111-47B9-92D4-3EF63730B7E9}"/>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1380E32-DBBE-49A3-B16E-125B7D4DD65D}"/>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B3BC7768-CC1D-43AF-8E3B-5269F685AEAA}"/>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FD693EF-BE08-4725-81A3-2FB4FD2DE53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50E26C60-A16F-4B4B-A68B-92011B14DEB5}"/>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6690DFF-B9A6-4075-81A7-1CA175252FF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E54BD09-3179-4744-A447-1B549036C0DD}"/>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A6D50F8C-B552-43DB-8949-1F2F32CAB226}"/>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0820CA20-3011-40D2-9086-4FD89205BDC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2B40786-4039-4DD1-8F28-4C964B730A2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AB2AA36D-6BF7-45CF-B360-2F50172327CE}"/>
              </a:ext>
            </a:extLst>
          </p:cNvPr>
          <p:cNvPicPr>
            <a:picLocks xmlns:a="http://schemas.openxmlformats.org/drawingml/2006/main" noChangeAspect="1"/>
          </p:cNvPicPr>
          <p:nvPr/>
        </p:nvPicPr>
        <p:blipFill>
          <a:blip xmlns:r="http://schemas.openxmlformats.org/officeDocument/2006/relationships" xmlns:a="http://schemas.openxmlformats.org/drawingml/2006/main" r:embed="R805d44ec01644d7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6E7BE23-02F8-4A45-A44F-71BA6A030A2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9254BE6-1B61-4A96-87AB-6167B58DDDA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655195B2-1C91-4153-9A0A-C0B801F80EA1}"/>
              </a:ext>
            </a:extLst>
          </p:cNvPr>
          <p:cNvPicPr>
            <a:picLocks xmlns:a="http://schemas.openxmlformats.org/drawingml/2006/main" noChangeAspect="1"/>
          </p:cNvPicPr>
          <p:nvPr/>
        </p:nvPicPr>
        <p:blipFill>
          <a:blip xmlns:r="http://schemas.openxmlformats.org/officeDocument/2006/relationships" xmlns:a="http://schemas.openxmlformats.org/drawingml/2006/main" r:embed="R81f3ff794f864c67"/>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95EBEE83-1922-4E91-82A8-8C2AF7B34975}"/>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D4B01BB-7FCD-473C-93A9-FCD7FD6CF436}"/>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87FA313-4EAD-49FC-92FE-57BDF81C3514}"/>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AB674848-42A1-46EC-94D6-BEAA9237BCB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23ED51FB-1F09-439B-A1D2-CFC4DDD2E43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11426A41-78B4-4423-AF45-7C162224F3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7409112"/>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A83C440-90D3-4A0C-BFEE-2273159AC5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D6F9192-E947-4DD7-A005-CA977FA863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407890A0-6355-45D0-9561-2F76B86EB5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877108D7-5C36-43F9-B1D4-B99463FDE8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649AA3A-A01A-4D61-A490-F7E861640B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55EE1558-50EE-4441-AAF5-B74785B033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3812133-B8F8-4512-A6B8-8703A7C80F76}"/>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C63DDEDE-EEA0-4F39-A813-D455C7CB485F}"/>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E994AEA-7364-4875-8A76-004EF15F3D05}"/>
              </a:ext>
            </a:extLst>
          </p:cNvPr>
          <p:cNvPicPr>
            <a:picLocks xmlns:a="http://schemas.openxmlformats.org/drawingml/2006/main" noChangeAspect="1"/>
          </p:cNvPicPr>
          <p:nvPr/>
        </p:nvPicPr>
        <p:blipFill>
          <a:blip xmlns:r="http://schemas.openxmlformats.org/officeDocument/2006/relationships" xmlns:a="http://schemas.openxmlformats.org/drawingml/2006/main" r:embed="Rfe91eb48712f48d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551FAC2C-8578-4D17-A54E-FC6543397AB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3C345A74-6D73-4A31-B02D-38002C7FDBFF}"/>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A3BF781C-5D54-490C-A652-EC0CC11766DF}"/>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15CB7A50-0A05-449D-8177-6B7E384BBC23}"/>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14C101-C456-4FD4-9A63-D649BE59BCAD}"/>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CD77A8-FEBC-49CE-8252-9468653EE61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026918D-1617-42EE-810C-52780202AF9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9D79BA88-5F07-4454-9B34-3D4DD973C127}"/>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065C9281-AFDC-453D-BC86-44B2348866E8}"/>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00DE7D66-AB4B-47E3-81A1-5C026B4BAD59}"/>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84C7366-8467-4DB6-8195-BD33E0735313}"/>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A21A258-5F7C-457A-A46D-749327FB083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C63B12BA-6BED-4648-8EF4-0B9B4C59C020}"/>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A813C511-773E-40E7-9514-92238A402C66}"/>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4AFFED4A-AF34-4686-8E62-BE4206597BD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975E9F43-2F2C-46E1-BC6C-6EA7998F6500}"/>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5AD039B-3A19-48B6-8643-96573B8BF81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B9705C5-B25A-4754-9CFE-BAAC174C833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7169FF69-0CE6-4781-B333-12C1B4D140D9}"/>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BC79CCAB-766D-4F49-ACA4-4E3F7FB6E4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066925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DC711E1A-EBDE-481A-9129-4B308B8B04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B5DABB19-6DC1-4539-9F4F-24D308D385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D132017-45C9-4470-8713-3E717EC413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715CD59C-34B2-47DB-82C4-3ABD0BB56D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992B6CC-7F99-4EDA-BAC6-F9D1E57B04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11F1B95-D599-47FB-A35F-6BB339CAC6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9C1B605-5F64-479B-B937-3950FCF5906A}"/>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1B413A84-D213-4302-94CA-64086A012676}"/>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0DBC966C-CC95-42A0-AE9B-542E85EDDEC4}"/>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7AC93DB5-21F9-43DC-95B7-730F770C9C7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5018A6-5366-486F-B25A-1A11ABE9317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9883BC28-C356-485C-AE99-4166D166F60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10C08771-7D0F-4121-9033-11AEA4FE1C02}"/>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E77DBAE-7F5F-4506-AE4F-CBC0B6FBBAD3}"/>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33B80FE-9774-4FB3-8EFB-125ECF6785EE}"/>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10A62F8-EDD1-4EEB-A82D-B55D28B0527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F7FE4A9-9DB5-4A7F-945D-BC2BC9484CC2}"/>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7B2E1E7-D4E4-40CE-9D25-2967096FB2C8}"/>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22D5E76E-849E-4878-BDB0-ACEDC8A3EC4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C835FBB4-F365-4A2C-B252-3306CDE6248A}"/>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6AFAA03-D05E-4C3D-966C-73415BA421A0}"/>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CAAF8DB7-E1D9-4D6B-BBB1-5FD082C2191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A1EAABB-517E-473C-831A-9CA487E58B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357304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256F9D1B-D878-4C6D-9F25-F79DD257AD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4388A69E-3CB7-4B86-8F02-B378105FA3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776BA983-5389-438D-AC9A-57ADAD5BC5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19E42AB-E10A-4E2B-8F17-C540911BDF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0DE8B432-48DF-4AA3-940A-9D869FEDB8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94984DD9-F60F-4530-86C5-86C41CD5B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784483B1-37E8-49C0-B755-255058B39A6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5F5F327D-ED31-42AD-B346-D833E3FCD89B}"/>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E7BDC1FD-4E9B-41A9-B362-DA5FF50BC8CD}"/>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C367E658-B380-4AEE-9285-744A4800B72F}"/>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679B3E51-6AC5-4E4E-BEE3-39699DABE6CD}"/>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FCDFE887-ED5E-4653-A430-4C813499475E}"/>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99A0DD7-3073-43E8-8962-0CBD7AC703BB}"/>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FD9F83F1-E860-413C-BB66-9D58807D3ED9}"/>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EBEDCB0E-9F2A-4DF4-993A-E0B9F158C7D7}"/>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D0A189D1-3AFD-4FAC-BBF7-0FCC25B5DC4B}"/>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D83D3FC4-3692-433F-ACEC-C914B129107D}"/>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EBCC900-0209-431C-92F5-ED7F3DBF2A5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F968C9E-16D2-4ECC-8307-68F282B2537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CB806047-1938-4C62-B796-DCE20E5F0A8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91947A1-9316-464C-822B-4332243C7EFB}"/>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3A83D912-1B69-4F70-8E82-0EB23128EADE}"/>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CE6F5C49-1C70-43B6-A102-4411F084A7C3}"/>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A137B770-5AD5-4530-A0D9-3C8112D29CAE}"/>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596B59A-7CB6-4C53-86B9-58765174EB42}"/>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FAAB094C-D894-4C40-BE0B-D32F2F1CB37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F22C32B0-3752-4EE4-8C34-6EED2F9DB67B}"/>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77794D93-B6D2-47A4-AC51-F73E45871AA9}"/>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6A1D651-7267-4AA0-8429-68F0A2C1AAF5}"/>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B0A219A5-AC0C-4FD1-9757-86CE32DA17A5}"/>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A3287D6E-1898-4D07-B2F8-6B1BF0110A16}"/>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319722BE-0B2E-4E6B-8F6D-589EEC570074}"/>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2DCFEE51-7DA4-4A50-A7B4-949543490DCD}"/>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239C9BF-B9E7-48BF-8F28-E8B0A2BAB0E1}"/>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4C86C64-1BCD-4E13-BC24-454F639C1AD0}"/>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2A748725-AD8E-4A58-933A-61F7113DE75F}"/>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557B5ECE-4DCD-44AD-818D-09B155CF8451}"/>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8C8DE21-6904-43FB-8359-C57B50636455}"/>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7B5BAF59-FE83-4750-B398-6D79D739E0F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10874844-B035-4063-BF64-54E03E30E7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081293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A01EC381-539F-4902-9DAA-B696928B8C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28BBB933-4262-4261-84A9-3368A921A2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AFC38ED9-0304-447A-9EFA-CEC21EF103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5E678260-9BEF-4314-92A6-D4579B20DD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2E885056-4697-4BA8-B6F2-16E67B7978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C02FE159-213A-40A8-8AB2-1270336216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04B87026-9DDD-4B18-AE9F-B1FB5587A0CC}"/>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FA716281-DB74-409A-B062-5823AF147A66}"/>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16EF053-D8E7-4A3D-9B45-E5F1AB31EA17}"/>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FBC1434-7942-4EFD-B7FF-A6833CA4F8C1}"/>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1BCC2B95-F858-43F6-A9C7-430F4AFDF62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E85EA268-BCD4-4DA6-88EF-F739E25B624C}"/>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B8FDFBD8-54E4-4E80-9995-BBF2078D4806}"/>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5F1666C-765E-49C2-A8FB-5BD18CAA315B}"/>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136B62F-87CF-4AE9-ABD5-647C915F78E3}"/>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B9B76F0-7ADD-4447-852D-9BB110E8CFA8}"/>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98541941-5496-4612-BD11-2F5E9276BED1}"/>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FDE9D97C-EA0C-43D3-9EF7-706DD4A0BF2D}"/>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AA3D7C8-E938-4C38-98C1-C7B1AE180430}"/>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BDB42B7D-C682-4B30-8D21-C2C3425F225B}"/>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43ACDA12-7908-4226-BBA9-AB8ED7D1DFB3}"/>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50ADF256-081A-4CD3-B2EC-695FB9447F59}"/>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D2025404-DD42-49E6-89A5-67D512088514}"/>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7B722E65-40B4-483B-9DEA-57667055D94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84DFE91-4A4D-4246-A349-4EA8F021933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916CE95A-2372-4520-8134-9E3541F93312}"/>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D4327FA-9A5B-47CD-87D3-4FA25C1D7F28}"/>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A0F482C8-0F54-4208-A039-9E7189120BC6}"/>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1A30D28-96EB-4ECB-8745-E32D9CD4F3F7}"/>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DA0123A1-58EC-44A9-8392-C0BFEA60F16A}"/>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C0138AF7-0849-4C66-9CCF-81BE640D45F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22469EDA-50A5-47FC-A2A4-03FB50DACC00}"/>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56584E5A-D5F4-4692-BAEC-54723BF3640E}"/>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B309173E-F68F-4F03-8313-F6A27F0AA7A3}"/>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541ECA0B-75AB-4F4F-868C-BE2A05EC2CFD}"/>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2828CE4B-D238-4571-8F90-FFEC966EE3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455604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EA6C054B-DB9B-46D8-BCD8-01B44C0891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1813C1B1-7DCF-467C-8BD0-C68AE5212D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37D3D7F-4480-4BF5-B805-0D66B0717BA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DBEFE54-5C79-4EC1-984F-6391055028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BFC5B8FD-4247-4645-B789-AA003C522A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047A24B7-D52D-433A-A65C-2818C57FE0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FF4DDB9E-EB32-4D16-A6D0-B543D408EEAA}"/>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A1951D8-02FC-4DC9-8089-BA6ACDD9B5E6}"/>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3E94471-773F-4F49-8FED-3C45DC9F4E15}"/>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61B1833F-6997-4244-B30B-EB7233851FD9}"/>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5EA3AD-35DA-4D95-8B0C-6F2F5C98A44D}"/>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E3B974E-6532-4B14-8DA1-FBEDF5258267}"/>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C81C32F2-1A42-4951-9035-651CBC51ABE6}"/>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D20E18C0-EA7E-418B-AFCD-EF1874C828E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DD4A9632-3EE8-48FB-8CAE-F87296D4EDC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2CFA0A4-F775-4CB2-A299-AB69C7C9C439}"/>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F42F3498-1325-47DB-9C0B-8968353E6D83}"/>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573E2DB-4C09-405C-9A74-2FF2DC6893B0}"/>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4775136C-8235-41B9-8DDD-282CE329FF23}"/>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3958F36-9BC6-4619-A755-870B03C36E4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09F2E1D2-B6C1-4E4C-B47B-6CA52E53E32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ACD8A23F-38BD-4163-BC66-0FCF8D89CE5B}"/>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ED28F2A4-B3AC-4F96-BBC9-AC5D1D053D74}"/>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D2A0C4C3-F3D9-48A2-9BE4-86A19E94E539}"/>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05083FAE-06B4-49F6-939E-BE60A6EC6A6E}"/>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1B189013-923F-4F11-9B96-9A23830D769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7BFD9F6-BFF3-408B-A809-D8D034455654}"/>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5C427218-5A1F-42F3-859A-219F121E6B70}"/>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3CED9D1C-7603-4B23-99E5-FA9297D7B03C}"/>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7BB0FBF-DE22-4E44-A7A8-8065578FCDC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2995363D-2455-4D7C-9DE6-E652851DBC8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DD1EAF59-BE07-436C-9C55-132DF6D005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965186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97C9E43E-8B4B-4AAE-BD2D-68DAC7FC0F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6724B7EE-DAFF-4E5E-AE45-34AF773FE0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8111F564-78EB-4670-99E4-57FE1331F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8E681263-8742-4D71-89CC-CF438767B2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9AEC2E6D-A498-4022-916D-C34F05D2C7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DB5149E-B790-4735-9B26-13FD4DA446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8C220812-82F7-4C32-B4E3-DAD498FFE45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081E0FBC-20F9-4D14-8DE8-79C3E206074E}"/>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1BB59068-AA04-4FB8-A2C0-F60AE7D03222}"/>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445431A2-74E1-4BEE-A5E3-9FE6AFC6B0F1}"/>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E075235C-C6F5-4A9F-B1E2-85A8B28F0475}"/>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25AC3571-4553-4BA6-880D-607BE133276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4A99D85A-1A3C-496C-8318-EB57CDBAA3D5}"/>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7ADF250-65EC-420E-BF7B-07AF99FD3790}"/>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273B709E-E932-4769-AE13-EFBA5ED26D62}"/>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7895EDB5-E9CC-4BFF-9777-19681891F09E}"/>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EE8427F1-82C1-4314-B587-EB426EA42E46}"/>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38ACD4D6-A9FF-4A39-9E6E-B43270676279}"/>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F87AB95A-6AB1-4FC3-BB3E-D6D49AAAE87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6BD296C5-2EDE-4D66-8C72-CF665F50621C}"/>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2594F846-708B-4B74-A458-0B7454F73DE5}"/>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1EA1B9B-63A0-4847-84D0-EF6C1AD2DEA3}"/>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28566308-349B-4F44-82DC-AE18FB044394}"/>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4EF0A3BD-256D-49B5-905B-78602B57B18F}"/>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F5473FA-870B-4D39-A9E8-9817B35EFF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6468014"/>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EB9FE6AD-9F6D-4451-86C6-4377AD9CB9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E7E3FDCF-067B-423D-986D-D9C06CC5E0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749A55F8-3265-4C7D-921B-BFAFD774C1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A1E9AE-DBD3-41B3-9CA4-BD3686061F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45CFA46-6D60-41DE-8577-396817A57C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BEDB1F8E-952C-4F5B-81CD-7F33FFCCDE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3B9EFCD1-5219-4A10-BFEE-3F0B16A725B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9184B239-B81A-44C5-99BB-D53172F609B5}"/>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94B3C735-6214-46D6-B5E9-364D548BFD64}"/>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1C7C51C2-EACD-4420-864E-93B44D122982}"/>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625C9394-DB31-4AC1-9C81-B2FA388E811A}"/>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4A4F713-2076-4382-BAF5-4735524AC1D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D9D8C7D-531F-4251-AA7B-D44041609F16}"/>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EC56F41A-93F8-4713-9B7D-4A24BE45E252}"/>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1FF08E05-D802-4503-80C0-C03779852C00}"/>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F5D9381B-B79D-4E74-B117-71595F088959}"/>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1A9740F-81B9-42C6-B6BA-80A9A6E5324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FAD31F09-B9FA-4A4F-8A97-72B16CC955CD}"/>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23F4DDD-9AB7-4D10-830B-199F1A069250}"/>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0E6A50A0-B3E8-4048-949C-2F5311F522A8}"/>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4CE64B4-552F-4D8D-BC6C-3AEA7C48416A}"/>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28CD1255-5FCD-4167-A970-A4754D94AD9C}"/>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4A2BE864-A9C7-4DEB-A06B-70DDF5F39877}"/>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75194FAB-D892-4691-BBD5-A6A35B73AC6E}"/>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CE11C133-795C-4544-AC26-2E109418C079}"/>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2A730FCC-5A7D-4BE9-9A4C-129FA7784594}"/>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E6264E79-B5ED-4212-88D7-E99520631857}"/>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1055E6AA-669B-4B58-8AE2-710F18970F98}"/>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10A7528E-3FFC-49D0-9B9F-6D8D0B02DD97}"/>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7EF87BCA-1328-4045-83BE-83D99FEDD9FA}"/>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9AF48B42-A38C-45A9-8519-A34B261039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131435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CC74C17-7EB0-44B8-8836-9A10F628B1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C50B9133-9702-4737-93B4-B21AD9F9C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2E3AB001-11F1-465B-8925-4ED2544473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D4A9E08-0FFC-46DA-ABC9-66F3451225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C3DA3094-9BFA-4F50-933B-6EA915CF4B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EA23292-883B-40EB-B90D-0095584D10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D4D5E95C-AB89-483D-8991-205A5E8C044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B55798A3-0AA8-453E-A10C-5244CED65BAA}"/>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DDD9AFF4-227E-4600-8E39-581098C7B40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0F51DF03-77EA-4441-A1B3-1933D062D4AC}"/>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899B07F4-E0AE-402B-B80E-8C4E0018F05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BD83B15D-35A4-4188-9216-6A0D6151945C}"/>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EFCD69F4-D450-4F34-89C3-71BF046C4DE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84BD91C4-C8EB-4F4C-AAFC-19CC7BD1052E}"/>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D140297A-9457-4D85-AB46-F00F46070665}"/>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BBA213EF-E08E-41C0-930D-5EC74E311470}"/>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4EEACC99-D091-42F2-B501-6A7D262B7912}"/>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891A6B2-4833-48F0-803F-A93257B34A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A94ABBC-D2BF-4BF8-94C0-6D5F36FCC4A1}"/>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A11D6621-8F63-4EA6-A5C7-E10D4D675E98}"/>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ABE4B9A0-21D8-46EA-8E60-043B05171D9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C191FB7-08C4-49CE-A84C-B3A433B6A804}"/>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4796688E-8104-4DA9-9A5E-E0438A332A0B}"/>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4E782814-05F9-48EA-9196-34D1D7456E6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A77EBEFD-5343-4F6D-A493-62A2808BCA71}"/>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3EF94CDA-C6B3-422F-8D88-80DDAAB95032}"/>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CFF99468-F450-49DB-A993-363AAAC6B602}"/>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A3125271-9CAA-48DA-9180-3E51971D2D18}"/>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3673039-EF27-4F1C-9316-EEE2C16AB9D0}"/>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2FCE52E4-483D-4037-B8ED-FA780D50D75D}"/>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3C823C4F-BC7C-42B4-9970-A1E45B491977}"/>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C7C28FD7-6657-490D-8EE3-8C41296E9A3A}"/>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277686BA-F9AB-4129-A4C7-C9E18D59938F}"/>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D222BF4-5DC5-4D09-B929-B674A3A9062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3DA343E3-84E9-4AF3-B523-FD81AE2C29FB}"/>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CC6AAD3-E931-458A-93C0-FC43CA1E477F}"/>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CD1022EA-8F0C-4A29-BE23-1EEB21F2E5FB}"/>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51EDD38F-741E-4892-89CE-7A571A174E8C}"/>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73CFC0B1-3697-4627-90FB-6494266BB507}"/>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1A0EB785-A745-40A9-86F5-88381324E0E0}"/>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5B9A2255-7164-4959-8505-00E837B212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742848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2EDC03BC-D924-492C-B1BD-013E80AB51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6BBBB57E-66C0-4A2B-98A9-2768D86187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8D041D8B-ED36-4653-AB01-8937564B49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F80C6B3-2B0A-4EF6-A41B-F1D9044453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9F20BD9-0514-42F3-8959-8FF041A3CF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9DCDD9B2-6626-46AE-AC58-A6B8479F39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6D7BBBA-C771-4A34-B6D3-95B84DC039F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5E8C0526-1870-4213-A7DE-FD01723F9987}"/>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071A5D8C-444E-47D5-A5C5-C15EDCB431E5}"/>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4EECA3E-1306-4B98-808A-9D6F378BF361}"/>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8E8E90CF-ABEA-4BA8-97CD-D98D6EA5B226}"/>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BEAF3FAF-32BE-4142-B469-8B34C64742F1}"/>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4B2471DE-9ED5-4D2C-8123-EA9E5D02A30F}"/>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DF871C6-E859-47FE-8CE9-4CB5215990A7}"/>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DCBEDE68-EA99-49C3-AA45-3A32EDCB818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2BBD6767-908C-4BDF-BFEC-2C863ED1B8AA}"/>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908913FE-38DF-492B-949B-4B20B6D3100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7164220A-9A5D-4FEC-948A-6C84BEECA2B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45F0A19A-FECE-41DB-9E5E-7C8CA1077AD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B0633BF0-58C0-49D2-8A86-D8D8B86C68DF}"/>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E97A3FA-D225-4EBA-BA36-9E9445D762E3}"/>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A059BC3-F962-4EB2-AC5A-4550979E21EE}"/>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D619A3C8-9BE1-407D-9F4F-BE560578C605}"/>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CAD3C11F-7BDF-47A5-9010-38DAC8BAFAAD}"/>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491D27A-864C-4C03-B4B3-81B1529EC823}"/>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B5BEAE86-EA59-4F9F-A1D5-AD9FD0F33396}"/>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0ED33D15-FA71-4DFA-9982-7B3417372104}"/>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EB98CC84-A25B-47EB-97D2-9D45DBE2095F}"/>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5934C885-F1DC-4429-83DE-948F340069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881539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EFCD77B-B371-47AD-9351-FB76C7C02F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75C728C3-3ACB-4B8E-97BA-CB3BFB89F1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B77CD3EA-883A-4EC5-A1EF-337713CE8E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AA58E210-3A53-44AD-9C90-A6D4C21F53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410A43CF-3451-40F5-8F6F-77CE44C2B5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6B835CEE-9562-47AB-96BD-72D427DEEB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B6529808-D628-4586-A918-50A05652018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F17C4500-CF21-45DF-9C47-31E4BC4D1B7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12E4983B-DD7E-4D93-8B73-33B07B466F15}"/>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6716B002-4E4D-46AE-B466-4EA3F08315E8}"/>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93C0A3CE-2C80-42B1-88EE-F97EF6B5C961}"/>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43437B99-45D4-4124-B0D5-699EAFD9215A}"/>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7F518D2-4AB6-4526-9EA6-0075F090DCB6}"/>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F6648390-223E-480C-A055-F3F7B9CF8C2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52889F63-E83C-45B3-88B4-5883714125CE}"/>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2AE03703-BE7F-48A0-98DD-98A3A7ADC8E3}"/>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35D30E02-4160-4CD1-A11A-26BC531DB24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7DBE05BB-EA6E-425F-B5CD-B84D5E2D93AE}"/>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5E2B1C7-0DF6-467A-AE92-F610624FAAFD}"/>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31CD48A6-6D58-4EFA-979D-844051910C4B}"/>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5C33C4AD-B685-4607-A780-92B881A4535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302A8151-BFC3-45BD-8ADB-E84706E0278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B4FE8EDA-0D79-4828-86D1-D318E8AA0D47}"/>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1FD74A8C-964A-4648-99D8-A4DA9DB5CF9F}"/>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13B6BF0A-D255-40C5-AFF0-DCF0D405BFD3}"/>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98196814-C7C4-49CD-BA5D-DA46208DD998}"/>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82B064AB-1BD6-4643-A0E0-5E2B83C9CAA4}"/>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27D71A0-C419-49D2-A66D-2058BC20E104}"/>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9424CEEF-6CA7-4079-BF3D-776B86D33C13}"/>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B36367A3-B5B4-4A9B-BB65-6A887160CBA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26469316-764F-4575-8756-28FE70A8EADC}"/>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18F3EDF8-0DCF-43E9-8AFC-6877D3339373}"/>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26E266D7-9FE3-477D-9C69-AF7713FC0426}"/>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4E7BD792-B952-4CDB-94DA-A1FD7506CD1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0C5099BF-F604-46B1-8E9C-6A42CECB0D32}"/>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4747D227-8D39-42B8-9DA7-D6F4946BB7D2}"/>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92E2BC92-97CC-4F94-A17E-01A04F673C2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6DD1DA79-4E7C-44EE-8B02-E7088815D635}"/>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AB312BF-88FA-446D-BA7E-952233764735}"/>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0DAB494A-0394-4DB0-8FF9-CC8E3B5B4C4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2209F42-48ED-45DC-B661-0544D81C313E}"/>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DA2BC72D-4F31-430D-A2C7-0267C65E18D6}"/>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441BFB2-79AD-4829-9E7A-5FBA6E1920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3849508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E08BD5B7-5CFE-4D37-847F-F141F3135C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AFB9FDE3-9039-4884-BE61-1041D0E088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69BDC72A-5A00-4B4D-88E0-C10860BC71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58E7660-314B-401F-8645-E2A50440F1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297592E4-C45C-482A-9387-8221AB5056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A479F6EC-2FF8-4D1B-8265-5387A673D3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174024F3-D52B-4059-93CC-FFA7FD04DD0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74F058A3-F7C6-4B74-97C0-D3EB2E7E1C4B}"/>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57E70DD2-583E-4D94-8451-DD4E46273930}"/>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03F64C2D-11A7-47BC-BB45-6F0A0E02713E}"/>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35837402-0E9F-4E92-8584-5644464E50C4}"/>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639F7F8-633F-4E3C-B9EE-EF99D5379563}"/>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A1624B61-DA75-4022-ABB8-B9D001A90EEB}"/>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E27826E1-427F-4528-B034-5CDED19FEC64}"/>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F8CA7BA2-D7F1-404C-B41F-5ECEDE7984C6}"/>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B0BE1EFE-C848-418E-9531-30DE71579EE2}"/>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F4841D2-444B-495F-84BA-B664D627A1BD}"/>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5AAE03BC-515D-4C9E-A7B2-CFDB04AD8EFC}"/>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829E8EAC-1B0D-4A1B-9505-C5B589EF706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8B7ADABC-3503-41B8-9C97-3503E267A08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CD99554-EC80-4989-9A02-5BFEA3F20A8B}"/>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5F7B60F9-9B72-4703-AEE6-006D9CF8623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229CB32D-4850-4027-8E71-9645C4CA6B6D}"/>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340CE627-04BD-4F4D-97C7-CDA6590AF96E}"/>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A9A4E64-4A23-4767-8EA1-957D21D528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772799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78042138-C07C-46D1-813C-334CAD4A6C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7D1C8AAC-E73B-4FB4-A7C1-D3F588DC52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FDF7595D-0324-4B3B-9A4B-65018931D3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E18017D4-3245-42C9-8C5C-152FC8927D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0B20B20B-2614-4E46-802C-4B77F2AAC4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6510ADE3-D1CA-4416-A821-BB23D59236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BC2E2B4D-76D1-49E3-86FF-8FEE3AEF6FE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8B29BCA3-F9A6-4167-9C87-58EF4C5580C4}"/>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534EB2CA-91B4-4FE8-B28B-05D49B6626F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53D3E116-2B4F-4393-B9A2-227B1AEB0C1D}"/>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78DF1234-914B-4D6F-A5F2-9C2DDF33B8D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4AA081B3-5E5C-4FA6-AC99-CE45CBE5A2EE}"/>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E283D089-C960-4DBB-B7BD-27E703463C5B}"/>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6800826-7B79-49BC-B62E-414D50F754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772670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71F10257-D4C2-451A-A99D-A400568A9D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16504D25-B5CD-41BE-89A8-9F10BD9FFD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30805293-0DA5-47C6-8B0C-56E69BD3B8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B61B30F0-357C-485A-8C47-35DFCF725B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60A0396E-BC07-46CF-8D71-2B46C13D9F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0D1F1111-824F-41FD-88F2-8DAFCA31CB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FAF7B504-D6CA-4AEA-A0A8-0E02EB8F4718}"/>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F27E47AC-7308-4B28-AF97-EB5F8F5F410F}"/>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741250AC-2C3E-4873-93F8-7BCDF0B2E289}"/>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305C7EF7-5699-4D00-BB0C-8C3BBFB460BC}"/>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2E24CAEF-0B3B-4A4A-A21F-7013FBDB8689}"/>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FC68481-473F-479F-AC71-38A9BA61349C}"/>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783232C2-E6A4-498E-B54C-733392F660B2}"/>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268DA1B7-758B-469D-92F3-6C8741008A9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84DD46BD-81C9-4202-A4EA-1016C29A328C}"/>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5541B7A5-66C0-4E63-8628-B2F29F5B7956}"/>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8BD5BBB6-C888-49FD-9E40-E1E85F8D7B44}"/>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7D85AEAD-DAE3-4670-AEDF-E5FAC196C620}"/>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3CAD911-2F9D-4C08-AE17-238EAF739FD0}"/>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604D0198-2AEC-4A72-AEEF-D9650F30BADF}"/>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031A407A-D9FD-43AD-89B9-0F4C30E61BAB}"/>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DD1CB445-591B-45A3-9968-DD903D04FA31}"/>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32621B78-D729-4474-AEBE-6B9DE9CEACD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769D823F-3D1D-453D-8DEA-132E271EA777}"/>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8E318FDB-2B0C-47AE-8E4D-32145A6A3F6A}"/>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C8D3CFAF-4DF6-487E-8944-4053FD6A0F0C}"/>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D07DC4E8-F311-47DA-BBBA-2434E0D2E19C}"/>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2A82C466-BC1C-405C-9C17-54BCDFC1BEB4}"/>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27F51FB-B12E-4E4D-AA2B-158084A8E4BE}"/>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17F67E8-E902-478E-AAB6-257B6633708C}"/>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736FBE35-4B87-4CAD-999C-6B88186844E7}"/>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EEA2045C-2A64-414B-95E5-1CD20FFA22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136627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DA6E871F-9EF8-444F-A0FD-6462B14094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30C44FC5-C5CC-4E16-9C5D-1315B2F415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63B17AC2-27FA-410C-AED8-92A9FEEB08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995B5672-CBD3-49A1-89F8-A008E97AA8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B7C9D27D-038B-44FD-A513-25D12830E2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6DED68FF-AE45-414D-9B38-7D96AD4BF4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353CAAF-340D-4136-B66C-33B45D540DB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44D6CE7B-5BEE-46BB-AB7B-138E569F2680}"/>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B1039968-CE59-4A3F-897F-EE751627C54E}"/>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5DC91922-F5AE-4CDB-B6C5-338C57BCD5D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20413DFD-A147-4BD6-951A-D4EAC23A746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C0BFB702-7928-4C91-AFEF-AFC226AF3CA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CDFC3F66-F97F-4F93-970F-E3CDE473B833}"/>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35FF9868-7C95-4806-854A-2A2D18A11550}"/>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78087111-D195-4B74-B06E-4E14F093447E}"/>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475F889F-9314-4947-88B8-2AD18293EFB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831ACE15-E8E5-4017-BFFC-2EE4F170E25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E8AF16B6-1D04-4B37-A1ED-53F98608FB1F}"/>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165D61D2-7CAD-4654-88A1-9F39AE2E3DD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7FC7A7F1-12EF-439F-B7D8-2E776E8B2D53}"/>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5184340-F915-4B53-B380-BC0845CA5CF2}"/>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F76D432-E6BB-4806-9778-B95BE41D61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67642300"/>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B528187B-DA76-4D25-BA27-13BD1B6C77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2BFFCC04-7E0B-478C-A4C7-D06D73A62F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5DB807C4-6D0E-4AC6-84DB-4167060A60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F296E903-910E-42BA-8E01-21EB9BA2C6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E9C18E0-B820-474B-BC41-D76BA536B9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E3313F4-5B01-4F75-AEF3-ABEF48307D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8D3773AE-372C-4E58-9A0F-A8FB3532C6C0}"/>
              </a:ext>
            </a:extLst>
          </p:cNvPr>
          <p:cNvPicPr>
            <a:picLocks xmlns:a="http://schemas.openxmlformats.org/drawingml/2006/main" noChangeAspect="1"/>
          </p:cNvPicPr>
          <p:nvPr/>
        </p:nvPicPr>
        <p:blipFill>
          <a:blip xmlns:r="http://schemas.openxmlformats.org/officeDocument/2006/relationships" xmlns:a="http://schemas.openxmlformats.org/drawingml/2006/main" r:embed="R6e6dd32be3f5403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26A05F72-C9C9-4CB4-83F3-47D3CC2BFC5D}"/>
              </a:ext>
            </a:extLst>
          </p:cNvPr>
          <p:cNvPicPr>
            <a:picLocks xmlns:a="http://schemas.openxmlformats.org/drawingml/2006/main" noChangeAspect="1"/>
          </p:cNvPicPr>
          <p:nvPr/>
        </p:nvPicPr>
        <p:blipFill>
          <a:blip xmlns:r="http://schemas.openxmlformats.org/officeDocument/2006/relationships" xmlns:a="http://schemas.openxmlformats.org/drawingml/2006/main" r:embed="Rc8a3d4d66dbe45c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F4C2F98E-B643-47D1-8B05-20C84C13AC53}"/>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6100DAB8-0E79-4C3C-A7FE-0830A596967E}"/>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9301300F-B6EB-40FF-A65B-F4B69F9E05DB}"/>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DEE1850B-C047-411B-B2A2-142A4A4A3BA4}"/>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E8648789-711E-4446-93AA-F215135E0C46}"/>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23631256-4D11-4BCA-ADBF-A9AAC1AE7A55}"/>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59152C2-9D8A-4F15-BAC3-6143D81DEE92}"/>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A5A590A5-2136-47DB-9586-32EF4823509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AF0AF6EB-902B-411C-AFBF-E1619D730306}"/>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DE72D77-622A-4A3D-898F-3046D00A079E}"/>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FED530A-1364-4583-85B8-32AD6F8EF54E}"/>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5C9CBA8-75E6-4338-B54B-0A1A3993C381}"/>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42ACA17-41C2-44B5-8BBA-BAAC46BFEA23}"/>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D20E6DB6-73C5-4C3B-9CC1-15A6F104D59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DEFE2B6C-4799-418A-9B17-C8662A84C2E7}"/>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D469E1B0-2CD9-4767-80E9-446EDAA5769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94C6392-2518-410B-AC9E-17471B3100D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6FC68D34-34E0-4B40-8550-F541FD1A903D}"/>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59039FE9-6693-48D3-96D3-C72E9ADDCBE4}"/>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0D663072-B989-4160-BE96-2F1979CA83A5}"/>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5447420E-2FF1-4652-8092-29BEBE8A65C8}"/>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6E92881F-BBF1-4276-87BE-D56A748BBCF0}"/>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9E1A9392-B2A3-4D9E-A565-FEF57B35AC19}"/>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BC41C28-2F68-43C9-B3AA-E0158BB383D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03E53D91-3F0A-4294-9B7E-FDBD9D3BF30B}"/>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D75B352-0916-434E-9B89-ACF18E6C53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731886736"/>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3B15C6ED-5B39-487C-A3F5-298F455EB9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9E9B4148-2BB7-49E3-B2EF-7A1BCE4E4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0F6F0702-CCAE-4595-B579-DDDE8F5FCB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08B7637-4E74-4FB8-9BA4-E9795EB64E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D7953103-A7B1-4D51-96BD-81867028EB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12085DB-2D12-4B90-9153-2D26FB0245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30946F6-75CC-4083-8F9C-572D98D7A8B8}"/>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A3404FF3-913E-4A31-95AF-1A6EF0D3EAB5}"/>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A0CD109-29FF-438C-8E8E-101B4158D061}"/>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3B2DCDA6-E1E6-457C-A9C6-606B4E50F66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846870DE-3F6C-4905-80F5-E8169A8A38F9}"/>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FC1B784-7E6C-41FC-A4A1-AD7839B2DFC6}"/>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8CF0F73F-C335-4BA8-BE5A-B43DFE01CC29}"/>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800AEF1-23E2-42DF-AAB2-24584053D8A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B245C00-0DF5-4A3C-A69F-5B19915F8602}"/>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3A472FFC-7A53-48CD-8131-6FFA1F275AE1}"/>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E7DB5AF-C77D-438B-B24A-E4300FC94EB6}"/>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9E7A56C-BBE7-4C05-B313-F92595C7C32B}"/>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4084B80D-C7BD-4975-A776-679297D77455}"/>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B28C114B-A9C2-4967-AC6A-7349BB107CF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518111D-22AC-4DC9-90FC-C1F80977110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7328717-EDE3-48D9-AA58-52B02C42A24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F140428A-3DEF-4BBC-90BD-2A458086B8FA}"/>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A2B3364C-8CCA-4C9C-B7A3-3E321BAAB528}"/>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6B6C2155-49EC-4738-81B7-33714F6AEC51}"/>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F91E4FEB-0257-489D-94C1-F98CD15C5E5D}"/>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0A587D8-3EA8-48CF-B853-15DC450CE5E8}"/>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51700B2A-EFA6-42BB-8C2B-2CD5F1D83CA7}"/>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B73FE828-6A1A-4005-B84C-BAA005E0895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F64DEEC3-B2CD-414E-A5BB-752A10C9633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26C686C8-7424-4DD3-8900-A3262DC5B8C0}"/>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691E84B6-A4E5-440C-B526-6D583F1303D8}"/>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C95D2661-FCFC-41F9-8D58-490787B9FAFC}"/>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0FFF0CC7-326A-4CBC-AA12-353EE48C8309}"/>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A0FBFAE-974B-4C14-99B1-FE9B68290196}"/>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B28278E1-7D91-42B1-8DE7-08376D987B04}"/>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19F12604-D804-4EF0-9A06-979D197CE8E1}"/>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1FBED611-FDD5-41DE-98B1-B1C50DE43476}"/>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4BFFB48-7329-482E-BFE5-83926B3AA6D9}"/>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9F4A59E0-5EDA-4C9A-BA8C-33D45A8E7E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754024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7CF99552-2CC8-4FE7-947C-6D38C49ADF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42482B8E-7B41-4DE1-AB8C-72FC65D3B3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038CE3E0-9314-4828-9ED4-7A6462DFB6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C3A854DF-213C-4CBE-A769-FDD1010EBB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CAF0EF3E-AB0B-4505-844B-DB3B209E68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B3D910BB-F130-4A23-94D4-6B641B3D2E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0FB6DB7B-E8F4-494E-AA99-3857C4B68F64}"/>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C0CC96B-AF23-483C-9891-7858E0080C9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90C81E74-5165-4E7F-84A9-08AA0A866E1F}"/>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970EDBA0-73AC-41F4-BE32-B1F21BED80A6}"/>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EAFD9A7-64F1-4F52-B03C-21BE1CDD7D77}"/>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7B1D08F7-226B-4C6C-AC23-1D806B22FF92}"/>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B07C00D4-5D2C-46FB-9F94-4573C3AFF982}"/>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369E2A66-0B16-43CE-9BD6-D4366C464056}"/>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3F7CF08E-E2A1-4D21-9911-ACA65E247622}"/>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08E71458-1003-4072-AE84-ED5B494B240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3FF642FB-5AE1-42CB-96E5-EB4B87ACDB1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68892A0C-3D20-4A09-966E-3688752FD9B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6CABC549-7563-474C-901D-47D40EB7DF68}"/>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7C982D9B-A36F-47A9-BFCD-098D9A2DFB4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17562701-25AA-45D0-B466-3166D732681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674544DB-F023-4ECD-AC56-A941BEE2B6F4}"/>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47728DAA-97AE-494B-BC06-0AF2D4B7C1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916733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0FA0C629-485F-46F6-83CE-58C47A8518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61992529-29DF-4BB9-B4F4-EBE58DEC2A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16FD3185-00A9-4647-9675-7094670DBD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331398CE-5DD7-442F-8F28-01E16808CA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E79F6EE3-D13B-4B33-A34B-CBD3414B33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5A80A955-0FBB-48D5-A125-7D4DAC59AE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414E6A93-287F-4EF5-9C09-1E71C11055C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333FBFE3-69B0-4AF3-B27B-FCC90E9BDE7D}"/>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15DDC8-F702-4DA4-82E9-017D2C072ADC}"/>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8A87675D-0C51-487C-AA89-18E63A38E30B}"/>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9E884CA4-93A1-4777-823E-8B6C419D6A9A}"/>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FC3834D-067E-49D8-9D74-3FAAE56A0C34}"/>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0FF86E9-81BD-41CC-A0E4-74C5CE0E8E82}"/>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79BDA150-DCAE-4AC3-A8D6-21072047C82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C0ECB56D-6107-4CBF-80FE-4A47AA9F3E8B}"/>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0D06F6C4-8CBE-4072-BC81-55B7B685CBC5}"/>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04E6AE30-B16B-4A13-AC75-9A5E1475AAD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6EE47A55-EC14-4A87-8976-391099FF061B}"/>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7D0A3426-743A-4ACC-A9C0-46B3F64CD330}"/>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7AF9171C-2BC9-4815-BD06-F44561388CB5}"/>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B87A733D-E5D7-4986-990A-4196033F22BF}"/>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2" name="">
            <a:extLst xmlns:a="http://schemas.openxmlformats.org/drawingml/2006/main">
              <a:ext uri="{FF2B5EF4-FFF2-40B4-BE49-F238E27FC236}">
                <a16:creationId xmlns:a16="http://schemas.microsoft.com/office/drawing/2014/main" id="{C6A12F5B-EBAF-4B16-9B83-AF03028C298B}"/>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
            <a:extLst xmlns:a="http://schemas.openxmlformats.org/drawingml/2006/main">
              <a:ext uri="{FF2B5EF4-FFF2-40B4-BE49-F238E27FC236}">
                <a16:creationId xmlns:a16="http://schemas.microsoft.com/office/drawing/2014/main" id="{3F8DD677-60A7-4EB3-BE2A-F0AB36581D34}"/>
              </a:ext>
            </a:extLst>
          </p:cNvPr>
          <p:cNvSpPr>
            <a:spLocks xmlns:a="http://schemas.openxmlformats.org/drawingml/2006/main" noGrp="1"/>
          </p:cNvSpPr>
          <p:nvPr/>
        </p:nvSpPr>
        <p:spPr>
          <a:xfrm xmlns:a="http://schemas.openxmlformats.org/drawingml/2006/main">
            <a:off x="5410200" y="2790825"/>
            <a:ext cx="923925" cy="20955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9EAF37C-D84E-459D-9A76-C8D6F82D2518}"/>
              </a:ext>
            </a:extLst>
          </p:cNvPr>
          <p:cNvSpPr>
            <a:spLocks xmlns:a="http://schemas.openxmlformats.org/drawingml/2006/main" noGrp="1"/>
          </p:cNvSpPr>
          <p:nvPr/>
        </p:nvSpPr>
        <p:spPr>
          <a:xfrm xmlns:a="http://schemas.openxmlformats.org/drawingml/2006/main">
            <a:off x="5410200" y="4267200"/>
            <a:ext cx="923925" cy="20955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5" name="재사용">
            <a:extLst xmlns:a="http://schemas.openxmlformats.org/drawingml/2006/main">
              <a:ext uri="{FF2B5EF4-FFF2-40B4-BE49-F238E27FC236}">
                <a16:creationId xmlns:a16="http://schemas.microsoft.com/office/drawing/2014/main" id="{51A3D49D-EFA1-48DD-BFFE-5ED80E501DA2}"/>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8C84ABD1-1F68-41A9-AF0A-0827A243E39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87A8F784-AF7B-401D-9CBC-53707A9898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914063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밝기 통계 작업에서 확인한 CLI 기록">
            <a:extLst xmlns:a="http://schemas.openxmlformats.org/drawingml/2006/main">
              <a:ext uri="{FF2B5EF4-FFF2-40B4-BE49-F238E27FC236}">
                <a16:creationId xmlns:a16="http://schemas.microsoft.com/office/drawing/2014/main" id="{E8096314-2B33-4F4C-9B60-6B7AC8B532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481CDA0C-B368-424C-8E77-28B1E8E090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의 발견과 본문 포함을 확인했다">
            <a:extLst xmlns:a="http://schemas.openxmlformats.org/drawingml/2006/main">
              <a:ext uri="{FF2B5EF4-FFF2-40B4-BE49-F238E27FC236}">
                <a16:creationId xmlns:a16="http://schemas.microsoft.com/office/drawing/2014/main" id="{C63FBFFD-E3E2-4977-8853-D76E644762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발견과 본문 포함을 확인했다</a:t>
            </a:r>
          </a:p>
        </p:txBody>
      </p:sp>
      <p:sp>
        <p:nvSpPr>
          <p:cNvPr id="4" name="">
            <a:extLst xmlns:a="http://schemas.openxmlformats.org/drawingml/2006/main">
              <a:ext uri="{FF2B5EF4-FFF2-40B4-BE49-F238E27FC236}">
                <a16:creationId xmlns:a16="http://schemas.microsoft.com/office/drawing/2014/main" id="{5D221570-2176-48CF-ADA8-C82AA73336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아래는 기록 요약·재구성이며 실제 UI 캡처가 아님">
            <a:extLst xmlns:a="http://schemas.openxmlformats.org/drawingml/2006/main">
              <a:ext uri="{FF2B5EF4-FFF2-40B4-BE49-F238E27FC236}">
                <a16:creationId xmlns:a16="http://schemas.microsoft.com/office/drawing/2014/main" id="{F59E193A-9D86-4611-9350-FF605F629D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아래는 기록 요약·재구성이며 실제 UI 캡처가 아님</a:t>
            </a:r>
          </a:p>
        </p:txBody>
      </p:sp>
      <p:sp>
        <p:nvSpPr>
          <p:cNvPr id="6" name="별도 load UI 이벤트 없음 · 본문 포함이 모든 지침 준수나 현재 Desktop 동작을 보장하지 않음">
            <a:extLst xmlns:a="http://schemas.openxmlformats.org/drawingml/2006/main">
              <a:ext uri="{FF2B5EF4-FFF2-40B4-BE49-F238E27FC236}">
                <a16:creationId xmlns:a16="http://schemas.microsoft.com/office/drawing/2014/main" id="{C49C4B3A-60F8-406B-880D-5308FE5C0A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UI 이벤트 없음 · 본문 포함이 모든 지침 준수나 현재 Desktop 동작을 보장하지 않음</a:t>
            </a:r>
          </a:p>
        </p:txBody>
      </p:sp>
      <p:sp>
        <p:nvSpPr>
          <p:cNvPr id="7" name="">
            <a:extLst xmlns:a="http://schemas.openxmlformats.org/drawingml/2006/main">
              <a:ext uri="{FF2B5EF4-FFF2-40B4-BE49-F238E27FC236}">
                <a16:creationId xmlns:a16="http://schemas.microsoft.com/office/drawing/2014/main" id="{49609CE3-C8BF-4C4E-B936-07F511B4765E}"/>
              </a:ext>
            </a:extLst>
          </p:cNvPr>
          <p:cNvSpPr>
            <a:spLocks xmlns:a="http://schemas.openxmlformats.org/drawingml/2006/main" noGrp="1"/>
          </p:cNvSpPr>
          <p:nvPr/>
        </p:nvSpPr>
        <p:spPr>
          <a:xfrm xmlns:a="http://schemas.openxmlformats.org/drawingml/2006/main">
            <a:off x="609600" y="201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A47508F8-027E-4397-8396-3A3156238225}"/>
              </a:ext>
            </a:extLst>
          </p:cNvPr>
          <p:cNvSpPr>
            <a:spLocks xmlns:a="http://schemas.openxmlformats.org/drawingml/2006/main" noGrp="1"/>
          </p:cNvSpPr>
          <p:nvPr/>
        </p:nvSpPr>
        <p:spPr>
          <a:xfrm xmlns:a="http://schemas.openxmlformats.org/drawingml/2006/main">
            <a:off x="609600" y="2152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9" name="목록에서 발견">
            <a:extLst xmlns:a="http://schemas.openxmlformats.org/drawingml/2006/main">
              <a:ext uri="{FF2B5EF4-FFF2-40B4-BE49-F238E27FC236}">
                <a16:creationId xmlns:a16="http://schemas.microsoft.com/office/drawing/2014/main" id="{95E0B29B-C642-4289-B1B3-EF8169278226}"/>
              </a:ext>
            </a:extLst>
          </p:cNvPr>
          <p:cNvSpPr>
            <a:spLocks xmlns:a="http://schemas.openxmlformats.org/drawingml/2006/main" noGrp="1"/>
          </p:cNvSpPr>
          <p:nvPr/>
        </p:nvSpPr>
        <p:spPr>
          <a:xfrm xmlns:a="http://schemas.openxmlformats.org/drawingml/2006/main">
            <a:off x="1438275" y="210502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목록에서 발견</a:t>
            </a:r>
          </a:p>
        </p:txBody>
      </p:sp>
      <p:sp>
        <p:nvSpPr>
          <p:cNvPr id="10" name="/skills → graypipe-performance">
            <a:extLst xmlns:a="http://schemas.openxmlformats.org/drawingml/2006/main">
              <a:ext uri="{FF2B5EF4-FFF2-40B4-BE49-F238E27FC236}">
                <a16:creationId xmlns:a16="http://schemas.microsoft.com/office/drawing/2014/main" id="{6BD0A815-9C38-4020-A2CB-7751AFC8E69A}"/>
              </a:ext>
            </a:extLst>
          </p:cNvPr>
          <p:cNvSpPr>
            <a:spLocks xmlns:a="http://schemas.openxmlformats.org/drawingml/2006/main" noGrp="1"/>
          </p:cNvSpPr>
          <p:nvPr/>
        </p:nvSpPr>
        <p:spPr>
          <a:xfrm xmlns:a="http://schemas.openxmlformats.org/drawingml/2006/main">
            <a:off x="1438275" y="251460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/skills → graypipe-performance</a:t>
            </a:r>
          </a:p>
        </p:txBody>
      </p:sp>
      <p:sp>
        <p:nvSpPr>
          <p:cNvPr id="11" name="이름과 잘린 설명이 표시됨 · 경로는 목록에 없었음">
            <a:extLst xmlns:a="http://schemas.openxmlformats.org/drawingml/2006/main">
              <a:ext uri="{FF2B5EF4-FFF2-40B4-BE49-F238E27FC236}">
                <a16:creationId xmlns:a16="http://schemas.microsoft.com/office/drawing/2014/main" id="{F45D0B87-B6A4-4594-B539-CA40EE9794D3}"/>
              </a:ext>
            </a:extLst>
          </p:cNvPr>
          <p:cNvSpPr>
            <a:spLocks xmlns:a="http://schemas.openxmlformats.org/drawingml/2006/main" noGrp="1"/>
          </p:cNvSpPr>
          <p:nvPr/>
        </p:nvSpPr>
        <p:spPr>
          <a:xfrm xmlns:a="http://schemas.openxmlformats.org/drawingml/2006/main">
            <a:off x="1438275" y="287655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이름과 잘린 설명이 표시됨 · 경로는 목록에 없었음</a:t>
            </a:r>
          </a:p>
        </p:txBody>
      </p:sp>
      <p:sp>
        <p:nvSpPr>
          <p:cNvPr id="12" name="">
            <a:extLst xmlns:a="http://schemas.openxmlformats.org/drawingml/2006/main">
              <a:ext uri="{FF2B5EF4-FFF2-40B4-BE49-F238E27FC236}">
                <a16:creationId xmlns:a16="http://schemas.microsoft.com/office/drawing/2014/main" id="{1E62A1B9-CE9E-40B8-A92F-A903FE9C1C69}"/>
              </a:ext>
            </a:extLst>
          </p:cNvPr>
          <p:cNvSpPr>
            <a:spLocks xmlns:a="http://schemas.openxmlformats.org/drawingml/2006/main" noGrp="1"/>
          </p:cNvSpPr>
          <p:nvPr/>
        </p:nvSpPr>
        <p:spPr>
          <a:xfrm xmlns:a="http://schemas.openxmlformats.org/drawingml/2006/main">
            <a:off x="609600" y="3209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2">
            <a:extLst xmlns:a="http://schemas.openxmlformats.org/drawingml/2006/main">
              <a:ext uri="{FF2B5EF4-FFF2-40B4-BE49-F238E27FC236}">
                <a16:creationId xmlns:a16="http://schemas.microsoft.com/office/drawing/2014/main" id="{DA9B8104-C8D7-4E87-9792-9777CFC2F371}"/>
              </a:ext>
            </a:extLst>
          </p:cNvPr>
          <p:cNvSpPr>
            <a:spLocks xmlns:a="http://schemas.openxmlformats.org/drawingml/2006/main" noGrp="1"/>
          </p:cNvSpPr>
          <p:nvPr/>
        </p:nvSpPr>
        <p:spPr>
          <a:xfrm xmlns:a="http://schemas.openxmlformats.org/drawingml/2006/main">
            <a:off x="609600" y="3343275"/>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14" name="작업과 함께 명시적으로 호출">
            <a:extLst xmlns:a="http://schemas.openxmlformats.org/drawingml/2006/main">
              <a:ext uri="{FF2B5EF4-FFF2-40B4-BE49-F238E27FC236}">
                <a16:creationId xmlns:a16="http://schemas.microsoft.com/office/drawing/2014/main" id="{4E09995C-2809-4EE2-8799-F3E9570EC15B}"/>
              </a:ext>
            </a:extLst>
          </p:cNvPr>
          <p:cNvSpPr>
            <a:spLocks xmlns:a="http://schemas.openxmlformats.org/drawingml/2006/main" noGrp="1"/>
          </p:cNvSpPr>
          <p:nvPr/>
        </p:nvSpPr>
        <p:spPr>
          <a:xfrm xmlns:a="http://schemas.openxmlformats.org/drawingml/2006/main">
            <a:off x="1438275" y="3295650"/>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작업과 함께 명시적으로 호출</a:t>
            </a:r>
          </a:p>
        </p:txBody>
      </p:sp>
      <p:sp>
        <p:nvSpPr>
          <p:cNvPr id="15" name="$graypipe-performance">
            <a:extLst xmlns:a="http://schemas.openxmlformats.org/drawingml/2006/main">
              <a:ext uri="{FF2B5EF4-FFF2-40B4-BE49-F238E27FC236}">
                <a16:creationId xmlns:a16="http://schemas.microsoft.com/office/drawing/2014/main" id="{8A8758BC-E3E6-4C6C-911F-64CA0B11E18E}"/>
              </a:ext>
            </a:extLst>
          </p:cNvPr>
          <p:cNvSpPr>
            <a:spLocks xmlns:a="http://schemas.openxmlformats.org/drawingml/2006/main" noGrp="1"/>
          </p:cNvSpPr>
          <p:nvPr/>
        </p:nvSpPr>
        <p:spPr>
          <a:xfrm xmlns:a="http://schemas.openxmlformats.org/drawingml/2006/main">
            <a:off x="1438275" y="3705225"/>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$graypipe-performance</a:t>
            </a:r>
          </a:p>
        </p:txBody>
      </p:sp>
      <p:sp>
        <p:nvSpPr>
          <p:cNvPr id="16" name="밝기 통계(image_statistics)의 시간·할당량 조사">
            <a:extLst xmlns:a="http://schemas.openxmlformats.org/drawingml/2006/main">
              <a:ext uri="{FF2B5EF4-FFF2-40B4-BE49-F238E27FC236}">
                <a16:creationId xmlns:a16="http://schemas.microsoft.com/office/drawing/2014/main" id="{ED2929D2-CE83-4589-991E-AAADE796EE67}"/>
              </a:ext>
            </a:extLst>
          </p:cNvPr>
          <p:cNvSpPr>
            <a:spLocks xmlns:a="http://schemas.openxmlformats.org/drawingml/2006/main" noGrp="1"/>
          </p:cNvSpPr>
          <p:nvPr/>
        </p:nvSpPr>
        <p:spPr>
          <a:xfrm xmlns:a="http://schemas.openxmlformats.org/drawingml/2006/main">
            <a:off x="1438275" y="4067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밝기 통계(image_statistics)의 시간·할당량 조사</a:t>
            </a:r>
          </a:p>
        </p:txBody>
      </p:sp>
      <p:sp>
        <p:nvSpPr>
          <p:cNvPr id="17" name="">
            <a:extLst xmlns:a="http://schemas.openxmlformats.org/drawingml/2006/main">
              <a:ext uri="{FF2B5EF4-FFF2-40B4-BE49-F238E27FC236}">
                <a16:creationId xmlns:a16="http://schemas.microsoft.com/office/drawing/2014/main" id="{A0F0CCD3-A1F7-4E02-9FBA-68FF0BE85197}"/>
              </a:ext>
            </a:extLst>
          </p:cNvPr>
          <p:cNvSpPr>
            <a:spLocks xmlns:a="http://schemas.openxmlformats.org/drawingml/2006/main" noGrp="1"/>
          </p:cNvSpPr>
          <p:nvPr/>
        </p:nvSpPr>
        <p:spPr>
          <a:xfrm xmlns:a="http://schemas.openxmlformats.org/drawingml/2006/main">
            <a:off x="609600" y="4400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3">
            <a:extLst xmlns:a="http://schemas.openxmlformats.org/drawingml/2006/main">
              <a:ext uri="{FF2B5EF4-FFF2-40B4-BE49-F238E27FC236}">
                <a16:creationId xmlns:a16="http://schemas.microsoft.com/office/drawing/2014/main" id="{DFE33044-47B9-4D41-9880-7936C11B8AE3}"/>
              </a:ext>
            </a:extLst>
          </p:cNvPr>
          <p:cNvSpPr>
            <a:spLocks xmlns:a="http://schemas.openxmlformats.org/drawingml/2006/main" noGrp="1"/>
          </p:cNvSpPr>
          <p:nvPr/>
        </p:nvSpPr>
        <p:spPr>
          <a:xfrm xmlns:a="http://schemas.openxmlformats.org/drawingml/2006/main">
            <a:off x="609600" y="453390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19" name="실행 기록에서 본문 포함 확인">
            <a:extLst xmlns:a="http://schemas.openxmlformats.org/drawingml/2006/main">
              <a:ext uri="{FF2B5EF4-FFF2-40B4-BE49-F238E27FC236}">
                <a16:creationId xmlns:a16="http://schemas.microsoft.com/office/drawing/2014/main" id="{2790281E-FE10-427E-BD91-2D3C26DF4E2F}"/>
              </a:ext>
            </a:extLst>
          </p:cNvPr>
          <p:cNvSpPr>
            <a:spLocks xmlns:a="http://schemas.openxmlformats.org/drawingml/2006/main" noGrp="1"/>
          </p:cNvSpPr>
          <p:nvPr/>
        </p:nvSpPr>
        <p:spPr>
          <a:xfrm xmlns:a="http://schemas.openxmlformats.org/drawingml/2006/main">
            <a:off x="1438275" y="448627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실행 기록에서 본문 포함 확인</a:t>
            </a:r>
          </a:p>
        </p:txBody>
      </p:sp>
      <p:sp>
        <p:nvSpPr>
          <p:cNvPr id="20" name=".agents/skills/graypipe-performance/SKILL.md">
            <a:extLst xmlns:a="http://schemas.openxmlformats.org/drawingml/2006/main">
              <a:ext uri="{FF2B5EF4-FFF2-40B4-BE49-F238E27FC236}">
                <a16:creationId xmlns:a16="http://schemas.microsoft.com/office/drawing/2014/main" id="{872910AB-0558-4DA9-9DDC-6522BEFE7F17}"/>
              </a:ext>
            </a:extLst>
          </p:cNvPr>
          <p:cNvSpPr>
            <a:spLocks xmlns:a="http://schemas.openxmlformats.org/drawingml/2006/main" noGrp="1"/>
          </p:cNvSpPr>
          <p:nvPr/>
        </p:nvSpPr>
        <p:spPr>
          <a:xfrm xmlns:a="http://schemas.openxmlformats.org/drawingml/2006/main">
            <a:off x="1438275" y="489585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.agents/skills/graypipe-performance/SKILL.md</a:t>
            </a:r>
          </a:p>
        </p:txBody>
      </p:sp>
      <p:sp>
        <p:nvSpPr>
          <p:cNvPr id="21" name="이름·경로·전체 지침 본문이 실행 trace에 포함됨">
            <a:extLst xmlns:a="http://schemas.openxmlformats.org/drawingml/2006/main">
              <a:ext uri="{FF2B5EF4-FFF2-40B4-BE49-F238E27FC236}">
                <a16:creationId xmlns:a16="http://schemas.microsoft.com/office/drawing/2014/main" id="{D225826F-52B0-41E0-AA34-7718FB3C0BF3}"/>
              </a:ext>
            </a:extLst>
          </p:cNvPr>
          <p:cNvSpPr>
            <a:spLocks xmlns:a="http://schemas.openxmlformats.org/drawingml/2006/main" noGrp="1"/>
          </p:cNvSpPr>
          <p:nvPr/>
        </p:nvSpPr>
        <p:spPr>
          <a:xfrm xmlns:a="http://schemas.openxmlformats.org/drawingml/2006/main">
            <a:off x="1438275" y="525780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이름·경로·전체 지침 본문이 실행 trace에 포함됨</a:t>
            </a:r>
          </a:p>
        </p:txBody>
      </p:sp>
      <p:sp>
        <p:nvSpPr>
          <p:cNvPr id="22" name="Legacy module connection">
            <a:extLst xmlns:a="http://schemas.openxmlformats.org/drawingml/2006/main">
              <a:ext uri="{FF2B5EF4-FFF2-40B4-BE49-F238E27FC236}">
                <a16:creationId xmlns:a16="http://schemas.microsoft.com/office/drawing/2014/main" id="{DAEF77C1-A69C-44EF-BA30-35D10F5541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2787058"/>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3 · 위치 이동을 실제 문장과 기록으로 확인">
            <a:extLst xmlns:a="http://schemas.openxmlformats.org/drawingml/2006/main">
              <a:ext uri="{FF2B5EF4-FFF2-40B4-BE49-F238E27FC236}">
                <a16:creationId xmlns:a16="http://schemas.microsoft.com/office/drawing/2014/main" id="{28328949-2DA9-46D0-B4C3-3AA82E4AE5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위치 이동을 실제 문장과 기록으로 확인</a:t>
            </a:r>
          </a:p>
        </p:txBody>
      </p:sp>
      <p:sp>
        <p:nvSpPr>
          <p:cNvPr id="2" name="S55">
            <a:extLst xmlns:a="http://schemas.openxmlformats.org/drawingml/2006/main">
              <a:ext uri="{FF2B5EF4-FFF2-40B4-BE49-F238E27FC236}">
                <a16:creationId xmlns:a16="http://schemas.microsoft.com/office/drawing/2014/main" id="{B03690AD-DCAE-4A99-9E1F-FBD060E042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의 지침과 관찰된 작업을 대응한다">
            <a:extLst xmlns:a="http://schemas.openxmlformats.org/drawingml/2006/main">
              <a:ext uri="{FF2B5EF4-FFF2-40B4-BE49-F238E27FC236}">
                <a16:creationId xmlns:a16="http://schemas.microsoft.com/office/drawing/2014/main" id="{826CDB62-0ED7-4433-B9F1-0466D63C0D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지침과 관찰된 작업을 대응한다</a:t>
            </a:r>
          </a:p>
        </p:txBody>
      </p:sp>
      <p:sp>
        <p:nvSpPr>
          <p:cNvPr id="4" name="">
            <a:extLst xmlns:a="http://schemas.openxmlformats.org/drawingml/2006/main">
              <a:ext uri="{FF2B5EF4-FFF2-40B4-BE49-F238E27FC236}">
                <a16:creationId xmlns:a16="http://schemas.microsoft.com/office/drawing/2014/main" id="{F5BA14FD-E79A-4487-8FD5-8F1F33EE6C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발췌 ↔ TRIAL-008의 보존된 관찰 요약 · 원문 실행 로그 화면이 아">
            <a:extLst xmlns:a="http://schemas.openxmlformats.org/drawingml/2006/main">
              <a:ext uri="{FF2B5EF4-FFF2-40B4-BE49-F238E27FC236}">
                <a16:creationId xmlns:a16="http://schemas.microsoft.com/office/drawing/2014/main" id="{20D53E8D-87D9-4722-A5A5-0A7603DE20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발췌 ↔ TRIAL-008의 보존된 관찰 요약 · 원문 실행 로그 화면이 아님</a:t>
            </a:r>
          </a:p>
        </p:txBody>
      </p:sp>
      <p:sp>
        <p:nvSpPr>
          <p:cNvPr id="6" name="본문 포함과 관찰의 대응 · Skill 단독 인과성·우월성·토큰/속도 효과를 입증하지 않음">
            <a:extLst xmlns:a="http://schemas.openxmlformats.org/drawingml/2006/main">
              <a:ext uri="{FF2B5EF4-FFF2-40B4-BE49-F238E27FC236}">
                <a16:creationId xmlns:a16="http://schemas.microsoft.com/office/drawing/2014/main" id="{AC84AFED-53F3-4591-AD0A-2E3A46B393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본문 포함과 관찰의 대응 · Skill 단독 인과성·우월성·토큰/속도 효과를 입증하지 않음</a:t>
            </a:r>
          </a:p>
        </p:txBody>
      </p:sp>
      <p:sp>
        <p:nvSpPr>
          <p:cNvPr id="7" name="normalize의 긴 요청 → 밝기 통계 요청 + 재사용 Skill">
            <a:extLst xmlns:a="http://schemas.openxmlformats.org/drawingml/2006/main">
              <a:ext uri="{FF2B5EF4-FFF2-40B4-BE49-F238E27FC236}">
                <a16:creationId xmlns:a16="http://schemas.microsoft.com/office/drawing/2014/main" id="{1C8EE231-CBE8-4106-8883-1BEAE9DE599B}"/>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normalize의 긴 요청 → 밝기 통계 요청 + 재사용 Skill</a:t>
            </a:r>
          </a:p>
        </p:txBody>
      </p:sp>
      <p:graphicFrame>
        <p:nvGraphicFramePr>
          <p:cNvPr id="8" name="">
            <a:extLst xmlns:a="http://schemas.openxmlformats.org/drawingml/2006/main">
              <a:ext uri="{FF2B5EF4-FFF2-40B4-BE49-F238E27FC236}">
                <a16:creationId xmlns:a16="http://schemas.microsoft.com/office/drawing/2014/main" id="{61BA17BB-4BC6-479A-B644-FBBD137CA0D8}"/>
              </a:ext>
            </a:extLst>
          </p:cNvPr>
          <p:cNvGraphicFramePr/>
          <p:nvPr/>
        </p:nvGraphicFramePr>
        <p:xfrm>
          <a:off xmlns:a="http://schemas.openxmlformats.org/drawingml/2006/main" x="609600" y="2343150"/>
          <a:ext xmlns:a="http://schemas.openxmlformats.org/drawingml/2006/main" cx="10972800" cy="2952750"/>
        </p:xfrm>
        <a:graphic xmlns:a="http://schemas.openxmlformats.org/drawingml/2006/main">
          <a:graphicData uri="http://schemas.openxmlformats.org/drawingml/2006/table">
            <a:tbl>
              <a:tblPr firstRow="0" bandRow="0"/>
              <a:tblGrid>
                <a:gridCol w="5191125"/>
                <a:gridCol w="5781675"/>
              </a:tblGrid>
              <a:tr h="438150">
                <a:tc>
                  <a:txBody>
                    <a:bodyPr wrap="none">
                      <a:noAutofit/>
                    </a:bodyPr>
                    <a:lstStyle/>
                    <a:p>
                      <a:pPr algn="l"/>
                      <a:r>
                        <a:rPr sz="1875" b="1">
                          <a:solidFill>
                            <a:srgbClr val="0B6172"/>
                          </a:solidFill>
                          <a:latin typeface="Malgun Gothic"/>
                          <a:ea typeface="Malgun Gothic"/>
                          <a:cs typeface="Malgun Gothic"/>
                        </a:rPr>
                        <a:t>Skill의 지침 · 원문 발췌</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같은 Trial에서 관찰된 기록 ·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838200">
                <a:tc>
                  <a:txBody>
                    <a:bodyPr wrap="none">
                      <a:noAutofit/>
                    </a:bodyPr>
                    <a:lstStyle/>
                    <a:p>
                      <a:pPr algn="l"/>
                      <a:r>
                        <a:rPr sz="1875" b="0">
                          <a:solidFill>
                            <a:srgbClr val="17212B"/>
                          </a:solidFill>
                          <a:latin typeface="Consolas"/>
                          <a:ea typeface="Consolas"/>
                          <a:cs typeface="Consolas"/>
                        </a:rPr>
                        <a:t>Establish a reproducible</a:t>
                      </a:r>
                    </a:p>
                    <a:p>
                      <a:pPr algn="l"/>
                      <a:r>
                        <a:rPr sz="1875" b="0">
                          <a:solidFill>
                            <a:srgbClr val="17212B"/>
                          </a:solidFill>
                          <a:latin typeface="Consolas"/>
                          <a:ea typeface="Consolas"/>
                          <a:cs typeface="Consolas"/>
                        </a:rPr>
                        <a:t>baseline before editing.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편집 전 같은 측정 명령으로 3회 실행</a:t>
                      </a:r>
                    </a:p>
                    <a:p>
                      <a:pPr algn="l"/>
                      <a:r>
                        <a:rPr sz="1875" b="0">
                          <a:solidFill>
                            <a:srgbClr val="17212B"/>
                          </a:solidFill>
                          <a:latin typeface="Malgun Gothic"/>
                          <a:ea typeface="Malgun Gothic"/>
                          <a:cs typeface="Malgun Gothic"/>
                        </a:rPr>
                        <a:t>입력 지문과 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State a concise plan before</a:t>
                      </a:r>
                    </a:p>
                    <a:p>
                      <a:pPr algn="l"/>
                      <a:r>
                        <a:rPr sz="1875" b="0">
                          <a:solidFill>
                            <a:srgbClr val="17212B"/>
                          </a:solidFill>
                          <a:latin typeface="Consolas"/>
                          <a:ea typeface="Consolas"/>
                          <a:cs typeface="Consolas"/>
                        </a:rPr>
                        <a:t>making edits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계획을 밝힘</a:t>
                      </a:r>
                    </a:p>
                    <a:p>
                      <a:pPr algn="l"/>
                      <a:r>
                        <a:rPr sz="1875" b="0">
                          <a:solidFill>
                            <a:srgbClr val="17212B"/>
                          </a:solidFill>
                          <a:latin typeface="Malgun Gothic"/>
                          <a:ea typeface="Malgun Gothic"/>
                          <a:cs typeface="Malgun Gothic"/>
                        </a:rPr>
                        <a:t>statistics.py의 변경 범위를 한정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Repeat the same benchmark with</a:t>
                      </a:r>
                    </a:p>
                    <a:p>
                      <a:pPr algn="l"/>
                      <a:r>
                        <a:rPr sz="1875" b="0">
                          <a:solidFill>
                            <a:srgbClr val="17212B"/>
                          </a:solidFill>
                          <a:latin typeface="Consolas"/>
                          <a:ea typeface="Consolas"/>
                          <a:cs typeface="Consolas"/>
                        </a:rPr>
                        <a:t>the same input and settings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함수·전체 테스트와 같은 benchmark</a:t>
                      </a:r>
                    </a:p>
                    <a:p>
                      <a:pPr algn="l"/>
                      <a:r>
                        <a:rPr sz="1875" b="0">
                          <a:solidFill>
                            <a:srgbClr val="17212B"/>
                          </a:solidFill>
                          <a:latin typeface="Malgun Gothic"/>
                          <a:ea typeface="Malgun Gothic"/>
                          <a:cs typeface="Malgun Gothic"/>
                        </a:rPr>
                        <a:t>CLI 샘플·diff 확인 및 최종 검토</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9" name="Task Prompt에는 이번 목표·6항목 보존·변경 범위를 남겼다">
            <a:extLst xmlns:a="http://schemas.openxmlformats.org/drawingml/2006/main">
              <a:ext uri="{FF2B5EF4-FFF2-40B4-BE49-F238E27FC236}">
                <a16:creationId xmlns:a16="http://schemas.microsoft.com/office/drawing/2014/main" id="{D67FFF51-EE44-4077-8C22-AB3CEB3BA6A5}"/>
              </a:ext>
            </a:extLst>
          </p:cNvPr>
          <p:cNvSpPr>
            <a:spLocks xmlns:a="http://schemas.openxmlformats.org/drawingml/2006/main" noGrp="1"/>
          </p:cNvSpPr>
          <p:nvPr/>
        </p:nvSpPr>
        <p:spPr>
          <a:xfrm xmlns:a="http://schemas.openxmlformats.org/drawingml/2006/main">
            <a:off x="609600" y="54292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Task Prompt에는 이번 목표·6항목 보존·변경 범위를 남겼다</a:t>
            </a:r>
          </a:p>
        </p:txBody>
      </p:sp>
      <p:sp>
        <p:nvSpPr>
          <p:cNvPr id="10" name="Legacy module connection">
            <a:extLst xmlns:a="http://schemas.openxmlformats.org/drawingml/2006/main">
              <a:ext uri="{FF2B5EF4-FFF2-40B4-BE49-F238E27FC236}">
                <a16:creationId xmlns:a16="http://schemas.microsoft.com/office/drawing/2014/main" id="{23AE39D9-A149-4F7B-B19C-12CF89B717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561267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10D0B15E-69BC-475A-9B00-D960D0560A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24E384D4-B054-4014-A5BA-C21335491F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50416293-682E-4721-8571-6771EBB0E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7B155F0-2003-4185-B727-6FF4CA73BA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ED2B45D8-BEAA-47AC-8EBD-74E25CFCF5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A86C1762-CE22-4FDB-9F30-32FD5DD06E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A2127D71-890E-4E48-8947-885D06F726CA}"/>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94146B46-E930-446E-928E-3B2692929AB1}"/>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637C36D5-E407-4691-88F4-1AE9A74F0189}"/>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845CB84B-1E1A-4B75-A685-6E2AB5587981}"/>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A9668D6A-3094-49FA-B496-9279DDBF9074}"/>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805D4802-9546-49DD-8740-48800D3BE5D4}"/>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5498D5A6-3458-4092-8333-0CA4FF164BA6}"/>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C849E1D0-ECE5-4103-9400-2279643B3FEE}"/>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993E4D63-7C36-43CF-B658-2BD3B27B89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8644354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B59E6A3F-B8E4-4F50-B446-85CFA27198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D44AC9D8-26BB-4489-BDBB-4A9BF3D347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9133F4C4-BDDC-47F7-8860-66DEEE442D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E9C3D465-FB45-45B5-A980-C8AB6710B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ED641499-5FEF-4F1B-A594-3D43186276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6C72D6AF-BA06-4BA0-800C-43B63A0AAA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5FA8B046-D7F6-4DEB-B510-E5689F007824}"/>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0D2812CE-6C62-4605-B7F5-721C58B1D4CD}"/>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C65B4242-CC2D-41C7-9C24-4A1523B0962D}"/>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794330A4-22A0-4DE3-A719-C9821357ECA5}"/>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0E12B7D5-4F42-4CBD-BF85-9BFC47DD6ED5}"/>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9D3B32A3-8DA0-40A2-BA5B-BBC1DB24FD41}"/>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9285CEA6-BFD7-4A62-BF2D-5026C1E726BE}"/>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112E3771-619A-4B4B-9BD6-E479C7C774A3}"/>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4918C78D-E4B4-4D9A-8C4B-60010DB13702}"/>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620B56FB-89CC-4E83-8F02-5547849AA931}"/>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B70B9A29-796D-49CB-9442-73367DDC1E23}"/>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079D9843-13E4-4DB2-B5CE-2F916D02385B}"/>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36942B8E-E79A-4618-A8EF-CBF9B6328FF8}"/>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9C417D83-F214-4A5F-80A7-659AFD19C4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02571716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388A1099-FE4D-46B0-9D8C-C847412318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55FD675C-7AA7-4493-9D06-B5CE134592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F4CC78FD-5105-463A-A2A5-6082C7FF88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444D1170-48F3-46E0-BD95-A12D3FCBD1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A64CE44C-2799-4534-AF67-310A71BC1A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24543F15-E072-4996-A2C5-660CD16E7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AFB8A975-9644-492A-8143-2233B8B1587E}"/>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C2F761D0-EB6C-4C19-B13D-75E8F0EF5B9A}"/>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70242B8E-F67F-41FE-9E88-15EF17EFEB5D}"/>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04BCC472-18D7-4A0B-A38E-6458EEF57D5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369ea07e5eed416d"/>
          </a:graphicData>
        </a:graphic>
      </p:graphicFrame>
      <p:sp>
        <p:nvSpPr>
          <p:cNvPr id="11" name="">
            <a:extLst xmlns:a="http://schemas.openxmlformats.org/drawingml/2006/main">
              <a:ext uri="{FF2B5EF4-FFF2-40B4-BE49-F238E27FC236}">
                <a16:creationId xmlns:a16="http://schemas.microsoft.com/office/drawing/2014/main" id="{F10B7EE8-E362-4426-BA26-8C1012D0A7D1}"/>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C4279A59-4D46-4ED6-8F0B-B83C7B11F216}"/>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2D8A12EC-0411-4024-A9CF-53A689E0C882}"/>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ADBD1A9C-5D79-4335-9C78-981DBCF12B3E}"/>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FCD4798-0666-4A58-89EF-623BA7582791}"/>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F5934E99-0F42-4FFA-836E-76F4EFE468E3}"/>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BC58EDE4-D442-41A8-977C-9A32D48E221A}"/>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62B617DE-11F8-4083-A53D-D0E11A7E6C09}"/>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F13E8A21-347D-482C-AB9B-0A3819DC16D2}"/>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DDA20A1E-A48B-4D24-B726-4E71FE57B3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8107598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CF0AA8FB-2957-417D-B820-0BF2467649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5174C425-E3EB-4E66-ACAC-22D43CCECA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5DC9A2FC-1F9B-4BA5-B48D-45EF146B19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B97A14C9-87D7-4403-A70F-394DC61121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CC0CDE44-AF31-4E20-90B3-FD6D0FD48B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B8F2C4B2-B7E0-4CB5-BC07-8A1B46B037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B494B371-75D9-4D53-B1F6-A6DCC37DDEC3}"/>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43223C68-3B2E-427D-835B-A415E3DDEA1A}"/>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14761C87-7F6C-4190-9AE2-075892CA0F7D}"/>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FD151A7A-438E-4C8D-994C-D104B27BD26C}"/>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53F6594B-F7F1-41EC-8F09-D4E256D84AFA}"/>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D430533B-0795-4179-B439-783308D36133}"/>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4E359985-1C57-460B-A583-E5CB66220219}"/>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323FA3A4-99F1-4AEE-8943-CB1EFD188DA4}"/>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33B1F2B7-5386-4A41-9949-2ADBFDBE2521}"/>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873A736D-B0A1-4EBB-9E25-D47CCB38897A}"/>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4338037D-D068-4A43-B0F1-E14D486C5F1B}"/>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0F40FB9-3F44-4E55-BE16-02734A335503}"/>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7FDD6C6-9C26-4017-8F7B-D408C58C01B8}"/>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1744FBA-8152-4083-A93C-0074B7729C45}"/>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DDB7AFF3-5C6C-4C01-9EB2-E54541ADADC8}"/>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FD71A793-E1FF-4D50-B346-8F6940D7C7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5019757"/>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C81D8783-C204-4BFA-90F5-ACFFA52D61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2098037C-A3B6-42C5-8F3B-AA0197ABCC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3A1AD13F-3D7F-4194-8348-672566F37F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10C33456-9BC6-4924-9049-7D408AF573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BAF72655-002F-49B7-BBB6-503F805B13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9E5E9357-4AF3-47F9-9DA2-21073304E0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0B6852C2-B667-4C83-80E1-27381FE80B95}"/>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8402AB37-4CA4-402D-B8B5-DAC9E1D47893}"/>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C3B2AC0C-003D-491E-967F-8EA7FC08746B}"/>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421BB40F-2BF4-4481-B16B-7A37DA5B6975}"/>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EF6919-870E-44FF-BE3F-4FEF60A3A10A}"/>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33B22A53-FFFA-4DFF-B689-037B30D9F45F}"/>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9286021B-E0CA-4B35-8C9F-A6146F593A13}"/>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2A925D2A-2F5D-4210-81AE-E3735616FBA8}"/>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000B22F-2261-43F7-8E8C-C8041BA8867D}"/>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5BE0625B-98BE-4304-970F-57D1BF8D0CAD}"/>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7FD69C54-2A26-41CF-9F6E-3B3CAE08C648}"/>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C0188215-3434-4B8C-899B-84D03AF224A9}"/>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6984710E-65D1-44F5-A967-8D57B4262A81}"/>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AAF30176-AED1-41C0-A2EF-7A3BFA725946}"/>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5A6847FC-73C9-4101-8BA9-A874F96ED8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362649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47EAA20E-AFE9-4C94-AD69-7973330142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356C65BB-BCFF-4EC1-B138-50B3F19B51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B3B6B262-E9E3-487A-B929-62F366EE4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1A4B7789-82FF-4809-A4E3-5159888674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6AD73895-FC15-42BD-9331-801E1BC5B1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69B2F680-9130-43F2-BA92-5C8ABC1D86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799FA2E0-E9AE-4EB8-8794-DEBCF3D23892}"/>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C8618589-C238-42B5-8457-1259A6E16A31}"/>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CD7DD86C-AC3F-48D4-B090-7FA7D1D69A30}"/>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CEAA6617-DF64-4D37-A619-B4AF9E8D4FD9}"/>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46FCC0C4-75EF-468F-9734-4E7C866A1BFA}"/>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0441259-05B3-43AF-A2BB-D7948451283B}"/>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78CA4EC4-5FE3-45A2-8BCF-BEB03557F3DA}"/>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66938521-6A99-40B1-B76C-BBAB7D4C99A1}"/>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70834BCC-04BE-448D-8437-E29EDE1364F8}"/>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9259C00-ECD9-4CA6-AE79-F97DE7011B02}"/>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DA64FA8E-8064-40D5-A904-5235AE9AC8D0}"/>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C62B303F-D68C-419F-B598-288D27AC19F6}"/>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810FC360-F440-4DCA-B2A9-C90D008CBDB5}"/>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792440E0-F6C9-41EA-BE41-9305F1819767}"/>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C3F3F1AD-B302-4B85-93BB-D385E7BBC4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945166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3661A15E-2932-4A9E-8B71-854A858DF5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90E1FFDC-34F5-4DB4-BE58-32DD685002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87EC6C72-1BD2-45BC-B838-1A09D94507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2CED5B40-BCF2-4BEE-B57A-23F249D10C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F4CE65EF-0BF2-44C1-AC2F-495B0EE283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CDEA07E6-6C0B-42EC-B518-3A8E95DBEC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A7D812AE-E338-43D4-BB16-A997620E5A58}"/>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3085943E-4F7D-4551-87D7-B42975E039E8}"/>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0AF69754-CD5F-4869-A75F-7F2A4F0D3458}"/>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C7441E88-6B14-4B4A-9A9B-BB72C709B7C5}"/>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C5B19041-6D2F-4ABA-B77B-961E9E6BB7AC}"/>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EEEC06F3-B55D-4A3E-AA82-A09FE3A509AC}"/>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3155EA75-526D-4662-BECE-EE6D3379064A}"/>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E18334E0-4058-4622-8F77-72747AEDC23F}"/>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7712C3FA-706A-4AD3-B67D-2D6F83E3AC16}"/>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081FCAD7-EB92-4559-B82E-C3B837D0A652}"/>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25CE69BF-435B-4B22-8755-C59531969318}"/>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DC11880C-E2F8-41AE-96AC-86010BE3AAFB}"/>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2D37B6A8-1F4D-4F30-9F65-9ECF9F33E60B}"/>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FEFA2F2B-98C6-437C-8BB1-D69E70E4B4F6}"/>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999C023A-2D45-4295-BA94-49996816CACB}"/>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2ED731CD-E0F9-4205-98B2-4FEC7BD0AAC7}"/>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580F8D85-8189-47D9-9F65-57948CD6422F}"/>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9DBA9FF2-D3C4-4E2E-9ACE-EE77DA7A1132}"/>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F65B3A90-150E-4316-B590-0BF09A61E5A0}"/>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ED149F3F-F9C8-4033-BA48-BDAA1BB5D7DB}"/>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40B83DDE-EBCF-4087-8F6E-B2D87141E1FE}"/>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F263D750-B605-4DD4-A1E9-E5C4246B0DBB}"/>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A869547E-18B4-41BA-A8FB-40CF6D57EB3D}"/>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063DB9AC-BAE3-46DB-9115-B1D0AEE86574}"/>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B71B097A-CAD1-4184-BD1A-4432981E8C9A}"/>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40A08772-6C1B-4FF6-AA0B-5CC6FE92EA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4868897"/>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CB563905-B136-4C75-8AB4-0D41513EE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748CE4B1-F559-415A-AD62-CE80DB7792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8771A8D1-FD9A-4F7E-9B64-314D1DD89A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AD70BFC1-6A0F-42D5-9B12-E995965A74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78ECEE33-D3B4-4B8B-BAE7-8ED289E953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2975F1F0-E836-4904-9D7F-B239FC8E6C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00A6C1ED-7540-451F-9EE0-386F60B03068}"/>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33C0EC0F-5B0D-4DF6-8C9A-334023A4B7D0}"/>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4211A84B-CE74-4264-AB64-3593B0E10A36}"/>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83E7CE11-6919-460E-9454-8F5FF3E207CA}"/>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327EFB67-FB11-433F-994E-80104371C400}"/>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772BFD89-E0EA-48B6-9FAD-97BA30F2CEB6}"/>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7D4F981C-0333-4847-86C9-5618B6E1DE17}"/>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F22AD28C-938E-459E-928F-17D1EA9D837A}"/>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69CE9B3C-420B-477E-AAB3-026F4D81A4DD}"/>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AE376E6A-624F-4265-8BDA-F79BF53B8520}"/>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1DED033D-7F4B-469A-9702-C1866408EBEE}"/>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5752E3F3-DDAB-4005-AD8F-360A0EEED67C}"/>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A140A339-5D02-4266-B84A-1CE5A6EA54E0}"/>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85B24411-D2F0-406F-AAD4-71F44B04F087}"/>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61E92DF1-3F29-40E8-BF51-0A44FB2FACD9}"/>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C422DE10-7AEA-481D-BE22-69A027CCA1B4}"/>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064F1002-D324-4263-8ECF-019A7840251A}"/>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08172F95-3107-4BFF-B4B1-1336DCFD5E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399155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0B961350-79DE-4CF0-BABC-6BDEB2E4A7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3DF50A99-D4AB-4D64-A0B4-ADA9BF67A7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D88B5EE4-B0E3-4FC3-B05E-34DCDAFC22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C029DB0D-57F1-4AC7-A39F-1B6FBB7787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C62D9D26-2ED9-47B1-857B-13D5BEF6CA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88521704-C6C7-48E1-832C-6468283576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469F997E-2892-441A-A85E-1AA5832E66D4}"/>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15926F0D-CECE-4455-BE21-8D51D6D5C3E0}"/>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771AA129-E1E5-4192-9003-15C1DE81033C}"/>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4059ACA9-6442-475B-AF43-B91F39EFD18C}"/>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4EF38697-4990-4BD5-A52C-41790CEC566E}"/>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326AAA2A-07BB-4320-A77A-4991272D212C}"/>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1785317-8117-4A6B-A64E-2F873A048587}"/>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E8F4D44D-6907-4A45-BF26-B9BF03BF487A}"/>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2348CB28-8DDF-4016-9C62-C60908951894}"/>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C4C4FC6B-872C-4B3D-B178-CCA4AA2F2AEA}"/>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5B9ABCF-209B-4EE3-BD0A-E28E6BDF41EA}"/>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7CF10328-1722-486C-A6D9-DBA9AED166C7}"/>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A62FF82A-31B8-4163-93B3-E175013EF9CD}"/>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398B77BA-2B29-4CBD-8035-265741BA4E84}"/>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B98AF87E-A25F-402C-A48C-E7AD000DC44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14644448-2969-4D1E-8815-10222245A2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8477005"/>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8A913A70-7D29-4D4B-B372-D3F75D7AE3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4658B76C-529F-4CD3-8FC8-F460D4262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46A3E9A8-965B-42AA-AA90-60A230697B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25E5E592-0420-442B-98E0-C69F6713C0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13BD979-E3E7-45EB-B666-000FA470988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14C71B52-445A-4DB5-A2C3-919978F347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66553F99-A73F-4EC3-A8A5-4DD08B43C5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15546A2C-0108-4726-95FE-F822D4E4E38F}"/>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AA387211-9410-407D-908B-B40D3B4D60B9}"/>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B41FD9F9-A95E-4254-8001-5A9CCB0E2CFF}"/>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29EAC6BE-3082-4C6F-8752-FAD22EA46D47}"/>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C88DBCA8-97E7-4AC0-ABAD-E9373808E36A}"/>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D10132F8-6358-4178-903F-16D9A6D3A0C6}"/>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08DDB93E-2643-447F-957E-1BAFE34C123F}"/>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A9CC8341-E5A0-4939-AC5C-96E07D5A45B2}"/>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832F3E62-7280-4013-B13E-D9EB25C22CC8}"/>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90A42462-226C-41F1-9B40-2E0FDB80D0AA}"/>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FBE545C4-B127-477F-BB5A-B1CD2B4E45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86072810"/>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466FD412-D993-43D6-B64A-F33BCD76DE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D677F1DF-96DA-4ECE-B2F2-C6E25EB76C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60F511D7-87D6-4BAC-A268-96D04E675F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23835D63-9428-49D1-B993-0D746C59FC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6C5CE53-D139-4406-AABD-C984C00EBE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3611013-D8C0-4935-91AC-40D5D17E8B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30CD50A8-4839-4A48-9BAF-467A292C63E5}"/>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E9B4FD67-F81F-41C0-8973-DF55A290B086}"/>
              </a:ext>
            </a:extLst>
          </p:cNvPr>
          <p:cNvPicPr>
            <a:picLocks xmlns:a="http://schemas.openxmlformats.org/drawingml/2006/main" noChangeAspect="1"/>
          </p:cNvPicPr>
          <p:nvPr/>
        </p:nvPicPr>
        <p:blipFill>
          <a:blip xmlns:r="http://schemas.openxmlformats.org/officeDocument/2006/relationships" xmlns:a="http://schemas.openxmlformats.org/drawingml/2006/main" r:embed="Rf12b0c34d1714c0b"/>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143974F7-2C61-4BA4-8B84-EC3CA5D2172F}"/>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100DF0E-1CB8-4591-8158-FAD93621FD3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0FE8FB08-0571-459B-9226-1150A3C653F5}"/>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BE9EB38D-40A2-4124-859B-73758F23C4D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20439F87-4F57-42B9-97D9-5401DCFE27A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0FCEF2E3-BC82-43F4-85C7-38BF8C928BFD}"/>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6916F749-15D0-48F0-93C2-0B7C137E1FD2}"/>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79BE3354-FD40-4676-9A85-F9F236375460}"/>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B8C76FB3-227B-4996-8315-20257CD57B52}"/>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052F045C-5706-4E4C-BE0E-2E44942B430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1096571F-F3BA-4733-96F4-5FC2E12B3F31}"/>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8C7CCF0E-1ED3-4FF0-966D-3A4489C545E3}"/>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8A3951D4-C0B1-4028-9B99-00BAA6ECB9CD}"/>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E5B57D91-8DC1-4205-9670-26DD2BB314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93702721"/>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24594E2C-DF28-47E3-9A41-872CBCAF2B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C5F9D7FE-5702-4856-BE74-612FB01F67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5C9A48D3-D8CA-4145-85B2-BEC320A3FF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889F37EC-9995-407D-8D10-A143030A89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CD1536DF-C796-45B0-B43F-5072068EB9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EB05931E-3E2F-4170-8FD5-F810B87B04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944C4BB2-CD4C-48E9-8680-C8860F7365C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4C658748-6C36-4D2C-9231-808E2944BA9F}"/>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CF60A1FB-F925-4741-AF16-056013C1A797}"/>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C33BCDE7-633A-4B66-90B6-D3FD86089CE8}"/>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99E63C3E-4A49-40DC-A7D7-4F8285FF7B40}"/>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8A1E3B62-FF98-4D64-BD48-3526131256E3}"/>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B8E47F62-A79E-4FF7-95E5-D0818086699B}"/>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1BE1AF57-1047-4BF6-9FBE-1C945EACE315}"/>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996E0C1-BDB6-40A8-AE7E-C338C83B0BC9}"/>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D825A891-1460-43C1-99C2-6BD3DFC9CAB3}"/>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A54B6A59-E78F-483E-8A51-22DBF9EEE0EC}"/>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53F7992D-816B-4B3E-96FC-F369268159A5}"/>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BF920F2E-0AE7-4CEA-991C-EDEDD18D19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5236303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BA30ED15-A3ED-4243-B562-E7112EFA1D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7A860975-67B4-435F-8D2D-48DC09A585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245A11CB-CCDB-4058-87E0-0B7BDD60AF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29475CB9-6696-4F78-AD9B-B47A3EC612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053183E9-EA89-4552-A651-6B68B3B961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B21183B0-26D1-441D-B4A0-45F24DFB3F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C146C170-7B88-4AEE-9999-FBD3E50ADDD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879532A4-0F6D-4993-98A0-E54364E7665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8C2F5616-6464-4B18-A680-202C5BEFC8BD}"/>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B262A91F-73CF-4FED-8395-FDB138C9ABE7}"/>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904D12AC-3565-4BD4-9514-125B215871F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C7E98454-7C7A-41AE-97CF-616B4C226404}"/>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1CE90CA3-049B-4B08-A293-C15340C39A7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DB6ECA93-0862-4837-93B1-0F84CAAAE7F6}"/>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D2738AFA-B6D9-4232-A618-EFB621B29DDD}"/>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3DF2251D-035C-4EDF-A6E6-53BD9381C1BA}"/>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0AF0F9AC-01F5-4EE7-8BBB-AD8964F2B19E}"/>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7A4D5DA3-AF97-4EF0-AFB6-B1ADD6172C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726278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59B3FB3B-F530-4EE1-8B82-885C0F8FFB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06EACF52-1EFD-499F-BED5-8518504450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F1EEE630-B37A-4436-A84D-FE642BF69A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E3AD091E-176C-4FAA-B5FC-A5FA575FC6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AD206EC9-6763-4EA1-985E-6843F91D53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11A36F40-D547-4572-BE8B-D72D0C4909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13816DED-A123-417B-BB26-8D25A160FD03}"/>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33C4A862-1119-4078-81E1-7C1FACA3B383}"/>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05337E1C-5FF1-4DA8-A031-87234173DF75}"/>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6C2E0883-B634-4324-98B9-F3AD63FE02F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FE6458F-AF6E-4C50-9314-E40230776C9F}"/>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79C9DE02-0DA2-4E73-9C74-5E97A792BB5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EEEF828-2E26-40B3-A023-198594832CDC}"/>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3B1B1E6C-C899-4D11-AE03-CDBEF7DFC442}"/>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8B024791-1A72-4B6A-A996-2F7511D4F1A5}"/>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B23F94A5-4335-458F-9803-35B9A17BFF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053061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1AB3F659-7F6F-41C0-8D4B-7A8A94BCDC5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88F102BF-E312-48AB-946B-79D367BE14E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E868DF56-2079-4230-B431-3DDCF8B5FA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CB8AFD3-13F0-4CE2-9FCD-6421C39B0B76}"/>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075395F-5EE5-4ADC-9A89-CE3F6828614B}"/>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52D8A9D-B404-4231-B82D-743A95618B7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B9E298B3-59AE-4BBD-ADDD-FAC57B0E411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174DFB5-BE9B-48F3-A0C8-730BD818F5C2}"/>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8B2F5C5-3318-4FEA-8E72-55BF480E935C}"/>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FC56CC9-E3E2-42B0-938C-F3334EFC0A85}"/>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FA63270D-998F-43D5-91DF-E9E61714770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6A647AB1-6F55-4908-82D4-F307EE1483AD}"/>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4F47962-5EF1-490B-AD14-C8DA24E64471}"/>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2ABD7BE5-28BF-4FBF-ABB9-7A448982CCBC}"/>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278DD27F-BEFE-4370-B6AC-CCF6E341BE3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F0E3B91C-77A6-4C56-875F-9F5E1F1C916D}"/>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CA81A5B4-A84B-4265-860C-F36CD1B5C118}"/>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5C41049A-9AF8-4E87-8087-04252F67B624}"/>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36D855D-2CCE-46C9-B36D-1D8A9CACB511}"/>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6B9FDD22-9E63-4686-A3E8-1291B1D1572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CA26F2D-58B3-4643-9FC0-0B5DA66372B2}"/>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A8902195-3365-424B-8139-353C459A2CBA}"/>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F924124-962D-4166-A5D5-85201697BE66}"/>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0234123F-0BE0-4B64-93AF-40894127B7EA}"/>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F5550FC6-A148-44C8-8ACE-4DC3473D1B56}"/>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076BD0BD-1D6F-4FA7-8CAC-543D38F1BA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6F1A1DD5-67D9-4FB9-9FD6-7BC0C11F93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FF56887-AA67-459D-9F14-1C1F9762E0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3A17FFC5-37C5-4E68-80EA-FD2125EEED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0942953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20B956B6-8EDA-47FE-9409-A92CE13DC1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488BBA5C-1F58-4A1A-9392-E340EDDEBC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2D1295C1-EA33-4365-9D4D-82D3D3A6D4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CCBACEA5-152D-4F8D-A399-E776E3011D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54C4A86F-217F-4426-9810-DF713B80F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C544AB8B-9C94-420C-B549-490F64623D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F5B9031D-9738-4532-9148-9360ACDBBEFF}"/>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F5014161-2F1B-48F0-A650-AD0626FBBF1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28337E7E-9181-434D-B418-C2CB3116759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E31C8631-50A7-4A8C-B7A9-4CE38F42813E}"/>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6BB7828-F4F3-49A1-ACD6-53F40538D598}"/>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E34C5C25-EDB3-491C-B130-D85F74EF17F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B517456C-1920-4A70-8D4B-D17A9ED987C8}"/>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541DABDA-43B4-4CB2-9DB3-6EEEAE93349F}"/>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9B1527AF-A048-41EF-A645-0EF9AFD278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99353773"/>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3236C52E-8E6C-4266-A1A2-5B04B3639D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190F1CBB-05F1-4D68-B697-80CCF33CE3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0E5EB92D-1C81-4329-B40F-08247ED52B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2AAF0A87-04EE-4240-A53F-C798ABED39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9400626A-C387-4F15-85ED-F42D23E5E0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F20037FB-1434-4C67-8C64-18160EB416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F7E9F110-C022-4E30-818D-A7BE90954FA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D9B7B84A-9AC3-4F62-90CB-C64D5DBC47F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798F826D-A21E-4E0D-9232-21BD6A4D6763}"/>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9C03DE3-FF13-4B32-88FF-AA088529726A}"/>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A6DC6007-8E6E-4F88-862F-5A6A3449677E}"/>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C18090FA-A4A6-44CF-B893-B421D180F6D9}"/>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AA7C49EC-675A-40F7-A0A9-86AF0B427DD0}"/>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0D787885-E423-4C6F-80D1-9433BA2058A6}"/>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F59025E7-2EB8-4D27-B2AD-3CA4459D4375}"/>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91C290F2-8C59-4884-9003-33DC20D703B4}"/>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DF888E0-B8E3-45CB-8971-C868561DF7BE}"/>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FEC4315D-EAD9-4A8B-9610-918D565314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7528303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45F8D273-6A73-4B00-9B61-8F6421851D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48F51C5D-20FD-45EA-83EA-7A9F55243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565D675C-60F6-4A8F-9D0F-C5D0ECEBCD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1A0D417A-059A-4A11-8F58-F3E93C13AD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C45E5978-1A97-48F3-A9BC-43DBC552F3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62477FCB-B8FC-4712-9038-A6B13C5307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8A21FB43-CB1C-49A5-A5E8-80236CA7A43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4B105942-DF44-4B18-9D8B-839D5F0C4986}"/>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E1D38E55-66AD-45F7-A67A-111D2B91C5DD}"/>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60E8BC66-3D82-4456-9AEE-0D977672C14E}"/>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30EC3393-26BA-4ECB-8A4B-53788F9F4C22}"/>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91FA3BCB-D75D-4854-A726-C33DAA5D4945}"/>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9C596403-6445-40A5-82F1-776BA303B9AB}"/>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C228A9BF-77A2-4123-A196-EF66519FB3F7}"/>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67BD044-0E1C-4494-B59E-037A11342BC4}"/>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EBF2C64D-9724-482E-B086-49C19200AB71}"/>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D65D78E9-721D-4AB7-BE00-BD43B504C180}"/>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CF150B8D-BACF-45D6-9CFA-DF5EAFBA7C4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B98DF82F-FBFC-42A8-96E5-7F4AFA22430C}"/>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B3295271-31D5-40D2-9B78-1A5F80383C3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70D9303D-9589-435E-9388-F5BAFD6F1C7C}"/>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45FE0D1B-776B-46FA-B5E9-F7017EAAA0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559943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35E90055-1BE7-416E-B482-31A60F7F0B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DC484A70-26DE-4413-BC0C-7945BC2512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5FE8839C-8BBA-4FB3-BA37-55EE49DF89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A79CB06F-C15F-4602-802D-97632E0ECB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78060927-B061-449A-A143-5F708A84DD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20F079CC-1B25-48D3-9857-7CD694E3B7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80F255B4-4CDC-4BBE-9D7B-EE03991F9611}"/>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8FAC28A7-6B60-45A9-98BE-88A3600A2592}"/>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B7B7DBED-0791-4AA3-9BF9-09E8D1C2028D}"/>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10832-20C6-471C-AE70-FCE4D86FBD94}"/>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75AB6EF8-BD1F-4024-BCC1-C3121C79BDC8}"/>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59C410C0-3E0D-4C32-9545-7E1426F4599C}"/>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DCFC475E-AAAA-4766-8044-DE37753955D4}"/>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D0F97DB6-EF74-4462-8D68-9D5485B98F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51557954"/>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22F55A9C-70AE-4C92-A710-A71CADA050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2DED75AD-FF06-4EDC-9D49-2D892E46E9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8C7182CD-2884-494E-A47B-7DCB77DC90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693DFF2B-882F-4BCD-862A-4813FACC25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0379C25E-938D-437E-A2CE-6B3645D607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4DC14BA-40D1-4D66-8715-D34BD0312B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9668385E-6417-433B-98E6-9D10D1916DF6}"/>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27425EE3-46E1-4219-AEAD-5220FD38D9EA}"/>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0CAD334D-BE9C-4825-95A0-C4F19E15CB0B}"/>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9F5132E0-38DD-42D4-AC62-2A72747BB15D}"/>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E19695EA-226F-464B-9329-7363D6F5E2FB}"/>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5FD52F77-4020-4240-B3AA-9F7AA4A64540}"/>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D28C6901-3197-48AC-A004-810D32F9CD92}"/>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D115C0B0-41E3-483C-B0B4-CA5FAC5742D6}"/>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40F01B3-824B-4434-884C-36E794BD47F8}"/>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6C8E3930-F002-4953-82BD-7ECA8B05B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1457158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F4D6A618-FAE1-4E11-9433-BDD59DC9E7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EE549D65-DF79-41A5-84FA-D11907C113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75428501-CCE2-42F0-A048-49FF210614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7798718-3ADD-42F0-A371-183F3E732E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504B6CDB-FFCB-46D6-9349-ACCE58E22A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C20BF079-E94B-44FE-9CCB-736D1B0B56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76247357-CFB2-4C7D-860C-DBEDD75844F8}"/>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F5877849-42CB-4657-BB22-632F6210AB5C}"/>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F3A170A2-7E33-4557-93C7-C65B386A1141}"/>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EABDF15-4F28-4DD6-A9C9-D8F72600116C}"/>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36F5985-A475-40CA-8E53-F3E25EB3B36A}"/>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59B768E3-8C77-4352-B6AF-015FFCB1B87F}"/>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69BE8BCB-6A0F-44FA-9525-1640710A61A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18299BFD-7A94-4938-9A7D-D6DC8408E7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256010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4EEAD2C5-5E10-4EE9-BCFE-AB91030123D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1342141C-1BDB-4879-808B-8D8688FC283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465FFBB8-5B64-410C-A8F5-2360484F49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E32A7AE-98A9-479F-868C-E0AAE65FEB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80FE901F-8371-4E42-A5DC-5FBF3B31EB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AC462880-AE36-4B7B-AD20-F76A36B89D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CE28DA35-074E-4CA3-A95B-963B67A34CFD}"/>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8F2E6546-F1ED-45CF-806D-4EB2C87F1A25}"/>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387FCCEB-E97E-447A-A47A-77CE15B4262B}"/>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73EF9982-D392-4C86-B630-152A47D2AC0D}"/>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1A982631-D213-4636-A267-9D09662447B9}"/>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02C73DC2-8B16-46BA-BB4E-4D772822DB58}"/>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97A35581-C615-4880-936B-C5C39031537D}"/>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8B747A2E-EFBB-4638-BA7A-3D5402EF22B3}"/>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143059C0-474B-47BC-A4C7-09C9B7528AEE}"/>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577B62E1-285D-4D21-B4AF-252E8AE92F53}"/>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A859FD72-E62B-4869-A30E-30AC0B147516}"/>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A66B750E-059D-4936-A210-8CFD1C1012B5}"/>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EA3A6115-C623-45BD-8A18-1ECEA60BA398}"/>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F3CE2B60-2EA7-4CF8-9DED-C7C72175DBF2}"/>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D3E7CD01-D571-499A-8E4A-0667A6384AD5}"/>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CDE851D9-1EA7-494B-A7F0-F854BA6C36CD}"/>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CCC2C218-E8D9-4912-96D6-89B06C810DB4}"/>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5795BCA7-AD3C-4482-82BD-10A2B7CD4FEB}"/>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56F7990C-D21B-4C3C-A8A1-1D28D0B9AE99}"/>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2C239741-3F8C-457D-A1F4-6C125BB4D8FB}"/>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B329CE41-FDC7-49C4-8AA3-A342CA0DFD1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9295C192-F437-46C3-9768-564019722143}"/>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1802CE6F-8321-4BD7-BE65-9F9C8C563ED6}"/>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EAA9EC9A-729D-49D9-9CFB-CCA8BCA4295C}"/>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11C6080E-B53E-4A0A-A4F9-A17FB69C721F}"/>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8D2A78F3-EB51-41D8-B20B-F8BB75110672}"/>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CFC8FF4E-8675-467D-AE90-764AF057DFCC}"/>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7BE4B84B-3331-42A1-9A1B-6991EA41C7C5}"/>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E350E5E-ED36-4BBF-BEAB-5241529811BE}"/>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A2606F2D-8621-487E-BFAA-8138F1AB0CB9}"/>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48BD7391-B864-405D-AC41-AF2EF2FA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5612711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F7D95FB8-AFF3-4102-976B-AF3991B27A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A4AE64FC-5DC5-48B7-85E5-26561022B4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C6458934-7607-499F-88A8-57CEF0E3881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42A1E904-03DF-4B70-9782-BB85F96810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5E87E6AE-0196-4628-A72A-AD31AB6FE5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2275718B-C37F-4675-B4F8-FF1C8085C7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59BC20D6-C5B3-4FA5-A733-D522C03E896E}"/>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9FE48B5D-0225-4A42-B6CA-55009663B14D}"/>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E7427CF1-65DA-4A11-9341-FF64A755D04B}"/>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0C566FCC-4C85-4FCC-834B-2B89272310D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4D3AF68B-2780-4503-AB77-1E4018CC1A9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FD67600A-9F32-437B-9950-FE5A07760CA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AB48388E-A76D-4467-8958-F015A40AA101}"/>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C7E3AF32-4C40-4732-B01A-6EF083BE3174}"/>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5F859CA3-20A1-4F1A-8295-5C42DFF34562}"/>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24D6A90-A08C-4ABF-B118-E97AABD052A4}"/>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AC9C17AD-4306-4661-BAA0-B9F2DD39D147}"/>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C5D775FA-894A-4E05-A740-10F6114E31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5915405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21B8633B-8D87-433F-905D-11FBFC0FBAB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B1B5656B-984F-4359-A5C3-7EE98382E4D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3439CC79-A2E7-4421-8EAF-21A8FE2FADF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79FA45D4-25CD-41C5-B5E3-A0A2202ED7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1CF94CDD-8766-4BBF-9271-17DA26784E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5418BAF6-BEA0-499A-9EE9-89D34D7387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18A4604D-8C5E-4E1B-B701-20AB280643BD}"/>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61B0CE90-27D2-4F84-A33A-92972DB022D4}"/>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DD7BEA8-792C-41A4-9802-8A12E3BC94C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1EAFE8D-5422-4201-97B6-B30F7FCD398F}"/>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ACEF1789-51F2-4003-BEC4-3015E2D07C72}"/>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D58B8C8-65D7-40B2-BC12-0E4FA0A0507F}"/>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EBE34D4E-143F-47D4-BFF5-1C19270C82D6}"/>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528D0DDC-E2AD-4365-A517-E0D482D8E88A}"/>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A4AA8E2-A323-4CE2-BDAA-969503DCF063}"/>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6E3DD12F-3EBD-4423-A5EC-4B35EF4D03AD}"/>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FD0A3067-982C-44EE-878C-802C7DABCF5C}"/>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B5E8C60B-1C02-4A35-9D26-FC602AD71A7E}"/>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6BD8C649-3734-4ADF-B601-DA01EDDC4866}"/>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1A32BA39-8659-40EF-9D7E-38310A28C740}"/>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B3F43358-CABE-4E6C-8767-7CFDD777DC08}"/>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8FA736E7-8733-4BC3-A446-4495B4304711}"/>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30C64A8-B479-4CFC-88EA-C3A9831593FA}"/>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28CEE63A-5F3B-45D7-BA47-763BD15941EE}"/>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8B98D38-96F3-4EA3-A282-13FD36586F5E}"/>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8053EF4E-E2C7-49F1-B364-4011211201C6}"/>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605A799D-E3ED-4DCB-9276-F9EDFC9714CF}"/>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A3218FF8-9003-4EA5-9712-7C20550AE7B4}"/>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F761FA82-A20B-4DA7-8F4E-1288675C4CBA}"/>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27F4DCD-A33A-422B-A7F1-7A9807E82C09}"/>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1E561F02-A66C-4DE4-A7D1-80B109EDAAD1}"/>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0F5B182C-EC66-4360-9022-9D5EB88D75D8}"/>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7EAC5521-9062-4B5D-854E-1958CBFB637A}"/>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2566C892-0014-4E3A-921C-0CDF43D7056C}"/>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C42F103B-823C-4E95-99EE-110C09E09720}"/>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6FC5F703-84A4-4F9D-90F2-D27397478E88}"/>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75917440-28E1-44F4-BE64-260940A2DD44}"/>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DBF0D26-FA1F-493E-9978-1DE0EBB5DCF8}"/>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9E9E8FF6-CED6-46D4-B648-ECDBAE98778E}"/>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FB44675-E7D6-49DF-A750-52ECD17DC62F}"/>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F57BEFC5-EF1E-4AB6-923B-6052E83A141C}"/>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65D21C1A-1FFF-44BD-BF7F-512788DF82E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F5D5FFDF-CDF4-41E4-AF83-CC3591F353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5957523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47F55421-4329-40F7-871A-60231536C6B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43267436-C1D0-4B24-97B8-621547E935E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FADE777D-E3AC-488A-B980-6D33ED3E53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02321EA0-068F-4E10-A311-96870D545A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E986F1F-13B3-43AE-8CCA-1C54EEFA88C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6B2492B1-FF16-4B63-84D9-1FA77EBB61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549A68D2-FF2E-4D3E-B2EE-B307A2BF17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F76CACC-DC37-48D5-AFD6-51D3FA2ABE9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45AE51DA-F272-4D43-A5FB-1D7385E0E7D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B300918F-BFEF-4822-8297-0ADA522E8C57}"/>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9D82694-1F5D-4585-A663-EED0DB20447E}"/>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EEA0FDAB-A1C7-4AB3-AA56-79CFE98C95BD}"/>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F1C8D22-789C-4FF0-BA61-BDF3329C0DB0}"/>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EE0B827D-F22A-4935-809B-7128D7924F3C}"/>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4F0D5D5B-7563-49C6-8049-0FF7682523D3}"/>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2274408D-66BC-4BD9-AED0-F50CF2C873F3}"/>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E03B0A93-4600-4697-8875-BEEF4918628E}"/>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541ED2B9-FF8A-451F-B7D6-971205764761}"/>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786DD13B-016D-431C-BF04-A7A3371D94AE}"/>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77AE1AD1-284A-4F98-8DC0-29B5797FDAC1}"/>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0EE400A1-0C21-4D58-8C76-C665D379EE9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2E679A7D-E96B-44A8-B555-3AD3965B0442}"/>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57A84320-67EF-4F17-8C51-155A8AB12D54}"/>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2A9BC0B2-64F1-477E-83D3-56FE99026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5619275"/>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F6AF5938-9C9C-46E8-8A63-10EFA491F82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D0E32CAC-F683-43A9-BDB8-227013A80B5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3727B973-B523-45DE-B5F5-B1D4D77796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CEEC1AD4-0678-4E99-A730-83A76C8419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C6857A8-605C-4E40-B16D-61AEBC60BE0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DC645BCE-A5E5-4900-AB0B-62A79788FF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3010ACD2-17BA-40C8-8AC6-FC96EAD406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5D132265-F9B4-4EF5-837D-CE4996ABDA00}"/>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B06B202E-D5EE-4664-ABCB-15DEB15B8A68}"/>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8D411FF1-E8CA-440C-A3E7-422984827568}"/>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08A2803A-65EE-4A25-A6C8-2F71C70FDC3B}"/>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923D4941-344F-40CB-A0C2-E94F6FADEFC5}"/>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FF70907-1FF6-47B4-8A4D-97FD850CD133}"/>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8141399C-9CE5-4CD6-94B2-25B78A39C345}"/>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B1913500-28EE-4A94-B38F-5073D0D789A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6BEAD770-0AC3-4702-91F5-8CCE658C1703}"/>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FF5FBC33-FC8D-4F72-A560-F697538879A5}"/>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B5077607-4121-40EE-89BE-4EB38DCF1D01}"/>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CA2B6A30-3CC5-4FB9-A90B-EEB83B9781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470428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0651CC72-AE09-49ED-BB77-A9DDB80D286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BABE2D09-C296-43A6-AF39-FBAFE155064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156819FB-714A-47BF-A101-5E2DEE562E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84F535D8-D377-4FAA-9DF5-6004633BE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025E667-F992-457E-8AA6-6ABB7D8F735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6AC551AE-5E6E-4D65-BCC1-82829E0B38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82610963-B6A4-4001-BA86-4791A04384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A11BEC3C-6415-467B-A6D8-1AD434B0C56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D5AFBBE-2242-4E2A-A379-86F7E130E85A}"/>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FCBBFE80-E5EA-4EE2-BE13-1E4D080EB451}"/>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516BA841-249F-460F-A934-41BD603E6FF0}"/>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EC2C6060-12E5-4864-90EA-60EC545C6710}"/>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0A9EDA96-B73E-4AB3-8D14-F720325D98FF}"/>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47D12A-1EDD-4744-946F-6E3931DC7AAC}"/>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6D72050-E205-4FF4-AD48-F24115E4B1A0}"/>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B4BDBBF5-6145-4A6D-8788-6DF535AAD75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DD6ED4A0-A3E0-4452-8E35-1C08A56D2318}"/>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3C3A06C-935E-4AE3-9112-A69E800D7B62}"/>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5D171377-E30C-4866-9B80-24A49F17E573}"/>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8361898B-4339-4D5A-BF65-162309FAE036}"/>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206BD09D-E046-4FB0-A4C0-59AC18BEBB49}"/>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62843DC5-79FA-4258-826D-3CA0EDE348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5706618"/>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44115FF4-35ED-43F4-A1B3-6536EA035F5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CA90331F-7D7C-48E1-B658-246AA5BEC7A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A72A0348-EFBB-4A39-B66F-00FFA1BAD5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3516E1A0-E65D-4742-BBBC-A076B82E79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3FB78D9-0117-4B2E-A036-780FB22F9EE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1EDD5682-E9D0-443B-881A-E9D6467E35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3ABEEA1D-6D50-4C71-B5F7-EE3C967B3E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74CBB8F6-D50F-4510-B7C7-72FB1CCC973B}"/>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06C98580-C8B7-4617-B4D0-C798F7136A80}"/>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78EC4B8F-0325-4242-BD33-021B236BBB76}"/>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D0980BF3-72E7-48A5-9251-1C6CFC3AA994}"/>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563F8863-FFF8-4824-93ED-F8113B2C8606}"/>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F29F9CA8-1A27-4C54-9FC1-360E33C5F57B}"/>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DDCAA73D-D96E-4F6F-9763-EAAFE2D5C9DA}"/>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549A7F6B-9BF0-4508-A96A-CD49FB3A4D15}"/>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1759B37D-1BD2-40EE-91A2-36FF6C882469}"/>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52578D00-F72C-4BF2-8F50-9FC49A893855}"/>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6C64DA15-3BFF-4812-B58C-0303480E094E}"/>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61D5CCFA-4045-4CE5-8B4B-95D48307AF56}"/>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D9213F72-EE77-4531-88C4-493E00E20669}"/>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04C31CB8-1D47-4E16-9F2F-59DE97976F2E}"/>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AC75E5ED-E452-4076-AAB4-23D3113A3A7E}"/>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282BE518-A83A-42BC-92C9-7C07B6C15E72}"/>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D881C5A7-2FE9-47EE-AF42-B1C1723E5F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7406495"/>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8696E8B3-04C7-45D1-B418-7AD7BD93C6B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132A10E3-9748-4757-AAA4-3D4ECFDFB57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5CA5A453-4F7A-4ADE-8918-DEE335CDD0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BD391361-D147-4FCA-8E42-35242706D5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2A5C5DD-FB03-410A-8A48-DC97B18F025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011CDD35-D3F5-41E1-AA6F-86B24FAB51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B503F18-01B1-4CA5-93F7-CB42BAB9FE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05497142-1E69-43A4-A1EE-738B813B2768}"/>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095BB8A-BC75-44B8-85D8-3B30555CD261}"/>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4417B308-8481-4532-8DFE-FD609AC8678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7D1B1394-7692-413D-B0A2-2728F25B06B0}"/>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799C210C-0D14-4A5B-AFE3-94456C12E0C2}"/>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5FFCA1DE-FA17-4215-BECD-8EACCEC51610}"/>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966F007A-53C9-4ADB-A076-A88CE7EEFCAD}"/>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63034DA3-B815-47E5-B1A7-BC9B69FD9C5A}"/>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0BDFD6A-D766-45AA-869A-19158D093749}"/>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74B3D366-EC05-4896-86BB-A8D815F8BFDC}"/>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B4FAA5A3-651B-4569-BB37-815539262BB5}"/>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E84DBBB8-CC67-4966-8309-19D6D3B9F9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3199148"/>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0933561A-8853-49CD-B63E-C1F9C3138F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0881FB9C-645D-42C9-92F5-E34539F709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718E8890-EC5D-4AE4-AD01-9A5CDD681F7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8D622D9A-CC0A-46AA-B888-21A3646F95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BB8CB456-7AE4-4362-A112-A291098E12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0D095FBF-94C4-4319-97F6-F544AB8A1F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2F78016-244C-4104-8728-B5910E402324}"/>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7961BFA-6E03-40D4-BA91-6C187BD8EF61}"/>
              </a:ext>
            </a:extLst>
          </p:cNvPr>
          <p:cNvPicPr>
            <a:picLocks xmlns:a="http://schemas.openxmlformats.org/drawingml/2006/main" noChangeAspect="1"/>
          </p:cNvPicPr>
          <p:nvPr/>
        </p:nvPicPr>
        <p:blipFill>
          <a:blip xmlns:r="http://schemas.openxmlformats.org/officeDocument/2006/relationships" xmlns:a="http://schemas.openxmlformats.org/drawingml/2006/main" r:embed="Rfb433d4a2837440b"/>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6E83B245-E690-41FC-AB0A-C44939ECDACE}"/>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0B80E88C-4745-4FAD-A94D-773639174F1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E82797D3-BE7A-46BB-BC10-B5698EB7E181}"/>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FDA41195-D173-43A1-AEA0-957E2F91B051}"/>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C7B0BFC7-1839-4F92-9DD7-87EA69732497}"/>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1E5CB34E-5E14-4563-9FDF-5A4B6CD8F993}"/>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9337C9B-A455-446A-89FA-A796DFE50012}"/>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3A103FBD-8D7E-401B-B0AE-01C38E9DD63B}"/>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9E0DC832-B075-40C9-850F-0C5BBC4B7421}"/>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DA78BB5B-E22F-497E-BE63-A64F415248D9}"/>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BFF26E5A-B83B-4E32-B410-6A2B49F8F7CA}"/>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AE8F644-4805-4AC3-9544-27D24848BB8B}"/>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2B4CE5D4-8240-4F38-9FFA-4E49B455046D}"/>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AAAE3F1-54C7-401C-BE6E-9EBD7811778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7D759BE8-D6EA-4DE0-B3D3-819B3419A0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588607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E51AB060-9C1B-4059-B494-53C6538161F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2841837F-6830-451A-A454-B54CAE536F6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838C2257-6E9C-4DBD-83DF-F5F9807CDE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C140DE4E-EBF0-4120-B7EB-0C2744A7BB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B6120FA-77C6-484F-B24C-081A677627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3A2BFB44-6F19-41BA-8ADE-DB815B1467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12E11A5F-EF12-4C90-950C-04F577D5C3FB}"/>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7FE24D33-72DE-4C04-B8F1-5EB6529C143D}"/>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8D4F465C-AA41-4782-B029-389F23017612}"/>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D21FF9AE-186A-40CA-A25E-1154F5A05C91}"/>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2626AD6A-FF3C-491B-AFAD-A95689906CBD}"/>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6089384C-7ADC-4323-AA0C-40C1B2B138F9}"/>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A548AD54-4F9D-4652-A844-8E49AED3A84A}"/>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B8D0A6A8-1F26-4282-A732-5C5B0F82D38B}"/>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E6BF2EAD-78C7-4B9D-86EE-70FF398186B9}"/>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5FC9D53F-8577-4A4A-9DF5-7B951E7C5650}"/>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FD725B7-DE63-43E3-BC2F-8771F1BAD9D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0817D34E-897A-4C91-AC6F-1405D9FF317E}"/>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F88AE13D-BCF8-4222-83A0-2C20D27BBF00}"/>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330A8149-4C44-48C5-AE23-E0E3E549ECB3}"/>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1B5F2C5B-204A-4BBE-BAFD-4D22F06AA002}"/>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69C33885-7281-49CD-87CA-0A295FB950EC}"/>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20765E50-736A-4371-A3BB-58F167F3471F}"/>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A02B9230-4B3B-4513-8F7E-8643EF8049AC}"/>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6F4B23C6-CF87-4C42-BAA4-6F02D3BA6D23}"/>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D546C823-1086-4526-94F3-E30352369112}"/>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CF07863A-ADF7-484C-B109-498CAE487C32}"/>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48E69CEE-4912-4B20-A9A7-0C22A4C66098}"/>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6D291689-573A-480F-AF88-B9489E3357F1}"/>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391A8BC5-C67A-485A-891B-260D2122CA97}"/>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8AFC08A0-FDCE-40E5-AF9F-E641802FD3B5}"/>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A2BA1A49-B01F-49FA-ADD6-0238595A517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BFF57661-2FC8-4410-8A3B-97A55192CA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9045346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AD20DC37-FE38-44B4-9B0C-5D79A1D8BD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A5A1DDC2-D199-4B5A-8E45-F0430E1B74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E289ED96-D534-4885-B08F-699C99D77E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5C10C4BE-97F7-410A-AAE8-E883F8BC33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002952A8-878B-4A8A-90E0-B47654C21B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CA91B4AA-FA9F-4A51-9EC9-20C9BFE87B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C9F784D9-FB72-4B58-B323-7E8C992228CE}"/>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B646A7FF-47AE-4075-A069-44D0EA35FEF5}"/>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396B38AF-14B6-4B7B-9832-19302083DBFC}"/>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2F1998E-30A7-4A1D-93EF-DD158DA29458}"/>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7FCB6C0A-E0AC-4C3B-B00C-5B31558D319D}"/>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C7097F0-AFCF-4DEA-9984-4AAEB3974670}"/>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305BC571-0495-4A28-97D0-CF36ABCFC049}"/>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411C1C7A-4546-4F12-AAEB-C14DE5C12E49}"/>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E0B9F816-A629-4EB0-8D26-FDB88B5641EB}"/>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D3016073-2DF7-42CF-B9DD-F13D3BC7516F}"/>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CF5A56-2A11-47C4-8A3C-99616D9653A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2013F39E-06BD-4158-A282-E70064F24B55}"/>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5156734C-239F-47CD-8120-B56B83C5A9C8}"/>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A03B93CB-C945-49BD-BA45-43D87A24EC09}"/>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C2E86CF1-6940-419D-AE0D-D67B31430989}"/>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25E3190-4937-4B67-9FA7-D875F634B0EF}"/>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F8C70A17-0AA7-442C-88F4-7F655F67287C}"/>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96F526D5-1A38-4887-A122-2365587AA9D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47BB82C3-1E21-4255-8556-C72642A8DA81}"/>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1752A482-44B4-4F42-AEDE-2DF93DAA2986}"/>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9320D0CC-9310-4476-B526-3D7D629256CA}"/>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45F7AD7B-65CD-445F-8C05-0D5ED3F366F5}"/>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D577F5AF-37AE-4105-BFC4-CF86A911087B}"/>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513D0ADB-4426-4304-AB39-311B28D59D0A}"/>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A4D2952-696A-4EBF-8373-72509AA2BE6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E27681DF-5A9E-4923-A8ED-B21E2039B366}"/>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177A02D2-6EED-4124-9B51-538092D86790}"/>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FF192BC6-EC6C-4492-847B-F337183C144D}"/>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9BFF473-8AA2-4071-BA8A-5F4E361C394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E1A9A22-0F80-40E7-90B7-43AD847482DD}"/>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BF0E8C0F-53B8-42DD-980A-EE99E850A69D}"/>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EB36462-906C-4895-84D8-FC146A7813F0}"/>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FB9CE2C9-4B92-4701-9F8F-45596B0732B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C334D0F3-B79B-4BCD-B106-129171391CB6}"/>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72047F3B-BC61-45CB-ADE8-B2D6067D4AB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F7EBE82D-9672-49B1-BCAA-11956D3E029A}"/>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7E6FD2B8-20A7-4BEB-B42C-6DE35E68B7AF}"/>
              </a:ext>
            </a:extLst>
          </p:cNvPr>
          <p:cNvPicPr>
            <a:picLocks xmlns:a="http://schemas.openxmlformats.org/drawingml/2006/main" noChangeAspect="1"/>
          </p:cNvPicPr>
          <p:nvPr/>
        </p:nvPicPr>
        <p:blipFill>
          <a:blip xmlns:r="http://schemas.openxmlformats.org/officeDocument/2006/relationships" xmlns:a="http://schemas.openxmlformats.org/drawingml/2006/main" r:embed="Ra64a8e79034b4426"/>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E00F9443-A719-434B-B120-D53B074F80C9}"/>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4889791E-3A21-44C0-9744-56B6EFED379B}"/>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B3E22D78-6FBC-4EA5-AC23-821B36D98567}"/>
              </a:ext>
            </a:extLst>
          </p:cNvPr>
          <p:cNvPicPr>
            <a:picLocks xmlns:a="http://schemas.openxmlformats.org/drawingml/2006/main" noChangeAspect="1"/>
          </p:cNvPicPr>
          <p:nvPr/>
        </p:nvPicPr>
        <p:blipFill>
          <a:blip xmlns:r="http://schemas.openxmlformats.org/officeDocument/2006/relationships" xmlns:a="http://schemas.openxmlformats.org/drawingml/2006/main" r:embed="R586748027a394c8d"/>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B7108922-B11F-4201-A4C5-047D8E1FE7F0}"/>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7F7FCF55-55D5-455B-B78E-9FAFAC269AF9}"/>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AA111536-0A94-4C93-B0CC-E2F191A2958D}"/>
              </a:ext>
            </a:extLst>
          </p:cNvPr>
          <p:cNvPicPr>
            <a:picLocks xmlns:a="http://schemas.openxmlformats.org/drawingml/2006/main" noChangeAspect="1"/>
          </p:cNvPicPr>
          <p:nvPr/>
        </p:nvPicPr>
        <p:blipFill>
          <a:blip xmlns:r="http://schemas.openxmlformats.org/officeDocument/2006/relationships" xmlns:a="http://schemas.openxmlformats.org/drawingml/2006/main" r:embed="R8cd3f090dea74f18"/>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C76F92BF-BE64-4772-A462-F824A30572AB}"/>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6CCFA6F4-5D81-4482-8C15-41C49B0500CE}"/>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657E8FC6-F852-495F-BCC0-4F9090D435E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7CB3F148-5B4E-43F7-BB37-4BF6F52D32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89138258"/>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50BD9F61-0B3C-41FA-BBE2-9CA1BB1F2BA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2850B5E8-4731-4DEC-9BE8-E7DF12B24DC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7407F9FA-0AB5-4E5E-9E22-FC02627781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30F560A0-6C27-4535-B03F-63D3F39304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7F2AB990-A4D1-40F7-9140-B5759EDCEF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4BCA2D9-36D1-4AB4-BACA-9E0CF2C632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873E6569-FE22-4003-9695-0AC414535708}"/>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92E0F8D4-F177-4AF5-A581-939A0854CBB0}"/>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9A215561-DE84-4ACD-8333-2FE3C58E7C86}"/>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AF81076D-9E58-439B-8F9D-CBD2DDDD80D6}"/>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6985CD5-3095-4D86-B0CD-AE32B298666B}"/>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26454862-7479-430A-989A-B543D8788757}"/>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5718656C-B673-466F-A883-7913A2B6AE3F}"/>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0F2B6330-1A92-471A-BC58-E62220BC008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F20EB0A1-7B53-40A5-815A-382BDE62C4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82496832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3DDF51CF-BC70-4C40-9BC9-9886B85718D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8AF62841-149E-4807-A9AB-E6D785DEFCF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B39A1D7E-4414-4EEA-9E66-5625F84DC7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E63EEAA8-E350-4893-851E-E33FB317E0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D9E67719-B461-4E0B-ABB5-A2CFB60D01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E446665-87DC-4138-BB63-F81A9EC68C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0940D27-2FE2-4448-A9C2-FC8347DEA49D}"/>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02359174-ED12-4DE7-A29C-B0F35E53D74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0204B620-64A9-4F01-AF77-BE6D08BD6BF1}"/>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B76EDC4D-08D9-4D64-94D3-3D41C0EEF782}"/>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CA52F68B-027E-497D-84C0-99B8C204B437}"/>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84C39F7C-165C-4056-A112-C405F1947941}"/>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55C4E340-65A7-4A21-8441-990C1F6A0425}"/>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55AF0B9-2366-4E10-8A9F-B2A57D87B8D1}"/>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0747D05C-2184-4434-8B41-E50C391B0E89}"/>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A5AE653-19A8-46EE-AEDA-DF84D9435ED6}"/>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E9B410BF-572C-48FE-949B-6890128E6914}"/>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467E7AA9-CF7F-484F-AD2A-D943CDC114A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D529D01F-EFA6-4220-AA75-E55DD2E925A2}"/>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EAAFCA3A-63FD-4B7B-A223-A7747399F7DB}"/>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FCD86FEC-BAC0-42BF-ADD2-8D1714200A7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96022CBF-4BCE-4F81-A243-B70DD8211A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36402955"/>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3D3477EE-6A5F-44DE-A7B8-A549CA75EE4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49288B86-31CA-4763-BA3A-289CDA0E42E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E1B314C7-43D1-4A7C-8DB9-18C156C211B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2E50AF88-BA4A-4925-A268-DC054FA345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F2412CC5-1E06-4F9A-85C8-6028D08002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7E9E4F8A-F746-455E-BE14-37C2160D2D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202DD3DA-FD74-40DA-B1E9-EE3BC20C008D}"/>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70FA8674-B87E-4C40-9D38-5391FF42A78A}"/>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D306FFA6-CFB2-4F89-B982-0E13E12969DF}"/>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D43B846F-3892-45D3-9024-5DD486BB3E59}"/>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EB55FB8-1712-45FD-A7B4-2EFEBAFBF201}"/>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8D26611E-25DE-4875-B10A-C2A475523700}"/>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539249A8-7FB3-49FB-8356-610C18384C5A}"/>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DB3A3D2D-9113-4001-98C6-48DDBA5FA0E3}"/>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968328A3-90B3-4717-8A6E-2FC6947F128C}"/>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34FDF1B3-846E-4F35-B32D-27CC11F47C0B}"/>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56C26416-7198-4777-AF9C-7802983A7C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6897771"/>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5A4A41C-31BA-4894-B014-482D83DAF89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725DA796-682B-4CDA-BF53-D3A0D66F927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1524E14D-C4B1-44BC-A09D-0985541E02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4344BFCD-A70E-4646-93A5-BFD2CFBECC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0C04C4B4-EE02-4450-B66A-DB08E148C3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0CABFB9-1156-4846-B013-64963A2127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FB0FCE15-A6B6-460B-A243-C12969233D4E}"/>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6AFEC52-405E-40C5-BBDD-65A8F5324661}"/>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08708C0-6F91-433C-B463-DA4AF117FDBA}"/>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D85991A-F59E-44ED-B2EF-ACC580DB6547}"/>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9B6E5530-9B4C-4C59-B29C-BDFD14BA2630}"/>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72F87F29-0A66-459E-A324-83EFDC538C7F}"/>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7E554DC3-AF07-4113-9C09-5BA0EB420337}"/>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8BA953-4C8A-45EA-ABEF-38216259320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D791929-0CFF-4C7A-9F86-6FDC010CAE2F}"/>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67CA3CD8-CEE1-4797-AC30-0AEE792E9F3E}"/>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41EBF88-1A85-4043-8F66-5F850CD83CB1}"/>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E1EA6A01-0B42-4497-BFB0-4DE319A4D945}"/>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67115FC-F17E-4B59-9089-5D66A04EF0FB}"/>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5EBF6918-4A57-4E5F-8A4D-24469B2DF763}"/>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41A8AA6A-A6A1-489F-B716-F2781EB631C4}"/>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85EA7319-F02C-4B5D-880E-93DBDF4E5CE0}"/>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49458377-6780-48E2-A2AD-5E1FA5D18240}"/>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3E71F441-B00A-4D0B-A1F1-02EAB6BBFA7D}"/>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F851F45-DE80-47DC-B94C-69562A983929}"/>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678191C0-532B-4442-8DB8-2F1F2A41C02D}"/>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B38461DE-09F8-41FB-BCDE-DF7D87E03F54}"/>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9D9729FD-EA0B-40F3-8716-1564BF99799B}"/>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259E35A-5113-48EC-BE96-CE44CC48108A}"/>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0884B824-D5F7-41E6-BDF3-FBF9276DDBEE}"/>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CA86EA7-753C-4C04-9FDA-162B5D3AB161}"/>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33410A3E-6DE7-4376-BBCF-DE0B063CDECF}"/>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0F0E5692-D2F3-4528-B6D2-859B50A396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9641659"/>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AE6670C2-0AD1-45D8-AF13-FE5C09E9A43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F951F09F-FAE0-49E4-9ACD-F3F9995DDBB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FBC42E88-9DCE-4B8F-95AC-67B52DE7C9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15994E4F-BB63-4530-A07F-0CF35BB518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21D43539-8922-42F8-A1F4-23DD780507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CC22CF2E-27EC-428C-949D-AB9BB656AD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CC894305-76FA-44CD-97F9-676956AB8FB5}"/>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AA47B9C3-525A-420D-8F02-6E6C38106A73}"/>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B3A4C95E-36FF-4225-BF61-DE53035608D3}"/>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F808017E-3C1C-417D-B11A-D1DB02B117FB}"/>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940C9343-EAFA-4A7C-B8D7-DB9E165B98E5}"/>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3613544-58A1-4949-AAF6-76279D968A9B}"/>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55E1D65-2C9C-4588-9354-367EAD34F97B}"/>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F2741753-D32B-4DCB-A4C1-95D08D558577}"/>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79B888D-9088-48AB-BEA4-4507A5606F6C}"/>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E22021B8-F2E0-48EA-BA28-A0C62BD3879C}"/>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924E502F-658F-4D4B-B6B9-0ABF0180B8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582471095"/>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13A4443B-9025-4A5B-9504-F8418F42C6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4B68FF96-A1A0-46D6-A1E9-3D994CDFB8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57A35E65-79F4-4481-A89C-CD257A008C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0CEED668-14D4-4362-A55E-C32D0D6773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94A812A-2214-455A-AEBD-ADBD007FB7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2FE1AC48-F429-4255-9DEA-015758B6E7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0B62B224-3F12-4944-8938-11B222A2E36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C00B4D43-A186-4DF1-AE29-240098DB562A}"/>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0D25442-0BE9-4FD6-B86D-175903B67D92}"/>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A6F121C4-398F-49AA-9D37-E0BC04B0A9E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8F69203E-5441-4AC4-AFE4-DCA63217A8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046055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2026-10-22T06:46:05.5440000Z</dcterms:created>
  <dcterms:modified xsi:type="dcterms:W3CDTF">2026-10-22T06:46:05.5440000Z</dcterms:modified>
</coreProperties>
</file>