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slides/charts/chart1.xml" ContentType="application/vnd.openxmlformats-officedocument.drawingml.chart+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6d08567dbbb41ec" /><Relationship Type="http://schemas.openxmlformats.org/officeDocument/2006/relationships/extended-properties" Target="/docProps/app.xml" Id="Ra32f0138b4344e57" /><Relationship Type="http://schemas.openxmlformats.org/officeDocument/2006/relationships/officeDocument" Target="/ppt/presentation.xml" Id="R257034aa37c04da8" /></Relationships>
</file>

<file path=ppt/presentation.xml><?xml version="1.0" encoding="utf-8"?>
<p:presentation xmlns:p="http://schemas.openxmlformats.org/presentationml/2006/main">
  <p:sldMasterIdLst>
    <p:sldMasterId xmlns:r="http://schemas.openxmlformats.org/officeDocument/2006/relationships" id="2147483648" r:id="R5ff9a3f4c9754256"/>
  </p:sldMasterIdLst>
  <p:notesMasterIdLst>
    <p:notesMasterId xmlns:r="http://schemas.openxmlformats.org/officeDocument/2006/relationships" r:id="R75dd7584f5b74264"/>
  </p:notesMasterIdLst>
  <p:sldIdLst>
    <p:sldId xmlns:r="http://schemas.openxmlformats.org/officeDocument/2006/relationships" id="256" r:id="R7f61070c44e84def"/>
    <p:sldId xmlns:r="http://schemas.openxmlformats.org/officeDocument/2006/relationships" id="257" r:id="Re925ae8354224c02"/>
    <p:sldId xmlns:r="http://schemas.openxmlformats.org/officeDocument/2006/relationships" id="258" r:id="Ra7267f0542ed4f9d"/>
    <p:sldId xmlns:r="http://schemas.openxmlformats.org/officeDocument/2006/relationships" id="259" r:id="Rfa2cb563426e428d"/>
    <p:sldId xmlns:r="http://schemas.openxmlformats.org/officeDocument/2006/relationships" id="260" r:id="Ra75b75d3309d4e53"/>
    <p:sldId xmlns:r="http://schemas.openxmlformats.org/officeDocument/2006/relationships" id="261" r:id="R5aa0beefb7994db1"/>
    <p:sldId xmlns:r="http://schemas.openxmlformats.org/officeDocument/2006/relationships" id="262" r:id="R205b40c84f094df3"/>
    <p:sldId xmlns:r="http://schemas.openxmlformats.org/officeDocument/2006/relationships" id="263" r:id="R9adad91c5b944a72"/>
    <p:sldId xmlns:r="http://schemas.openxmlformats.org/officeDocument/2006/relationships" id="264" r:id="R5d99ef7d753546fd"/>
    <p:sldId xmlns:r="http://schemas.openxmlformats.org/officeDocument/2006/relationships" id="265" r:id="R9baf584a868b4684"/>
    <p:sldId xmlns:r="http://schemas.openxmlformats.org/officeDocument/2006/relationships" id="266" r:id="Re3d3c1fcac3f4748"/>
    <p:sldId xmlns:r="http://schemas.openxmlformats.org/officeDocument/2006/relationships" id="267" r:id="R55b8c97795d54539"/>
    <p:sldId xmlns:r="http://schemas.openxmlformats.org/officeDocument/2006/relationships" id="268" r:id="R554a77efbd8b47ee"/>
    <p:sldId xmlns:r="http://schemas.openxmlformats.org/officeDocument/2006/relationships" id="269" r:id="R9a626f98492f4258"/>
    <p:sldId xmlns:r="http://schemas.openxmlformats.org/officeDocument/2006/relationships" id="270" r:id="R20d81d9b37b74448"/>
    <p:sldId xmlns:r="http://schemas.openxmlformats.org/officeDocument/2006/relationships" id="271" r:id="Rec81b42953e34afb"/>
    <p:sldId xmlns:r="http://schemas.openxmlformats.org/officeDocument/2006/relationships" id="272" r:id="Rd384b138869c4929"/>
    <p:sldId xmlns:r="http://schemas.openxmlformats.org/officeDocument/2006/relationships" id="273" r:id="R9a1eeb9fad1044b5"/>
    <p:sldId xmlns:r="http://schemas.openxmlformats.org/officeDocument/2006/relationships" id="274" r:id="R6cabee82621946a5"/>
    <p:sldId xmlns:r="http://schemas.openxmlformats.org/officeDocument/2006/relationships" id="275" r:id="Ra97f4def6126470c"/>
    <p:sldId xmlns:r="http://schemas.openxmlformats.org/officeDocument/2006/relationships" id="276" r:id="R8d0fc57dbb6240cb"/>
    <p:sldId xmlns:r="http://schemas.openxmlformats.org/officeDocument/2006/relationships" id="277" r:id="R7a78f56c1a914e0e"/>
    <p:sldId xmlns:r="http://schemas.openxmlformats.org/officeDocument/2006/relationships" id="278" r:id="Raa9066fb791d45c4"/>
    <p:sldId xmlns:r="http://schemas.openxmlformats.org/officeDocument/2006/relationships" id="279" r:id="Rb03ebf28de984de7"/>
    <p:sldId xmlns:r="http://schemas.openxmlformats.org/officeDocument/2006/relationships" id="280" r:id="Racb411385533421b"/>
    <p:sldId xmlns:r="http://schemas.openxmlformats.org/officeDocument/2006/relationships" id="281" r:id="Ra4190f56b8464661"/>
    <p:sldId xmlns:r="http://schemas.openxmlformats.org/officeDocument/2006/relationships" id="282" r:id="R40364896068e4225"/>
    <p:sldId xmlns:r="http://schemas.openxmlformats.org/officeDocument/2006/relationships" id="283" r:id="R5038a343233346aa"/>
    <p:sldId xmlns:r="http://schemas.openxmlformats.org/officeDocument/2006/relationships" id="284" r:id="R9d5ed9d899ab4c08"/>
    <p:sldId xmlns:r="http://schemas.openxmlformats.org/officeDocument/2006/relationships" id="285" r:id="Rf73527d53a414d98"/>
    <p:sldId xmlns:r="http://schemas.openxmlformats.org/officeDocument/2006/relationships" id="286" r:id="R57a6059733004391"/>
    <p:sldId xmlns:r="http://schemas.openxmlformats.org/officeDocument/2006/relationships" id="287" r:id="Re133afa665454bc7"/>
    <p:sldId xmlns:r="http://schemas.openxmlformats.org/officeDocument/2006/relationships" id="288" r:id="R544544abcfc24048"/>
    <p:sldId xmlns:r="http://schemas.openxmlformats.org/officeDocument/2006/relationships" id="289" r:id="R751569f94a334ddd"/>
    <p:sldId xmlns:r="http://schemas.openxmlformats.org/officeDocument/2006/relationships" id="290" r:id="Rcd772f0d642b4a72"/>
    <p:sldId xmlns:r="http://schemas.openxmlformats.org/officeDocument/2006/relationships" id="291" r:id="Rd25b315eef994e53"/>
    <p:sldId xmlns:r="http://schemas.openxmlformats.org/officeDocument/2006/relationships" id="292" r:id="R9d5a041adc85457d"/>
    <p:sldId xmlns:r="http://schemas.openxmlformats.org/officeDocument/2006/relationships" id="293" r:id="Rdea5ed5f87d44dcf"/>
    <p:sldId xmlns:r="http://schemas.openxmlformats.org/officeDocument/2006/relationships" id="294" r:id="R5f1f8ed0841d4782"/>
    <p:sldId xmlns:r="http://schemas.openxmlformats.org/officeDocument/2006/relationships" id="295" r:id="R70a63b4a8b484a44"/>
    <p:sldId xmlns:r="http://schemas.openxmlformats.org/officeDocument/2006/relationships" id="296" r:id="R8e4ed9962163463d"/>
    <p:sldId xmlns:r="http://schemas.openxmlformats.org/officeDocument/2006/relationships" id="297" r:id="Rfa75c24675ab43e7"/>
    <p:sldId xmlns:r="http://schemas.openxmlformats.org/officeDocument/2006/relationships" id="298" r:id="Rf0f6638bcf0942e7"/>
    <p:sldId xmlns:r="http://schemas.openxmlformats.org/officeDocument/2006/relationships" id="299" r:id="Rab11f1a71f924bc6"/>
    <p:sldId xmlns:r="http://schemas.openxmlformats.org/officeDocument/2006/relationships" id="300" r:id="Rab1f8ab7f7644d0f"/>
    <p:sldId xmlns:r="http://schemas.openxmlformats.org/officeDocument/2006/relationships" id="301" r:id="Rc0dfeb4c4f2e49b3"/>
    <p:sldId xmlns:r="http://schemas.openxmlformats.org/officeDocument/2006/relationships" id="302" r:id="R54fe59a0b57546d9"/>
    <p:sldId xmlns:r="http://schemas.openxmlformats.org/officeDocument/2006/relationships" id="303" r:id="Re19afe4770c84f51"/>
    <p:sldId xmlns:r="http://schemas.openxmlformats.org/officeDocument/2006/relationships" id="304" r:id="Rf6220e246c404d92"/>
    <p:sldId xmlns:r="http://schemas.openxmlformats.org/officeDocument/2006/relationships" id="305" r:id="R6d376ec54e3b4b95"/>
    <p:sldId xmlns:r="http://schemas.openxmlformats.org/officeDocument/2006/relationships" id="306" r:id="R0a7dbf78a9ef4195"/>
    <p:sldId xmlns:r="http://schemas.openxmlformats.org/officeDocument/2006/relationships" id="307" r:id="R97c8c63159b241cb"/>
    <p:sldId xmlns:r="http://schemas.openxmlformats.org/officeDocument/2006/relationships" id="308" r:id="R01cbea3bf34e4d3f"/>
    <p:sldId xmlns:r="http://schemas.openxmlformats.org/officeDocument/2006/relationships" id="309" r:id="R481e8eba5fa84cee"/>
    <p:sldId xmlns:r="http://schemas.openxmlformats.org/officeDocument/2006/relationships" id="310" r:id="R22dfc4245b884d6f"/>
    <p:sldId xmlns:r="http://schemas.openxmlformats.org/officeDocument/2006/relationships" id="311" r:id="R6dee9041dfe14d14"/>
    <p:sldId xmlns:r="http://schemas.openxmlformats.org/officeDocument/2006/relationships" id="312" r:id="Raa97df54ed244ca2"/>
    <p:sldId xmlns:r="http://schemas.openxmlformats.org/officeDocument/2006/relationships" id="313" r:id="Raad6e3ac2eba48e7"/>
    <p:sldId xmlns:r="http://schemas.openxmlformats.org/officeDocument/2006/relationships" id="314" r:id="Rbd0bf6ecdf5a4c72"/>
    <p:sldId xmlns:r="http://schemas.openxmlformats.org/officeDocument/2006/relationships" id="315" r:id="R49b5c2963e3f447f"/>
    <p:sldId xmlns:r="http://schemas.openxmlformats.org/officeDocument/2006/relationships" id="316" r:id="R929fbbe8b04f416e"/>
    <p:sldId xmlns:r="http://schemas.openxmlformats.org/officeDocument/2006/relationships" id="317" r:id="R1c61e522c697474b"/>
    <p:sldId xmlns:r="http://schemas.openxmlformats.org/officeDocument/2006/relationships" id="318" r:id="R7638c638da33469b"/>
    <p:sldId xmlns:r="http://schemas.openxmlformats.org/officeDocument/2006/relationships" id="319" r:id="Rcae92d242bd8452e"/>
    <p:sldId xmlns:r="http://schemas.openxmlformats.org/officeDocument/2006/relationships" id="320" r:id="Rdbeb9f9db11a4c5b"/>
    <p:sldId xmlns:r="http://schemas.openxmlformats.org/officeDocument/2006/relationships" id="321" r:id="R259b559b7bbf42f8"/>
    <p:sldId xmlns:r="http://schemas.openxmlformats.org/officeDocument/2006/relationships" id="322" r:id="R33cdac0737344eff"/>
    <p:sldId xmlns:r="http://schemas.openxmlformats.org/officeDocument/2006/relationships" id="323" r:id="R02ce448a6edf4073"/>
    <p:sldId xmlns:r="http://schemas.openxmlformats.org/officeDocument/2006/relationships" id="324" r:id="R471ffa20bfe34009"/>
    <p:sldId xmlns:r="http://schemas.openxmlformats.org/officeDocument/2006/relationships" id="325" r:id="Ra481d3910bab4000"/>
    <p:sldId xmlns:r="http://schemas.openxmlformats.org/officeDocument/2006/relationships" id="326" r:id="R3282af7d08c24a2e"/>
    <p:sldId xmlns:r="http://schemas.openxmlformats.org/officeDocument/2006/relationships" id="327" r:id="Rd9d6a118f7c04217"/>
    <p:sldId xmlns:r="http://schemas.openxmlformats.org/officeDocument/2006/relationships" id="328" r:id="R3910f40ecaaa462c"/>
    <p:sldId xmlns:r="http://schemas.openxmlformats.org/officeDocument/2006/relationships" id="329" r:id="R03fea20f3c194e7a"/>
    <p:sldId xmlns:r="http://schemas.openxmlformats.org/officeDocument/2006/relationships" id="330" r:id="R7bce003b106b4a3a"/>
    <p:sldId xmlns:r="http://schemas.openxmlformats.org/officeDocument/2006/relationships" id="331" r:id="Rcd408bc2770e43fa"/>
    <p:sldId xmlns:r="http://schemas.openxmlformats.org/officeDocument/2006/relationships" id="332" r:id="R7793b58adfe4454b"/>
    <p:sldId xmlns:r="http://schemas.openxmlformats.org/officeDocument/2006/relationships" id="333" r:id="Re87497a91e2342d7"/>
    <p:sldId xmlns:r="http://schemas.openxmlformats.org/officeDocument/2006/relationships" id="334" r:id="R376860bf78ec4b63"/>
    <p:sldId xmlns:r="http://schemas.openxmlformats.org/officeDocument/2006/relationships" id="335" r:id="Rc0378b30dd01449e"/>
    <p:sldId xmlns:r="http://schemas.openxmlformats.org/officeDocument/2006/relationships" id="336" r:id="Rc0ac468e0424491a"/>
    <p:sldId xmlns:r="http://schemas.openxmlformats.org/officeDocument/2006/relationships" id="337" r:id="Rc24e62d9bc1f4f25"/>
    <p:sldId xmlns:r="http://schemas.openxmlformats.org/officeDocument/2006/relationships" id="338" r:id="R67e7705cee4a4e10"/>
    <p:sldId xmlns:r="http://schemas.openxmlformats.org/officeDocument/2006/relationships" id="339" r:id="Rd4d0ddf53dba469f"/>
    <p:sldId xmlns:r="http://schemas.openxmlformats.org/officeDocument/2006/relationships" id="340" r:id="R856eab173bef4ee7"/>
    <p:sldId xmlns:r="http://schemas.openxmlformats.org/officeDocument/2006/relationships" id="341" r:id="R3ffefcff080c4cf1"/>
    <p:sldId xmlns:r="http://schemas.openxmlformats.org/officeDocument/2006/relationships" id="342" r:id="R3d0fa82c728a4910"/>
    <p:sldId xmlns:r="http://schemas.openxmlformats.org/officeDocument/2006/relationships" id="343" r:id="R75bd5e15472942b1"/>
    <p:sldId xmlns:r="http://schemas.openxmlformats.org/officeDocument/2006/relationships" id="344" r:id="R726f1ebb7fab4e80"/>
    <p:sldId xmlns:r="http://schemas.openxmlformats.org/officeDocument/2006/relationships" id="345" r:id="Rb2d227bc5db94bc6"/>
    <p:sldId xmlns:r="http://schemas.openxmlformats.org/officeDocument/2006/relationships" id="346" r:id="R221bbf4ebd2b40e3"/>
    <p:sldId xmlns:r="http://schemas.openxmlformats.org/officeDocument/2006/relationships" id="347" r:id="Rad1174e35899401c"/>
    <p:sldId xmlns:r="http://schemas.openxmlformats.org/officeDocument/2006/relationships" id="348" r:id="Re9957dfe631947bf"/>
    <p:sldId xmlns:r="http://schemas.openxmlformats.org/officeDocument/2006/relationships" id="349" r:id="R18eddf952d4f48c4"/>
    <p:sldId xmlns:r="http://schemas.openxmlformats.org/officeDocument/2006/relationships" id="350" r:id="R69a9bf92415248bb"/>
    <p:sldId xmlns:r="http://schemas.openxmlformats.org/officeDocument/2006/relationships" id="351" r:id="R4f5840fc64b64869"/>
    <p:sldId xmlns:r="http://schemas.openxmlformats.org/officeDocument/2006/relationships" id="352" r:id="R0a99d389cb6e44a2"/>
    <p:sldId xmlns:r="http://schemas.openxmlformats.org/officeDocument/2006/relationships" id="353" r:id="R408f6218b64f40a8"/>
    <p:sldId xmlns:r="http://schemas.openxmlformats.org/officeDocument/2006/relationships" id="354" r:id="R02625d749225418b"/>
    <p:sldId xmlns:r="http://schemas.openxmlformats.org/officeDocument/2006/relationships" id="355" r:id="R3b1cfcd9a45d412c"/>
    <p:sldId xmlns:r="http://schemas.openxmlformats.org/officeDocument/2006/relationships" id="356" r:id="R006720fc386b4113"/>
    <p:sldId xmlns:r="http://schemas.openxmlformats.org/officeDocument/2006/relationships" id="357" r:id="Rfdd397729db74fb8"/>
    <p:sldId xmlns:r="http://schemas.openxmlformats.org/officeDocument/2006/relationships" id="358" r:id="R462abb3bfa98443c"/>
    <p:sldId xmlns:r="http://schemas.openxmlformats.org/officeDocument/2006/relationships" id="359" r:id="R45d9da7e18c54ea6"/>
    <p:sldId xmlns:r="http://schemas.openxmlformats.org/officeDocument/2006/relationships" id="360" r:id="Rd3afe69802124941"/>
    <p:sldId xmlns:r="http://schemas.openxmlformats.org/officeDocument/2006/relationships" id="361" r:id="R0e8a150933454e1a"/>
    <p:sldId xmlns:r="http://schemas.openxmlformats.org/officeDocument/2006/relationships" id="362" r:id="Rfc6e4476de394a98"/>
    <p:sldId xmlns:r="http://schemas.openxmlformats.org/officeDocument/2006/relationships" id="363" r:id="R5eddac967a8740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886733f99144c0" /><Relationship Type="http://schemas.openxmlformats.org/officeDocument/2006/relationships/slideMaster" Target="/ppt/slideMasters/slideMaster1.xml" Id="R5ff9a3f4c9754256" /><Relationship Type="http://schemas.openxmlformats.org/officeDocument/2006/relationships/notesMaster" Target="/ppt/notesMasters/notesMaster1.xml" Id="R75dd7584f5b74264" /><Relationship Type="http://schemas.openxmlformats.org/officeDocument/2006/relationships/presProps" Target="/ppt/presProps.xml" Id="Re0bb189862a14119" /><Relationship Type="http://schemas.openxmlformats.org/officeDocument/2006/relationships/tableStyles" Target="/ppt/tableStyles.xml" Id="Rcef31b68632445b0" /><Relationship Type="http://schemas.openxmlformats.org/officeDocument/2006/relationships/slide" Target="/ppt/slides/slide1.xml" Id="R7f61070c44e84def" /><Relationship Type="http://schemas.openxmlformats.org/officeDocument/2006/relationships/slide" Target="/ppt/slides/slide2.xml" Id="Re925ae8354224c02" /><Relationship Type="http://schemas.openxmlformats.org/officeDocument/2006/relationships/slide" Target="/ppt/slides/slide3.xml" Id="Ra7267f0542ed4f9d" /><Relationship Type="http://schemas.openxmlformats.org/officeDocument/2006/relationships/slide" Target="/ppt/slides/slide4.xml" Id="Rfa2cb563426e428d" /><Relationship Type="http://schemas.openxmlformats.org/officeDocument/2006/relationships/slide" Target="/ppt/slides/slide5.xml" Id="Ra75b75d3309d4e53" /><Relationship Type="http://schemas.openxmlformats.org/officeDocument/2006/relationships/slide" Target="/ppt/slides/slide6.xml" Id="R5aa0beefb7994db1" /><Relationship Type="http://schemas.openxmlformats.org/officeDocument/2006/relationships/slide" Target="/ppt/slides/slide7.xml" Id="R205b40c84f094df3" /><Relationship Type="http://schemas.openxmlformats.org/officeDocument/2006/relationships/slide" Target="/ppt/slides/slide8.xml" Id="R9adad91c5b944a72" /><Relationship Type="http://schemas.openxmlformats.org/officeDocument/2006/relationships/slide" Target="/ppt/slides/slide9.xml" Id="R5d99ef7d753546fd" /><Relationship Type="http://schemas.openxmlformats.org/officeDocument/2006/relationships/slide" Target="/ppt/slides/slide10.xml" Id="R9baf584a868b4684" /><Relationship Type="http://schemas.openxmlformats.org/officeDocument/2006/relationships/slide" Target="/ppt/slides/slide11.xml" Id="Re3d3c1fcac3f4748" /><Relationship Type="http://schemas.openxmlformats.org/officeDocument/2006/relationships/slide" Target="/ppt/slides/slide12.xml" Id="R55b8c97795d54539" /><Relationship Type="http://schemas.openxmlformats.org/officeDocument/2006/relationships/slide" Target="/ppt/slides/slide13.xml" Id="R554a77efbd8b47ee" /><Relationship Type="http://schemas.openxmlformats.org/officeDocument/2006/relationships/slide" Target="/ppt/slides/slide14.xml" Id="R9a626f98492f4258" /><Relationship Type="http://schemas.openxmlformats.org/officeDocument/2006/relationships/slide" Target="/ppt/slides/slide15.xml" Id="R20d81d9b37b74448" /><Relationship Type="http://schemas.openxmlformats.org/officeDocument/2006/relationships/slide" Target="/ppt/slides/slide16.xml" Id="Rec81b42953e34afb" /><Relationship Type="http://schemas.openxmlformats.org/officeDocument/2006/relationships/slide" Target="/ppt/slides/slide17.xml" Id="Rd384b138869c4929" /><Relationship Type="http://schemas.openxmlformats.org/officeDocument/2006/relationships/slide" Target="/ppt/slides/slide18.xml" Id="R9a1eeb9fad1044b5" /><Relationship Type="http://schemas.openxmlformats.org/officeDocument/2006/relationships/slide" Target="/ppt/slides/slide19.xml" Id="R6cabee82621946a5" /><Relationship Type="http://schemas.openxmlformats.org/officeDocument/2006/relationships/slide" Target="/ppt/slides/slide20.xml" Id="Ra97f4def6126470c" /><Relationship Type="http://schemas.openxmlformats.org/officeDocument/2006/relationships/slide" Target="/ppt/slides/slide21.xml" Id="R8d0fc57dbb6240cb" /><Relationship Type="http://schemas.openxmlformats.org/officeDocument/2006/relationships/slide" Target="/ppt/slides/slide22.xml" Id="R7a78f56c1a914e0e" /><Relationship Type="http://schemas.openxmlformats.org/officeDocument/2006/relationships/slide" Target="/ppt/slides/slide23.xml" Id="Raa9066fb791d45c4" /><Relationship Type="http://schemas.openxmlformats.org/officeDocument/2006/relationships/slide" Target="/ppt/slides/slide24.xml" Id="Rb03ebf28de984de7" /><Relationship Type="http://schemas.openxmlformats.org/officeDocument/2006/relationships/slide" Target="/ppt/slides/slide25.xml" Id="Racb411385533421b" /><Relationship Type="http://schemas.openxmlformats.org/officeDocument/2006/relationships/slide" Target="/ppt/slides/slide26.xml" Id="Ra4190f56b8464661" /><Relationship Type="http://schemas.openxmlformats.org/officeDocument/2006/relationships/slide" Target="/ppt/slides/slide27.xml" Id="R40364896068e4225" /><Relationship Type="http://schemas.openxmlformats.org/officeDocument/2006/relationships/slide" Target="/ppt/slides/slide28.xml" Id="R5038a343233346aa" /><Relationship Type="http://schemas.openxmlformats.org/officeDocument/2006/relationships/slide" Target="/ppt/slides/slide29.xml" Id="R9d5ed9d899ab4c08" /><Relationship Type="http://schemas.openxmlformats.org/officeDocument/2006/relationships/slide" Target="/ppt/slides/slide30.xml" Id="Rf73527d53a414d98" /><Relationship Type="http://schemas.openxmlformats.org/officeDocument/2006/relationships/slide" Target="/ppt/slides/slide31.xml" Id="R57a6059733004391" /><Relationship Type="http://schemas.openxmlformats.org/officeDocument/2006/relationships/slide" Target="/ppt/slides/slide32.xml" Id="Re133afa665454bc7" /><Relationship Type="http://schemas.openxmlformats.org/officeDocument/2006/relationships/slide" Target="/ppt/slides/slide33.xml" Id="R544544abcfc24048" /><Relationship Type="http://schemas.openxmlformats.org/officeDocument/2006/relationships/slide" Target="/ppt/slides/slide34.xml" Id="R751569f94a334ddd" /><Relationship Type="http://schemas.openxmlformats.org/officeDocument/2006/relationships/slide" Target="/ppt/slides/slide35.xml" Id="Rcd772f0d642b4a72" /><Relationship Type="http://schemas.openxmlformats.org/officeDocument/2006/relationships/slide" Target="/ppt/slides/slide36.xml" Id="Rd25b315eef994e53" /><Relationship Type="http://schemas.openxmlformats.org/officeDocument/2006/relationships/slide" Target="/ppt/slides/slide37.xml" Id="R9d5a041adc85457d" /><Relationship Type="http://schemas.openxmlformats.org/officeDocument/2006/relationships/slide" Target="/ppt/slides/slide38.xml" Id="Rdea5ed5f87d44dcf" /><Relationship Type="http://schemas.openxmlformats.org/officeDocument/2006/relationships/slide" Target="/ppt/slides/slide39.xml" Id="R5f1f8ed0841d4782" /><Relationship Type="http://schemas.openxmlformats.org/officeDocument/2006/relationships/slide" Target="/ppt/slides/slide40.xml" Id="R70a63b4a8b484a44" /><Relationship Type="http://schemas.openxmlformats.org/officeDocument/2006/relationships/slide" Target="/ppt/slides/slide41.xml" Id="R8e4ed9962163463d" /><Relationship Type="http://schemas.openxmlformats.org/officeDocument/2006/relationships/slide" Target="/ppt/slides/slide42.xml" Id="Rfa75c24675ab43e7" /><Relationship Type="http://schemas.openxmlformats.org/officeDocument/2006/relationships/slide" Target="/ppt/slides/slide43.xml" Id="Rf0f6638bcf0942e7" /><Relationship Type="http://schemas.openxmlformats.org/officeDocument/2006/relationships/slide" Target="/ppt/slides/slide44.xml" Id="Rab11f1a71f924bc6" /><Relationship Type="http://schemas.openxmlformats.org/officeDocument/2006/relationships/slide" Target="/ppt/slides/slide45.xml" Id="Rab1f8ab7f7644d0f" /><Relationship Type="http://schemas.openxmlformats.org/officeDocument/2006/relationships/slide" Target="/ppt/slides/slide46.xml" Id="Rc0dfeb4c4f2e49b3" /><Relationship Type="http://schemas.openxmlformats.org/officeDocument/2006/relationships/slide" Target="/ppt/slides/slide47.xml" Id="R54fe59a0b57546d9" /><Relationship Type="http://schemas.openxmlformats.org/officeDocument/2006/relationships/slide" Target="/ppt/slides/slide48.xml" Id="Re19afe4770c84f51" /><Relationship Type="http://schemas.openxmlformats.org/officeDocument/2006/relationships/slide" Target="/ppt/slides/slide49.xml" Id="Rf6220e246c404d92" /><Relationship Type="http://schemas.openxmlformats.org/officeDocument/2006/relationships/slide" Target="/ppt/slides/slide50.xml" Id="R6d376ec54e3b4b95" /><Relationship Type="http://schemas.openxmlformats.org/officeDocument/2006/relationships/slide" Target="/ppt/slides/slide51.xml" Id="R0a7dbf78a9ef4195" /><Relationship Type="http://schemas.openxmlformats.org/officeDocument/2006/relationships/slide" Target="/ppt/slides/slide52.xml" Id="R97c8c63159b241cb" /><Relationship Type="http://schemas.openxmlformats.org/officeDocument/2006/relationships/slide" Target="/ppt/slides/slide53.xml" Id="R01cbea3bf34e4d3f" /><Relationship Type="http://schemas.openxmlformats.org/officeDocument/2006/relationships/slide" Target="/ppt/slides/slide54.xml" Id="R481e8eba5fa84cee" /><Relationship Type="http://schemas.openxmlformats.org/officeDocument/2006/relationships/slide" Target="/ppt/slides/slide55.xml" Id="R22dfc4245b884d6f" /><Relationship Type="http://schemas.openxmlformats.org/officeDocument/2006/relationships/slide" Target="/ppt/slides/slide56.xml" Id="R6dee9041dfe14d14" /><Relationship Type="http://schemas.openxmlformats.org/officeDocument/2006/relationships/slide" Target="/ppt/slides/slide57.xml" Id="Raa97df54ed244ca2" /><Relationship Type="http://schemas.openxmlformats.org/officeDocument/2006/relationships/slide" Target="/ppt/slides/slide58.xml" Id="Raad6e3ac2eba48e7" /><Relationship Type="http://schemas.openxmlformats.org/officeDocument/2006/relationships/slide" Target="/ppt/slides/slide59.xml" Id="Rbd0bf6ecdf5a4c72" /><Relationship Type="http://schemas.openxmlformats.org/officeDocument/2006/relationships/slide" Target="/ppt/slides/slide60.xml" Id="R49b5c2963e3f447f" /><Relationship Type="http://schemas.openxmlformats.org/officeDocument/2006/relationships/slide" Target="/ppt/slides/slide61.xml" Id="R929fbbe8b04f416e" /><Relationship Type="http://schemas.openxmlformats.org/officeDocument/2006/relationships/slide" Target="/ppt/slides/slide62.xml" Id="R1c61e522c697474b" /><Relationship Type="http://schemas.openxmlformats.org/officeDocument/2006/relationships/slide" Target="/ppt/slides/slide63.xml" Id="R7638c638da33469b" /><Relationship Type="http://schemas.openxmlformats.org/officeDocument/2006/relationships/slide" Target="/ppt/slides/slide64.xml" Id="Rcae92d242bd8452e" /><Relationship Type="http://schemas.openxmlformats.org/officeDocument/2006/relationships/slide" Target="/ppt/slides/slide65.xml" Id="Rdbeb9f9db11a4c5b" /><Relationship Type="http://schemas.openxmlformats.org/officeDocument/2006/relationships/slide" Target="/ppt/slides/slide66.xml" Id="R259b559b7bbf42f8" /><Relationship Type="http://schemas.openxmlformats.org/officeDocument/2006/relationships/slide" Target="/ppt/slides/slide67.xml" Id="R33cdac0737344eff" /><Relationship Type="http://schemas.openxmlformats.org/officeDocument/2006/relationships/slide" Target="/ppt/slides/slide68.xml" Id="R02ce448a6edf4073" /><Relationship Type="http://schemas.openxmlformats.org/officeDocument/2006/relationships/slide" Target="/ppt/slides/slide69.xml" Id="R471ffa20bfe34009" /><Relationship Type="http://schemas.openxmlformats.org/officeDocument/2006/relationships/slide" Target="/ppt/slides/slide70.xml" Id="Ra481d3910bab4000" /><Relationship Type="http://schemas.openxmlformats.org/officeDocument/2006/relationships/slide" Target="/ppt/slides/slide71.xml" Id="R3282af7d08c24a2e" /><Relationship Type="http://schemas.openxmlformats.org/officeDocument/2006/relationships/slide" Target="/ppt/slides/slide72.xml" Id="Rd9d6a118f7c04217" /><Relationship Type="http://schemas.openxmlformats.org/officeDocument/2006/relationships/slide" Target="/ppt/slides/slide73.xml" Id="R3910f40ecaaa462c" /><Relationship Type="http://schemas.openxmlformats.org/officeDocument/2006/relationships/slide" Target="/ppt/slides/slide74.xml" Id="R03fea20f3c194e7a" /><Relationship Type="http://schemas.openxmlformats.org/officeDocument/2006/relationships/slide" Target="/ppt/slides/slide75.xml" Id="R7bce003b106b4a3a" /><Relationship Type="http://schemas.openxmlformats.org/officeDocument/2006/relationships/slide" Target="/ppt/slides/slide76.xml" Id="Rcd408bc2770e43fa" /><Relationship Type="http://schemas.openxmlformats.org/officeDocument/2006/relationships/slide" Target="/ppt/slides/slide77.xml" Id="R7793b58adfe4454b" /><Relationship Type="http://schemas.openxmlformats.org/officeDocument/2006/relationships/slide" Target="/ppt/slides/slide78.xml" Id="Re87497a91e2342d7" /><Relationship Type="http://schemas.openxmlformats.org/officeDocument/2006/relationships/slide" Target="/ppt/slides/slide79.xml" Id="R376860bf78ec4b63" /><Relationship Type="http://schemas.openxmlformats.org/officeDocument/2006/relationships/slide" Target="/ppt/slides/slide80.xml" Id="Rc0378b30dd01449e" /><Relationship Type="http://schemas.openxmlformats.org/officeDocument/2006/relationships/slide" Target="/ppt/slides/slide81.xml" Id="Rc0ac468e0424491a" /><Relationship Type="http://schemas.openxmlformats.org/officeDocument/2006/relationships/slide" Target="/ppt/slides/slide82.xml" Id="Rc24e62d9bc1f4f25" /><Relationship Type="http://schemas.openxmlformats.org/officeDocument/2006/relationships/slide" Target="/ppt/slides/slide83.xml" Id="R67e7705cee4a4e10" /><Relationship Type="http://schemas.openxmlformats.org/officeDocument/2006/relationships/slide" Target="/ppt/slides/slide84.xml" Id="Rd4d0ddf53dba469f" /><Relationship Type="http://schemas.openxmlformats.org/officeDocument/2006/relationships/slide" Target="/ppt/slides/slide85.xml" Id="R856eab173bef4ee7" /><Relationship Type="http://schemas.openxmlformats.org/officeDocument/2006/relationships/slide" Target="/ppt/slides/slide86.xml" Id="R3ffefcff080c4cf1" /><Relationship Type="http://schemas.openxmlformats.org/officeDocument/2006/relationships/slide" Target="/ppt/slides/slide87.xml" Id="R3d0fa82c728a4910" /><Relationship Type="http://schemas.openxmlformats.org/officeDocument/2006/relationships/slide" Target="/ppt/slides/slide88.xml" Id="R75bd5e15472942b1" /><Relationship Type="http://schemas.openxmlformats.org/officeDocument/2006/relationships/slide" Target="/ppt/slides/slide89.xml" Id="R726f1ebb7fab4e80" /><Relationship Type="http://schemas.openxmlformats.org/officeDocument/2006/relationships/slide" Target="/ppt/slides/slide90.xml" Id="Rb2d227bc5db94bc6" /><Relationship Type="http://schemas.openxmlformats.org/officeDocument/2006/relationships/slide" Target="/ppt/slides/slide91.xml" Id="R221bbf4ebd2b40e3" /><Relationship Type="http://schemas.openxmlformats.org/officeDocument/2006/relationships/slide" Target="/ppt/slides/slide92.xml" Id="Rad1174e35899401c" /><Relationship Type="http://schemas.openxmlformats.org/officeDocument/2006/relationships/slide" Target="/ppt/slides/slide93.xml" Id="Re9957dfe631947bf" /><Relationship Type="http://schemas.openxmlformats.org/officeDocument/2006/relationships/slide" Target="/ppt/slides/slide94.xml" Id="R18eddf952d4f48c4" /><Relationship Type="http://schemas.openxmlformats.org/officeDocument/2006/relationships/slide" Target="/ppt/slides/slide95.xml" Id="R69a9bf92415248bb" /><Relationship Type="http://schemas.openxmlformats.org/officeDocument/2006/relationships/slide" Target="/ppt/slides/slide96.xml" Id="R4f5840fc64b64869" /><Relationship Type="http://schemas.openxmlformats.org/officeDocument/2006/relationships/slide" Target="/ppt/slides/slide97.xml" Id="R0a99d389cb6e44a2" /><Relationship Type="http://schemas.openxmlformats.org/officeDocument/2006/relationships/slide" Target="/ppt/slides/slide98.xml" Id="R408f6218b64f40a8" /><Relationship Type="http://schemas.openxmlformats.org/officeDocument/2006/relationships/slide" Target="/ppt/slides/slide99.xml" Id="R02625d749225418b" /><Relationship Type="http://schemas.openxmlformats.org/officeDocument/2006/relationships/slide" Target="/ppt/slides/slide100.xml" Id="R3b1cfcd9a45d412c" /><Relationship Type="http://schemas.openxmlformats.org/officeDocument/2006/relationships/slide" Target="/ppt/slides/slide101.xml" Id="R006720fc386b4113" /><Relationship Type="http://schemas.openxmlformats.org/officeDocument/2006/relationships/slide" Target="/ppt/slides/slide102.xml" Id="Rfdd397729db74fb8" /><Relationship Type="http://schemas.openxmlformats.org/officeDocument/2006/relationships/slide" Target="/ppt/slides/slide103.xml" Id="R462abb3bfa98443c" /><Relationship Type="http://schemas.openxmlformats.org/officeDocument/2006/relationships/slide" Target="/ppt/slides/slide104.xml" Id="R45d9da7e18c54ea6" /><Relationship Type="http://schemas.openxmlformats.org/officeDocument/2006/relationships/slide" Target="/ppt/slides/slide105.xml" Id="Rd3afe69802124941" /><Relationship Type="http://schemas.openxmlformats.org/officeDocument/2006/relationships/slide" Target="/ppt/slides/slide106.xml" Id="R0e8a150933454e1a" /><Relationship Type="http://schemas.openxmlformats.org/officeDocument/2006/relationships/slide" Target="/ppt/slides/slide107.xml" Id="Rfc6e4476de394a98" /><Relationship Type="http://schemas.openxmlformats.org/officeDocument/2006/relationships/slide" Target="/ppt/slides/slide108.xml" Id="R5eddac967a8740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19c10d281548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e8af4cf4e94a90" /><Relationship Type="http://schemas.openxmlformats.org/officeDocument/2006/relationships/notesMaster" Target="/ppt/notesMasters/notesMaster1.xml" Id="R3475f0ce64994c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04780f468a4638" /><Relationship Type="http://schemas.openxmlformats.org/officeDocument/2006/relationships/notesMaster" Target="/ppt/notesMasters/notesMaster1.xml" Id="Rccd3c1d468f84f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46984e42ba4222" /><Relationship Type="http://schemas.openxmlformats.org/officeDocument/2006/relationships/notesMaster" Target="/ppt/notesMasters/notesMaster1.xml" Id="R58ecf50beff14e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79e55c423f4743" /><Relationship Type="http://schemas.openxmlformats.org/officeDocument/2006/relationships/notesMaster" Target="/ppt/notesMasters/notesMaster1.xml" Id="R2be2d4fcf91f44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1519a4220a4175" /><Relationship Type="http://schemas.openxmlformats.org/officeDocument/2006/relationships/notesMaster" Target="/ppt/notesMasters/notesMaster1.xml" Id="R7bd1aea133b246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893b2f746745d3" /><Relationship Type="http://schemas.openxmlformats.org/officeDocument/2006/relationships/notesMaster" Target="/ppt/notesMasters/notesMaster1.xml" Id="R878c2182d7e548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78893f44e64c3d" /><Relationship Type="http://schemas.openxmlformats.org/officeDocument/2006/relationships/notesMaster" Target="/ppt/notesMasters/notesMaster1.xml" Id="R088d53b5b30447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4e52b6ebee4734" /><Relationship Type="http://schemas.openxmlformats.org/officeDocument/2006/relationships/notesMaster" Target="/ppt/notesMasters/notesMaster1.xml" Id="Rd708d0dc458148b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910e05d1cba44c1" /><Relationship Type="http://schemas.openxmlformats.org/officeDocument/2006/relationships/notesMaster" Target="/ppt/notesMasters/notesMaster1.xml" Id="R7d9af7c0b6a144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74714b99da48d8" /><Relationship Type="http://schemas.openxmlformats.org/officeDocument/2006/relationships/notesMaster" Target="/ppt/notesMasters/notesMaster1.xml" Id="Re919e4a1925043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07cdcde1884386" /><Relationship Type="http://schemas.openxmlformats.org/officeDocument/2006/relationships/notesMaster" Target="/ppt/notesMasters/notesMaster1.xml" Id="R69290b42485848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a73ab29d54f42a3" /><Relationship Type="http://schemas.openxmlformats.org/officeDocument/2006/relationships/notesMaster" Target="/ppt/notesMasters/notesMaster1.xml" Id="Rb1c3ec923ed141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56055f08744ec6" /><Relationship Type="http://schemas.openxmlformats.org/officeDocument/2006/relationships/notesMaster" Target="/ppt/notesMasters/notesMaster1.xml" Id="R58b64b2bda17436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6c51c65a4e74b1e" /><Relationship Type="http://schemas.openxmlformats.org/officeDocument/2006/relationships/notesMaster" Target="/ppt/notesMasters/notesMaster1.xml" Id="Re71ef983dd5041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57dc211ddfc4259" /><Relationship Type="http://schemas.openxmlformats.org/officeDocument/2006/relationships/notesMaster" Target="/ppt/notesMasters/notesMaster1.xml" Id="R0b6a064d278a4dd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bcc90823cf4768" /><Relationship Type="http://schemas.openxmlformats.org/officeDocument/2006/relationships/notesMaster" Target="/ppt/notesMasters/notesMaster1.xml" Id="Rd96de114863f493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0f046ae3ad4c1d" /><Relationship Type="http://schemas.openxmlformats.org/officeDocument/2006/relationships/notesMaster" Target="/ppt/notesMasters/notesMaster1.xml" Id="Rbdcec8982a8b494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0a2d4cbcf6849e1" /><Relationship Type="http://schemas.openxmlformats.org/officeDocument/2006/relationships/notesMaster" Target="/ppt/notesMasters/notesMaster1.xml" Id="Rc2ed332ddbf34fa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228f2c43586447e" /><Relationship Type="http://schemas.openxmlformats.org/officeDocument/2006/relationships/notesMaster" Target="/ppt/notesMasters/notesMaster1.xml" Id="R4c322a2c458e47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d58d809c48d4a44" /><Relationship Type="http://schemas.openxmlformats.org/officeDocument/2006/relationships/notesMaster" Target="/ppt/notesMasters/notesMaster1.xml" Id="R7adce5a22a264a2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858e7af3a04900" /><Relationship Type="http://schemas.openxmlformats.org/officeDocument/2006/relationships/notesMaster" Target="/ppt/notesMasters/notesMaster1.xml" Id="Ra77f7cab8d6841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c18339a6cac4025" /><Relationship Type="http://schemas.openxmlformats.org/officeDocument/2006/relationships/notesMaster" Target="/ppt/notesMasters/notesMaster1.xml" Id="Rac3ab347932e4e6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331a1a47b945c4" /><Relationship Type="http://schemas.openxmlformats.org/officeDocument/2006/relationships/notesMaster" Target="/ppt/notesMasters/notesMaster1.xml" Id="R06c62fea2daf45d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b1e4ce2f7614cc7" /><Relationship Type="http://schemas.openxmlformats.org/officeDocument/2006/relationships/notesMaster" Target="/ppt/notesMasters/notesMaster1.xml" Id="Ra5a803e8b2904d4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0a5e6d138f4d8c" /><Relationship Type="http://schemas.openxmlformats.org/officeDocument/2006/relationships/notesMaster" Target="/ppt/notesMasters/notesMaster1.xml" Id="R9cd286cff351425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c312ef1ecde4656" /><Relationship Type="http://schemas.openxmlformats.org/officeDocument/2006/relationships/notesMaster" Target="/ppt/notesMasters/notesMaster1.xml" Id="Rd917039ff98744d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97b112ef06c4091" /><Relationship Type="http://schemas.openxmlformats.org/officeDocument/2006/relationships/notesMaster" Target="/ppt/notesMasters/notesMaster1.xml" Id="R63e798e85ead496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a6c640fa8284ef3" /><Relationship Type="http://schemas.openxmlformats.org/officeDocument/2006/relationships/notesMaster" Target="/ppt/notesMasters/notesMaster1.xml" Id="Rc7b5f465e9e745b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697aa75d60d4109" /><Relationship Type="http://schemas.openxmlformats.org/officeDocument/2006/relationships/notesMaster" Target="/ppt/notesMasters/notesMaster1.xml" Id="R8251d256103b4c2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284af01bc944042" /><Relationship Type="http://schemas.openxmlformats.org/officeDocument/2006/relationships/notesMaster" Target="/ppt/notesMasters/notesMaster1.xml" Id="Rc5701dbc78264a5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186274ca52e4cd7" /><Relationship Type="http://schemas.openxmlformats.org/officeDocument/2006/relationships/notesMaster" Target="/ppt/notesMasters/notesMaster1.xml" Id="R8aad9a9236e745e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fa0bcc428894a99" /><Relationship Type="http://schemas.openxmlformats.org/officeDocument/2006/relationships/notesMaster" Target="/ppt/notesMasters/notesMaster1.xml" Id="Rcbb3857a11b642c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522b1805ed1442a" /><Relationship Type="http://schemas.openxmlformats.org/officeDocument/2006/relationships/notesMaster" Target="/ppt/notesMasters/notesMaster1.xml" Id="R9174b8885d6648c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d8f1fface704a30" /><Relationship Type="http://schemas.openxmlformats.org/officeDocument/2006/relationships/notesMaster" Target="/ppt/notesMasters/notesMaster1.xml" Id="R51d8f19c01074a5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7752cccbef244ec" /><Relationship Type="http://schemas.openxmlformats.org/officeDocument/2006/relationships/notesMaster" Target="/ppt/notesMasters/notesMaster1.xml" Id="R670d516db2d044f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e4da5d8512a4963" /><Relationship Type="http://schemas.openxmlformats.org/officeDocument/2006/relationships/notesMaster" Target="/ppt/notesMasters/notesMaster1.xml" Id="R6b91a770047b4a7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5a38cd3a89e4d6f" /><Relationship Type="http://schemas.openxmlformats.org/officeDocument/2006/relationships/notesMaster" Target="/ppt/notesMasters/notesMaster1.xml" Id="Rb6a35c49e0a544f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c49590ec2454d69" /><Relationship Type="http://schemas.openxmlformats.org/officeDocument/2006/relationships/notesMaster" Target="/ppt/notesMasters/notesMaster1.xml" Id="Rece3ab79199740b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de1b0decaa843f4" /><Relationship Type="http://schemas.openxmlformats.org/officeDocument/2006/relationships/notesMaster" Target="/ppt/notesMasters/notesMaster1.xml" Id="R03b2da5667be4b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a92f8c0aaf54c14" /><Relationship Type="http://schemas.openxmlformats.org/officeDocument/2006/relationships/notesMaster" Target="/ppt/notesMasters/notesMaster1.xml" Id="Re3deeecc9cd14ad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20bacaf67cb4426" /><Relationship Type="http://schemas.openxmlformats.org/officeDocument/2006/relationships/notesMaster" Target="/ppt/notesMasters/notesMaster1.xml" Id="Re65d6812bea144e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fd8ef572ab041c1" /><Relationship Type="http://schemas.openxmlformats.org/officeDocument/2006/relationships/notesMaster" Target="/ppt/notesMasters/notesMaster1.xml" Id="R44832f732a2b43b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82270439e6c4cf0" /><Relationship Type="http://schemas.openxmlformats.org/officeDocument/2006/relationships/notesMaster" Target="/ppt/notesMasters/notesMaster1.xml" Id="Ra989a738aee1485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6a8c154fa5f41a0" /><Relationship Type="http://schemas.openxmlformats.org/officeDocument/2006/relationships/notesMaster" Target="/ppt/notesMasters/notesMaster1.xml" Id="R98eba696739447d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9deaea8af504cec" /><Relationship Type="http://schemas.openxmlformats.org/officeDocument/2006/relationships/notesMaster" Target="/ppt/notesMasters/notesMaster1.xml" Id="Rfefe1a5f54f04e6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3264c09d63d4ff8" /><Relationship Type="http://schemas.openxmlformats.org/officeDocument/2006/relationships/notesMaster" Target="/ppt/notesMasters/notesMaster1.xml" Id="R22e6b31b6f884bf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bca9190da8241c0" /><Relationship Type="http://schemas.openxmlformats.org/officeDocument/2006/relationships/notesMaster" Target="/ppt/notesMasters/notesMaster1.xml" Id="Rbf6e0a744b3942a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78346b4c2da4af7" /><Relationship Type="http://schemas.openxmlformats.org/officeDocument/2006/relationships/notesMaster" Target="/ppt/notesMasters/notesMaster1.xml" Id="R49dfcbb284f348b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cdd79c5bc8245d9" /><Relationship Type="http://schemas.openxmlformats.org/officeDocument/2006/relationships/notesMaster" Target="/ppt/notesMasters/notesMaster1.xml" Id="R1a3f0e83b4564d7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8f181196efb4b59" /><Relationship Type="http://schemas.openxmlformats.org/officeDocument/2006/relationships/notesMaster" Target="/ppt/notesMasters/notesMaster1.xml" Id="R64bf27ce7f5b41d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69736baa5ba4dd7" /><Relationship Type="http://schemas.openxmlformats.org/officeDocument/2006/relationships/notesMaster" Target="/ppt/notesMasters/notesMaster1.xml" Id="Re684ae2e612e461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fbf5960721c4a0a" /><Relationship Type="http://schemas.openxmlformats.org/officeDocument/2006/relationships/notesMaster" Target="/ppt/notesMasters/notesMaster1.xml" Id="Rde5bd647afca4d8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c7615d16aba4c26" /><Relationship Type="http://schemas.openxmlformats.org/officeDocument/2006/relationships/notesMaster" Target="/ppt/notesMasters/notesMaster1.xml" Id="Rcdebd45cec22481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1eeb8a32aff4fcb" /><Relationship Type="http://schemas.openxmlformats.org/officeDocument/2006/relationships/notesMaster" Target="/ppt/notesMasters/notesMaster1.xml" Id="Rc814fd19d30b41e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594b5704829495a" /><Relationship Type="http://schemas.openxmlformats.org/officeDocument/2006/relationships/notesMaster" Target="/ppt/notesMasters/notesMaster1.xml" Id="R880926a8f961425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c9de37dec5249b1" /><Relationship Type="http://schemas.openxmlformats.org/officeDocument/2006/relationships/notesMaster" Target="/ppt/notesMasters/notesMaster1.xml" Id="R7b9d0c7884b1408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c32b216919e46ba" /><Relationship Type="http://schemas.openxmlformats.org/officeDocument/2006/relationships/notesMaster" Target="/ppt/notesMasters/notesMaster1.xml" Id="R6a2bfbc90c664b0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6093dd028b94b57" /><Relationship Type="http://schemas.openxmlformats.org/officeDocument/2006/relationships/notesMaster" Target="/ppt/notesMasters/notesMaster1.xml" Id="R11497c5d788545a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14781bc46714938" /><Relationship Type="http://schemas.openxmlformats.org/officeDocument/2006/relationships/notesMaster" Target="/ppt/notesMasters/notesMaster1.xml" Id="Rcb7f538b6b924fd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cd37a58fa564a5a" /><Relationship Type="http://schemas.openxmlformats.org/officeDocument/2006/relationships/notesMaster" Target="/ppt/notesMasters/notesMaster1.xml" Id="Rfe75a216335641a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486d44fff7c4f87" /><Relationship Type="http://schemas.openxmlformats.org/officeDocument/2006/relationships/notesMaster" Target="/ppt/notesMasters/notesMaster1.xml" Id="Re79c13631c1049b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f5f20234d184947" /><Relationship Type="http://schemas.openxmlformats.org/officeDocument/2006/relationships/notesMaster" Target="/ppt/notesMasters/notesMaster1.xml" Id="Re4062da957d74aa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ffffaa4fbeb4b65" /><Relationship Type="http://schemas.openxmlformats.org/officeDocument/2006/relationships/notesMaster" Target="/ppt/notesMasters/notesMaster1.xml" Id="Raee0cfe8ecfb49d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fcd2dab3ad34a77" /><Relationship Type="http://schemas.openxmlformats.org/officeDocument/2006/relationships/notesMaster" Target="/ppt/notesMasters/notesMaster1.xml" Id="R09fd7d929f55467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fe700bfede84c50" /><Relationship Type="http://schemas.openxmlformats.org/officeDocument/2006/relationships/notesMaster" Target="/ppt/notesMasters/notesMaster1.xml" Id="R20158a25cd664b3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fc98df44cc54071" /><Relationship Type="http://schemas.openxmlformats.org/officeDocument/2006/relationships/notesMaster" Target="/ppt/notesMasters/notesMaster1.xml" Id="R5d6717739135410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33941a743004ff7" /><Relationship Type="http://schemas.openxmlformats.org/officeDocument/2006/relationships/notesMaster" Target="/ppt/notesMasters/notesMaster1.xml" Id="R7003f18356da478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6ac3b384c324616" /><Relationship Type="http://schemas.openxmlformats.org/officeDocument/2006/relationships/notesMaster" Target="/ppt/notesMasters/notesMaster1.xml" Id="Re67eea5ad9ac492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b8fa3f746384555" /><Relationship Type="http://schemas.openxmlformats.org/officeDocument/2006/relationships/notesMaster" Target="/ppt/notesMasters/notesMaster1.xml" Id="R160f623f2d154b4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3708daea81f4a4b" /><Relationship Type="http://schemas.openxmlformats.org/officeDocument/2006/relationships/notesMaster" Target="/ppt/notesMasters/notesMaster1.xml" Id="Rb7af916a45be4c8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ea9956a626b4694" /><Relationship Type="http://schemas.openxmlformats.org/officeDocument/2006/relationships/notesMaster" Target="/ppt/notesMasters/notesMaster1.xml" Id="R95f2fdd735c5449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0fa235c07e94121" /><Relationship Type="http://schemas.openxmlformats.org/officeDocument/2006/relationships/notesMaster" Target="/ppt/notesMasters/notesMaster1.xml" Id="R8191bb9f570340b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1e89f77a8d74dfd" /><Relationship Type="http://schemas.openxmlformats.org/officeDocument/2006/relationships/notesMaster" Target="/ppt/notesMasters/notesMaster1.xml" Id="R1163ec8d6f6046e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5c5cccf056f42ad" /><Relationship Type="http://schemas.openxmlformats.org/officeDocument/2006/relationships/notesMaster" Target="/ppt/notesMasters/notesMaster1.xml" Id="R02b0baf6d5e44ff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2e2d1eb7aa24d69" /><Relationship Type="http://schemas.openxmlformats.org/officeDocument/2006/relationships/notesMaster" Target="/ppt/notesMasters/notesMaster1.xml" Id="Rada4e21639c84ac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249eb6d66b94223" /><Relationship Type="http://schemas.openxmlformats.org/officeDocument/2006/relationships/notesMaster" Target="/ppt/notesMasters/notesMaster1.xml" Id="R06bb04a15f0c486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fbd54ce24ed4cd9" /><Relationship Type="http://schemas.openxmlformats.org/officeDocument/2006/relationships/notesMaster" Target="/ppt/notesMasters/notesMaster1.xml" Id="R2499ef0fd8ec436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9e443b6569c4269" /><Relationship Type="http://schemas.openxmlformats.org/officeDocument/2006/relationships/notesMaster" Target="/ppt/notesMasters/notesMaster1.xml" Id="Rb2dfa130016346e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7316f5ff3b94059" /><Relationship Type="http://schemas.openxmlformats.org/officeDocument/2006/relationships/notesMaster" Target="/ppt/notesMasters/notesMaster1.xml" Id="Rc382e7e3d9a7452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f50f689a2c84b0f" /><Relationship Type="http://schemas.openxmlformats.org/officeDocument/2006/relationships/notesMaster" Target="/ppt/notesMasters/notesMaster1.xml" Id="R2ad8897fc5e445a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1ecf39974f04d25" /><Relationship Type="http://schemas.openxmlformats.org/officeDocument/2006/relationships/notesMaster" Target="/ppt/notesMasters/notesMaster1.xml" Id="R4e550c59460a4f5c"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541ec45052143a2" /><Relationship Type="http://schemas.openxmlformats.org/officeDocument/2006/relationships/notesMaster" Target="/ppt/notesMasters/notesMaster1.xml" Id="Rda4910c0185f4fe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f49fdc21c9c47b7" /><Relationship Type="http://schemas.openxmlformats.org/officeDocument/2006/relationships/notesMaster" Target="/ppt/notesMasters/notesMaster1.xml" Id="R8025240de0fa44c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682297c22cb455b" /><Relationship Type="http://schemas.openxmlformats.org/officeDocument/2006/relationships/notesMaster" Target="/ppt/notesMasters/notesMaster1.xml" Id="Rdd6b0bd4467f489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8fb45bcbe7944a2" /><Relationship Type="http://schemas.openxmlformats.org/officeDocument/2006/relationships/notesMaster" Target="/ppt/notesMasters/notesMaster1.xml" Id="R01f206ed84e04f3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e69c9d614664414" /><Relationship Type="http://schemas.openxmlformats.org/officeDocument/2006/relationships/notesMaster" Target="/ppt/notesMasters/notesMaster1.xml" Id="R788133dc888f4310"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44ade2eb61f4bae" /><Relationship Type="http://schemas.openxmlformats.org/officeDocument/2006/relationships/notesMaster" Target="/ppt/notesMasters/notesMaster1.xml" Id="R149fb28b9a334a1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57d514dc47b4e8b" /><Relationship Type="http://schemas.openxmlformats.org/officeDocument/2006/relationships/notesMaster" Target="/ppt/notesMasters/notesMaster1.xml" Id="Rea07284dfe8d46d1"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23ea30c84714d97" /><Relationship Type="http://schemas.openxmlformats.org/officeDocument/2006/relationships/notesMaster" Target="/ppt/notesMasters/notesMaster1.xml" Id="R6d1edd029fe14f6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3143765062644f60" /><Relationship Type="http://schemas.openxmlformats.org/officeDocument/2006/relationships/notesMaster" Target="/ppt/notesMasters/notesMaster1.xml" Id="R6c3937c605324ec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73e7e1bd79e4b18" /><Relationship Type="http://schemas.openxmlformats.org/officeDocument/2006/relationships/notesMaster" Target="/ppt/notesMasters/notesMaster1.xml" Id="R305fc5c0718b4a6d"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ed035663c6a4fa4" /><Relationship Type="http://schemas.openxmlformats.org/officeDocument/2006/relationships/notesMaster" Target="/ppt/notesMasters/notesMaster1.xml" Id="R43888086445f4a0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466cf374800b4fc2" /><Relationship Type="http://schemas.openxmlformats.org/officeDocument/2006/relationships/notesMaster" Target="/ppt/notesMasters/notesMaster1.xml" Id="R5d33f7d59b50478b"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939d7d1f6ba49ed" /><Relationship Type="http://schemas.openxmlformats.org/officeDocument/2006/relationships/notesMaster" Target="/ppt/notesMasters/notesMaster1.xml" Id="R66ea1cac94924c18"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d125ec6b0f394836" /><Relationship Type="http://schemas.openxmlformats.org/officeDocument/2006/relationships/notesMaster" Target="/ppt/notesMasters/notesMaster1.xml" Id="R45f94733f4074406"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90f2bcb3c40f4be3" /><Relationship Type="http://schemas.openxmlformats.org/officeDocument/2006/relationships/notesMaster" Target="/ppt/notesMasters/notesMaster1.xml" Id="R7a17847c3d934bed"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2dd6daf168a4c12" /><Relationship Type="http://schemas.openxmlformats.org/officeDocument/2006/relationships/notesMaster" Target="/ppt/notesMasters/notesMaster1.xml" Id="R8ef8c32bc40848e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fa91c019db31431c" /><Relationship Type="http://schemas.openxmlformats.org/officeDocument/2006/relationships/notesMaster" Target="/ppt/notesMasters/notesMaster1.xml" Id="R6b31b8d4944e4b5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1a69eb284644006" /><Relationship Type="http://schemas.openxmlformats.org/officeDocument/2006/relationships/notesMaster" Target="/ppt/notesMasters/notesMaster1.xml" Id="Rfe33809d488b4c7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5b254cce4d004ee2" /><Relationship Type="http://schemas.openxmlformats.org/officeDocument/2006/relationships/notesMaster" Target="/ppt/notesMasters/notesMaster1.xml" Id="R3eafe3ef0c6c4f06"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c862c11f83840c7" /><Relationship Type="http://schemas.openxmlformats.org/officeDocument/2006/relationships/notesMaster" Target="/ppt/notesMasters/notesMaster1.xml" Id="R439227e28ba64c83"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4178024f2d7e43c3" /><Relationship Type="http://schemas.openxmlformats.org/officeDocument/2006/relationships/notesMaster" Target="/ppt/notesMasters/notesMaster1.xml" Id="Re159d43666bc4f96"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e5841baaf0084ef2" /><Relationship Type="http://schemas.openxmlformats.org/officeDocument/2006/relationships/notesMaster" Target="/ppt/notesMasters/notesMaster1.xml" Id="R55fb4882526b438f"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f738c216af3c42c2" /><Relationship Type="http://schemas.openxmlformats.org/officeDocument/2006/relationships/notesMaster" Target="/ppt/notesMasters/notesMaster1.xml" Id="Re0d9145f838a4819"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4258010f92254e60" /><Relationship Type="http://schemas.openxmlformats.org/officeDocument/2006/relationships/notesMaster" Target="/ppt/notesMasters/notesMaster1.xml" Id="R24e840f9984c49fc"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f25022a80e52413e" /><Relationship Type="http://schemas.openxmlformats.org/officeDocument/2006/relationships/notesMaster" Target="/ppt/notesMasters/notesMaster1.xml" Id="R940f2814b28949f2"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31cbdcb2fc5d4921" /><Relationship Type="http://schemas.openxmlformats.org/officeDocument/2006/relationships/notesMaster" Target="/ppt/notesMasters/notesMaster1.xml" Id="R73844924693e4899"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6671bef0591043e2" /><Relationship Type="http://schemas.openxmlformats.org/officeDocument/2006/relationships/notesMaster" Target="/ppt/notesMasters/notesMaster1.xml" Id="Rfb337e4e99f54c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전체396분이다.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43분·전체396분·Lecture154분이며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전체396분이다.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S70에서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S70에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전체396분이다.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총86분, 전체396분이다.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S73에서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S72를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S73에서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같은 저장소여도 실행 조건은 다를 수 있다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“S71의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S71의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S88–S92의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S73에서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S88–S92에서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S73에서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통계의 판단을 C++ 검사에 적용하기</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“S72에서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S72의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S72의 조건 확인을 C++ 작업에 연결한다.</a:t>
            </a:r>
          </a:p>
          <a:p xmlns:a="http://schemas.openxmlformats.org/drawingml/2006/main">
            <a:r>
              <a:t>6. (4:40–5:00) 세 기준을 옮기는 것이며 실제 C++ Trial이나 회사 성과가 아니라는 범위를 회수한다. 다음 S74에서는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S74로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S72/삽화 연결0.75, 명세1, 수행 방법1, 검증 근거1.25, 실행 조건0.67, 적용 범위/전환0.33. 지연 시 도구 이름과 측정량 상세 설명을 줄이고 세 행의 대응·입력/빌드/장비 조건·교육용 범위는 유지한다.5분에 S74로 이동한다.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우리 업무에서 먼저 정리할 한 가지</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“S73의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1. (0:00–0:30 / Reflection, R1) S73에서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S76에서 짧게 보존하고, 그다음 별도 가상 사례에서 유지 문제를 살펴본다. 성공을 다시 자세히 설명하거나 가상 변화의 결과를 먼저 말하지 않는다.</a:t>
            </a:r>
          </a:p>
          <a:p xmlns:a="http://schemas.openxmlformats.org/drawingml/2006/main">
            <a:r>
              <a:t>기존 연결 질문을 유지한 채 ACT 4 제목 S75를 거쳐 S76의 첫 문제로 이어간다. 제목의 Transition1분은 다음 ACT에 별도로 배정한다.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S73의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a:t>
            </a:r>
          </a:p>
          <a:p xmlns:a="http://schemas.openxmlformats.org/drawingml/2006/main">
            <a:r>
              <a:t>“남길 위치와 검토·갱신 역할을 생각해 봤습니다. 이제 확인한 성공을 기준점으로 두고, 그 방법을 계속 맞게 유지하는 문제로 넘어가겠습니다.”</a:t>
            </a:r>
          </a:p>
          <a:p xmlns:a="http://schemas.openxmlformats.org/drawingml/2006/main">
            <a:r>
              <a:t>기존 연결 질문을 유지한 채 ACT 4 제목 S75를 거쳐 S76의 첫 문제로 이어간다. 제목의 Transition1분은 다음 ACT에 별도로 배정한다.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S76로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기록과 피드백으로 시스템 개선하기</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S76의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S76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전체396분이다. 제목·부제만 안내하고1분에 S76로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production/preview/full/S75.png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확인한 성공을 유지하려면</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S74에서 위치·검토/갱신 역할을 생각했다는 점을 회수한다. 실제 밝기 통계는 출력6항목·전체 테스트11/11·같은 조건의 측정/guard를 확인한 성공으로 마쳤다고 짧게 남긴다. S65의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S74에서 떠올린 한 가지에 대해 어떤 기준/환경 변화가 담당자의 재검토를 요구할지 조용히 생각하게 한다. 앞 장의 위치·담당 선택을 다시 시키거나 답변/산출물을 요구하지 않는다. 다음 S77부터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처음에는 기준과 재사용 절차가 맞았다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Project는 바뀌고 Workflow는 남았다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S74의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S78와 production/preview/act4/S78.png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이번 요청과 다음 작업의 지침</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S80에서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S79, production/preview/act4/S79.png 및 production/preview/full/S79.png.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원인을 고르기 전에 확인할 기록</a:t>
            </a:r>
          </a:p>
          <a:p xmlns:a="http://schemas.openxmlformats.org/drawingml/2006/main">
            <a:r>
              <a:t/>
            </a:r>
          </a:p>
          <a:p xmlns:a="http://schemas.openxmlformats.org/drawingml/2006/main">
            <a:r>
              <a:t>Slide ID: S80</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S79의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S81에서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S80, production/preview/act4/S80.png 및 production/preview/full/S80.png.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주어진 정보와 원인 가설을 나눈다</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확인한 원인에 맞춰 변경 대상을 고른다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S83에서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S80 2분/S76 1분 그대로이며 S82는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확인된 범위만 검토하고 갱신한다</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S74의 ‘어디에 두고 누가 유지할까’를 이 가상 유지 문제에서 회수했다고 정리한다. 실제 수정/재평가 결과는 없으며 S84에서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S83의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S85에서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S84의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S85의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S82의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S82의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S82/S78의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S72를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S89은 결과와 원인 해석의 구분, S90는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S88와 production/preview/act4/S88.png를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S65의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S87와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S90의 세 기록 항목과 S91의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S92의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S95에 전체 여정 회수를 넘긴다. 다섯 ACT의 여정을 여기서 미리 재강의하지 않는다.</a:t>
            </a:r>
          </a:p>
          <a:p xmlns:a="http://schemas.openxmlformats.org/drawingml/2006/main">
            <a:r>
              <a:t>기존 연결 질문을 유지한 채 ACT 5 제목 S94를 거쳐 S95의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S95으로 이동한다.</a:t>
            </a:r>
          </a:p>
          <a:p xmlns:a="http://schemas.openxmlformats.org/drawingml/2006/main">
            <a:r>
              <a:t>기존 연결 질문을 유지한 채 ACT 5 제목 S94를 거쳐 S95의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S95의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production/preview/act4/S93.png 및 production/preview/full/S93.png다.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내 업무에 맞게 조합하고 덜어내기</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S95의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S95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전체396분이다. 제목·부제만 안내하고1분에 S95로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production/preview/full/S94.png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문제에 맞춰, 일하는 방식을 넓혔다</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S93가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S96은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S103/S98에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실제 Demo는 문제에 맞춰 바뀌었다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이번 문제에 필요한 구성만 선택했다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S96의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S98로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결과를 수용할지는 사람이 판단한다</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S97의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S99에서는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AI가 일할 조건과 확인 경로를 설계한다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S98의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S100로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S103에서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모델·플랫폼이 바뀌면 Harness도 다시 본다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S99의 설계 관점에서 “그때 필요했던 보조 장치가 지금도 필요한가?”를 묻는다. S97은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S101의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무엇을 남기고, 무엇을 덜어낼까?</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S100의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S102으로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덜어낸 뒤에도 필요한 일을 하는가?</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S101에서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S103에서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내 업무에서는 무엇이 반복해서 막힐까?</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S104에서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S104의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고른 문제에서, 다음 행동 하나로</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S103에서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S103에서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S105–S107에서 팁 제목·현재 위치만 회수하고 S108의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S103과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S105의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S103의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실무 적용 팁 · 작업 환경과 기준</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S73다.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S73 밝기 통계의 판단을 C++ 검사에 적용하기. 제목·위치만 짚고 본문을 다시 강의하지 않는다.</a:t>
            </a:r>
          </a:p>
          <a:p xmlns:a="http://schemas.openxmlformats.org/drawingml/2006/main">
            <a:r>
              <a:t>3. (0:45–1:00 / Lecture) S106로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S106으로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실무 적용 팁 · 요청 작성</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S107로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S107로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실무 적용 팁 · 검증과 개선</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S80, S84, S101, S102다.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S80 원인을 고르기 전에 확인할 기록 / S84 지침을 고친 뒤, 무엇을 다시 확인할까? / S101 무엇을 남기고, 무엇을 덜어낼까? / S102 덜어낸 뒤에도 필요한 일을 하는가?. 제목·위치만 짚고 본문을 다시 강의하지 않는다.</a:t>
            </a:r>
          </a:p>
          <a:p xmlns:a="http://schemas.openxmlformats.org/drawingml/2006/main">
            <a:r>
              <a:t>3. (0:45–1:00 / Lecture) S108로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Q&amp;A와 교육 마무리</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S104에서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S95과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S104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502d9eb5d449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017b18577f42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acb661c0bd146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c838c21d4a411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94bd2f10af440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6803a0a94543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39E57E-8998-4006-9FBC-47951A5022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99E8550-055F-49F0-A997-740A8DAF0D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5F8FE5-6FF2-485F-8882-AA32F877D6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2E82A5-D20C-4135-82F2-47F5DAD1F0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EAE05F2-69C8-452E-A380-388CCC898F2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75FCA79-A851-407B-901D-F7047143F9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42CAF4-6E5D-4551-8392-7E8B034056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BC40A65-3F7A-4FD7-B80E-F7F519189A3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D70170-6933-4B21-983B-5CC28EB311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B554B8-C4AD-4480-86EF-04B72A7A372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eff1ba562640d0" /><Relationship Type="http://schemas.openxmlformats.org/officeDocument/2006/relationships/slideLayout" Target="/ppt/slideLayouts/slideLayout1.xml" Id="R2eee5497241e48ce" /><Relationship Type="http://schemas.openxmlformats.org/officeDocument/2006/relationships/slideLayout" Target="/ppt/slideLayouts/slideLayout2.xml" Id="R7c8e96fa379e4c51" /><Relationship Type="http://schemas.openxmlformats.org/officeDocument/2006/relationships/slideLayout" Target="/ppt/slideLayouts/slideLayout3.xml" Id="Rde9ed1f57b7a4b62" /><Relationship Type="http://schemas.openxmlformats.org/officeDocument/2006/relationships/slideLayout" Target="/ppt/slideLayouts/slideLayout4.xml" Id="Rb0612f74bf7945a8" /><Relationship Type="http://schemas.openxmlformats.org/officeDocument/2006/relationships/slideLayout" Target="/ppt/slideLayouts/slideLayout5.xml" Id="R8a6243f1dea0468d" /><Relationship Type="http://schemas.openxmlformats.org/officeDocument/2006/relationships/slideLayout" Target="/ppt/slideLayouts/slideLayout6.xml" Id="R3edc682b8af54d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ee5497241e48ce"/>
    <p:sldLayoutId xmlns:r="http://schemas.openxmlformats.org/officeDocument/2006/relationships" id="2147483650" r:id="R7c8e96fa379e4c51"/>
    <p:sldLayoutId xmlns:r="http://schemas.openxmlformats.org/officeDocument/2006/relationships" id="2147483651" r:id="Rde9ed1f57b7a4b62"/>
    <p:sldLayoutId xmlns:r="http://schemas.openxmlformats.org/officeDocument/2006/relationships" id="2147483652" r:id="Rb0612f74bf7945a8"/>
    <p:sldLayoutId xmlns:r="http://schemas.openxmlformats.org/officeDocument/2006/relationships" id="2147483653" r:id="R8a6243f1dea0468d"/>
    <p:sldLayoutId xmlns:r="http://schemas.openxmlformats.org/officeDocument/2006/relationships" id="2147483654" r:id="R3edc682b8af54d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051be1dc8854630" /><Relationship Type="http://schemas.openxmlformats.org/officeDocument/2006/relationships/notesSlide" Target="/ppt/notesSlides/notesSlide1.xml" Id="R85d1aab7f56043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4cca924df1c456a" /><Relationship Type="http://schemas.openxmlformats.org/officeDocument/2006/relationships/image" Target="/ppt/media/image.png" Id="Rfd720eec67a04f7d" /><Relationship Type="http://schemas.openxmlformats.org/officeDocument/2006/relationships/notesSlide" Target="/ppt/notesSlides/notesSlide2.xml" Id="Raf57ad5eebf847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df0f9d6e55342e1" /><Relationship Type="http://schemas.openxmlformats.org/officeDocument/2006/relationships/notesSlide" Target="/ppt/notesSlides/notesSlide3.xml" Id="R786b142fb47e42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035865a0df46e3" /><Relationship Type="http://schemas.openxmlformats.org/officeDocument/2006/relationships/notesSlide" Target="/ppt/notesSlides/notesSlide4.xml" Id="Rf2e3507ec62c4d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51848903d1f42cd" /><Relationship Type="http://schemas.openxmlformats.org/officeDocument/2006/relationships/image" Target="/ppt/media/image2.png" Id="R15ecc86d20a64f73" /><Relationship Type="http://schemas.openxmlformats.org/officeDocument/2006/relationships/notesSlide" Target="/ppt/notesSlides/notesSlide5.xml" Id="Re00f77043b454a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a50c63c8c54188" /><Relationship Type="http://schemas.openxmlformats.org/officeDocument/2006/relationships/notesSlide" Target="/ppt/notesSlides/notesSlide6.xml" Id="R381b23cc02be47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a503af007604d47" /><Relationship Type="http://schemas.openxmlformats.org/officeDocument/2006/relationships/notesSlide" Target="/ppt/notesSlides/notesSlide7.xml" Id="Rb4400244bbf54f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34ad9565ce4589" /><Relationship Type="http://schemas.openxmlformats.org/officeDocument/2006/relationships/notesSlide" Target="/ppt/notesSlides/notesSlide8.xml" Id="Rddb7408e03354cb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f140c777a7e4c3c" /><Relationship Type="http://schemas.openxmlformats.org/officeDocument/2006/relationships/notesSlide" Target="/ppt/notesSlides/notesSlide9.xml" Id="R5a61f709e853471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62a81ccd9ad4ac5" /><Relationship Type="http://schemas.openxmlformats.org/officeDocument/2006/relationships/image" Target="/ppt/media/image3.png" Id="R6fc7fee57b8a4453" /><Relationship Type="http://schemas.openxmlformats.org/officeDocument/2006/relationships/notesSlide" Target="/ppt/notesSlides/notesSlide10.xml" Id="Rb03410b66ce746c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251d1cfe3d8421d" /><Relationship Type="http://schemas.openxmlformats.org/officeDocument/2006/relationships/image" Target="/ppt/media/image4.png" Id="R48626a5700614cf4" /><Relationship Type="http://schemas.openxmlformats.org/officeDocument/2006/relationships/notesSlide" Target="/ppt/notesSlides/notesSlide11.xml" Id="R96b68cd7e3b746c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2fa008b18444a8a" /><Relationship Type="http://schemas.openxmlformats.org/officeDocument/2006/relationships/notesSlide" Target="/ppt/notesSlides/notesSlide12.xml" Id="R9a42908aa48a43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0cfff73f5f421c" /><Relationship Type="http://schemas.openxmlformats.org/officeDocument/2006/relationships/image" Target="/ppt/media/image5.png" Id="R9520b12c546c4f26" /><Relationship Type="http://schemas.openxmlformats.org/officeDocument/2006/relationships/image" Target="/ppt/media/image6.png" Id="Rc4fab99ec3364c3d" /><Relationship Type="http://schemas.openxmlformats.org/officeDocument/2006/relationships/image" Target="/ppt/media/image7.png" Id="Re5df3939d72c4bfc" /><Relationship Type="http://schemas.openxmlformats.org/officeDocument/2006/relationships/notesSlide" Target="/ppt/notesSlides/notesSlide13.xml" Id="R05c55c1509a1429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2fb5862234a41fe" /><Relationship Type="http://schemas.openxmlformats.org/officeDocument/2006/relationships/notesSlide" Target="/ppt/notesSlides/notesSlide14.xml" Id="R6f6edac728b847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0ae2e78056c4eb8" /><Relationship Type="http://schemas.openxmlformats.org/officeDocument/2006/relationships/notesSlide" Target="/ppt/notesSlides/notesSlide15.xml" Id="Rac3f81c6931b440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54fe1fc47714429" /><Relationship Type="http://schemas.openxmlformats.org/officeDocument/2006/relationships/image" Target="/ppt/media/image8.png" Id="R67da7960543c47ba" /><Relationship Type="http://schemas.openxmlformats.org/officeDocument/2006/relationships/image" Target="/ppt/media/image9.png" Id="R39b93e143c6d4675" /><Relationship Type="http://schemas.openxmlformats.org/officeDocument/2006/relationships/image" Target="/ppt/media/image10.png" Id="Re508f0c2592b4238" /><Relationship Type="http://schemas.openxmlformats.org/officeDocument/2006/relationships/notesSlide" Target="/ppt/notesSlides/notesSlide16.xml" Id="R79fc24fc752e41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6f40c67637242b2" /><Relationship Type="http://schemas.openxmlformats.org/officeDocument/2006/relationships/image" Target="/ppt/media/image11.png" Id="Ra872334a60404a7c" /><Relationship Type="http://schemas.openxmlformats.org/officeDocument/2006/relationships/notesSlide" Target="/ppt/notesSlides/notesSlide17.xml" Id="R15ff67605f044a1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19d257a0174370" /><Relationship Type="http://schemas.openxmlformats.org/officeDocument/2006/relationships/image" Target="/ppt/media/image12.png" Id="R2af1df9244454298" /><Relationship Type="http://schemas.openxmlformats.org/officeDocument/2006/relationships/notesSlide" Target="/ppt/notesSlides/notesSlide18.xml" Id="R7de04be6e466463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0b4d6928bfc417d" /><Relationship Type="http://schemas.openxmlformats.org/officeDocument/2006/relationships/notesSlide" Target="/ppt/notesSlides/notesSlide19.xml" Id="R90073bf132964cb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3b7292911bb4fa3" /><Relationship Type="http://schemas.openxmlformats.org/officeDocument/2006/relationships/notesSlide" Target="/ppt/notesSlides/notesSlide20.xml" Id="Rf4a2cc8031794c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77893a466574f52" /><Relationship Type="http://schemas.openxmlformats.org/officeDocument/2006/relationships/notesSlide" Target="/ppt/notesSlides/notesSlide21.xml" Id="Rfdb8a7cd7a6c4d4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4568705e4824a40" /><Relationship Type="http://schemas.openxmlformats.org/officeDocument/2006/relationships/notesSlide" Target="/ppt/notesSlides/notesSlide22.xml" Id="R2cc5d6faee6a4db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474184a422f4112" /><Relationship Type="http://schemas.openxmlformats.org/officeDocument/2006/relationships/notesSlide" Target="/ppt/notesSlides/notesSlide23.xml" Id="Ra8bff8eef1a04f9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6fe734016db4792" /><Relationship Type="http://schemas.openxmlformats.org/officeDocument/2006/relationships/notesSlide" Target="/ppt/notesSlides/notesSlide24.xml" Id="Re78e628c890d448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3f7d38acdf94787" /><Relationship Type="http://schemas.openxmlformats.org/officeDocument/2006/relationships/notesSlide" Target="/ppt/notesSlides/notesSlide25.xml" Id="R0f6e7b8824524ed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bcf33e907ca4d18" /><Relationship Type="http://schemas.openxmlformats.org/officeDocument/2006/relationships/notesSlide" Target="/ppt/notesSlides/notesSlide26.xml" Id="R9865ab5fb718441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47cd78f306d48b4" /><Relationship Type="http://schemas.openxmlformats.org/officeDocument/2006/relationships/notesSlide" Target="/ppt/notesSlides/notesSlide27.xml" Id="Rf3e8350d2ba64bf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c5534f9795c4e16" /><Relationship Type="http://schemas.openxmlformats.org/officeDocument/2006/relationships/notesSlide" Target="/ppt/notesSlides/notesSlide28.xml" Id="Rc6889467c40843a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0f8aa1adde5467c" /><Relationship Type="http://schemas.openxmlformats.org/officeDocument/2006/relationships/notesSlide" Target="/ppt/notesSlides/notesSlide29.xml" Id="Rbf2ad7c50d234e3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d0fa01075494f85" /><Relationship Type="http://schemas.openxmlformats.org/officeDocument/2006/relationships/notesSlide" Target="/ppt/notesSlides/notesSlide30.xml" Id="Rc083dbad18da406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6e871137b274c73" /><Relationship Type="http://schemas.openxmlformats.org/officeDocument/2006/relationships/notesSlide" Target="/ppt/notesSlides/notesSlide31.xml" Id="R89b9f32a7fa84e9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b7b98e574b645d4" /><Relationship Type="http://schemas.openxmlformats.org/officeDocument/2006/relationships/notesSlide" Target="/ppt/notesSlides/notesSlide32.xml" Id="R461107f2cf4c40e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f1419a70d904039" /><Relationship Type="http://schemas.openxmlformats.org/officeDocument/2006/relationships/notesSlide" Target="/ppt/notesSlides/notesSlide33.xml" Id="Rf3c2b260195c4ed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39093fd6f0b4e35" /><Relationship Type="http://schemas.openxmlformats.org/officeDocument/2006/relationships/notesSlide" Target="/ppt/notesSlides/notesSlide34.xml" Id="R6e082fc523f84e6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012c81621a843c6" /><Relationship Type="http://schemas.openxmlformats.org/officeDocument/2006/relationships/notesSlide" Target="/ppt/notesSlides/notesSlide35.xml" Id="R676248cfd9bd4ef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3fb73b400e84e36" /><Relationship Type="http://schemas.openxmlformats.org/officeDocument/2006/relationships/notesSlide" Target="/ppt/notesSlides/notesSlide36.xml" Id="R8931fdfcbd834a9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eb2ba5a2b9d4120" /><Relationship Type="http://schemas.openxmlformats.org/officeDocument/2006/relationships/notesSlide" Target="/ppt/notesSlides/notesSlide37.xml" Id="R82b14da943134d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a561cdf382b48f9" /><Relationship Type="http://schemas.openxmlformats.org/officeDocument/2006/relationships/notesSlide" Target="/ppt/notesSlides/notesSlide38.xml" Id="R3e67ac4d70204b4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ac5314c5f464214" /><Relationship Type="http://schemas.openxmlformats.org/officeDocument/2006/relationships/notesSlide" Target="/ppt/notesSlides/notesSlide39.xml" Id="R0aca545e5cda420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1aea4cdeabf4b74" /><Relationship Type="http://schemas.openxmlformats.org/officeDocument/2006/relationships/notesSlide" Target="/ppt/notesSlides/notesSlide40.xml" Id="R8da081f1ef1c4eb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669a4366dd3479a" /><Relationship Type="http://schemas.openxmlformats.org/officeDocument/2006/relationships/image" Target="/ppt/media/image13.png" Id="R9dadfc690bee4b16" /><Relationship Type="http://schemas.openxmlformats.org/officeDocument/2006/relationships/image" Target="/ppt/media/image14.png" Id="Rf31202e57fc94e75" /><Relationship Type="http://schemas.openxmlformats.org/officeDocument/2006/relationships/notesSlide" Target="/ppt/notesSlides/notesSlide41.xml" Id="Re0642002953d41d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51810f123a747f5" /><Relationship Type="http://schemas.openxmlformats.org/officeDocument/2006/relationships/image" Target="/ppt/media/image15.png" Id="Rfbeb4dd47fe04c23" /><Relationship Type="http://schemas.openxmlformats.org/officeDocument/2006/relationships/notesSlide" Target="/ppt/notesSlides/notesSlide42.xml" Id="R8c2aa55a28c04a8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172ecee1e85487b" /><Relationship Type="http://schemas.openxmlformats.org/officeDocument/2006/relationships/notesSlide" Target="/ppt/notesSlides/notesSlide43.xml" Id="R169f9e7ebce445c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67b1d4c489348ed" /><Relationship Type="http://schemas.openxmlformats.org/officeDocument/2006/relationships/notesSlide" Target="/ppt/notesSlides/notesSlide44.xml" Id="R9d5def29f0b3441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65ec9485ad84d3e" /><Relationship Type="http://schemas.openxmlformats.org/officeDocument/2006/relationships/notesSlide" Target="/ppt/notesSlides/notesSlide45.xml" Id="Rbd2c61b8be0d450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c0d0dbb292d42f0" /><Relationship Type="http://schemas.openxmlformats.org/officeDocument/2006/relationships/notesSlide" Target="/ppt/notesSlides/notesSlide46.xml" Id="R6692e2740e364f6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4cf1c8589d1481b" /><Relationship Type="http://schemas.openxmlformats.org/officeDocument/2006/relationships/notesSlide" Target="/ppt/notesSlides/notesSlide47.xml" Id="R24841fa9e2c44bb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c56b3bcd8384f41" /><Relationship Type="http://schemas.openxmlformats.org/officeDocument/2006/relationships/notesSlide" Target="/ppt/notesSlides/notesSlide48.xml" Id="R6f41fb20d4cd4e0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fd94e11b0fdc4177" /><Relationship Type="http://schemas.openxmlformats.org/officeDocument/2006/relationships/notesSlide" Target="/ppt/notesSlides/notesSlide49.xml" Id="Rdbd2ed69dd194a8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982c787bf3a4dd3" /><Relationship Type="http://schemas.openxmlformats.org/officeDocument/2006/relationships/notesSlide" Target="/ppt/notesSlides/notesSlide50.xml" Id="R9cd00ed8642c490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bc01ee43064425e" /><Relationship Type="http://schemas.openxmlformats.org/officeDocument/2006/relationships/notesSlide" Target="/ppt/notesSlides/notesSlide51.xml" Id="R75e9fad74e4a4ba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586eacdaa414cb3" /><Relationship Type="http://schemas.openxmlformats.org/officeDocument/2006/relationships/notesSlide" Target="/ppt/notesSlides/notesSlide52.xml" Id="R0e46997974df48a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8c2712677784e3b" /><Relationship Type="http://schemas.openxmlformats.org/officeDocument/2006/relationships/notesSlide" Target="/ppt/notesSlides/notesSlide53.xml" Id="R89973404db7d4a9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a613a5b515a4fe1" /><Relationship Type="http://schemas.openxmlformats.org/officeDocument/2006/relationships/notesSlide" Target="/ppt/notesSlides/notesSlide54.xml" Id="R6f0052db457946b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95f362f372c4e5a" /><Relationship Type="http://schemas.openxmlformats.org/officeDocument/2006/relationships/notesSlide" Target="/ppt/notesSlides/notesSlide55.xml" Id="Rd8cc02c0d573476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e2b762429904156" /><Relationship Type="http://schemas.openxmlformats.org/officeDocument/2006/relationships/notesSlide" Target="/ppt/notesSlides/notesSlide56.xml" Id="Rc62f9f7fd6bd429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d391206e44b4d52" /><Relationship Type="http://schemas.openxmlformats.org/officeDocument/2006/relationships/image" Target="/ppt/media/image16.png" Id="R951f471b9417498f" /><Relationship Type="http://schemas.openxmlformats.org/officeDocument/2006/relationships/image" Target="/ppt/media/image17.png" Id="Rf9bb73d16b4a471d" /><Relationship Type="http://schemas.openxmlformats.org/officeDocument/2006/relationships/notesSlide" Target="/ppt/notesSlides/notesSlide57.xml" Id="Re58b316726de4af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e104632749348d9" /><Relationship Type="http://schemas.openxmlformats.org/officeDocument/2006/relationships/notesSlide" Target="/ppt/notesSlides/notesSlide58.xml" Id="Rd0dd00bfa00f4eb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f07222cff3d444e" /><Relationship Type="http://schemas.openxmlformats.org/officeDocument/2006/relationships/notesSlide" Target="/ppt/notesSlides/notesSlide59.xml" Id="Rb50de66c117d453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6604b5692204502" /><Relationship Type="http://schemas.openxmlformats.org/officeDocument/2006/relationships/notesSlide" Target="/ppt/notesSlides/notesSlide60.xml" Id="R1aca824514ce46d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71a1fbf8092400d" /><Relationship Type="http://schemas.openxmlformats.org/officeDocument/2006/relationships/notesSlide" Target="/ppt/notesSlides/notesSlide61.xml" Id="Rf56daab6590f46e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359bfe3c2074d05" /><Relationship Type="http://schemas.openxmlformats.org/officeDocument/2006/relationships/notesSlide" Target="/ppt/notesSlides/notesSlide62.xml" Id="R14e8d0295b334ad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4eaad0135834151" /><Relationship Type="http://schemas.openxmlformats.org/officeDocument/2006/relationships/notesSlide" Target="/ppt/notesSlides/notesSlide63.xml" Id="Rbb7c03d284cd406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d190e472e7b4f51" /><Relationship Type="http://schemas.openxmlformats.org/officeDocument/2006/relationships/notesSlide" Target="/ppt/notesSlides/notesSlide64.xml" Id="Ra06e01ee20144cd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67c8302112b04f52" /><Relationship Type="http://schemas.openxmlformats.org/officeDocument/2006/relationships/chart" Target="/ppt/slides/charts/chart1.xml" Id="R4c7546cbb27e4716" /><Relationship Type="http://schemas.openxmlformats.org/officeDocument/2006/relationships/notesSlide" Target="/ppt/notesSlides/notesSlide65.xml" Id="R81e7f7671d2f41c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34f3c337f0d4ac4" /><Relationship Type="http://schemas.openxmlformats.org/officeDocument/2006/relationships/notesSlide" Target="/ppt/notesSlides/notesSlide66.xml" Id="Rdd9dd3766a0c4f6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dc82fdfab0542b3" /><Relationship Type="http://schemas.openxmlformats.org/officeDocument/2006/relationships/notesSlide" Target="/ppt/notesSlides/notesSlide67.xml" Id="Rc18a4fca2ad246e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22fae3b15b544dc" /><Relationship Type="http://schemas.openxmlformats.org/officeDocument/2006/relationships/notesSlide" Target="/ppt/notesSlides/notesSlide68.xml" Id="R4ebeb356c234402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60e554928664e04" /><Relationship Type="http://schemas.openxmlformats.org/officeDocument/2006/relationships/notesSlide" Target="/ppt/notesSlides/notesSlide69.xml" Id="R1556c1675e4747c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58694eaa346416e" /><Relationship Type="http://schemas.openxmlformats.org/officeDocument/2006/relationships/notesSlide" Target="/ppt/notesSlides/notesSlide70.xml" Id="R38c457a61916459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e4d842f98bc408e" /><Relationship Type="http://schemas.openxmlformats.org/officeDocument/2006/relationships/notesSlide" Target="/ppt/notesSlides/notesSlide71.xml" Id="Rce5f26a84f9d409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237e7bf97472406c" /><Relationship Type="http://schemas.openxmlformats.org/officeDocument/2006/relationships/notesSlide" Target="/ppt/notesSlides/notesSlide72.xml" Id="R3c8a470cfb94462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9711bfb76d704967" /><Relationship Type="http://schemas.openxmlformats.org/officeDocument/2006/relationships/image" Target="/ppt/media/image18.png" Id="Re2856641cafc4cc2" /><Relationship Type="http://schemas.openxmlformats.org/officeDocument/2006/relationships/notesSlide" Target="/ppt/notesSlides/notesSlide73.xml" Id="R8b3ccd87b6d7400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a99acd855bb4eac" /><Relationship Type="http://schemas.openxmlformats.org/officeDocument/2006/relationships/notesSlide" Target="/ppt/notesSlides/notesSlide74.xml" Id="Rc006b464ec8f42f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44fafa542914cdc" /><Relationship Type="http://schemas.openxmlformats.org/officeDocument/2006/relationships/notesSlide" Target="/ppt/notesSlides/notesSlide75.xml" Id="Rdd2eaf7785454e6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eaf300a029d4b64" /><Relationship Type="http://schemas.openxmlformats.org/officeDocument/2006/relationships/notesSlide" Target="/ppt/notesSlides/notesSlide76.xml" Id="R72c2eac667194b0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e5010cd285246a7" /><Relationship Type="http://schemas.openxmlformats.org/officeDocument/2006/relationships/notesSlide" Target="/ppt/notesSlides/notesSlide77.xml" Id="R8a852157d92c4c6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ca4352ac14f4468" /><Relationship Type="http://schemas.openxmlformats.org/officeDocument/2006/relationships/notesSlide" Target="/ppt/notesSlides/notesSlide78.xml" Id="Rc077d323ca5b4d7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b09e209b402a4f8d" /><Relationship Type="http://schemas.openxmlformats.org/officeDocument/2006/relationships/notesSlide" Target="/ppt/notesSlides/notesSlide79.xml" Id="R28df0f7a9f9643b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9633d3fa8534015" /><Relationship Type="http://schemas.openxmlformats.org/officeDocument/2006/relationships/notesSlide" Target="/ppt/notesSlides/notesSlide80.xml" Id="R0ee397d894f34a6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e55f3bc78ad24ea4" /><Relationship Type="http://schemas.openxmlformats.org/officeDocument/2006/relationships/notesSlide" Target="/ppt/notesSlides/notesSlide81.xml" Id="Rf277237522f4477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1c965b5a1774d41" /><Relationship Type="http://schemas.openxmlformats.org/officeDocument/2006/relationships/notesSlide" Target="/ppt/notesSlides/notesSlide82.xml" Id="Rbea782979216495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59670aac4264e88" /><Relationship Type="http://schemas.openxmlformats.org/officeDocument/2006/relationships/notesSlide" Target="/ppt/notesSlides/notesSlide83.xml" Id="R935dd4ce8c7f4c9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743f353b8884bed" /><Relationship Type="http://schemas.openxmlformats.org/officeDocument/2006/relationships/notesSlide" Target="/ppt/notesSlides/notesSlide84.xml" Id="Rdf1620f9c09b47c9"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0272ba2d300b4c6f" /><Relationship Type="http://schemas.openxmlformats.org/officeDocument/2006/relationships/notesSlide" Target="/ppt/notesSlides/notesSlide85.xml" Id="Rb08aeb847f204b6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2df9fe80b714b3a" /><Relationship Type="http://schemas.openxmlformats.org/officeDocument/2006/relationships/notesSlide" Target="/ppt/notesSlides/notesSlide86.xml" Id="Rc81a098052e34b1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ffb767f8d6743f4" /><Relationship Type="http://schemas.openxmlformats.org/officeDocument/2006/relationships/notesSlide" Target="/ppt/notesSlides/notesSlide87.xml" Id="Rac6f5d4a4caa42f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87adb4ba41aa4940" /><Relationship Type="http://schemas.openxmlformats.org/officeDocument/2006/relationships/notesSlide" Target="/ppt/notesSlides/notesSlide88.xml" Id="Rd1f9ae1e69964f5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93c874e638f4d9a" /><Relationship Type="http://schemas.openxmlformats.org/officeDocument/2006/relationships/notesSlide" Target="/ppt/notesSlides/notesSlide89.xml" Id="R0326752f382a4d8a"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5096e9a5affa404d" /><Relationship Type="http://schemas.openxmlformats.org/officeDocument/2006/relationships/notesSlide" Target="/ppt/notesSlides/notesSlide90.xml" Id="R2d02399c081d4db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d2ad59b8d4f840d6" /><Relationship Type="http://schemas.openxmlformats.org/officeDocument/2006/relationships/notesSlide" Target="/ppt/notesSlides/notesSlide91.xml" Id="Ra818fe180a7b40f0"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e75263b4ae04442a" /><Relationship Type="http://schemas.openxmlformats.org/officeDocument/2006/relationships/notesSlide" Target="/ppt/notesSlides/notesSlide92.xml" Id="R870265d7be164a6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5a7e0be18ab647ed" /><Relationship Type="http://schemas.openxmlformats.org/officeDocument/2006/relationships/image" Target="/ppt/media/image19.png" Id="R168a5b1fee9a4e21" /><Relationship Type="http://schemas.openxmlformats.org/officeDocument/2006/relationships/notesSlide" Target="/ppt/notesSlides/notesSlide93.xml" Id="Rab13dc26323047f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9df678e949c2406c" /><Relationship Type="http://schemas.openxmlformats.org/officeDocument/2006/relationships/notesSlide" Target="/ppt/notesSlides/notesSlide94.xml" Id="R1ec47a47e88a4b64"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5cc226e0db544fbd" /><Relationship Type="http://schemas.openxmlformats.org/officeDocument/2006/relationships/notesSlide" Target="/ppt/notesSlides/notesSlide95.xml" Id="R736e99299ae64f6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ef2af65f363e4f3d" /><Relationship Type="http://schemas.openxmlformats.org/officeDocument/2006/relationships/notesSlide" Target="/ppt/notesSlides/notesSlide96.xml" Id="Rd8b07917d00646b5"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a482f573ae024790" /><Relationship Type="http://schemas.openxmlformats.org/officeDocument/2006/relationships/notesSlide" Target="/ppt/notesSlides/notesSlide97.xml" Id="Rc94a664a68834da8"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4eb431908e014463" /><Relationship Type="http://schemas.openxmlformats.org/officeDocument/2006/relationships/notesSlide" Target="/ppt/notesSlides/notesSlide98.xml" Id="Ra609d7057a6149c8"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f7fa475fb08b4680" /><Relationship Type="http://schemas.openxmlformats.org/officeDocument/2006/relationships/notesSlide" Target="/ppt/notesSlides/notesSlide99.xml" Id="Rdd78ce9bbf664d27"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e87cdff624404c6c" /><Relationship Type="http://schemas.openxmlformats.org/officeDocument/2006/relationships/notesSlide" Target="/ppt/notesSlides/notesSlide100.xml" Id="R38006ae4e547484b"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e4f5dc5876294cfc" /><Relationship Type="http://schemas.openxmlformats.org/officeDocument/2006/relationships/notesSlide" Target="/ppt/notesSlides/notesSlide101.xml" Id="R5be93edcde344658"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e5c66d12093f432b" /><Relationship Type="http://schemas.openxmlformats.org/officeDocument/2006/relationships/notesSlide" Target="/ppt/notesSlides/notesSlide102.xml" Id="R82c83c9fb1854b38"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dca70a84e7fd41f3" /><Relationship Type="http://schemas.openxmlformats.org/officeDocument/2006/relationships/notesSlide" Target="/ppt/notesSlides/notesSlide103.xml" Id="R55ed5a9d11844e9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5aaff7dd58be4273" /><Relationship Type="http://schemas.openxmlformats.org/officeDocument/2006/relationships/notesSlide" Target="/ppt/notesSlides/notesSlide104.xml" Id="Rf70d28d8723544c9"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7d60dbe6f9524b31" /><Relationship Type="http://schemas.openxmlformats.org/officeDocument/2006/relationships/notesSlide" Target="/ppt/notesSlides/notesSlide105.xml" Id="R0adf63a195bc4b9a"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2c28bbf9b4e642dc" /><Relationship Type="http://schemas.openxmlformats.org/officeDocument/2006/relationships/notesSlide" Target="/ppt/notesSlides/notesSlide106.xml" Id="R6002cbf72ab5475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89f13ba8ea4e484e" /><Relationship Type="http://schemas.openxmlformats.org/officeDocument/2006/relationships/notesSlide" Target="/ppt/notesSlides/notesSlide107.xml" Id="Rd302f711772845dd"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8e217cfad4874b4f" /><Relationship Type="http://schemas.openxmlformats.org/officeDocument/2006/relationships/notesSlide" Target="/ppt/notesSlides/notesSlide108.xml" Id="Rfa59516de65f48c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AF581E8C-C035-4B75-9604-CDEA9B987EC8}"/>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46D2069B-787E-4419-B4AB-A6F243F02A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EB00D13C-D53D-4018-AEC5-7E6DD7E70CE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698BA3A8-2059-40A3-82F4-1778D616BE41}"/>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407E4D9D-776F-4E52-898C-51E81C70761E}"/>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16A01CA2-A2EE-4838-AB48-03AAA5C6926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3ED3703-4D33-4BC3-9DBF-BC73815663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426568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9934BE1-0BD9-4CD1-ADC4-1FD4463286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FC102774-651C-493E-9A21-5B2D6E1738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8E11C07-008A-4728-9CAE-F991FCE299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8247BBE-DDF9-4D79-9808-7455F3E45A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439623AE-8759-43F8-B042-23FC96C41C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2691B950-8B49-4F04-BB0D-AD8CDEE42E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FA289E7-E527-4659-A9F9-E67CB03EE7A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2C94530-8F74-4F69-83A3-4547DE7EDD12}"/>
              </a:ext>
            </a:extLst>
          </p:cNvPr>
          <p:cNvPicPr>
            <a:picLocks xmlns:a="http://schemas.openxmlformats.org/drawingml/2006/main" noChangeAspect="1"/>
          </p:cNvPicPr>
          <p:nvPr/>
        </p:nvPicPr>
        <p:blipFill>
          <a:blip xmlns:r="http://schemas.openxmlformats.org/officeDocument/2006/relationships" xmlns:a="http://schemas.openxmlformats.org/drawingml/2006/main" r:embed="Rfd720eec67a04f7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6CBFFAE0-3D32-42A6-A112-9F4857A9B76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9F20831-42CE-49E9-82AF-5DBE5EB2711D}"/>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4AA47D5-EE5F-47F8-B221-502893E7FAA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D2C38090-A276-4FDE-BB54-69EE86C14E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1253606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0D8254F-35B6-4717-9D31-A20A3BF48E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3CE25BCE-75AE-4F7A-B13E-ACB8B193DF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BFDB9F78-CB21-423B-ADD7-4736F1B444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E5587EE-229A-41AB-A60A-D31D20684A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E524FFDC-7C17-44EE-9C67-7F05452516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A1813D0-F3B5-4201-ABC2-4FBF189B5E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F4875A6-378E-42DE-BB60-01355C90F2F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CC44BDE-3598-4B5C-9E61-61C1A1D7EC47}"/>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05AD061-BB81-4F50-8451-110FDDFB5D1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D7AE34DA-25C7-42D3-ACBA-08A17B6A5DA4}"/>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18E289C-B50A-4B9F-BCBF-637929BAFCC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82C882A-D09B-4B7B-8298-9C796B2BD8C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84E9E86-D03E-4683-B164-29BDFDD6892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45130D0C-1E20-40DE-9965-3DC10D9A917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918A801-02EA-41E1-8790-2DA694B6362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4A159A8-62AB-4B20-9489-EDCE21C8F01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8DEE547-1A85-492B-8B9A-FE2A2304396E}"/>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CA202D8-E99A-40C6-8C28-2A53C83CE730}"/>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A3AA9CFD-B255-4B9A-8B14-ABE2B9CE93A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1663192-AF35-400B-A449-8757E345EC6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97FF805-4616-4FBB-9E44-6C95474C357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3078FA34-2920-49AF-A9E1-4D155509BAD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7D3B9507-6110-4314-8D6C-65CD35365D6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7756B25-2D34-478F-8973-5AD228C234A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CC0613F7-328C-48E3-AE61-8FDFDB08BEE6}"/>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C061FDB-4601-47A4-A91B-E815C4DD335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DA43FDA-9975-4FE9-AC1C-F83D0419F83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CF6AB776-3CFE-438E-9624-BD278CC3885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EB6BDA1-2D39-4F29-8CCE-D2D19DB550CC}"/>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04C50E59-7E3A-4CAA-8090-CC3944D5BBF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15EC1FC9-C5F3-4FC4-94F7-E625AAA6DE3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7B935B3-5368-4B77-80D2-AD3E9F809A24}"/>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AA556BB8-595B-43AA-956C-14D4B0BA149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B2566B61-7C2D-4BDB-B273-BCB6E850802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08ED298-A21A-42F9-9B4D-8947EF7D751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690F13F-DD8A-40A4-AAD3-A4C8BEE84CA6}"/>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C5A14383-CBAA-40C4-9DF0-2DE533D3208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AE2B596-73B5-470D-B339-0CC40FC797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517801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FED019E9-156A-475C-BEFA-AD3F3204E8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CA90A02-FA20-446F-B27D-722026B52E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01AFE690-967C-414D-98E0-AEB65B8C50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DE60FE8-7B9E-4977-8F04-5353E14FC0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FBE656D-5D3C-4FCE-802E-8AAE17FD9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010617BA-16A8-4B87-B5ED-8CE2B4F6B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CE2385B1-CDE6-4557-A364-8EBFB5E6638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9C33376D-8A99-4783-BB6E-E1D6C8041CDD}"/>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310AC2F5-E3A0-4A83-B1F7-ABD56BD4A77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3235E9CC-BB5E-45E6-89B9-34DCDB2EC20A}"/>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5E5C4D8-49A0-4E0C-8C84-1AC88544847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70CF9EF0-5792-4B9F-94C8-0141B46EFD12}"/>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804BF3EC-41B6-4ECF-8358-3DF87320E6F6}"/>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2886E575-D798-4D23-88D5-7C0AEBA2B1E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AFE0037D-54AF-4403-95C7-342267A7810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6050ED8-6B5A-4F24-A66D-CF0CC258393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2A3C620-132F-4EB2-BE2C-2B825EE0DB48}"/>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D4F6FD5-0907-40B0-834A-1D5FB58EB490}"/>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A9C7E14-F83A-41F1-A1B7-82306C7EEF61}"/>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9BA31A25-E1A8-4CBF-9D21-E8FCCDBE6F8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676B6559-9A56-4E69-8939-E47834F0F17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58A511CF-2103-4043-BB13-3CC9D1C1893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40151E8-9A73-4D15-98A8-4B390D3D56C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F4378B17-9C73-4654-A5FC-620C945D47BF}"/>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82FC173-F35F-4EC4-8DEC-D61E5FDB1F7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0214A6B5-7777-4362-BF0E-BE9B2F21B019}"/>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01BF3FDF-1AD6-46BB-9E6F-F9E50870D206}"/>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06172D0-1A8F-463F-8C7C-AD5ACEF5750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A8B8779A-E4F4-4958-AA7C-4F977DA617A9}"/>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29065E52-7EB4-44AB-86A6-BDFE196BA432}"/>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91A4225-9886-4CB3-9E2F-9E15A18C19DE}"/>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64AA50BD-F03C-44B8-AD42-DC57BBED4AD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6E0BA6D-996D-4CBF-90D9-FE1BEAF7DC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3396417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DB9F226-52DC-4351-B135-522E1D5F3D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3BA8C5BC-EA15-4887-B94F-648745FC2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E5D57FEA-A628-4C4A-8F65-DD1C8EC7E9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65F077E-1BFD-4087-B9D2-BA9332B3D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56FB3C9-5C47-4B52-95D7-8AF2F48A34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927D7855-B69C-4DA9-A6CA-A43B014157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8EB037E-4CC6-41D5-B493-2F895934B5E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BA53B32-7CBE-4568-916F-2C4FFAD9C8D9}"/>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8AA095C1-2893-444C-8D88-9EB7236FD0E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887278A-EA55-42E3-890C-C0AB6898051D}"/>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196A765-1041-4BBB-A122-C633764F7668}"/>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C78E26C-25D4-4FAD-A9A9-7F1D7FB313E6}"/>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844A5B04-F494-42FF-A925-0D4757929AB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C14B2458-0112-495C-8CBE-45A9402430FD}"/>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ADECC-A83C-47FE-9800-E48FB3404B2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AF38482-F6CD-4F5C-B28E-B066FE441421}"/>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9A3899E-3FDD-4FD6-A93E-40B1706DC6DA}"/>
              </a:ext>
            </a:extLst>
          </p:cNvPr>
          <p:cNvPicPr>
            <a:picLocks xmlns:a="http://schemas.openxmlformats.org/drawingml/2006/main" noChangeAspect="1"/>
          </p:cNvPicPr>
          <p:nvPr/>
        </p:nvPicPr>
        <p:blipFill>
          <a:blip xmlns:r="http://schemas.openxmlformats.org/officeDocument/2006/relationships" xmlns:a="http://schemas.openxmlformats.org/drawingml/2006/main" r:embed="R15ecc86d20a64f7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0439EFDC-30BE-4618-BE12-C4D5596B1A9D}"/>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71F5564-6849-4ED8-9FC7-75F29CC250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1620280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3CEFC65-3490-4DD6-A86D-D66E4D9A21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CF64078F-1917-43DF-A7FD-1193C6EB36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A534B4ED-5895-4347-92CF-2B30AEB214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B231B96-5554-445D-A42D-CB1FB128E3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E82C697E-EAC3-455A-ACB4-710BE81DEA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A02C5255-0431-41D2-A60F-B798809957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179EC532-5E42-4ABB-A1C4-AF5633236B31}"/>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F8B33070-A0C6-4BD2-8C5C-8B4CBA98533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DD05A69-A20F-4AD6-93B0-B6D3B6AE03C4}"/>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37A15BC4-AADE-460B-884A-2DA63799F975}"/>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8F6C5265-F42B-4F55-8815-FF5DCB7C0DB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C3DB680A-226B-4547-B2FD-ABE68FDDB85F}"/>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68AC1882-3D2A-42DB-BB76-61EC2FCDE3D6}"/>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9C184F50-B7BA-4166-9CC9-B1BDDE560D8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F05949C-A337-403C-B6C1-D8751209E006}"/>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F37617A-B7A9-4117-B976-B1E99F023D35}"/>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73966C9-2F53-4410-9929-BED04E78F662}"/>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836E0AC2-AF42-4C4B-80DA-D8197A3CEA55}"/>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97996EC0-8D24-40D4-95A9-E7009CA2EF48}"/>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91614A88-2808-4173-82E8-194AAF87A22B}"/>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5D3B4724-F6A8-4473-B5E0-138A80B291D3}"/>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F1BB4D9F-EE09-4CF0-A78F-2EC98EDA0602}"/>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A22DE95A-C753-4F7A-A540-F66ED0B4FBBF}"/>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DD6F7F43-B187-4934-ACFC-03965DC43664}"/>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92D9231E-3080-4868-B0F7-C55837184EE5}"/>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E9328BFE-0782-404E-AEC4-60479982D258}"/>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951B4F8F-09A5-4577-8E18-1FC28E5BF511}"/>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EEA757BC-ECEA-435D-ACC9-E9ED61D5966E}"/>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08E38EC-547C-4AB5-82CB-D121031E1584}"/>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42DEA128-986F-4C73-8F1A-FEA60C7DCB7A}"/>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62CE3D21-BA60-41C1-97DC-F10F59793E09}"/>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0158CF9D-016C-4A20-8BB7-2D1487642E28}"/>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E693D0A3-D144-4C37-BE12-CFA823536419}"/>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0D3EED7B-D447-40A2-97F9-7ABC264D0B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344661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46FFA264-BF7B-4E56-BC65-553629634F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53E4970F-A181-4C1E-94E6-032A780F20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5043AFAB-EBF6-4ED9-986D-EEAA173DD1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36CEAFF-14FE-4BE5-8FFB-0AD847AE70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1BC0C28D-7ECC-4C53-8DB2-44A65608EE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168D4CB8-8AB0-43AC-9E4E-286C62E3FC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B8DB0DBC-EC20-4CAF-9DF4-18E57A260D1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7FFB67F-DF20-431F-9525-4F424CCDF7A3}"/>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BD273DF1-1B51-423D-B77D-CDD322105414}"/>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D7721079-E457-42DF-A0D8-177EA18BE409}"/>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D88FC3DF-B9F4-4DCF-A2FA-8F1A4DE379CC}"/>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E6E32F6B-6A16-422D-9029-02F67B27FF1D}"/>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BDD25B4-DC8E-4F73-B5A1-866CF7FCE459}"/>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24EEE25D-F70F-450B-B96F-432F707B4871}"/>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A32A6665-4309-49FC-AE75-AC449914BD2B}"/>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45CC29D2-FCCF-4C89-A286-1A46A1ED8D8E}"/>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A8107689-5B58-4E90-9B6F-7A4E59BEA5FA}"/>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A9E28AE2-5DA0-40BA-BEEF-2F937A83CF8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5BFEB604-AA32-4870-926D-77FA2B62147C}"/>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ABF8E6D9-DF88-4E79-8D8B-8E244287D04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BB96944-EF65-410E-AF4D-AE2236FD72F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16E72ACF-97BF-44D7-B6BD-9CE09DF9DA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415640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9A6ADB5E-5415-47EF-A3B6-752AEFD3D4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40EE8C33-B65D-4244-882C-713A1DDC12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A6529F36-9E9B-4CB4-A615-254F57060A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53BE07B-24ED-4702-8B54-D79362A776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3A6FC3F4-C8B1-4628-8377-2CE3C1808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41D5941C-C850-4D86-85CE-F086A2D709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345F37A7-3180-4941-B54A-42EC31A93A5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1E9DA4E6-1560-4031-A027-F60BB44D848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4833B267-E3A5-4EA7-9C63-54AC5F9AFD61}"/>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644348A0-B899-43C3-B32D-7EAE846F50A3}"/>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284109A5-2B96-4B1C-80CC-CC6B10D15529}"/>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601D209-DA80-454E-8001-1D86587E478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202FBAFA-1135-4215-B3BE-6CDDC1A16B01}"/>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7A6AE99F-DE7E-4B83-8C08-2E288D456DCD}"/>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3C60D23D-822D-42E7-8383-1511785695FA}"/>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F9FD1F9D-C502-49EE-8E17-6207253C17B9}"/>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34F7525-37FE-46C0-87F5-68231B044FF2}"/>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51DA0E3F-5E66-4915-B10F-A4FA96A83AB5}"/>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8FE824BA-35B8-4F5F-AA57-ECB097C1C740}"/>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F09D4545-0D64-4535-8C95-3C5A0D2AB1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9538156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45230540-673E-4A7A-A43B-F0AF7B73E4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52439CEB-99B2-4DF5-9C5E-1AA3E9D3F7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E0F7DAD-54E1-4F9A-9718-AF4D3EEFD0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4B81BB06-98D9-4FB5-B248-EC0834A50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8B0421E-4870-45AE-B364-8D0FDFDBB4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F519328D-09FA-48EB-9B6A-F4CDE2AA0A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6A75C379-CE0A-4419-A76B-D52F28E6A6F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AD7E0ACF-FE6B-4104-9D98-E85FF86FB979}"/>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815A6189-DAD2-402F-8596-7BE3D2E1391F}"/>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2A23410-D31F-479E-97EC-A30B7D17B96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472A6250-2E47-4220-A9EC-C0B34923781A}"/>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C0F9FA02-DF91-4205-9773-399D34702543}"/>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0CB58662-185B-447C-BD88-755C8037329E}"/>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3E5C6DE3-B09C-408B-9ECB-42AC994983AE}"/>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678710F5-62CA-4EAE-B9F8-93D0D2F24F9C}"/>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FF75A702-86EC-4E71-B341-D93ADC508D55}"/>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BE973F17-A6DA-4B46-857F-F3DBC0A61EF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BBDEE3F6-7FB8-4AA8-912D-75AC4BF1F32B}"/>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DB5EB79-462D-47CB-A39D-7C03336ACB4D}"/>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1BD108CB-CE68-4828-8071-C9DD9979B8A7}"/>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3B7D2813-652A-4B90-8BDB-C45008283DF1}"/>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289B1670-0C23-4014-A26E-1A831E315F6F}"/>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DF69925B-3F66-444E-B2E6-CA10AE0185AA}"/>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2FB35986-4A10-4D60-A1E4-6FE7E8AE162A}"/>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9502BF46-9235-407B-A7E0-14EDDACB9F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3498483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DAB4A3C3-EC59-4AEC-93BF-EAB085EE0E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2681089-2457-4595-9271-51A73FA0EB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D7034F35-CF48-4808-945B-C1BFD11011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283BB7B-4586-48A8-849B-CDD23A2433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83DEF0F4-619F-433F-B985-478A5E7E60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23F2F695-B289-491A-AF08-E287DC9D52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361EF1DE-9174-43EE-B001-DF7A0783DB9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6A1D0154-594A-4028-AAB4-DCE6A2BD78C8}"/>
              </a:ext>
            </a:extLst>
          </p:cNvPr>
          <p:cNvPicPr>
            <a:picLocks xmlns:a="http://schemas.openxmlformats.org/drawingml/2006/main" noChangeAspect="1"/>
          </p:cNvPicPr>
          <p:nvPr/>
        </p:nvPicPr>
        <p:blipFill>
          <a:blip xmlns:r="http://schemas.openxmlformats.org/officeDocument/2006/relationships" xmlns:a="http://schemas.openxmlformats.org/drawingml/2006/main" r:embed="R6fc7fee57b8a4453"/>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C491235-0477-46E0-B87E-525727D69DAD}"/>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9BEDB1C6-9125-4392-962B-53DBC125A00F}"/>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688BBA6-8DC8-462B-BC92-A5068B1C6566}"/>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390EFE2-09D8-45E1-8486-6738F275F139}"/>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C55CB87B-EB1A-4F03-AC4F-175678E11572}"/>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D5C8119-3D92-4971-8324-A16822BD35B1}"/>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51D2F56E-1205-403E-9735-80B849AAF031}"/>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80731FEF-6585-49E6-9C9C-FC12D55E49F2}"/>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D980F083-C34E-4DED-8AE4-D684D503C711}"/>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B94F697B-F6B2-4DD5-A1DA-4727846D1B5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CE67C74B-D70D-4012-82C5-B108E6CE418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C8C08133-A4B1-4301-A41C-2645EBF1DE8C}"/>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B12CA9F6-3B3B-4A27-B629-3C8EA4259D78}"/>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4A41964D-952D-42DF-BDC6-50B9C51560ED}"/>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B359B249-92BE-4825-8250-2397BF515EE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44AAEC6-6AF1-4899-884D-E8C4C6C27F1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8751007C-829A-4430-837A-54E8353A9D4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2C560FA3-6751-4ECD-BE51-AC6801A4AF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CC4A49B-ED93-400C-AEB7-BA26D5D0013A}"/>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5EC3639-C0D8-4B36-97CA-E738ABFC04E3}"/>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DC59493E-144B-47AE-8230-9F2879F056EE}"/>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F4B1C662-3DC7-4ACD-9614-CFBFBCFEFF80}"/>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7FDE9C91-5703-41C5-A565-97B9FF48665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071A1C33-3E5B-486A-8A6F-9A102681A9D8}"/>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BF0C542A-DAE0-4D6E-A0EB-B08CD1B0D45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3E7659D-917B-4499-8901-B5B8610DCADB}"/>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9A1CCFD1-E2D0-448B-8BAC-3165076E381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C3CE82EE-B04F-4755-B685-82DE406A58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3133654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846B594D-F216-4EF7-9796-F88766D866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7030C4A7-A668-402C-BC54-9D901E71AF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7386F0F7-D628-48E3-8A0A-0A577AA5B1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BC63164D-5A5E-43F6-9D04-B4C9998E51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522DFDD4-A905-4750-B630-9B2BAE2535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2E7A0746-D076-4A17-97F5-D8DA86CC20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EFE60ABD-9098-4997-941E-D9E5C46CD54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19928D76-DE32-470A-B8CF-988A33939844}"/>
              </a:ext>
            </a:extLst>
          </p:cNvPr>
          <p:cNvPicPr>
            <a:picLocks xmlns:a="http://schemas.openxmlformats.org/drawingml/2006/main" noChangeAspect="1"/>
          </p:cNvPicPr>
          <p:nvPr/>
        </p:nvPicPr>
        <p:blipFill>
          <a:blip xmlns:r="http://schemas.openxmlformats.org/officeDocument/2006/relationships" xmlns:a="http://schemas.openxmlformats.org/drawingml/2006/main" r:embed="R48626a5700614cf4"/>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B035E3CB-3D26-404F-AEFC-870D3482473E}"/>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D18F32A3-C62B-49C7-80AD-511F3E8C6377}"/>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F3889498-EECE-4B13-987F-1B16B9F8EDD2}"/>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6C612078-642F-4F17-A843-E8565202EFE9}"/>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0822736A-548A-4357-B8DF-D05261FE632F}"/>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A4CE2A62-81CE-4EC8-95C7-8ACD547B7816}"/>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502E7CE-9850-46A5-91FE-A52E92791F57}"/>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15825575-F3AA-4932-8E65-8F5C7BEC67A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1ADDDF3F-FB18-4BB7-A3AA-09E2FBACF401}"/>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9EE3CD80-57B0-4463-803D-52CDD87287B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F42D8BD-7BA6-47E8-872F-19C3B0C99CAA}"/>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ACC4321-69EA-4F67-A0C2-A46EFE6763D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BA6E9CBE-08C1-43AE-BB2D-CCC7D41B90E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973ADAB-FE96-4403-A458-850F001EEFDF}"/>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8CDE8EE4-F6E4-4F91-B57C-21BA34678FA8}"/>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8978F85D-608B-4B7E-860E-CF0BE2445668}"/>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0456413C-007F-4F05-8F32-ED3ADB30A81F}"/>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62D5767E-0D77-4C88-B1A0-37FC15FAB1A2}"/>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0BAA3030-4990-46BD-BCE9-F351AE856C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299DCF34-D5D4-49DC-904E-E03F5625320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B8F1CB72-82DB-4EA7-90D0-60701FDC2CF0}"/>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EB56BF29-047B-4ED8-8523-4A554D418A2F}"/>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9D68485-819D-4BC1-847D-903F6C18048B}"/>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9D038CD0-44F0-4142-96EC-6A46EB815FEA}"/>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E924C9F-C6D6-454D-936F-8C6B26A2FC25}"/>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B7BD5EC8-2B5F-4E1C-90DD-CB8AAFE010A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B4F89EBD-F2E1-46D2-9FBC-36A5B2E5D7D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A31B4520-9821-48B6-9985-6660E2851E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1682151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D681AF65-96F7-4EB3-B0A0-CCD02E6D43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4E8D8927-8937-4B1C-A7A0-3115F07B51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B3FC3EA5-EC51-4E76-B9BA-08CCE1FDFF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BFA007B4-FFA7-4B13-B74F-B3B5CE7157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559864B-DD31-428A-8375-E8AB3C4920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5F508FA-E4B7-4ED5-BE57-B4FAED0961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43A23C9D-2D62-4A24-9AF3-6C58BDAF8FF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C86E02D-8543-4FBE-9F06-C1F7661A55BA}"/>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C4D5186-0A2E-422D-95E9-BC1476C925D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E915143E-F883-48FD-A2B9-B7A71821946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A76CA0D-9921-4373-B9C0-844AEF625C4A}"/>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9D47646-0833-4365-A822-E6B2ECA556DC}"/>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16592469-65D8-491D-8E42-6C798C9B9C10}"/>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F078A9FE-4210-474E-BB5E-85703768182B}"/>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184F25A-3EF4-48A0-AD32-004A48532AB8}"/>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1ACFC7D5-C799-4A07-A253-A16694644348}"/>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7E63FD6-8CA8-4B96-99F0-34B487FA9908}"/>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FF7EF89-0911-4666-8E11-4C53D24DB7DE}"/>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EC8EA5A-107D-43AE-A1A7-985E63F2D29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031D137-8489-42C3-9FA0-E9B41F8C0B4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507A8C6-059D-445D-9F96-5FF3765C44A0}"/>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97E6EBE-CF9B-4C93-B4A3-47ED8C6BAE7A}"/>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F6D15C2-5FB4-48F6-B559-2149DCF2398A}"/>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7106EDD-0585-46E9-931C-830055DFA7CF}"/>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B5BF912E-0D04-45BB-87F0-E58E1A07EEFF}"/>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E7E976D-92C2-4324-8B95-8F3EDF4470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F5CD6F-C221-4491-998B-DE17969FFF47}"/>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55C2E582-FD18-418A-BE99-C4C655CD705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1FBE60C2-18B9-4ED1-8483-91551F4641B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2AD0D4DE-4993-4BAC-BB94-080C4CEC21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0092682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63662DF-90CE-41D3-B24B-10C7964E10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B75AA0E2-C03B-40FE-89A0-5C984ADE91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6E1FDBCE-07FF-4DA5-945A-594A461F01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6C478495-4CB7-418D-87CA-B54E18E1C0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136B2674-F202-4B35-B449-4E519C54F3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4DB34CB-4B95-4FAA-A490-5C3B5C31D5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530C0625-9C3D-4E0B-82B2-6230627DA638}"/>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DA52ACEC-87E0-4FE1-9122-279620AA88E2}"/>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DD16C71-60F6-4693-98FB-70ED80F152C6}"/>
              </a:ext>
            </a:extLst>
          </p:cNvPr>
          <p:cNvPicPr>
            <a:picLocks xmlns:a="http://schemas.openxmlformats.org/drawingml/2006/main" noChangeAspect="1"/>
          </p:cNvPicPr>
          <p:nvPr/>
        </p:nvPicPr>
        <p:blipFill>
          <a:blip xmlns:r="http://schemas.openxmlformats.org/officeDocument/2006/relationships" xmlns:a="http://schemas.openxmlformats.org/drawingml/2006/main" r:embed="R9520b12c546c4f26"/>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A5B5FB6F-54FD-41A4-8E3A-47383914539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8A1C3B5-27EB-443B-A3E6-C9798F7A1865}"/>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2BEAD40-89A3-4910-9C42-1D2D574DEF99}"/>
              </a:ext>
            </a:extLst>
          </p:cNvPr>
          <p:cNvPicPr>
            <a:picLocks xmlns:a="http://schemas.openxmlformats.org/drawingml/2006/main" noChangeAspect="1"/>
          </p:cNvPicPr>
          <p:nvPr/>
        </p:nvPicPr>
        <p:blipFill>
          <a:blip xmlns:r="http://schemas.openxmlformats.org/officeDocument/2006/relationships" xmlns:a="http://schemas.openxmlformats.org/drawingml/2006/main" r:embed="Rc4fab99ec3364c3d"/>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197069E-A9EF-4ADA-8276-5ECE50F9F28B}"/>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3E5D5788-D975-41C5-BF8E-A1F4A3F9155E}"/>
              </a:ext>
            </a:extLst>
          </p:cNvPr>
          <p:cNvPicPr>
            <a:picLocks xmlns:a="http://schemas.openxmlformats.org/drawingml/2006/main" noChangeAspect="1"/>
          </p:cNvPicPr>
          <p:nvPr/>
        </p:nvPicPr>
        <p:blipFill>
          <a:blip xmlns:r="http://schemas.openxmlformats.org/officeDocument/2006/relationships" xmlns:a="http://schemas.openxmlformats.org/drawingml/2006/main" r:embed="Re5df3939d72c4bfc"/>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B9B4851-EFEF-4D1E-8951-FCAA2E4EDEA3}"/>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4B3E076-4685-452C-A17F-390A21E78AB9}"/>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BBAA5F1-7561-4A77-8794-811C5651EA47}"/>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F744C3A3-49D2-4CA4-95AD-A53D2B635B2C}"/>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2D7468A9-91DE-4271-B09C-1DEC1BF466D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B3849F27-5BE7-46AC-9435-71E6C50C974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31DCE99-9DB1-40BA-9CDC-421CFE8C7B5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BC6A41F-ABF9-4720-BDE5-9B6841E3B1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2234622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052B20C-0CD7-4462-9D99-39EBEA3D43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BBC4EDFB-EA14-4593-8629-48F1DFD1C1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4D54DE85-9404-42D6-A21E-66EF6BB42B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ED777FC-F2DE-43A5-B795-FDB20463CB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AC4F4BF2-3670-4C6B-AD29-02956A47F6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3A3FFA3-3CBC-4BEA-BAE9-D8893054E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CB4C839B-0E8A-4F80-BE85-5D79B44603E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05A3214D-DAFC-4F9E-BC17-D9E952F39B9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E02C9DE3-1EAB-4117-8759-1B5E22B658A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F041A35-89F4-414E-BED8-174807A3AEF7}"/>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039FD59-147C-4FDB-AB10-DC7D7C409148}"/>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73172A2E-CCCD-4E05-BB08-EAF403A6BB58}"/>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EEF4C178-8988-4425-A3FB-AE8F83D6CD4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DB94F00-57CC-41FF-BE4E-66B5E5B972A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7FB29B58-C81B-4B83-8746-6FC6FB0F2FF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8E888837-E07F-4C28-8096-3EE3CB78D5A9}"/>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65AE1B8-08A6-426C-AD28-79F6D10C012F}"/>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303085D-F580-495E-896A-FED627061EA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60937B7-7223-4C02-B1D4-DB37D1E7DCB9}"/>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87E038F1-80FF-459A-9B5F-B5D0947E02AA}"/>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A2AB071-7A8C-444B-8C30-C608EB7D8E7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7BBA5514-75D9-49F6-9E65-192178B45AD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03C84B6-228F-4465-938E-DA935843950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6FA772C-26A8-4120-A4F0-F9FDE24286E7}"/>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C86D2BB-3492-44D3-ADC9-C230E007284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7D5A8947-46C0-4E9C-9170-24079F4330B1}"/>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0AEAB81-66B1-4D3B-8562-0D42384C220C}"/>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36FD2CD4-9136-4F18-9A6E-60E04A65034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22635B-3E19-429D-8B19-D3D5EBE6CFC2}"/>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60F5B65E-4584-47D3-B2EA-BDF3F470600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CFF3A1E-B9FF-4119-A655-D6012C9771F1}"/>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AB16C4B-5728-4BBA-B776-0E5E7A92BC39}"/>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53DE2D6-1D83-423B-ABBA-3B639F853D6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95B500F-FCA6-448D-A75B-3E422A3B7AF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BE284813-9DEF-45C0-85BC-176AE5A57520}"/>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0BCE1E83-45F5-47A6-9365-A1DB842F6011}"/>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6D5E57B-FE0F-4CA2-AFAD-985B8B50E96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C70C2656-F8F8-4E22-9A26-2B52575A72F5}"/>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500AE6B-20F4-455B-AE23-0DC3F1B7CD8C}"/>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81F0E03-A8D1-434B-BEF1-E6C29DA881BC}"/>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459A3C6-9AB7-4A09-9EF6-8836990E4270}"/>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F43E4BE-1EFD-43E0-880E-DEB2915B4968}"/>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D6FC5F3-409C-4FF2-AB5C-E5DC1B5B202E}"/>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FFA79F4-7133-4458-AD5C-A660E24CFA11}"/>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BB3C405A-EF8C-4FE9-8CCC-5FED66AFAA9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C8297E1-471C-4017-ACC3-4CB597B6700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5EA6115A-7763-4BDF-A041-D7D91719791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BB1F8A-74A6-48C4-AB33-3882FF0C62FA}"/>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EEF0FF2-0D60-4F6A-899B-406E51998E89}"/>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A73F033-49C0-4F08-B816-7711A1EC85B9}"/>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220C339D-4D47-4429-9195-7D544682D1D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6E036441-E1F6-4BC9-8CF9-843D6BC9EBE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0681453-1E6F-449F-9BF3-C01547B11132}"/>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1BD1AE4-376E-4957-AC37-176EE04B807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A8273FBB-BF50-4551-B3F1-69328F8034C3}"/>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5AAEB3E-3736-4948-AFA1-23D9BCC6463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5A68CD18-D8A0-4BA9-A5F6-40D62C74A420}"/>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2F4FD7E3-5F3F-410D-9610-B5B87014FEBC}"/>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958D1B7C-5B03-447F-B9DD-1F612D326F3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C56CE0A8-9EE7-40A9-8B14-04218FDA6A8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9376740B-F8F2-40D1-812D-10FD7B2926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4468766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FACC5467-8A2E-4678-A101-16ADB8AC5AD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DF276B0F-F2D1-4E8F-9D85-A83498AB23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9A640C04-8046-4E66-BF5C-40B15716BE2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40A29DF-8E60-492A-B5F6-34D3979D767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7B1297FB-85D7-412A-A219-5AB418388FC7}"/>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3C196605-15DD-4352-953A-E3F587979B8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638557B-8377-4A5F-AD1D-5775FD4B02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34731785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C311528E-8E74-48FA-AC74-16FD210891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20B33612-116A-4189-B93F-4FDD459886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508703EF-3E00-4DD4-A529-9952C057F1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4B2EC5CC-5BB9-48CD-861A-F078632E2D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5FA5939E-38C6-45B4-B76A-487EFEEFFD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EE659CD-8A5E-4648-98D5-97786A2864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24B112B-6322-42C5-B74A-202487362308}"/>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7A100D86-D105-4AFF-8A2B-B75A44BB288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C0853A3-83F7-45B9-B97A-C8DDC26FDA1E}"/>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C2B2F3E-3C71-4580-A1AE-309B171617D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6CD0783-06E3-4EC3-9EDF-D3076AF80DE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79B01D7-82B1-4757-B709-B09F1BA04853}"/>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8927CBE-F15E-41BC-A2DF-03E408208CA6}"/>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455062-FA1D-4DDF-B748-E117B37247EA}"/>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4D8CBA3-0D80-4817-ADF4-7A1839EF3086}"/>
              </a:ext>
            </a:extLst>
          </p:cNvPr>
          <p:cNvPicPr>
            <a:picLocks xmlns:a="http://schemas.openxmlformats.org/drawingml/2006/main" noChangeAspect="1"/>
          </p:cNvPicPr>
          <p:nvPr/>
        </p:nvPicPr>
        <p:blipFill>
          <a:blip xmlns:r="http://schemas.openxmlformats.org/officeDocument/2006/relationships" xmlns:a="http://schemas.openxmlformats.org/drawingml/2006/main" r:embed="R67da7960543c47ba"/>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CBAD4BE7-A3FE-4B5E-96D0-0F9142F58B1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04204D27-D3B4-4A65-A0AB-9DF0B5D9D44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B827943-4C2A-4013-B215-197D5746A8AE}"/>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30769B0-F643-4A0A-8A7A-67070E96D116}"/>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AF2EF6CF-2FAC-44DF-B0F7-AE68E507BC54}"/>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7A94F70F-B318-47A0-B831-787D2046C940}"/>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04B5F8A3-68DF-448C-886E-040D73A1687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75CB8B1A-E978-46CA-A63D-793C965DBF4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753718-E4D1-4A32-842A-2C99A2BDF3B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31E1D94-6081-4B20-BBA7-57A20576BB9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BAB4207-99AE-46B2-8E5A-4FF98B84C97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2584382B-C598-415F-AD12-A661F906348A}"/>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D16903E-CCD8-4E89-90D7-EC65A362BFE9}"/>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6534523-64C0-4A23-B8F0-453BAB28388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C31FC45-C7B3-4FC7-BF73-3062E402E5F2}"/>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347324B-1675-4FDE-BC37-9EFAE18D22BD}"/>
              </a:ext>
            </a:extLst>
          </p:cNvPr>
          <p:cNvPicPr>
            <a:picLocks xmlns:a="http://schemas.openxmlformats.org/drawingml/2006/main" noChangeAspect="1"/>
          </p:cNvPicPr>
          <p:nvPr/>
        </p:nvPicPr>
        <p:blipFill>
          <a:blip xmlns:r="http://schemas.openxmlformats.org/officeDocument/2006/relationships" xmlns:a="http://schemas.openxmlformats.org/drawingml/2006/main" r:embed="R39b93e143c6d467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2C02FBC5-B510-4884-BEBF-808B68B251F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27696305-0C3A-49C3-BB4D-FEBB63E83FEE}"/>
              </a:ext>
            </a:extLst>
          </p:cNvPr>
          <p:cNvPicPr>
            <a:picLocks xmlns:a="http://schemas.openxmlformats.org/drawingml/2006/main" noChangeAspect="1"/>
          </p:cNvPicPr>
          <p:nvPr/>
        </p:nvPicPr>
        <p:blipFill>
          <a:blip xmlns:r="http://schemas.openxmlformats.org/officeDocument/2006/relationships" xmlns:a="http://schemas.openxmlformats.org/drawingml/2006/main" r:embed="Re508f0c2592b4238"/>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9933A8E9-38CE-4EA5-887E-463978859D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960934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D999B05B-CDA0-4CDF-B329-F2D91187FE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4355A916-F97F-4821-A97D-7351AED1A8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030ECEA1-FB45-41A2-99A2-8418D049CC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2460506-C90B-434D-88B5-907ABEE7C2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4B165C3-B768-4697-8956-B3DE496605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CF9C262B-4F64-4D22-BAAB-1A2A407FC0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1AA56E0F-CB61-4726-B983-5AF8A7B5F147}"/>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5ECE3AAF-6E4C-42DF-BEE2-CC081FF41BF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E67AC07-C0F7-4E53-BA1B-161BAAC21CF0}"/>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AF9E4BF-40FB-468E-AAEA-5ED754673D0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6DF6059-23E6-470A-8E4B-F60150E00687}"/>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1CCCAE3-33F9-4433-A2D4-809561FBCE9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CB089AB-933B-4425-A974-D60C761E28C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7E0B201-9A77-4870-AF99-99E52B3870E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1E5AF93-BC8B-4B30-B664-5786F8410A3E}"/>
              </a:ext>
            </a:extLst>
          </p:cNvPr>
          <p:cNvPicPr>
            <a:picLocks xmlns:a="http://schemas.openxmlformats.org/drawingml/2006/main" noChangeAspect="1"/>
          </p:cNvPicPr>
          <p:nvPr/>
        </p:nvPicPr>
        <p:blipFill>
          <a:blip xmlns:r="http://schemas.openxmlformats.org/officeDocument/2006/relationships" xmlns:a="http://schemas.openxmlformats.org/drawingml/2006/main" r:embed="Ra872334a60404a7c"/>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8A9BF1E-AA88-472C-875B-1F7196841CE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A439363-A8F6-44DA-8191-6ACC1BD3224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64CE3CED-3030-48D1-954F-B69233CA23DE}"/>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476CACA2-BB92-45DD-BC14-EA1AC91095F8}"/>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6C317AE7-93D8-4F22-8990-736B172D53C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1E9BD4E-7BEF-4D92-BF11-47AE31D9C00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62B6793-7ED7-45CF-9B41-802553C929E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F9CDB323-EC76-460C-A656-0A04E6ACFD50}"/>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68FD892E-7008-43CB-9BA5-1B6BF0A3C50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4A81293-D34E-4355-BB29-64F10477572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C1E19B96-E19C-4FD6-8866-768C68929355}"/>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9936A27C-C5BF-42EF-98E9-D1D1AB4532C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E44B1F50-A5FA-4938-83B1-C335A9763EA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D4CF6586-A81C-458B-BEEB-88691B69F36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7BE8E4B0-9AF1-44E2-A793-0330A38BDB6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2E7A2A2C-BCAF-4F39-BA88-4E2899F07147}"/>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AB236B25-740C-49CE-BAAF-45128893CDDA}"/>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95E45CA-6B9B-4620-ABB0-14C1B604D95F}"/>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370ED822-82E0-4CE8-A20A-38E399398C6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BF001FE-D8AC-4D8F-93AB-A3225A747855}"/>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6A412BC-3E90-4FF7-BA54-840E1E53E81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9B199DD-31FF-4D27-9AF0-6A185F6979D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47BEF12-2F43-4EBF-83DE-FAFAA856945E}"/>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3DCB9C4-9970-422D-BFB9-A2A72D0ABF1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29CED61-D078-421A-B21A-105818327D5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DDD2F25-93FF-43CE-AB3D-A22E8651A0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351835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58E683B-1DBA-4454-9F8B-0AA2559D2F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F366D3B1-1832-4E48-AB12-4780C4F87A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12393944-06F2-4FFC-84AB-D46B2B837F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9A49ED7-8C5B-4242-A61B-0090862CB2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3E5A735C-D517-41C1-9D87-77E93F70C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4A0A1C6-42E7-4F06-B5E5-22EFA64AF5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DB0C05A4-A7A8-4638-95EF-0E2DC30FA3B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5B32892-27E8-4FF2-AF27-67E54058242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0CE64DB-2AAC-4A5A-AD6C-0E579ED16DA2}"/>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2093B97-4D7B-4EA3-BDDE-9BA758EF667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3A72B20-F842-4724-BD52-4A6960FDA4D2}"/>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75621E69-AF53-431C-A602-32C08D04198A}"/>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889DEBA-CA51-4BCF-AA61-30B4F461E830}"/>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428D1C07-EB99-46F4-B7C2-E3B02D842D7D}"/>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E5DACBEA-E883-4719-B435-4CF9407DE6EC}"/>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85243AA-DD21-4B2E-A06A-366DABDF045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3E7DF78C-C275-4487-9A81-46AFC380A9D9}"/>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1230F76-DFBF-49AB-B089-04692D357A48}"/>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2EB0795-1A4B-4F66-83B2-3837112A7755}"/>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BFBC5728-774B-4CC5-B1D0-9250257E26F2}"/>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C29739D-B186-4197-BAD6-0D57D5D1236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D036376-0420-4C87-B745-EA13824632B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FEB6201-8DCE-4390-83D2-AB4A5B87C0E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AC41983-A5DB-45FE-A441-EAC32C5B4AC6}"/>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C865E113-B9A9-4E01-8704-729316DF83FD}"/>
              </a:ext>
            </a:extLst>
          </p:cNvPr>
          <p:cNvPicPr>
            <a:picLocks xmlns:a="http://schemas.openxmlformats.org/drawingml/2006/main" noChangeAspect="1"/>
          </p:cNvPicPr>
          <p:nvPr/>
        </p:nvPicPr>
        <p:blipFill>
          <a:blip xmlns:r="http://schemas.openxmlformats.org/officeDocument/2006/relationships" xmlns:a="http://schemas.openxmlformats.org/drawingml/2006/main" r:embed="R2af1df9244454298"/>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E33FB3B-9B73-46DE-9FB8-E433C09FD1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90BB9D8-7FFE-48A5-840D-FDEC19FA071A}"/>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5F72D1E6-DA64-43FE-9912-6E6A0FDF643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A432709-0D70-4CA8-BEA2-5C732DE03BD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3C0B045-DAA7-4D50-B17A-A9D0D1BF2F1F}"/>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AEFFE790-5ACB-4290-9F2E-09D69E1D08E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72C6B2D-E309-42BA-B0E7-F625C69F8499}"/>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860D3D8A-2530-4BB0-85A5-EBAB8AC038F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B6433027-974F-43C6-9CF2-BEEC4441F8A7}"/>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E0F0941E-0F20-4BE6-AAF8-0D09C055B94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3C9BF7F-CE85-4E6E-8EE6-51FAAC855D63}"/>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22B79EA2-FC59-4BFD-9F7D-1726B2DE96EA}"/>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D638E2D5-FD1E-4ECE-B7F5-214910B49A3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230B2D05-CC6D-4BC4-868B-18DF62A3D1E6}"/>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BB7C4C64-12CB-4D6C-B4E0-5396298244F3}"/>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E317EA2-0450-40E1-9B47-70120C55A7D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DAABAC54-3D9B-4A1A-99B1-360E9EF9CC87}"/>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1423C5F1-FCAF-46E9-8436-34707D8AFB0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E8A5B5C-CEED-47F7-834D-AD1D0FA0C7A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04639D6E-7FEA-444F-81ED-E20EDFED8F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239748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2FB7881-8746-4F93-8B93-98D0585820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E64DD48E-1302-47DB-A12D-10F443371F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ADA2E1F3-1206-40A6-A4C3-BEA91C972B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D5477D3F-117E-42F5-A708-417E7EDEA3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B65A5AE9-FD80-4397-A3BA-F55BB946D5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E7FE5EF7-0FCE-4C09-9DE7-526C3983F9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BB5962DC-ECB0-4F44-AE7D-87E55F0C7D82}"/>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CC95D7C6-7773-45E2-B928-89C226D2717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368D281-EC82-42D6-831F-2B018791A03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6FA66DB-C16A-41FB-870A-7DB90135F3F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17AC3CA2-0DAF-438E-836C-90F888C4AC84}"/>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08F41335-7AA2-4195-8D99-D86CD1623A1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BF28C28-8920-473B-A900-9627F6E6CBE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B95CA8B-2AC6-4FA9-8913-498691231877}"/>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A31B7D03-0A6C-4E80-BEA4-F2E001927661}"/>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1D8D1E2-B75D-4D84-BA7E-7E74D284538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D57AAF9-C17D-4B89-B3AF-0912194779D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77C62C3A-C684-47AC-87C4-6462160F9CC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0F8B2A8-F0E6-4A51-B3DA-09F9EC0BB276}"/>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CB5D25D-1708-4A43-A586-686146B922C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2187FB08-49E6-4E2F-A9C3-3CD42FEF812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A309CD09-996F-4255-8A2F-4CD35E55519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9D793557-A976-4ADF-A821-804EBDE609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68994346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B7CFAE4D-091B-4656-9FF7-2CF597D40A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54C8C407-E8DB-4AB7-A123-8277B3FFA8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F0D920CF-473D-4CDE-9602-1317B225E6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0016E4B5-4769-44A6-8CFE-AD0BF692FA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B66DBE86-3547-4F6A-B9A7-146815A247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FE0DE0F8-7314-4B63-966A-44ABDADFEC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9BD5ADE3-713F-4EF6-9759-3E81AE872CD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417C603A-03F3-4DBB-B046-566ED651B45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6EB8AA4-E121-41EE-AB2C-D08B2F198EC5}"/>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59BCAF6E-19AB-4BEA-A126-A3F7591684A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4E2F06E5-67F5-46F6-A161-7C5171A1553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86FB857E-4A09-4A78-A1EC-9F43BA03FF4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411B937-4865-403C-92D0-4582BE9033C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23B3EAA8-9714-4998-9820-880CB35CECB2}"/>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DA5F61E-E4AB-425C-A9E3-930A434734DF}"/>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60FC52A-F733-42A9-AE85-B9959CB8BE7E}"/>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A2C5BF2-BBF8-4B45-B9A8-2064E030D97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6D4BD57-9176-47CF-A009-53B9734ACB81}"/>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A003E4B-1FB1-42B8-8F0C-80B0C9D1A11C}"/>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30CAF423-0630-4D53-86C1-8391976ADCA8}"/>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0EA57F8D-D22B-4EA0-9B16-093573FB55B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22674EB2-F0B8-435A-933E-4CEAFCB918B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D7D61D53-68F0-4164-B3D5-E8D121A9CB8B}"/>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30EF9A3D-8238-4531-8487-9F3B59B90417}"/>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708A06E1-8678-4978-B8EE-E1A864A23C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192736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DBD1E62-DADF-4DFE-B6AF-9B1577333D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2F9569F7-F369-40CC-8D6F-021000BC82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53257FD7-EC34-4475-98FB-3C1E9B7952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9AC7AD6-91B7-4DE7-9BA3-7FACA72D5F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5E4F5969-375D-48B3-A811-3AF7C2C454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AA41396-CDED-4925-AEAC-A693CA0391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507F01F2-27A0-4999-8B2F-DB32BDDEAA6B}"/>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351CA4D-1011-4F3E-9FCD-0F99CCDE0129}"/>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2D05702-0036-40ED-A418-A85574DF1C68}"/>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39F5A1BF-8C16-424C-8BA0-DFE0CB97037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AAE3C0B-0908-4469-970F-F21978977685}"/>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C73032D-F55D-4C97-9B26-1407A59A7C5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0C5E7A84-2262-4029-8094-CB75BAFA741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C9F104B-94BF-4E6A-B851-33BDE090F4C2}"/>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F1A1D3D-CFAD-4503-8E23-AA808EA571D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01AD900C-21BF-4268-A550-0B36AAC9E74D}"/>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9DAAFED-3D5E-4399-91B0-3FFDB595E9A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00B529A-3991-4513-A80C-5BE7E0856683}"/>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8CB2BF8A-F73A-4067-91A7-5007B38EB91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D8AA4EE-AC78-4796-92BF-39FC22A48B2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19B491F2-88DB-47EB-AF39-79E58A8AA088}"/>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30F0C78C-13BC-4CFD-8473-CC670573E2B5}"/>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87BB9476-1B0B-4A5D-9226-50B490187A7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3544BC74-093F-4126-8CC6-00DE74F67C7E}"/>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A10884E-430B-4E10-A96B-1B2A7E27C0E1}"/>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8B50767-CAA0-4C96-87AA-74AFD083A479}"/>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E7D5615A-285F-4453-8D18-D2C3DA7B38C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6B3BCD6A-8730-4769-9A51-57D0DD0AAFF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EF155C65-B5C2-4847-8817-FF092DA7FC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4405569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E85CD6F-7773-4F17-8B7C-747A341809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708A690B-668A-4BBE-A277-46AD659C1B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4C7EF8-D2CB-4C48-AC53-02EF5D36C8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8892CF8C-F176-4FFF-824E-18F6AC1AB1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C2337CA6-E69A-43AA-81B1-FA6D999F0A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010C2DE5-07D2-4D0C-9963-D7F68EF828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47DAC578-8BC4-4F24-8525-59F6D216D68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31AC0BC6-8374-4ED7-97FC-95D63472E82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E2998AB3-5050-4B62-B4EF-BAC79C71F0DC}"/>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4FC3FA9B-43AF-463B-A6B3-1C9252B07ACE}"/>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4FC8F8F-9C76-4390-BA97-397C07E90E4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FE82352-F792-48C1-93E5-DAA8264DE576}"/>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43A26741-C786-47BA-9B7D-F2C7F2894670}"/>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209B0EF3-C4A8-4893-9D84-320FC6F8FEB7}"/>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EA574FAB-D44E-4836-A821-9414023DD3CF}"/>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82738A16-FB99-4628-971F-0B552406B79F}"/>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516077-5B86-44C5-A52C-BCD8D3AB78C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8943B70-43D8-4393-9C49-16E88626EDB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B6B7FEA-2FDC-4203-80B2-749DF6B064B9}"/>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47C8430-11E8-42EA-80B2-135EF0BAFFF4}"/>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A868A04-8317-43D4-A6D4-C385B76C9AF2}"/>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B4F937F-4349-4F1F-86DC-BCB4509F3DF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A5FCEC87-0CB5-4FA1-A2CA-ECC50437337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B9212517-AF5C-479D-BCE0-1A8902D1DB0B}"/>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7010EDAD-782C-45B1-87A4-E0DD7A18167F}"/>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2D946FC8-ED54-4F87-83B9-FACFE52892EF}"/>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C5255AD8-B8C6-4773-9EA5-4E68D301B2A7}"/>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C77BC32-A4DE-4319-AA6F-2F2D87DC7230}"/>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823728A-EAD2-40EF-804B-E6DC4ED9980C}"/>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36A4C55-4754-433C-A83D-615E530C24BF}"/>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06C7B1D3-ED99-426A-A556-4E8E4D3BBD9E}"/>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76AACCDC-9D00-414B-BFBE-98788A3787FF}"/>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8A834E2C-5AD3-4B7A-BE63-7931746F3AA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BA9973A8-9C1E-4E5A-B47E-35A61A29AD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7112662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4DF6CA17-9EF7-4C31-98CD-7A32F12990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DF813727-FB8A-4806-AD1C-7C3D470F1E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3C18A0EA-31E0-4293-AB1F-FBE0BC7076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8746B50-5E8B-4D21-B79E-1EBFE35CB8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71AC301-9B7B-42BF-96EF-A83F7E8543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DC6011FC-5B61-4855-ABBF-4674D570BC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DA5C34B5-5E50-473E-8454-2E17EF69EED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1C36E758-60FF-470B-A690-5D3CEFA84F9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2EBB502-E6DF-489E-99F0-AAE91401801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0F42947-A857-4AA1-AE51-288B091FF3D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4B5164D3-E0AE-4BC7-A6A4-25059F5AE7D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113F8CFA-9C66-4256-8D72-304152079C3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E25AD61B-017B-4567-A0F4-6953B230616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9F98936-D66C-4018-BE2C-33C665808996}"/>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1722F852-D4E9-4B8C-B526-66A955C9C484}"/>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CBAA8B2-11B3-4C6C-A2E3-A4947E5936D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3A16857-958E-436B-84CE-A5F026A4D2E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C06F097-3381-4F12-864E-5D9E60260FD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7E592D49-D404-4730-9B66-14BD4CB5CC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1595468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940E3F1E-D744-48D5-BE67-4949F3488A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7E3CCDF0-B93C-4345-BCC5-1A2DFE5786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370913F8-FDF1-486E-8024-86AF6A88C4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B192E4A4-5089-4B0D-9138-61034AD06F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A409811-75D4-488C-B673-3DCACF6B06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7F41745-E63E-43CB-9C3A-3A74B34AC8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D4880D2-0656-443A-9CA5-7543F4D3DBD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A913FD2-3E9F-4430-94AF-4A5C729A897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6E9A656F-203A-4A73-8765-C7CB9B42CCF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9F3B5019-273D-463F-A942-2186A881560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E083ADD-0BC2-4865-A134-8678FD97114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2A88FA4E-049A-4E01-979B-DCDEAF189A4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166C63E-4728-4F4E-983E-3ACBA7F1B5F3}"/>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FB64A44-5F8B-4B22-9087-B69E867287FF}"/>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AE65FDB9-9DFF-43D9-9BD1-ED556568A3BE}"/>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55A3AAA2-347C-4D96-B165-7FCFF4CDF3D0}"/>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7D3D67C4-A576-4904-8BAB-495A417A9B0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5FEC72DE-0F55-459F-86EA-E297EDF09366}"/>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079A3A7F-312A-48D4-AD14-D6AEADD1706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320AB96-5A8A-4BAD-9B5E-E38C9A8287A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32AD2A6E-01D3-420F-86D3-186B743AD9B6}"/>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938311E-68F0-4E75-B55B-0AD2D48308F1}"/>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797AC6C0-5A9B-41DE-B315-8893A86994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000943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0F916C7B-7621-42B1-A303-B1D3C64E6C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B9E3CAFD-AF77-4F19-BD65-53FD55710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A6B7F12C-7070-4AE5-ABB3-C0AA1DD866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4DB01294-95C6-4160-B425-93E2E21B19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BA59128-A0A2-46E8-8FA2-5DDF0C8AED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2205D1F-922E-4E9B-97D6-4BCEEAF5CA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E198602-5C36-4FF0-97BB-DCECB9C469F9}"/>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B7DEC1C-62CA-4B8D-A116-9FE84CA13787}"/>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487DC2D-E65F-4FD9-A824-9A44D764A2B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C43B873-4B43-45D6-A75C-3831BE16B312}"/>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CF18DD4B-7C2B-41B4-8B12-60F647532623}"/>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0EF855B-3F3D-40B3-96A1-138BF18FDD08}"/>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C56174E-2A33-434A-B8F3-963079B0EF4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D6A44DB-D6A3-4238-B43A-C228FBA02B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FBE9E422-A1F5-44B7-A1CD-6BCB820D523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DF46ADC-17C4-4C04-8F8E-196FE7A2355A}"/>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E72C6AB6-B0DB-4F17-85E4-DBCAA184748A}"/>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AA8898AE-43E0-48C0-8DEF-B4113917DEAE}"/>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0FF0D45-2D6C-40BD-94B3-17454D00C46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9E0AC237-25C7-491D-B898-F966B5550B2B}"/>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CB0ABA04-1CF5-4BA2-84BB-ED41DC80CDD3}"/>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8BC118F1-4EEC-45C5-83D4-E5AC14377790}"/>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1ED367D1-0F8F-4B70-A2BD-5F7F4DACF2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5176089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7FA56EC-629A-471A-AD63-6FA654E6EA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D03AB975-7938-4F1F-9408-39042F6428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33C7B011-39CD-45E7-94DB-4955BC05D7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774BF4ED-D181-4956-90C0-E017811560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413DF7E5-2DBF-4208-9D36-F089960240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EC1EEE2-DF15-46DA-8948-04C41FFE75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309D8527-AD40-4869-95AA-0E61E722E61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8746923-62A1-412C-9FA7-49908D7DFAC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E70033C-A6B0-4D61-8C4F-F3A2B80DDE86}"/>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9116720-4FBD-472B-9669-D50362C1B010}"/>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D8AA53F-3608-47D3-9948-840B4FBC888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3261074-8E57-4441-8539-518AACE22F24}"/>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5CE2218-E3B0-4838-A227-A08330894878}"/>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AC1D73AD-18DA-4F56-B506-FE48C46359EF}"/>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82D0A5C6-318C-4813-82DC-943BBF84B90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BE834DD-4CFD-4EE5-82E0-36B9DAF481E3}"/>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98AD455-4FA6-4E0F-8DE7-94EA6C898D92}"/>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3523A163-CD2D-49BA-B16C-B5BFD33C42DD}"/>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399716B6-F945-40DA-94F5-9B8AD2679968}"/>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C70084B2-12AF-4DBF-BED2-77BB4718E8F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B529C693-BFF5-4A5A-87D3-EBBC25705227}"/>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CFD3999-14C5-4738-AFF6-4CDC71AABED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32BCDAF2-5034-40DD-8726-A4BDBB5B5BC6}"/>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EB1CD04-2BAE-4449-8C4C-C529FF5202AA}"/>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3DE8EA18-419C-4C6C-9DDF-132ED696AD9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8BA393D1-87A3-4DF5-9C9E-E2BE0D179BD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813189F-6A1D-4F34-BA92-0C3A52E841A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4DB2837-34A6-4235-A68F-7AFEFC0D4E1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08945D02-45EF-4E23-9014-4BB067AAE1B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EBA4533D-3F3B-4824-9820-66C92E67B6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72292FA-3B00-4770-BB30-12331A19F2DA}"/>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480A9F39-AE4F-4C17-83D7-57B694F31B0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30024D11-26BE-4B2C-A136-446DC9DFD44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197C776-6578-4D3D-B7DF-D6E2DAAF9F9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4537BDF-C032-41BA-8A53-EBDDA42DD9A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3AF4DA4E-ADFD-441A-8F3E-4662C088F95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532208E5-1E41-4EA5-9F8F-812F47F0BB1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5D1B1F7F-5C45-464B-9E20-7722DD4BBC0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E086C67-0010-4440-8E98-8608BDE9B22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6ECEC5F1-D79D-433D-8465-985AACAF5ADB}"/>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C5C45C28-CB43-4F1E-A39A-F68DF3756B1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BF9146D-E26C-40E8-A69F-C836FBEB73C0}"/>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CA83A3B-ECBA-45CA-A7DC-E0E46603AAA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109B28B-E62E-4ED9-A267-B6222D56CCF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C7033387-FA01-4FDC-AC21-8BECDB10223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23903C5E-7E88-4147-9CD8-C4F70A5CC6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8064158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238FF4E5-31DA-483C-8AAA-751D24D2F2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B18142A8-2935-43CC-8CAC-DFDB4A750F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8B737A7-E4DC-4CBA-89A3-2C9A695568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57520FC5-4D87-4D87-B04A-A7F16075E1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521CFB95-12BA-42A5-A67C-C3D237E2EB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981B05A-EBBD-489C-899B-908325E1C3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283D6E66-BD14-41CD-BEA2-C4F2DF25526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6B7CD02-BB01-4C58-8B53-D56566ECE6D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2360A85-28FE-481E-BAA4-B984137A60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A147C6C3-4BB5-48A2-9A3D-E4F03F2ED35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C96B7BF-EF0A-4309-A7B2-7768FDA3DB2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A7BE1BE-D357-4004-A207-D58BF321A58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3279CFFC-4BB6-457C-92C4-1004AB76724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E43D2512-4C46-4FF4-8FC7-DBAC4B13548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32B04D59-F895-4963-BE3E-9D9B88751E1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44BCE2E-70EA-4D8C-A643-BB45F3B0A1D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6952CF15-E2CC-4D52-93F0-195C812736F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795134D6-F451-4812-B201-59F433A9560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C1EA75A-8C71-40B6-A1A9-5F6F48A5C20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AE80EA8-9EC7-4017-8436-CFE7A10BE6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44675A45-0335-4871-8827-BA170FF48C8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718635B-6EB1-4ECB-9008-ADAD1262823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A308049-FF39-4775-A8EE-73C0C10CEE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91698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ABDE400D-6CD4-491A-9671-0FB49E2A2E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3A6826DC-40F9-4D8F-AE46-81AFCF6510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511B2B1-FFF5-4968-8409-6D11F3D14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D80434D5-B271-46D9-B9EA-5DAF282FD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B21C37BC-4D94-4058-AC6D-C2CEEB170A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AABACFEC-FD30-4261-8769-8C63485D0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EFA542AF-9C62-4733-A6CC-396A5A915DC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CE14C1F-196A-4697-A324-F49FC022D61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B1BAE56E-410D-4E46-B1BA-68D0361AE8F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912BB130-D602-497E-8D3A-5B8C8AF9112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F19462-42E8-44A9-9CFC-6A50C0B3634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4ED2130-9586-4097-B36D-9C6ECB06A80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97E25C6B-90E3-4057-A3D7-6C1A65AB0B7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0092610-87AA-462B-A822-559E89182B7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F61C0EA5-FCB4-4F41-AD30-3038603AF85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F30118E3-9C6F-428A-954D-65BFE85DE7F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26EABCAD-1FFF-417C-8E62-C5E74572831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2E817E4D-377B-4D6A-9ED0-A2B8D0CEA44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E5B8AD2-DACB-48E5-B184-724BD165966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E3D40C89-0255-4375-ACC0-0E03BA5EEE5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E45B56F3-557F-423C-869B-EC3F353D4D7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B65F708-E9DC-441A-9116-BED29B9504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5D26FE7-52EB-4D16-8239-3613B3EF60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3159913"/>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90113CBD-B649-4850-B794-E877CB1F2A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05F83951-97BC-41ED-9285-2048D72952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589B4172-8CE1-4253-BE55-E5585EE69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B3C79DD3-5D04-423E-972F-7254967CEC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912B1EF6-5F6A-4A4D-A446-FACE6DF600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F050DD9A-C11D-4847-8655-81C5118EFC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059A7E7F-020A-48DE-8BFC-4D309F41676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A657B94-38D4-4627-A402-EB8B2542AB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9D24D36E-5195-4E31-B2EF-C0B94D527DC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F08A3C4B-7181-4841-892B-B2BF6653533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7A0CBAA-7888-44BB-8C3E-DBA7751395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4F192D3-D4A1-4124-A099-40DC7B23EDD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5A669964-CCC6-47E8-8D42-67B81F71A42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8F6A0E2A-5B98-4846-8B27-FDBB868456A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B6BB03D8-BD70-44D3-853C-E2CCF86A8E6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8F7F7D84-B8D4-4DA6-8973-231E5950DD5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9F06EE7-C4A8-4753-BEE3-27DF3AB0E37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F3DF97BB-3A48-494C-A892-32A4D89E2A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E31F1DA-F87C-451D-8799-489E0BF3557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25FB8BD7-DDCB-46C1-9967-7C946300F8A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F4CDF436-E55E-4C06-AC8A-39144C2A7C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E600DE4-477A-4B6F-BBF6-C78F06F60B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1B750E2-71E3-455D-9656-73E310F4CB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729773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FB50D5A5-3677-4C4D-86DA-2DAEEE9233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D26FF272-C185-4EB0-B07F-47B31C7F65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DB579114-7CF9-4918-9A8B-3C5968F2E9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438D050-F3D0-48C1-8DB5-5496CEA1CC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C8455D98-3D76-450C-BFD0-7125FDA869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D912DDE2-4F41-4374-AEAA-7B86F94975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F80D44D8-9011-426E-BDC3-9F76CED8A9D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0BC6026-3815-47A0-B743-5C4BCA9999A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00E6DF5-496E-4F2B-8C9C-C88EE792A3C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CC1242E-E61E-4E51-8808-A505935BE39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0C415C1-C390-4503-80CE-C9EAB9BAC02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4343937-7F8F-4C08-BB81-E3443C6FCD1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C0435141-0234-40E7-B005-8E96F41E854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4DA8C539-30C6-4696-AAD1-105F055BEB2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3C697840-1A3D-4F8C-9FB5-D07499E2673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4880B92B-8BDA-447A-B5F1-1136910D38B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1770D16-F995-4BB9-980F-ED675F2D656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DCF91F7C-B93F-4A78-9716-91E47043B49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3FB340BD-CE39-45DE-9716-8B97EE5385E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641A36DC-C0B3-4222-B880-1B5063C21D1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CA85B9A2-E93B-46CC-B7C3-79446359A6A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72A1677-C475-491A-BE55-D6977E4C210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593970-B81C-4E09-A54C-32954E9E27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985883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EF6E3B20-A172-47D4-B819-826C017C11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07EAFF75-D81D-4C11-950E-BCAE98B491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6760C38C-7048-4D97-901D-0A039A4CB0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C19ECEA-AA02-4CB4-B09E-B8880765CB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EFF0FA66-002A-4E64-82B0-C4954AB5D0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91F200E5-A716-4CB4-BED2-91A150822A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720E9AD-8724-471F-B5F7-09E9CCE3F30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0A08FA5-F398-41FF-BBA5-C97761DB2B5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6DB7AEBD-B6D3-4CBC-9F47-C6D6682E4BB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C7EB1F3-2766-400C-AC80-516BC297D6B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F1B3A6B-5491-4E8B-B408-52637FDA69F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BF0CB-C101-4464-A41B-EDE63F9626A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F56CE14-9B2A-4F8D-8BC9-A48D1C53049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7F4C434-AA4A-4AF6-A675-F99B7EDF179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37C8C1EE-F920-4E84-83B2-50789E81877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D962B019-1733-486C-B3C2-4C6DE59E4D0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B1CFBF3-DAC3-45FF-8E66-AD36FD52774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418CB424-A92C-4E70-AC63-E9946129EAA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30E2F99-ECDA-4594-82B6-79BCEBBFC0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02AA4D03-66C3-4E6A-A55F-A2956A32E1A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14F89DA7-3098-4229-A08D-7E6BD9A117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0AE5E7F-5319-42F0-A499-1D40E41B108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6C75090-04B0-49D7-8A62-0208AC8B96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362386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0A960731-6D37-4075-AFE5-687BCA2AC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D31554-467C-456A-A352-86E7F366DA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65A8DAEA-ECB7-432C-8A6D-EF0C99F42E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AA79AEC-5703-4C87-8B6D-D2C7F40767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FFA6D37-D071-44CF-8BCB-D42BAE95EF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EA4F23A9-9F00-4E9E-8492-410B8DB796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FA95E861-8FE1-4235-8C52-CBD29EF8288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157B4EA-7B88-4939-9AA3-D11392D8A89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34B1E18A-6AA5-43BC-ABC3-E9D85BFB78E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2153FFF-1834-40E6-8632-009F75AE1A7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0E11B83-34F3-4D5F-BB9E-11625B6CCA3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83D6B29-3FFD-4C1D-8F92-BE5B20D8D65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A924DD19-4944-45E9-B404-21F0A03599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0077BF92-C42D-4147-A34F-9FDAD540D89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ED06D11-F37B-45DB-BD50-9B7D09DAF94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A510B272-E76C-404A-BA62-32E2EF690EF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214FB586-999B-4630-945D-4523BBE691D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EF10FB7-BEE3-4974-A6A9-04CD56CEB9A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D3D7395-612E-44D9-836B-D802675EC3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1E5D846-7CDF-45B6-A827-24A0917287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35B00E24-00E3-4FA1-BA06-EC0B9737D8A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C2D76BA-B6A3-4A9B-90BC-485C06D2630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BEF2836-A2B6-4360-A6F4-2AAA9079BF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833555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ACFAF296-D1F3-4D65-86C3-658132D9AC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14D29CD-5256-48D5-98C7-BF6E6B18A3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47174A96-F367-4ED2-80BC-A945BB2F46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5C47164-C920-45A7-9A2A-1BEB124EAA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43E59A26-AEE4-418B-A6B3-FDF4CEB97B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CF3203B-31BD-443E-92D0-AA05337B99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6C34AAE-D4A9-412D-89E9-E201031508B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6204826-EC8E-422B-A920-46A9F8A1039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B877E805-A196-4722-B3E4-336B55DBECE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CDFF704A-D15C-4C57-9C73-F97AB7147F1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2C234E5-AB1D-4635-8868-56FA303F03A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63EB59B-0EDE-438C-B8B5-35F892454BF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FAAA0BEF-7429-41E7-9501-ADBC1C7FC9D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492D95B-1624-461E-AAF3-9EDCD9AA7E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9D80BAC2-A037-4374-A883-408A70AF9AF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1504903B-BD28-4E9B-B828-756AE87C885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9B56735B-01DB-4E7E-BC32-53A3DE13848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EC1FD623-E83B-4C51-ADE2-5548D64D94A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393B79F0-7C34-4CAC-8557-ED7A2C6D6C1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F7C23C57-5D8F-4CD5-91D8-99B7ADACA9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A69EDBB-8AAB-41B2-B29E-50316EC93F1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D2563A9-BE08-49B6-86C7-70A8D28B241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50B9B5B-1FE5-4B78-9588-95674EAE90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704448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E87070FF-4648-42F1-81D1-2DC631A4A7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BDE7BD0-215E-41C7-B7E8-86EC6023A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91AB0B09-AB2C-47F8-9172-C69FB74AAC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BFD54811-346F-4FD7-923E-1A5834FE97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D04C9A73-2A23-46B0-8D68-1EC33AF602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78EB2B3F-B3D5-4ABB-9BB4-2EB9C971ED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5F28E949-D2A8-429F-A5CF-BC9CAE06099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E8EFB1C-545A-44E0-B84D-CF61F3E99BE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F7051437-78F2-47DA-B1E7-2C0E7B3BB5F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5C99DA45-934C-4774-AB8F-DF15E0F1575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71CC32C-16B8-43B3-8DB0-CC81686D698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286101-BA5F-4BF1-9030-72F171AEA83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9FD4F814-6851-4320-84EA-3A4072EFA22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E40743B-BBB1-45B1-8E49-B6C35E65DF1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847B820-5D16-4434-9FE3-EF2000D2485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F61A653-B4AA-439C-A539-AF67A9113F9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CA959F7B-7559-43C7-AB5A-731C73DAFF9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135E536B-5068-4617-9B67-E629C4AF36F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A93CF19E-EA11-4ADC-AF06-BD33164D8DC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A62CED42-39FA-48E1-BB79-408026A8F95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E80DFF4B-9F41-434A-875E-D054097F1FD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8DF6719-3417-4A3F-8458-E4C4570A190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0EDDE8F-E179-4080-8B2F-753F00CB25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286983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C2B1DF3-14E6-45C4-9EE5-7EAB68AA15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F2423A09-6B71-4F61-BA0C-B3AB9506C7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BFED509C-2D0D-4537-902E-4E3ED3FD94F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A5EC073-2AE6-499E-9C44-ABC129171A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0CABCC9-2B6F-4E9F-901A-09A9E6F21E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446CCA0-7F5B-4F59-8013-2C1F2E5B11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D9F94F0-1BA5-4ADF-949D-3761ED7E3BC1}"/>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273871B-B975-4360-8C96-52F88B8A41DC}"/>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8EC4D22-1C20-4154-8207-D9E8E5D62C15}"/>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D75572C7-B73A-45F7-AC19-99F01A47E4D7}"/>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890C732-3490-4ED4-A00A-CB6EFF8878D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FC408C5-171A-4FA6-B7E6-14DCB71E6D7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CFCED01D-708D-4F8E-A4B9-E454C66540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49314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6FC2E2C3-EBEA-41E7-999D-B25F046C4B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E6F04A38-93DA-4CFB-80FC-8DC60619AF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FCC2520E-3168-4C90-B21A-0A29FC7F7C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CC3087B8-7BAA-4590-9F75-86A5A8983C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5AFCB693-ADEF-4939-ADBB-606F42FEC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12744347-0BA1-4A6A-A54A-D795C53265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5E177A32-B636-4915-B928-2B8C043BE119}"/>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811A5F2-BC95-4523-8412-E676D22324BE}"/>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8C6E04E6-5C00-4FC8-B139-108237FA35C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F98EB3CD-9895-47A6-A4DD-8BCF3FD5F518}"/>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27077A7-E2DF-47AF-973E-66C4EB52395C}"/>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46B19B7-B9CA-496C-9C77-C1362025A11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397302B2-59E8-4BCF-8B3B-139633B39A85}"/>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739297A5-5AA1-467B-8A98-654E9B16687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EB213470-8625-4AD1-A88C-F9738528022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80F2734-40A1-47DC-867F-32E19F920CBA}"/>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2CED5508-8EA4-42EE-BA28-3648A61CB0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895084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22761F8C-C71D-4864-8177-47B55F3EE2D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DA59714C-1E14-45F9-B260-CF57E16088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EF43C940-C0F6-4199-833A-B02FBC5FC82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E1C02277-737C-4D67-B4D4-EA75E3E90E5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BBF79903-A72D-4908-B4DE-1181A49A688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C802EE0A-005F-4127-890B-FFE8DC9FC2A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E1174524-D867-4634-B5C3-CD74688A87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1577761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9AC0351-FEBF-45F7-941A-784AACD630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4F915E64-577B-4380-982C-7A694B4F04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983235D8-C2CF-4859-92F9-D1F0466549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46FC44D7-0F83-4F93-8199-4C0D3F6709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BA0F04DF-06EE-4751-BB1C-4800F15735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34DDED6-5233-4D19-9B96-65B6B1DCAB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70F27DB-1EE4-4480-8B18-928A96736169}"/>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3E7CB21B-09E6-48D1-A6EE-BEAC90D7FCB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CEC57CE7-803D-4FE8-913C-ED523DA7EB3E}"/>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543765A-A513-4203-8049-2149C650044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BD75F60-ED61-4FD1-ABFB-E7546D08E607}"/>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B719692-0AFA-4A27-A747-49245213F1C8}"/>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2C61F77-3F76-4C61-9C62-D85F3258CBB7}"/>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5E74F74-A1D2-4E1C-B197-39BC463840E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BF43A0F-F42E-46E9-B327-74CF9E57DF5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38F418E-73B2-4C19-A2EC-EF0F1500551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5CF2856-0886-47A5-8BE5-E6635700EDF1}"/>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9381C24-55BD-4F8A-86EF-CFF82752406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2C9B8EE-35CD-4A68-A320-17FDD6C10B8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F499AAB-78ED-4983-95D2-3A19E0D44154}"/>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03A6281-7021-4F53-BCF4-976D463EE42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941A214-09B6-4D54-B7F0-0467F9869AE5}"/>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2A92FFD3-051B-4460-93E3-8860E4297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322282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ADC26C1-60D7-46FE-AF97-0AA0DB81B7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9CE7AA79-8304-4740-A0CA-D713283609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15A8464E-6603-481F-87BE-3762A8B66A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1CBEFA94-7921-4716-9141-E3CC7A3495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3098FFD-743D-461F-89FD-EF5185FAAB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4E690170-8A5F-4EBC-BE6D-96B2D5C731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C23A522-B788-496B-99B3-1580E4D9751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ADE03771-9FD3-4826-B772-0756BD687F1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5842CE8-0C57-4485-9F6F-D4900A4F8FE4}"/>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FBA1CB2-0F1D-4CC3-B1CE-F823EDE575B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5FF35D8-556D-4217-A7EE-309C26E2A15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E578623-8A3C-40F6-A9EF-79F3B2C7E78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C226D94-0729-474F-A060-BB92FF21870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050F0EA5-10CC-4095-8CD7-699D237802F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BFF1A1DE-CDF4-428F-BC93-52A38C4A52D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F76DBF8-2C78-418E-BBE9-F3DC48AF5ED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3243F703-60FD-43A8-8DB2-91DCEDCE580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81C446E-CB0E-466E-B994-B7F3A863CD4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B782CA5-680D-40AE-A267-603FC9DBEE6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8A1E87C-A344-4592-A493-DAFCC631F3F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CD543919-80DB-4C5E-B1D3-FD114F7C5E1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5817CDF-050B-4763-9F70-49266DBA1AE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FE657A5-CC05-4858-932D-168447A892AD}"/>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CA9782D-14AD-4CC8-85BD-342BFF8CE9F5}"/>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6CEB97E4-AE22-4FE6-A6DA-5335931B6A14}"/>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2B8E7C23-C001-4841-9F1D-15EE907C8B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966237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845DC7B5-7540-4CA4-8A75-8BE262BE25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8EA550BC-52D1-401B-85A7-79DD860511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9835B864-146A-4097-BC94-B96587860D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820D558B-6C82-4625-8934-EA06DEF486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98E0AE8-2793-409F-9006-9CE0A0667A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B9D5AB05-06C5-4D3C-BF28-5C2ADACF13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BEE857A9-B193-43B2-A84B-BE7F0B4A8CD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111CAF7F-DFB2-4F75-A32B-04CF9ECAAEED}"/>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01CA0074-A6C7-41B2-8330-83DB8CC31A1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D910266F-ED47-4905-9946-EB69199E5FCB}"/>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AA19502-EAB4-4140-A95A-395734C4D4D1}"/>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0A29ACC-978A-4B21-9FF7-47AC3EB579C1}"/>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5B0D7FD9-51DF-4509-86E3-AD516713F11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4EB41434-C905-4BBB-A9E1-E3402C8A99CD}"/>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FEEB303-F048-4C0F-83A4-62865D88C40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1CF5945-7437-4C8B-8BAA-C8E55B73E6EE}"/>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BB41334-8D10-46BE-ABF0-4C0D252E9518}"/>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8E7E2E8A-AF53-43FA-B3FA-48E631E345F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EBBF0DE-6757-4479-BCC2-38FC1637668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1B74F65C-4301-4D31-8714-0BC19F356F0B}"/>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38FDC7D-2F67-4521-B08F-8D678142C66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3A8B3A7D-2524-41E4-917A-62591D93070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2B910670-3F14-4FA9-96DD-846BACDCBFB3}"/>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6A8E408-71E3-49E1-B7CF-EE94F858853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9AFCE58-5A5D-4584-8D78-0BE279D06157}"/>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C68808A-6494-4381-9602-6D3786ECCB78}"/>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0AEE942A-EF79-4605-A59F-E67EF46606FF}"/>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B1A7032-EB63-4970-84FF-3A445FFCCF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216557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5337AF61-C944-43AA-95B3-55C0A5630F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4EC9D831-8C99-4EE0-913D-79EDDF48D4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313419DF-4B74-4753-A929-E685ACCA6E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FC32A7E-76D3-4487-8A66-A3A2112CCF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A1FBF2C-75BF-409D-8F6E-74B0FB7AA0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88EF85DB-7BC9-435E-900A-1E5FCD38E0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FB4E6A1-3B1C-4E9A-AE91-05082AD8592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62335B3-4D86-437D-A1C7-EA35074FEBC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F76231F-6E4C-431C-A96C-62513ACAFDC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5E10DF8A-46C7-4EA7-A584-D1F6E8B38C9E}"/>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738885B6-64B4-483E-95FB-ECCB199B12F2}"/>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26F6E155-6974-4D4C-A44E-7D4090C3AAD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DDB813A8-9DF9-4F0D-8C60-83B06D00853D}"/>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A0618DD6-FE22-411F-AF02-C6755F9D6A75}"/>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C99AA62-EEF9-4076-98EE-4933F068CCC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16F3817E-B15B-4297-9636-5AB98269D80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A68D1F1-5F6E-4D26-B5D3-D2BD753A8F8E}"/>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CCD67D7-3644-419F-88BF-D1B711E81ABE}"/>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595039AA-3AE2-4DAA-B9B2-6BE1F2737F0D}"/>
              </a:ext>
            </a:extLst>
          </p:cNvPr>
          <p:cNvPicPr>
            <a:picLocks xmlns:a="http://schemas.openxmlformats.org/drawingml/2006/main" noChangeAspect="1"/>
          </p:cNvPicPr>
          <p:nvPr/>
        </p:nvPicPr>
        <p:blipFill>
          <a:blip xmlns:r="http://schemas.openxmlformats.org/officeDocument/2006/relationships" xmlns:a="http://schemas.openxmlformats.org/drawingml/2006/main" r:embed="R9dadfc690bee4b16"/>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BAE0F66-CAB0-4FBC-81DF-5B71B432B56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9DBF8F62-E34E-417F-8EA8-B29ACBC2C4B4}"/>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7AC7230-58DB-4C58-8DE9-4C24B580B1C8}"/>
              </a:ext>
            </a:extLst>
          </p:cNvPr>
          <p:cNvPicPr>
            <a:picLocks xmlns:a="http://schemas.openxmlformats.org/drawingml/2006/main" noChangeAspect="1"/>
          </p:cNvPicPr>
          <p:nvPr/>
        </p:nvPicPr>
        <p:blipFill>
          <a:blip xmlns:r="http://schemas.openxmlformats.org/officeDocument/2006/relationships" xmlns:a="http://schemas.openxmlformats.org/drawingml/2006/main" r:embed="Rf31202e57fc94e7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244F478B-922F-4794-A8D5-06F7CF1E843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64D6AB3E-1803-40FB-916C-C0BDADA95C1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6125807-10B2-4A2A-B1C8-4E5C1994345B}"/>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17E4A4F5-F048-458F-ABEA-FF447E1F42C8}"/>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4ED323E2-B8A4-4F3F-A855-774E99FD3572}"/>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2DEF189-378A-4399-8E39-5E17AD52BE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137208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B583E17-48D9-4264-B851-EC696AE0CC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8CF30356-AFF4-4956-AD02-F09AA6FF34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360DDBD7-7194-4441-AF35-ABFB3B8B6A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D31FB7CE-46FE-4859-993B-8A3394728A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9E9B3113-5100-4CB7-B584-6E131BF07A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4E638B8E-777E-4BD6-9C6B-2F4B1FFE8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47E92A21-C8FC-4310-B0C6-DCB6527FCB06}"/>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F3D436FD-E775-4369-AE17-730377F8B372}"/>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F9572280-DD96-4153-968E-8F25CCBAD4C7}"/>
              </a:ext>
            </a:extLst>
          </p:cNvPr>
          <p:cNvPicPr>
            <a:picLocks xmlns:a="http://schemas.openxmlformats.org/drawingml/2006/main" noChangeAspect="1"/>
          </p:cNvPicPr>
          <p:nvPr/>
        </p:nvPicPr>
        <p:blipFill>
          <a:blip xmlns:r="http://schemas.openxmlformats.org/officeDocument/2006/relationships" xmlns:a="http://schemas.openxmlformats.org/drawingml/2006/main" r:embed="Rfbeb4dd47fe04c23"/>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0BFADB7-7047-44C8-B0C3-1FE28AC7CA21}"/>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78AEED6-789F-4E8B-88DA-5124C840A962}"/>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4641E3C0-5CE0-4EF8-94D4-ABC53508EB8C}"/>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0C4B266D-665C-4EB7-B192-B3536932ED0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E53F4130-2EBB-4AB9-99C8-53F193AE955A}"/>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74B66197-72CC-4507-B1CB-2A9E4ED5F93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39DD94E-E324-452B-B85F-A73C9FF71F42}"/>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36E18E72-6579-48A7-BF8B-3E7B7237E89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B92618B-6534-4928-A660-FB8E56135E3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8E23E06E-8295-433B-A2B8-ED39B6F66BC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1AA66CCC-FCCE-4877-88D0-DE9952164B31}"/>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BE835253-03BE-46E6-B34F-72BAD2591CA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8957DDC5-246E-41AD-9519-98AFEC4A204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C5B500D-DD0D-4A58-9F2D-483C9572583F}"/>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A7F018D-7A1A-4ABF-B410-8126B2EE9A4F}"/>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FF563075-099C-4CFE-84B4-E027C80570B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8FE6199-DA00-4666-8207-61AED49C72D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4A894032-6854-4852-8CA6-8AF965632AE1}"/>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2018AC33-294B-4594-B712-67F97495DABE}"/>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E473D1BD-73FC-4880-9305-60C329942F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182167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EE0DFC7C-C6D4-4342-B31F-533452BEC7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752F7417-047B-4B64-B64A-4E547F1A8E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4096E444-B683-4C4B-A8A9-E96C5A76DA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35B948AF-9FAB-4FE7-903C-815C5C0C96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FD9F675-D35D-4C24-8959-58B347CB1C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8EA0EEA-6F57-411A-A486-61D5AB8C91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14A9AF4F-AB01-4D27-B094-5DB1EBAE9E78}"/>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EDFB6480-3A85-4852-B745-111FD337DF4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A21F498-129E-45D7-82BA-D3B66A54DF49}"/>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8CD34B00-B293-4597-81F7-92AA932766F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C79F58C3-72BC-4B98-A578-C79F047B93F0}"/>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509462D3-837B-4DF5-8184-69EB40873B6B}"/>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B64097BE-74BD-46FB-86DA-E0B2173D002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13C914-A92F-43E1-B9C2-1073C7FA2938}"/>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D210C7CC-D9F8-49C6-867D-E073F3C3523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5D01F1F4-7742-46F1-A948-D9CE7F142FC0}"/>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3E86D49-104C-4C79-9C65-FBF1FCCB50A8}"/>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EA529FD-F187-439F-B263-2C3A0190CC3B}"/>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0A0953C2-44D9-4A36-B5DC-E58223617A6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0706563-D324-48E8-87D1-13A4779B1BEB}"/>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F370824-3C82-41B4-9CE3-D41D9F90B074}"/>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024FD4-132E-4221-893E-4DAF3E8F3DE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1FA7BEE4-799A-48A7-BB54-90182EEC2A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78632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0DCE245-0A24-4FFF-BC4E-A999342D67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EE4ECFFA-B523-4258-8679-4546593CC1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655BEBD7-2644-45E1-B2F9-489D53EBB3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A1F09883-8089-423B-9617-3E5348BA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BF3190C2-90DD-4898-9D65-72D094BDBA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F7123AAD-06FA-41DD-94C2-4C84472C7F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45F1F874-5861-4AC7-BC44-8E93F321899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F239452E-94B5-499B-A4AB-CB89B3E9D8AA}"/>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5F04C9F4-1B89-4C31-8373-AA29CFA4EC1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99BBFC1-76A8-4D8C-B700-13B5E28D464B}"/>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DC34797-7808-448F-B88D-77F8B5507D0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B7B54205-ADDD-4F08-ADFD-DF49BC7223C5}"/>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EF302C19-B12E-4F02-8993-8800144D9230}"/>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0BD79F3D-A945-4ECC-9DC8-54CBB207940D}"/>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82F6079D-4255-4B22-9814-2DB3CCFCCE4E}"/>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47F2ACBA-0B3E-4463-BBA4-572C871E62C0}"/>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601BF771-FCAC-4B74-A76D-6B65D002B81E}"/>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CA55A243-9034-4185-9FD7-FAF9609F9340}"/>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247069AF-AC90-4C15-A394-BA3D1FBFC6E8}"/>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A2B33E21-E2C5-4AA5-8647-B9A578C621E5}"/>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8D9B211-D5CC-419C-8132-DCA7EB6B491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B852C5F-5FB9-46EA-9708-91A1158752F4}"/>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73D0A98-3D4D-4A83-BCA0-9DECA43DEE8A}"/>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D83A710-A555-4801-BCDF-CC809B352DC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A7B26DE-DBB3-4634-BBA0-2864B1EC0CEA}"/>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D18CEE9-55E5-453B-BD26-909D4F442017}"/>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10FB4EB-A39F-4D19-8DAA-B6963DBFEFE0}"/>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0BF992E0-7189-4503-8FE4-99FC5AC077CE}"/>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DF88D5B-8C58-4D7B-9CD1-ADD39FB319C6}"/>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89BEFBCE-A55D-4814-B7B7-268A833C444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3D8C9257-5290-4919-A495-23299552FB1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9D6D9471-2F28-44B3-938B-5821B63F367F}"/>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43F3C8C5-2D65-4267-BC9B-C0B63B7DA6DD}"/>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A2E89691-7AC9-4E5D-92EC-47D7304A3A0C}"/>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C2518557-03FB-4870-99F4-E9E7D47BBFE4}"/>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9213FBB3-FA24-49F0-A698-5FC67ED92C3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B5C0EAB3-B51A-4AAD-8847-85E9DEB06AD5}"/>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0D87A085-25D1-4BEC-A78F-7DC1474C33B1}"/>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2FF76431-2E26-4DE3-8685-7D1A981D2AEB}"/>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A4C650CF-3964-4B22-86F7-E5DD2A90D2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9572092"/>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B87152F-AC60-4174-A1AA-CBA548F2D6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D43FCD67-80C9-43BE-9690-015BBBA881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2242CCCA-60AC-4270-9B56-CBF0E2E94A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67070F08-66D4-4FDA-9F54-BD7FBF7E2B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5886B6BC-0765-4EBC-A9CF-CFE11F3F94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B5654574-F09F-4B76-A970-DF72B8DED0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E2CD2079-A03B-4528-82D9-09393DF2038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6E54243B-387E-4430-AD2F-5410C38598E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05F311A6-19F3-4CDF-A373-E1D54E0DED0E}"/>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DF01909B-73A7-4C0D-9BE2-385506FC7B38}"/>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8B0CC951-AC0A-44E7-ABC3-3B3F31DD2E58}"/>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D154F88F-2E70-4E9C-9EA5-B902C4E31594}"/>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AB14999-F6FB-4626-AB34-8865EDC9D9C5}"/>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B3840E6-9445-4558-9835-8D5967337A6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243B2C1-95CB-466F-97D1-84B0974DE1A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BF7F2F1-F532-48EB-A732-D474ADC5EBBC}"/>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ACB82F15-49C7-48DC-883F-DFA2F7CB7D0D}"/>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55F98D9-BDD8-47BE-8C2A-712C5DBB8401}"/>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3EAE83C-CE80-4594-9C33-F948779E98E0}"/>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40FC7D8E-0C66-45C2-895B-45DF76BD796C}"/>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9A15F9A-B548-4CC3-91DE-94B9244F7EA5}"/>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EBD8476-A1AA-46DD-B83F-41635889B45A}"/>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86894EC3-6EB0-48C8-9EBF-6BD70F5E0EFB}"/>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F262F0F9-8F5A-48C7-9156-08D9321668D6}"/>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650440-13AF-4593-8A94-A5533CC01BA6}"/>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0E610AD-10CD-46A8-9827-8AF991C733E2}"/>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316FDD6-AEC7-4C6E-8DD1-B4540FA1EF4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1FAD6AF-4FB8-40E0-ADF9-15F6C6CD898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E53DC08F-0B4E-474A-B632-31A0D3F5BAB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84ADD70C-0F73-4AC9-8A4C-C79934326E37}"/>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EF351239-1ED4-4BB8-88E2-C91F32DC47BE}"/>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D9DCE58F-1B02-4DFE-8A94-A75F3B8AC87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DEDBEC1-C23C-457F-A793-0C9334C25CFC}"/>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E5508BCB-96A1-4E91-A9F7-2B6888E84CA2}"/>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0633529C-AB58-4BB8-9625-EBA447E01BE4}"/>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9A1B246F-260C-4215-A60A-ABA4FB3A63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027330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71A17F00-0C3C-41C1-B176-84FAEEF513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A9C36CD8-4918-4742-A606-F4EC446486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8EC4CF73-232E-4493-8EE9-18DE747E98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4F344B78-ED64-46F5-AE10-7C63C6222E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E44F4123-DC42-4C71-8744-9A8DF99655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ADB088CE-A734-4841-A983-EF3F71EAF7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214B48F9-D53E-496E-8661-CF1A3B20CDB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088E93E7-B927-4A7B-933C-0D70D919D8C6}"/>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4AB3EEB-FCDB-4CBE-810D-AD0965015F25}"/>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596A3E47-7C44-4993-9268-B084E5806358}"/>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B62D87CF-EA05-4498-B6EA-375E4AA2BCFE}"/>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EDE182-14CC-47FE-8725-90963D6275D9}"/>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921BB313-2450-4A5E-90F9-07290AF3E117}"/>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C2605BF9-FFAC-4FA3-858E-2B12F3293CC1}"/>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3C6F7931-28CF-4A73-8C4C-5CAF69612A17}"/>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7F358283-E42F-4110-8771-8013C22B1225}"/>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63E9CA5F-DD5C-484E-98AF-6FFB6381297C}"/>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448EABE-77E1-4084-A31C-28B189F20588}"/>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7AB26143-CDE3-4259-87EF-2484EF31B9A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1F808E25-B230-43AD-AF66-2E5D87D03A4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A7E51D19-25F0-41D2-B254-51CDFD1A771B}"/>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A8F08D2-0C5A-4CB2-A819-98F7B478445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7F2B52F3-236F-4F0E-9C64-311CCA7E0B3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F7E7A524-00DB-4E00-BC61-431CA3C772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A75EEB8C-1B0D-4F65-9893-28F7B5FC0EE4}"/>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A0E8D02-6BD6-4F44-A04B-CB3D563618B4}"/>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8625449-7238-4099-AC84-CA4B4594F80E}"/>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9A3A0067-6064-4FBD-A7DA-5C4AA0C888E8}"/>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BE642B4F-B786-4C3B-9C87-E1E45C8A5170}"/>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1F75FC7-BE88-4B03-A5F8-0EF066A09A9E}"/>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1DA4F296-9D88-44D8-8F76-B5BE8D3098C2}"/>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B8FA3556-A64E-47B4-84FA-345CDCA0F5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524096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8FC15A1-B066-4B0A-884B-C6FCA01398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623458DC-3E22-4524-ABC1-061B13859B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2BCA7486-C0E2-4A20-A5C8-44E34877D9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CB92AAA3-494C-42D6-B267-90B6C76981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05A8CCA-B984-4E49-BB40-5A9AD53315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0EC118E3-7951-45A4-A122-6E8F59920C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C1DA8798-0250-402E-80CB-DD347C5D7E6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31FD4E16-8B19-4FB9-9EF1-043963B4983C}"/>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B642406-3C9F-45CD-81E7-341449B3899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5E90586A-34A0-4D50-AC77-189878979A6C}"/>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10637CE-C84A-49A5-8F52-0970A139E73C}"/>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46568B0-566D-4F15-B539-A059DED34C8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9479D561-96B7-4157-AEE1-1B8FE0F4EBEF}"/>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5258E047-68E0-4949-8726-04910DAF2C5E}"/>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AA6B99C-BFE2-4B8C-B58F-84D093B8B96A}"/>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82A31E6-A186-42EB-A72E-58129F20BBCC}"/>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5EE54F0C-FAEE-4F70-8A43-150CFB09D012}"/>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1886AB8F-3FF8-4244-9B4A-135E68ED1980}"/>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80279C9F-40A2-45A5-B6A6-ECBE4A3524CD}"/>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F9AF4A7-C6B6-4DEE-B6F2-20C764C64A7D}"/>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69F7F2C3-7709-4B02-82B6-E1D928414A76}"/>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33B95FE-6236-4166-96B7-D4A6BCF01B1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14B71F44-1C0E-424D-B0F3-60B208603625}"/>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713F84A3-C691-4360-B895-125712D2E174}"/>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2564963B-A543-4583-9E57-AD93E31AA3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155441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A554369-92C8-48A5-A870-6AB4094B5C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849C1B1D-8C44-4B7F-B69A-2F91B98FB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209FDBE3-2DD7-49D3-BAD4-CBAEA64442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F03A5521-90CE-4C69-9B7F-2D2D5313A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4078790B-307B-4339-92A2-22AEB9CDEC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5105EA6-4270-420D-91F4-95E9787BB9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FF5EEC2-320C-49CC-A9E3-6AAA9D8D2BC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95E010BB-D24D-46E8-98C3-900F59B77CDA}"/>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391B4425-1F89-421F-8B15-2DC930E0E648}"/>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996632FF-E41A-4CE6-8E80-D93B492F4AE7}"/>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DB3284AF-D9F5-472B-9D47-6B3A8FEC5064}"/>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65ECD47E-44AD-46F2-B011-B01DAE4D772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CAB749D1-14E9-4847-9B11-2063BF207220}"/>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C94998FB-BC3D-407A-ADFD-18B49A085B37}"/>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6F6DB3F0-84AC-405C-B43F-1ED835BC0F15}"/>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EDCFD757-38F1-4214-9E54-C129B4A03A86}"/>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8CA50C4-F5F6-400B-94DA-2F7E09952876}"/>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BC977B70-82FA-46EB-BEBF-901CFCD80D7D}"/>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4EE8A199-92BF-49B2-BF13-DD7C66AC5DD1}"/>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154B7B7F-CE6D-4ACF-A86E-5B494CB640D9}"/>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76452D37-2B5A-4AAB-B980-100774DDD23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67D65C99-2721-4361-9079-2232991DE0AC}"/>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4351721A-36E8-4F0D-BAAC-A441916435DF}"/>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6BD5FD5B-475B-4E63-81A7-75549E1B68DB}"/>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C1FD4836-BCC2-4CF3-8CB4-32CA2CF70036}"/>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CA97E5DD-CAF5-4410-A26F-0D147643A1A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701818B2-1D95-44ED-8B3B-397DD6C5A17C}"/>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AABDA6D-77C5-4AD3-82A2-3445BA999251}"/>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64AB39F6-4CBA-4170-BF27-C661083265B8}"/>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CCBE0AA-5645-4023-9C3B-0D15DAC43FAF}"/>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283CF9F4-0614-4285-9D0C-014777FAD22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6563563A-9DE4-4C03-943B-043D064E823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6EF5C0DC-7A7B-4CAC-9678-B68DC48E9A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007838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A7800B5-BBF6-4BEA-9A03-7544D04EE8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BEF0D25E-E866-4FA8-852D-D0ED52AC15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1EE3AAFE-3563-4522-A48B-9CB6E07F25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3C5849C-0374-40F1-94AB-F9748E14CF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D3911DDF-1797-4DAC-9021-A57E8F3C9B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AE36679B-B32A-46FA-A6F9-89CC4E3167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65EF45AE-0CFB-4D23-8648-53338692D4D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45A4567D-080A-4827-8BDF-2157B1F6ADE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4445B34F-0039-4841-A84E-9071E1D71FCD}"/>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0BA74C0A-DF8F-484C-BEC1-C19CB32A043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4D0A5858-B16A-40E8-8227-CB502A1B0327}"/>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E5162B35-5DCF-4C54-9879-1B321C86473D}"/>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BADD7F36-574E-45D2-B916-5CE84AE03C3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41364FFC-572A-4EEF-A627-136F7334D41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DF7BAD65-C2A1-4C96-9D8E-E04A0644A487}"/>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72A86FF6-828B-4D03-A2DB-D235250634DB}"/>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48571603-0030-4192-9039-2A9F2FA88B3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91F7878-F374-4668-9E63-E296E4B13A0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7805B86A-C068-48F2-A039-D28F3ED429A0}"/>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CCE96435-9286-441C-8E9B-E90F67772884}"/>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A887344-E34F-4609-AD22-D4205B5E3C10}"/>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10A04E1-8669-41E1-AB51-0A5E0DF50E1E}"/>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DBEAD52-C408-4DBE-BD33-C0591245DF66}"/>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F28A474-56DB-45BF-903C-FBA138948DB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9AE0A367-EA07-4895-9455-C3B4E3328EDB}"/>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A4CA1677-0894-4F32-8123-48143E14973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BC5C268-307B-4772-843D-47C35F93EB0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B7A7F053-69FB-497F-8DAC-1BB3A27EA634}"/>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CAE0EAA-DF65-4FAD-A7CA-53B533F54877}"/>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258BFFD6-4B59-41A7-BA5D-74731775408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3C0DD7E0-D184-44D1-80A3-89E9AB4BE4BD}"/>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DE04A2D-701C-4F3A-B91A-F1E8F75C4E5C}"/>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FC8ABE6D-349E-415D-929E-EE7A01E30A7D}"/>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2D68FF6A-4FB4-49AB-AAD7-CAA09AAFDFC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4D48BCB-B771-4E0F-AE06-821E840D314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6EE45D8-2451-4E59-8604-C9857408E423}"/>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937D3401-2821-44C9-BBD1-1B818F6BB5C0}"/>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D663E6F9-F69B-4268-A6DF-8003BD9CC93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08CF14C4-B5A1-4228-9DCB-EB6F5AEE0722}"/>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F6A8CF50-FEA3-453F-B573-CF9EF6188E3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8F72763D-2972-4589-86E4-B9213C7928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655629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C6B2C5B5-3F50-4216-B09B-47C10DA88D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1715AC3F-1A1C-4827-91C4-168ED6C7E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B845BC7C-546E-4EBA-ABE1-09E16BE4B3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DF81C3B-3082-4595-8AED-C3A5EB98C0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DBD5501D-0A15-4B96-A2BE-D239D005B4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57591F5-95C3-4984-805B-E236790CF1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C45DAE30-A3DE-4EF0-B9EC-5C995D912E4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C08E92D2-F5F0-4E47-839B-F888BA4E5A8B}"/>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B291BB46-1917-4493-B3C2-E4C6972F483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A3780697-84EA-47A1-934E-7D403F45409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9B225C13-0604-41CE-9693-2CD54D8C630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65064482-7201-48DD-B70E-44038586C8A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B2C540E-147F-4563-B597-FCDCA045D205}"/>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9334F43-4C66-4FB8-B1FA-41914158162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0E92D05-BB6B-4F03-98FA-A5A21F4A384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A5AF3890-AA45-4F3F-9853-C1EEC2AA23B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A9A19F57-E1E3-4B2C-A0E2-26D7427C60E0}"/>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BDB2C6DF-7D1B-4930-A02E-8C753FE15DB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89894F7-BC52-4DA5-81B9-CA33B16D2F62}"/>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DDB89E2D-6165-4CA3-ACE7-16B2DE30020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0A1B28A-7467-488A-95E1-197DDD8D2301}"/>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A3A8A872-F425-49BB-A6C1-4F97A3B63983}"/>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A8AEC9F9-412D-4283-94FE-7EB3E4768888}"/>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F36234F-C688-4653-B0C5-98E9E63F97A3}"/>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71511F10-B971-49BF-87C0-0F24C6C2B8D7}"/>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3D21FF7-DBC4-4950-BF9A-BE165374243F}"/>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C69E81B3-CC47-4FBF-BC4A-55E74B92D1E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FBE1727B-977C-4D20-8A87-10CB589D93D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75C439CE-F797-4E66-9964-51207A793E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50171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597397DD-0F2F-442E-8DBD-565B78322C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56972A7C-1724-4F5B-BD71-E3E517773D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DCD8DFC2-943C-4BB9-BDA0-A919632DA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E40B7AF6-6806-46F4-9D6A-BE0C78957C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7A980C22-58B9-4635-8BC5-BC05E5B3E1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56F130E7-9DE8-4F30-BCAC-F684D6C048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F89249B-4DF9-4144-B8B4-8F3CD7A2592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A872188-3125-4676-A2DC-1256E077B2DD}"/>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38CBC6A5-5C29-48E7-A301-AD0075913A28}"/>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B1EF7C6E-5797-448B-9C87-4F71ED527E20}"/>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8809FC82-72EB-457C-8B14-10A376BEFD18}"/>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20655C9-49C7-4B4E-83B9-0500C2622763}"/>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56AD0CF-01DC-4F24-B601-123EA28D2B4E}"/>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1B082256-C2D3-4B4A-957F-8B1E0595FD50}"/>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A39B057-E0CE-4273-8177-5813B8DEC49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37E7C0E7-F213-4ED7-A550-9D5F233F4B7C}"/>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A8FB069A-CCD9-45D3-815F-D03E119170CC}"/>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9EB2016E-5E69-4A23-9B1E-76982CAEB20F}"/>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92C1D25-833D-498A-A612-73126264F0B2}"/>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CAE9B47F-DBAB-473A-AE79-AEE962A33C82}"/>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B6028B4A-6B52-4CBC-B3A4-A068383D9D6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1BB4D5A-081A-4E51-90FF-9C1C66339549}"/>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C8B26F7-977B-44CB-BEDC-239D44FD28D5}"/>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852EF24-69CF-4DC7-B547-C905C721483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463FCFC3-7038-47E8-AE30-26AC997F6E9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295A5A38-2C43-4BE0-8481-582F47E03BE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5A7076CD-BAA5-4BBA-AE0E-04D41D93E6F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95A15B8-9451-4B51-B567-A7A9F159F875}"/>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60DB4080-EBCF-4E5B-AEB5-5A7954FBFFA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8995FF3-92FC-4F8B-8649-E0A20B9A07DD}"/>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1CEB9C6B-FD49-4D20-A7A2-6BB2AA90ADE5}"/>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9D8D09BF-529F-4275-B6FC-D8491375AF91}"/>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781ED3E6-9DCA-4E46-9F69-D4123FD93CEA}"/>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C6208181-7993-4EFA-B092-30E5AD020137}"/>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F9D57C4-7148-47A5-B944-CE97C49D1FF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E548D018-98AD-4E15-A652-10F91DE0D43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F3A5FA6C-38F8-4679-A8FB-6D4CA98EE351}"/>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8F5DB72D-B49A-49D8-AC5F-4FB2CDAC59C4}"/>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9EE2FC13-CB37-4A71-9C89-43B39F269517}"/>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9EB41A8-81F5-4575-AA29-A836299C36E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0738FD4-CAE6-4E8A-B414-93CCBCED9318}"/>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66ACDF76-BCA4-4B25-9564-E9AD81A61C3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6DDCB50A-77A9-4271-A3D9-B27FCFE663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2653029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B1FEFB2-68A0-4CE0-A64E-E71D785DAA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1761E835-4659-441B-82ED-28B0976E2C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8E28682D-2BFF-484C-BF33-87FCB08AC3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D681B7EA-B08D-476B-86C1-22C9BBAAE0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36C0F8C-A3F4-4A10-9723-0648A9343F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5DB84BF-EA1D-4B73-90A3-D29796030B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992DC569-2C28-467B-9512-0619EAFF865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543EA68-5D4F-4BBE-9DC0-0E85B50D6D2D}"/>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35033D08-564F-43B9-8D64-E80E2E012F64}"/>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38C285F-71D3-4B06-AC4E-D1D2B11980D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3B3565C4-E0D6-4A8F-BF61-21E66446ED98}"/>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EEFE8502-F823-4588-8E16-1EFCE50AF836}"/>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3CDA7EC-7093-4AE2-87DC-6867E65937DC}"/>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C948AD29-561A-459D-B2B9-01DB12E01B3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4CBDE1C2-0006-4F7C-9565-50126FD685D8}"/>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584B35F-3DBD-4721-81C3-0E89EF157318}"/>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2FFB4C26-A83D-49B2-B59F-A4A6C62F96E2}"/>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DC7B0E35-133D-4555-B61D-3FEA51EA4F86}"/>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5FFC1D64-7F2D-46DF-BD79-33AADD49B5A5}"/>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FD6929B8-3493-4BFA-B4FB-C268669B09B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C437B7BB-DF82-40A3-B3BB-CFF9902F17EE}"/>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DF477176-5EBF-4917-AA48-794E8F4E5608}"/>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328254B7-259E-442B-843E-E76D49D5DB83}"/>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41DF066F-02F8-4978-8139-B383807A055D}"/>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1CD7BD86-4505-4F0F-A80F-0659FE8DE0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236651"/>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FBD58AE8-584B-416D-B938-6EA3E9A178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866C71B-F273-4AC5-90FC-8A456324AE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BA55E773-4979-49DD-98FA-690B634452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64F404F-95DD-4618-991F-95F674F8A2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9A9751C6-BEBD-4BC7-83D1-176C0B9E04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68748BA-52F4-44B5-B511-2C1C6D242F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87AE2251-0A3E-41E9-8D4D-A245C6B8CE6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3D578BAA-9422-4DBA-9290-39B9CAC82AD2}"/>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0566CD79-CAB3-4C59-8DF9-A262125B527B}"/>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EC3611AC-6251-465F-9413-027E254063D2}"/>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A3C437EE-C3E3-48C2-B078-DFF34479FE3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E7841470-FC53-45EC-9C88-C8637524B690}"/>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9AE62B99-8FE8-4FC2-9DC9-875326006FF2}"/>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2CAB7F05-DB13-44FC-8E6A-4AD1B882B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741387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46FD4437-3258-4215-9AA3-06802DD296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CF99976A-3BD1-4F75-B03B-5C745A11AE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916393A2-F662-4B56-95D5-88151FC3ED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1C8C247-791E-418C-A064-44E889DCC6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E5DE41A-7C75-4274-879D-E92B66A840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B115FFA5-C075-48F2-8C7A-5F15C7AEAA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86E5447D-AF96-4D53-B7D5-53D007097B5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FDD27EA5-3CF5-4534-8308-31282EEAE578}"/>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DF3F07E3-761A-4111-B689-FE9F6A8CCA23}"/>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B9E7BECA-3AD7-49C8-90E3-0A434A51E94A}"/>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FE50E631-835A-4257-A8B8-B788799CFE49}"/>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170013F3-940F-43DF-8480-2D48EF32BB89}"/>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4D86B48-8A3E-4F80-A2E4-B0A70EB3BF68}"/>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68CB44C2-33E2-4935-B7F2-58D7E66F8B2B}"/>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1BE87557-D14A-4A2C-9271-E1B0F4DF1086}"/>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34756A87-7171-425E-93A9-76DA9C275CCF}"/>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058D199F-B955-46E1-9B3E-59A339176D4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02D03B7-A236-4995-A6EB-9FFAA0C937DF}"/>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BA93EE2-C781-4B47-86A9-4AE5EC739A4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EFBEBA64-3C1E-4045-9ED9-5E7E0E4E26CF}"/>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125AF5F7-06A7-4450-9F58-2AF2236C43C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CE7C7DD2-A582-4C81-A1D5-11F00D4328F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61BEC1D2-C390-4BB8-83C5-2BEF22E052FA}"/>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96EF6CDD-032B-461B-A373-D4F6E0305C0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0C3668BC-6547-4C65-BE33-671845F3C9F1}"/>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5AAFF9A2-C549-4EA0-A13A-82C6EBDEE9AD}"/>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060A9039-65F4-4F39-AAC0-5F6095BD5CB5}"/>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5B8BFA2D-C19A-46CD-808D-1887FDE64A00}"/>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689B102F-B007-4A60-8CF6-35B4C0344F79}"/>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CC98B2A7-6894-4A4B-8DA6-A88087996F8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C04D901-7BA9-4927-B52C-113D472CC9B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73B562A5-2418-4410-8A80-9C07953E9D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062699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53F7DE74-6257-4270-BA39-3A4BEE1FC6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5FFCD8C7-B609-41EC-8010-7F13D5CB39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03DEDC0E-C688-455B-B98B-39B4BA912B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C3B2BBA-393C-45D0-A0E2-E4E56D14D5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5C88F7D8-D629-4A40-BBA4-70E4A2F3C5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0EE4489-76CA-4A15-96F3-E10FED6CF0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C19A20CC-1C1E-485A-A030-D92DC9F676C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2583E653-117A-476A-A2D9-977F6F6BDE6C}"/>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5D82DB3-4087-41DD-A9FB-5488AC533D45}"/>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7EC1A39-C062-4B61-B2C7-9F1326DA0ED4}"/>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487D5CD4-2380-4B0C-9008-F4255035F932}"/>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005C04AD-BC7C-4176-BAB8-8538E8CDBA75}"/>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3D276DD2-AD2C-4270-8924-BD5186424142}"/>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54A82E9-89F8-4287-A08E-FEB742A974D2}"/>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BE248F5-80DD-4200-B8FA-AD8690219D0E}"/>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0EF9E3AE-89D7-4750-9114-37D827369D2B}"/>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5C938818-EA59-4CAA-98F9-0034F1E66C09}"/>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500554CA-6A27-4A23-80B2-0FA6F00326F5}"/>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F1883FD6-64B7-4C02-B5E4-D125E2EF1BC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DDCA47AE-DBAA-4FBA-A79F-3841323D4A63}"/>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9B51832C-D98F-4CD4-AF13-FD60FE04A30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C9091727-A749-4048-9956-02C97A5188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3925233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8EC1867-5910-42DD-B776-A739B813BE68}"/>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6BDE48F4-5D50-4CA9-B3EB-95D684D05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F0CF3202-A0D3-4E7A-BE03-F346B26940F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C7143CC5-78D7-4026-A195-FA57EC7C47D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175BB8B6-02E9-46D1-A970-DAB9CBE3901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CAD3DEB4-785F-4FC8-AAB1-0E375A44357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CC1183B-0245-4504-9C37-B29271C6EC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86504435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715876D-AD6F-4A12-B4F3-E94CB2E145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4AC38E0F-E536-4151-9103-2040B5782E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52446BDB-436A-417C-9D54-DE58650A72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D576B30-4434-441C-8C35-4DD4BBEB7E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881C2B5-B0D2-45FA-AA82-6B869353BB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FA58CEE-797E-454E-AFAE-CB2B26BC51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3CAFE90B-4F82-4B5C-BB12-8E6CF38C6CFA}"/>
              </a:ext>
            </a:extLst>
          </p:cNvPr>
          <p:cNvPicPr>
            <a:picLocks xmlns:a="http://schemas.openxmlformats.org/drawingml/2006/main" noChangeAspect="1"/>
          </p:cNvPicPr>
          <p:nvPr/>
        </p:nvPicPr>
        <p:blipFill>
          <a:blip xmlns:r="http://schemas.openxmlformats.org/officeDocument/2006/relationships" xmlns:a="http://schemas.openxmlformats.org/drawingml/2006/main" r:embed="R951f471b9417498f"/>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32457497-D1E7-42CF-AFDC-744ED91CBDB8}"/>
              </a:ext>
            </a:extLst>
          </p:cNvPr>
          <p:cNvPicPr>
            <a:picLocks xmlns:a="http://schemas.openxmlformats.org/drawingml/2006/main" noChangeAspect="1"/>
          </p:cNvPicPr>
          <p:nvPr/>
        </p:nvPicPr>
        <p:blipFill>
          <a:blip xmlns:r="http://schemas.openxmlformats.org/officeDocument/2006/relationships" xmlns:a="http://schemas.openxmlformats.org/drawingml/2006/main" r:embed="Rf9bb73d16b4a471d"/>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AB3D597A-F69D-4FEE-838B-2C824D0A4F39}"/>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4BF335C-EA8A-4C38-B6EE-ABE641987CC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AC164DDB-320D-4C50-829B-D04DA6BCFBB1}"/>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DBC8F2C5-5DD7-4CF8-A924-404B0671A7D9}"/>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C338B54-3EB6-4406-A5C2-6AB9D7638EB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4A61E00-B657-44FB-9C60-4C657D8D5DA8}"/>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BE3A41C8-C664-402D-8EAB-ECA6704DF7B7}"/>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57FF7D64-D805-41CB-A357-EEDC825A917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33578E9-0E15-4259-8D70-B44B9CFBB22D}"/>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7590E7C-404F-4142-B7EC-B8CADC058CB6}"/>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8661DA6-A882-4ACC-BF17-EDC20E7DF7D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83B51C7-A6FF-4957-A573-769DEE3C45DB}"/>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4DCA97F4-C6C1-4CD9-AAE3-7018929D2F74}"/>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43626E61-8E53-45AD-BA0C-EB6AF981844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C139B44-7CC1-4741-9A9C-076F30F65D91}"/>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19D39FF7-5955-46FF-9260-4276CE5AAF6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30E9285-4B5E-4630-B7CC-AFA62FA62A3D}"/>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240C26C6-D60A-407E-9C90-BB8E38DDA68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C6629503-AFA7-4292-923A-D6F1552B93D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C0B8014-E02D-4C43-A290-78BD26E2187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0BDF805F-7AB0-473A-B427-6AF419ED8F07}"/>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48D6AEE-9B34-4E7F-92A5-77F9F7B90DC3}"/>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7567BE4-78B1-4BA2-BD4A-44A07821AEA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6C58EF1-6151-48C2-8CEC-2E49D0D91D0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9CEDB399-EF95-4EE2-8BBB-260185C33F22}"/>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38525BC-47BE-4143-A7EC-5952EC6039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1507017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63D8A3A2-B8B4-405C-806E-5966A3BD63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3E5B7CD2-498D-4471-B9BF-E756296309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BB9E6CED-6F12-4898-8B88-23669643BA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CDAC8B0-86D5-47D7-805F-BC61A005FA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ED6CE152-8F44-4FF4-BA2B-3E220FBAF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1932F19-4959-45E0-96E9-115D03A027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C715EFB-026F-47A8-890C-4B9D27447530}"/>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3B9E291-621D-4228-A9BB-1FABB9B51E7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85C34C3-A78C-436D-A739-191F7D1BBCA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9CE984E1-F0DA-4E3A-90FD-17CDE459BFC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7C1508CA-CE2C-44AC-98D0-0F39650679C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4C12C87-1CC2-430D-912F-D2A7C8156A4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1AFE934B-30E3-4905-8A39-E6CF096786F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705CFCCB-45FB-4596-B0E3-44903991C931}"/>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81DD56DC-4AC1-4C83-9AC6-98D5C53065C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0B145DA3-5B31-4B68-BD8A-397CD4A9ECB7}"/>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9D5F1C79-5A7E-4115-806E-A8F7D26B2F8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1130312-70BC-4C2D-8309-B85498F458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58B0B03A-9C69-4763-88A6-04F58E99F873}"/>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C8BF137-59D4-4F80-A48B-9AF14F7F6446}"/>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7674204-08AC-47D0-926F-BBEF0F1C230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CB6E7D73-D099-4ED1-A2B6-A8E0395D90E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71359B73-3B10-49F2-91BC-BE8BECCD716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56AB292-811F-44F0-B148-9690A779C5E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D2D61A1-38C4-48C0-BF29-63D470185D30}"/>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6F97F87-4964-496A-8049-5BE9757052A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53C30B1-0785-477C-B514-9DCD5C8E7F1B}"/>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91F5E1C-0D91-4229-B928-E5579FCC8E5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AC1280A-EBE8-4721-B468-28E8625DA30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260CEB9A-320C-4E39-BB9C-CDD4AEC3882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E739175-2B0E-46C6-A547-29AAB3F6656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2A9CC46-86DF-477D-A953-969D520013DF}"/>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9EBBD706-844F-4F40-914B-743961DF1945}"/>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6186EF28-468C-4C71-8807-F8DDC8C7160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89D16F2-C517-4278-936C-07C2260E30A1}"/>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29E2BDF5-B09A-4FA3-8BAB-9F26F25DD8D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89AD6011-D8D1-4020-B756-C0BA1C0DF836}"/>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1FD727-B349-4DA1-9C7E-01DA507759E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1A6ADD6-C7FA-4AB4-B15B-1BF12FBA0B0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CD6C5E1F-8248-4AB6-A109-4E95E6FCABC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CD298BCC-36D0-4891-80F0-BD22783FC33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2CD972D8-90D9-4552-AC10-6ED80B5AD7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9090552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9AF46F5-81E5-44E1-8CCA-DB79F7C943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F2675C4A-0484-4F57-BAA0-A9202E149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CA9E2BFA-11A7-4CAF-9704-E4479E2A78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65807972-4A03-4566-80EC-172AAA378D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0D3FC444-FD21-4538-99CB-DB55251B44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87B1484-DEA0-4FE1-860F-3341CCD707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141387F9-6176-4454-B95A-98C872659B9E}"/>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90D9F6AB-32F4-4471-A1C5-73F37D109A9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72AC4131-56EC-4F6E-96C9-AD97DC2B2117}"/>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FE5B5100-1A95-4097-B009-A9D7ACF43BF0}"/>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59B13C9-325A-44B9-B167-CD65E6FEDE1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36D62997-62B2-46E8-9E8A-2E811E7519D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6E9A3C86-106A-4280-BF11-62ECC0A3CC59}"/>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2776E111-37C6-4B74-8CB7-20B05EE96382}"/>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74C35B-73D0-421A-B15C-2C3BDB2476BF}"/>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859AB433-117E-4030-99EB-0C54BD4B04CA}"/>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599FE766-0687-468A-9262-2ED8F4F0800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C590626-4B9F-4206-8CE7-25595F0E9F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CF320A26-566B-4BBA-BDDE-85275F2F9AD3}"/>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36C1321-DCE5-4DB7-9B35-AE097A31B4D2}"/>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B839694-ADC4-4018-8D1A-7CB495DA52F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D0D567A2-72FC-405E-8089-3EBEFF8902F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17EB2172-40A1-454E-8D3A-5D6564391F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5828607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6EA76EA3-7150-412B-A19B-5378751140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9917E9B9-ADC9-4E3D-8D81-33DB96E460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B93BE4FC-F5E8-4903-8660-ABFBA242D2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D1984F8F-C792-4C7B-8F2D-0A484A7276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70515BD3-BB02-45A3-8449-CB2EDA188A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E2246B78-1275-482F-A8DF-086C5267AC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B216DAC4-C97C-47BE-92FC-54372D532875}"/>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0C4A4AB0-92FD-4358-AEA8-D7240E47E17F}"/>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5444F69-27CC-4BCE-A77F-44A7A2744AED}"/>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03C3C0CA-C9EC-4C6B-9B82-DB8BFF7AFF40}"/>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386CD76A-CA1B-4244-96CA-B5FC89876CB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1DC5D5EF-5B8B-4BF6-9978-92958ABB881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F7884478-80BD-4758-AAF1-3D6DD36BC11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CAD25B5-A419-4E85-8C92-3557C5187236}"/>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DE6AA5B3-F736-4BC3-B5C4-BBCB4AD0EA68}"/>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70F1B375-9098-415E-928A-DD308D2E76A5}"/>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E9B3BE79-6D32-430B-A9AA-64EA7138543C}"/>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54F882E-8DA4-456E-8504-52C29698CA8D}"/>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13CF4FB1-CC7D-4BA5-9448-20DF40C1603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5157AE46-D947-45E1-B23A-D8AA82441F34}"/>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E6D1D19A-8666-4234-94E9-355ACEE6A3BE}"/>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AD6948C8-7F8F-4BBD-9C7D-AA88352DA9D4}"/>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F4333C32-161C-4717-B0B4-F06CCEEA2641}"/>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DE3B6197-169D-44ED-B25F-F3A196D90242}"/>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7AD53AD8-8441-49D9-B07D-BAD9F6BDC839}"/>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1CE5C7F7-0EA7-48EE-98D4-7FE145FD93C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74E9A72D-7A5C-4159-9829-4D6EDDF8E1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3237269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1AB4838-9738-4202-872A-F4921F8C5D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975969FB-C6F8-48CE-BA1D-A9C9F0E1CE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1B594A95-51ED-414A-A442-1DB5EF38E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5ACC0296-28C6-46E0-9E3C-6D7D5B187F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2DCEAAEC-F95C-4781-90BE-C02B07696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BACFAFE7-4DFF-4CE9-BC4E-BEA69DB1A3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2C778AD8-0103-4F5F-8085-09DBE6FDA23F}"/>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C893D453-FA3A-4BD6-8CAB-F112BEC303DF}"/>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0DFA98C2-EAB2-4A2A-B7C7-2B370E6511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56A4AB7D-3D99-4372-A6C6-07CC3F5D9BC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8DD7D6A-0A4C-4800-9427-571B188B6B20}"/>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B11C8688-3FAB-4937-91F4-E345DDD3ED3B}"/>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3EA99AB-F227-4998-B99E-2E94779882FD}"/>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E7102EFB-838E-460E-A928-6B3415EDB64F}"/>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FCFA8A4-D996-42B7-ACCE-7B45002EEEF0}"/>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CEEE9F24-7E5C-4042-93BE-B66FF99057E3}"/>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34F9C29B-724A-46F8-A30B-87DDC3D5792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EB24A102-EC70-49C3-8F01-C5C58679410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F9FA8C92-A2C3-4407-B7EB-1E74CD96EB50}"/>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EB289B23-CA4B-492A-82C6-3B4DC1C638D5}"/>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12412F3F-A846-444A-A11F-C6D712671D2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9C5A4124-6011-4123-B14B-5DFE6C7ED40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7D6BAEDD-11C2-4E46-BFEF-F75EB39A0832}"/>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EB45BB6F-4B9A-4CD9-A45A-005AB7C6E2D9}"/>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EE44C85C-F7C2-4DD4-8DA3-55D535A026E8}"/>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560657EC-064F-4BF9-9274-271ECFAACBA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5526D331-AE03-4E6B-AD81-6D2AE67B6A80}"/>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B08E56F3-A5A1-43A2-ACE0-B4D9884C8970}"/>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0B2FD321-3F88-45FB-ABFD-4C9978E9868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C27ADF2C-AFF5-4568-8D48-E147E0C10DD1}"/>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59C0CF15-8996-4460-AC5E-4DDDD1D355A4}"/>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A01FE69C-F050-470A-83F4-A8304073EF6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AE8E21E0-CEB6-4D0C-BDA2-FFC622C416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8185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3C4ADBD4-964F-4152-82F2-28152A7F26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2FB89EE4-26F3-42C4-9BCF-50DD84B485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CA633EEF-6122-48DD-B1F4-6E0116A708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1CD4B970-4C59-44F6-810B-6A47E578A3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D811F97D-A461-4079-88C7-F4D6581C7D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E1676A33-F71D-4A56-9F8D-94D6535829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C0D528FA-9084-47D7-A217-62B9CCC06FAD}"/>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BB5BA974-D5F9-48A1-8077-C400C7AB365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643760DF-CBB0-40E5-9C56-E9F2BBD4DC73}"/>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064FDFB-50AD-4D1D-9210-18F740FB926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EE2EE470-EAAD-4264-9AB7-34F8295B22C2}"/>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2AACBCC-F7CD-40C7-948A-85D4394C564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1B95A539-1026-4479-A24D-6C3E004B651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2D8664D2-ECB6-4A2A-90AF-D6C373D095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0300456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2643D577-8C3F-4B52-91BA-5C90F8089E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C63D3CC4-86FE-4612-9B96-670F59EBA4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60C26417-E831-4A2D-BA70-4530959287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9E066A5-5A36-44C9-B30E-25346CBFDB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1929867D-DFE6-4E7A-9227-E6FC3C06F4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69F58111-BA9D-4D04-8A22-C6C92F70A4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B9877AA9-4DB0-4EDE-9CAB-A7BCFA28025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ED4B9195-7EDD-4E9D-8694-5CEA2A36DD1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1DF29950-A105-49BB-B95D-B9A75BD38BC9}"/>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92B7EFA1-9B05-45D9-B447-37823C0839B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84DAAB81-CD50-433E-86B2-7619E6DDF64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BCD0292D-96ED-48DD-A624-19309D5FC2C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B3364B70-1DAF-43A2-8A25-5839524E2487}"/>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51171AEB-285F-4AC6-9591-B1AE8226BB8A}"/>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4432622-518C-4B80-B690-C73BE978B0CA}"/>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40534B8B-F47E-4814-9F60-FA6521861128}"/>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AEC86948-7F6B-4008-B70E-FF98E49410DC}"/>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A250FCC4-B086-4433-9A6D-600AB44E0638}"/>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A36CF98-8DE5-4989-8B88-C6D7AA3A9D1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39A54D55-610F-4EFD-91F8-0B3B4B74B9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CAAA0795-FB71-408E-B0AD-462BF1570D7A}"/>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4298D2C8-53EC-40B4-9C75-B5BD91BE9228}"/>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3080702-C42E-41FE-970E-1C9222186E4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72B626AD-6921-42B9-98A7-97B1033ACA19}"/>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C01AE3E-9FC9-494E-B9A4-211BAD29FFB3}"/>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AC617F5C-5A23-4A06-BB73-42DB3AD83A6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D8C24C8-7DA6-4830-8813-AD31A113C96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8465F7E5-9272-4B8B-8035-4B9EEC9D9E2C}"/>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E87A1722-AFE1-476B-B505-469B575BFCF0}"/>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EF1E5B76-E173-4B8F-B5F8-7B978CD4B2F2}"/>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531D25D2-7FB7-46D9-92F9-39F89DB2C3AE}"/>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C381F92-F6B0-4670-B0FF-CE566472C505}"/>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C46F55B-E173-4885-B4A2-4F2DF5F0BC47}"/>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86E7EC2-9057-4C5E-ADB8-2924A99AD535}"/>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BA1ED569-2661-4934-B700-9906B7BEECF1}"/>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B17FFF7D-36F9-4D05-91F6-4D5841AFB30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517C9970-CF04-4C95-9960-C04F23151289}"/>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12CA0C4-1673-4173-B4F0-B776FAF707D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4CAFD13F-701E-4AC2-A1A5-070A5A6A3D56}"/>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8F830024-B1F9-423A-8685-5A55A8BBA03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20234FFC-FFED-4735-8029-B2DFCC295E5C}"/>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E4C4A69-4B0E-45CD-9DE5-FF67166381F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D23EB77-A488-4AB7-9818-06589551CC7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6C7FD0A2-1B2C-4F72-9122-8C8FB62F2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49452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F5AC5F1-D5E9-41E5-8EEF-43958DC9EA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9DF1224E-9F2B-4B7E-9B13-939FB94CE4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C4475C58-0469-4EF9-B554-835E798A5D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AA30C1F7-0CF5-4E5A-B5A9-FEC8A38795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76BB64C7-B6BC-4712-9937-86E4C43890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DD67B4CA-A027-4B57-A0E6-55116052B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F5BE7ED4-8537-41CC-89B2-1D3912BACD5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A37BDBB0-4F1F-413C-A8E5-1FAB45DB0E0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A3686FCB-AE49-4C80-9478-1654B55DEAB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555246F-A8D4-4969-AC39-09E20C2B9230}"/>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EF608F23-3B2B-40A7-A4DD-7102F04CF8F4}"/>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7046234F-F6B8-412F-BF57-694C32A743C0}"/>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38DB869E-167D-4D7D-9B7B-3F22ACCE803C}"/>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D6C5A976-E4F8-4AF1-B518-2D4B3AFB51E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BF2E0BD3-4964-4B4A-8294-0C48B73DC126}"/>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15CA74F-EE43-4293-AE7B-4CCE1D677F0E}"/>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F844AF27-99E2-4F8D-91F4-ACE1770F6F8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4C002D3E-B3E8-4519-87F3-E4845130289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AC87FD3B-11BB-4141-8704-00A790E8CE50}"/>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DB413019-102F-48E9-AD0E-3D839613FFDA}"/>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779212D-04F6-4AE0-B215-61B561830EA3}"/>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E4810CF5-9BE0-4C16-A574-8F890AFC1921}"/>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F53BB180-6F2A-423A-A72C-D0908D3E185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A152A31E-64A6-465E-9037-F993B243205C}"/>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FCD3162-BFC5-4E8C-B500-5F2197D0DDFE}"/>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182C0CEB-71FE-4329-B82C-4C330E5AA683}"/>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931F1AEE-9809-431A-A303-E95355D85CCF}"/>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632075A4-20F4-4889-B9DA-769BF7EC93EA}"/>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03301E1D-8CA4-40BD-86F8-C471E57B05F5}"/>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73DCDA51-1A6D-4724-8673-F489211CAA2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7AAC469-11BA-419A-8DE2-CCB5ECCD826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D85F1A68-CC7F-4C90-B6FB-B9D777E05CC0}"/>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D912D0C-4C23-46EF-8442-9856BC7E51AF}"/>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4A6B1FA-DE00-4A0D-BEF6-6A4E06466426}"/>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898AA60C-4B7D-4DE2-96B6-AE9BB138E34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F9D5CB6B-575D-48B3-8A3D-661844FA8696}"/>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1103F5E5-19AA-4F89-AF62-D0CF1EFFE91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4B11714-0682-4E12-B59E-B7990B3F8902}"/>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AF07759-96F3-4F06-BE9A-9C4FF2CC1080}"/>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AD3998A9-F053-40F4-A90A-8DFA03C368D0}"/>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AE32DB51-4011-4BEE-9CBB-7D2BDE8BE1C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93493673-5ED8-4735-929A-DA3FC7EE800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96821545-21A4-4A3F-8F46-337BE5273797}"/>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F97929F5-90E7-45D7-98AC-139C9572FBE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548A8C31-7149-4625-BE3C-871FA8E859F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4776972-087C-4CB8-A2AF-E1DBA1A118A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2CB9488C-A906-45CB-A988-79FE6D7F46C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5488954-80A1-4A6C-8873-3C7F928D8B0C}"/>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A86159D7-C7CC-4EAA-8026-0DBC9A676F20}"/>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0414071-9A62-4BD3-BA3E-5D931090BA1E}"/>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B0397157-4025-4AED-9262-3DAF1238B6F1}"/>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9237AFCC-4C0F-4858-BE17-3D171AB7E621}"/>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1D21B41D-A1CE-4495-988C-325E1116EB0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B73B6905-4307-4D70-BE99-FBAB79E2DF0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014656-FBC8-42A0-B425-470263C8DF6A}"/>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11000560-BB66-493F-8056-2AE2FF6945F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7B7239C3-9916-4464-8256-A1CA2AA916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44670930"/>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D6A25B00-5AD3-4AE1-99DC-B78E214B4B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BED932D7-A897-4429-87F0-BB53295EC6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2D2265E4-A3C5-47E8-873E-B25EC9C4A9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AF2B3DCC-8F72-41E0-9F4C-384ED215DF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46EF4A2-070D-4A1D-95F2-2D625FC2DF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2C7B03F8-5BC2-47D4-9DA3-735D8EF572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AFA63B3F-9078-45E8-BF02-07D576F0EF3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4F2153A2-9893-492F-B4D4-A2544766BB91}"/>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1A24FB2-A117-4EC6-9F68-86FF0501A836}"/>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A04441C3-D683-4F50-906F-7908F7628021}"/>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CF184823-A654-4D69-B016-DAB331797C61}"/>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D2A1520-D093-409A-9484-41F0EF4DB31F}"/>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0B9568E9-9E4B-4E94-B4FB-DDAAC6393340}"/>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1A79685D-A787-4833-B590-FF5820B1C6B3}"/>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4c7546cbb27e4716"/>
          </a:graphicData>
        </a:graphic>
      </p:graphicFrame>
      <p:sp>
        <p:nvSpPr>
          <p:cNvPr id="15" name="Python 할당 피크">
            <a:extLst xmlns:a="http://schemas.openxmlformats.org/drawingml/2006/main">
              <a:ext uri="{FF2B5EF4-FFF2-40B4-BE49-F238E27FC236}">
                <a16:creationId xmlns:a16="http://schemas.microsoft.com/office/drawing/2014/main" id="{CB33D6A0-15B7-4C68-9D3E-7772F5D3857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E52640C9-87FA-42F0-9F04-56E98C5682AB}"/>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A3C7E5B1-D312-428A-A919-E633F311DE4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AB6150F7-9666-4DEF-8856-E27A5BEECDA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5A0844F-43D9-425A-900D-2DD43276F4E7}"/>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00719949-0840-40A5-B245-82886E19DAED}"/>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D9D4B9B1-8947-467E-9D6A-E24495008E92}"/>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524B3BC7-1249-444B-AF2D-AFFD643B16B6}"/>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D35F2014-27FA-4FF0-B5FB-BE5BFA130A6F}"/>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A9D7E3DC-D2E4-435B-AB9D-647430B04FE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365762A-6E7C-445F-A6F4-F4ED14B58F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61986268"/>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FE7531B6-817C-4923-8342-5549BD91BC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82FA0F92-B9DC-4CDE-B4DA-6CDF6CA359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4DE9E68F-55F6-40F2-B3D4-B6B3410AEB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FC43BD7D-072E-4F57-A700-BFAF354F63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0DB0F620-6291-4584-B158-95074C6893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3AF715A1-A285-40DB-9702-52A419B271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80D14A1-4523-46CA-BAF8-0D67CCADE12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CF946267-4DBE-4A47-81B3-1B592D4DF6A0}"/>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84EFF27-427F-4D43-8202-78ED2126E8AB}"/>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BAB60738-FE54-4AD0-8C85-6ECE195ACE7D}"/>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78A2561-0398-4695-B95B-57974472E79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F403D9AA-271A-48F8-9DA2-6B3A2DF242F4}"/>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B64D24E4-35D9-44FF-82BD-AEACCFFC1BEB}"/>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5B66DEED-B277-47BD-8DAC-BD6646AEC904}"/>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050FBD0A-07A0-4D2F-A006-B37D65E964A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93D221A7-BBBB-4423-BEDF-2F47E812C2D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E3D93A49-6FA9-4694-B64E-04A8ABCE9DF5}"/>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E1A30DA-F64C-4B32-B848-564E930F05F6}"/>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77EC6998-8C13-4BC5-9F92-C612B5A69C8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2FD4B206-784B-40D0-89FA-B90901E2407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41EB0A4-0CB0-4108-BBED-A158453FC05E}"/>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B0E3E94-4A31-4B00-992E-07843AAEE64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07F955E0-2C21-4FC1-888F-7F310FBBDDB0}"/>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06EC0F9-D55F-45BF-9FB1-16ECCD587674}"/>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60381EA-6E7A-4C47-AAE6-E493523C2B6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A50A566C-651E-4C68-AD47-4CD93A6D2A9F}"/>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FA2F6B0B-B91B-4AEA-BEAE-288EDBFCBE90}"/>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751027AA-30D8-434F-BA60-C6DDA19DC1BB}"/>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09E10750-1235-47B4-9A19-74704880CE71}"/>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3158E09C-4BEE-4BA7-845A-162DF466DD59}"/>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D7E9E28-5BF6-417E-ACBA-34E42F4DE15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99FEDCB-C940-436F-AA6B-A4F737D7CCF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A7D1C3F3-0A3E-4E2B-BED7-44C1933BA74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7268BC3-5CFE-4906-B089-A2DC0DF13B28}"/>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800CCD91-5AC9-4065-A73A-287E6C6C73B5}"/>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B0227E1-CFAF-4D9B-A38E-BD2EB77DE4E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46CB9CDE-9848-4161-93D6-6B1B7111332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6283E521-15B7-4AC5-8FEC-B2C4D2530C2D}"/>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426CD82C-50E4-4B59-9F17-788828936C2A}"/>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73B2E384-E0D7-4F2C-BCDF-B1588D459B39}"/>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E6E432EB-1709-4464-9B04-E23BE1DEE9B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D0DC4677-8509-4202-9CEC-444D9F9C9EB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1E62DE89-FCD0-47F1-973D-6A086FFC57A8}"/>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44BF3571-9FA1-40B0-80E1-201029DB3EF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07AE2BF9-A564-491E-86B5-4EFC6F3C0AA8}"/>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5BEF38E0-FD00-4793-9334-3CD95CBCEB5E}"/>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CD04ACB3-7059-4AB0-9069-96BA7031F052}"/>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2D6583B8-0A81-46AA-A631-7E0A390CACB3}"/>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C528AF55-2786-4047-A03F-565D9D395F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6626413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430798D-C9A5-42AE-8635-A41DF419C9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5A2EF61D-7B62-43A7-A7AA-1816659627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FF57BBB5-C44A-4EE7-BB1A-FB1C7CBB30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451FA797-8D6D-42E3-B9D9-D4F001260B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CE23917-1BCC-4136-9120-83D6119C4B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DCA95515-A072-4E9B-B1A0-177D7F974E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6B445DA5-4999-4312-9732-91947766710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154713DB-D17C-4257-9704-8E62C4B38C6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871A3C3C-98D1-4503-A0E7-C3BE8CD25C38}"/>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C0FB45A8-F29C-431E-A5C4-30E378DD98B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4649AAF6-FBCD-4E0B-AF9A-31C65A5F7A0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BEA4BC2-F049-4DF8-9725-18C76731941B}"/>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CB00277D-C689-45C5-9F91-DA34FDAD7C46}"/>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385B9BFF-6CC6-4EC5-84B1-4D002C343A44}"/>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8A9AA03-EBAF-4ED8-A3C8-30560493708C}"/>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D434A2F3-233A-4FA5-8AF7-FD501FBAF249}"/>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47ED9D1B-5195-4551-8C92-EE99A268C4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61ED7B92-0479-44CF-BCC1-B768A359F82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9BAB96E8-CAD4-4E87-89E4-CC93842E738B}"/>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7B5262CC-F9AB-46CA-8A06-E7D6E3D78B4F}"/>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CDF7E970-7F73-4680-9465-438681C2CDFE}"/>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F41E72C-FBFA-4507-9202-5AA74CD3B846}"/>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404BA05B-78CB-4D4F-A175-20E15FC9DA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821818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939C3495-F4CC-4D0A-A601-3E9E23FD1A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321F5A94-EA71-4D11-9D27-B61839C37F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5FD82E6A-8CFE-47D9-B16F-555BDF936F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A7610CB-F614-4E88-9E2C-F910D05AF3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CDA99B83-8AD5-472D-ABD5-8962C89D98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CDFC37C5-7C7F-4FDD-B088-E07A9B59D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1DCA80A9-B6BC-40E7-B64B-E5FFF67C539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6CC9F6DC-8F35-4C8D-83E0-493F7697A9E6}"/>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B2ED7992-08D6-4229-BBD2-E8BD5D00769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3D12CB78-25C0-40BE-B841-3927A0A0D5E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2DAC00F-AAE0-4942-88F9-0A404919DE78}"/>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7E017F1-0407-41A3-B8F3-8DA44FD40CFE}"/>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B94396B5-D401-435E-BA5C-E4F9E7E36479}"/>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5BB0A9E6-FB6B-4937-9C21-EA3BC8FB3E95}"/>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C851DA86-7BC1-4136-B870-120ED7031FC1}"/>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C070B174-0EAE-4C6C-A018-125B5EE822FF}"/>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EDCBC26C-4B91-4FAA-8311-2F02AAE2DDEF}"/>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BD2A17B9-8C55-4797-8B07-F4E9A9CCC4C2}"/>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8C2A773F-A963-45A9-93C6-00339C35402A}"/>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A2BC2945-1129-48C2-9E2F-8099B89CF723}"/>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AEAD64C-859F-4C7B-AA5B-0807E836094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7B2BD3C0-C6FF-4DA4-AEAA-8E452363591F}"/>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0858552C-6F03-4A7B-BFE8-9C2D0DFD299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9BF9F00E-3C3F-467E-B232-6A3FDF64D7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723DC043-0AB9-4AB0-82E7-215EC870D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32266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183E26C3-7C3A-4FB4-8491-43AABD2060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EF234218-2222-4970-BDFE-15673C2052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1C59FC88-DF2B-45BB-B5D0-E9CAB1B83A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FF6EDAD8-8167-409A-95B4-3CB63E20BC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D50A7B3-D5B1-4B38-A5CF-4AC2AFA658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A36A2DDD-E018-4116-A338-797FD4CA58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48ABB47B-77E0-4F7C-97A5-B3A71A29A1A1}"/>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18BAC0E-D3F5-4E69-802C-35AFEB648740}"/>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3BF02A6E-E47B-43C3-9844-D9A5EC96F16C}"/>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9700F3D-72FC-4E4B-A20D-9F5541220596}"/>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17F599B6-35BD-4244-8859-8A0FEB148B03}"/>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55FA756-3863-4EB3-9C31-A58E684AA18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847A020F-A172-423C-9AA0-6F9B6AD01509}"/>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02996D60-AE0D-4EE0-9675-047BFBCE5473}"/>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56AEEA6-8456-42F8-B87B-2604DE2D3C28}"/>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095687B-7D55-4EB4-B9D6-48F18E7D3D79}"/>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BEB8C969-D637-4E36-A306-D5B6E18F6D9E}"/>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CB1C0650-5599-4A35-958B-A7AD90027537}"/>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1605D21-BF1A-4C8F-B51B-C3F3F2A2A658}"/>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97899334-9F74-4497-BEB4-C62F56F72394}"/>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289807FB-3C6F-4F3C-B2E9-DDC46FBD353C}"/>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D914A37-18EF-43D4-AB3F-A79E650FA0B8}"/>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CFE8EDB-8B7C-4D46-A41B-84EB5F2DA80D}"/>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F47ED1C-EBC8-4E2F-87B5-4312E60F58E5}"/>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2E8B667-807F-400A-9E3F-0B75D5C14AD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3BD7969-4342-4270-8EBD-358A80555D40}"/>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144652D8-5AC5-44DB-8FA7-440411B01D6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8D34C867-942B-499A-A2B7-428F3BC10D58}"/>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FC37F118-C13F-4A39-9C1F-126A1206989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4EEC6FD7-04C6-4D2B-A9D9-41BE81309C68}"/>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7B783A72-C645-4091-BAAA-40C75329AB2F}"/>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CA7EFB1A-B7F8-4B74-8F8C-518AF3FB9637}"/>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46F0AF7A-769B-467B-8DFE-FB2FA0FE59B3}"/>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0920F59E-77D8-423B-8D5E-B0A886D38E49}"/>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418D04A5-0BBA-47BD-9D40-2D3881922C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064639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7CD7C5F4-6D5B-446A-9EAD-6309542E6A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CC6F5364-6743-421B-A640-020F33E63F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26997C65-CD1E-4613-96F1-D88AB44999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D2F3D33A-2C34-4178-B3FF-43A3A0A5EB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2D59966-3244-4608-9489-CDA7762D65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B1BE2CB-068D-4356-A21F-C51739DF3A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A43E3DA6-5DEA-4B23-91A8-68103406B271}"/>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D4A2016-E56A-49C6-A5BA-EF201F646B8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B13A42D-0C62-4D5B-972F-0C5EB1EDD076}"/>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675D39C0-3925-4C20-9815-D197E5E69FC1}"/>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B7DBC9D5-02DA-495D-91B6-01A28E5E4AAF}"/>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2CEC4ED6-4A14-4B23-B5A1-8AFA9B6F8B2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7844DC6D-4141-4592-B047-E5BC8C1338E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41979AE-1B4B-4C77-9AE8-734769385D6E}"/>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1F520389-9C19-4AA8-A187-7A13A0B5674B}"/>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B0EA0B07-3403-4084-A281-BAD94F30BED7}"/>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D32D7AB8-3C41-4712-B90F-7674EE298FC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4970785C-81A2-456A-9F4F-33106CA0E67E}"/>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267C232F-B996-4D93-9AA1-3B18B6B774FC}"/>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A385784-CC56-4ED7-8C98-FD851393617A}"/>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98CDF29-F164-44B9-A39A-7E58EC145285}"/>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01938303-FAE5-4B98-BF12-92D1E7591AC7}"/>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6375EEF4-E83A-4864-A70A-8CFAE74B67F5}"/>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61F01196-5E16-4B73-BDB8-E93C8CCE275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231F9BB1-5FAD-4F75-A815-34609559916A}"/>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60DE7D76-373B-4414-8DC4-758DD813D49E}"/>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70584BA-8C08-4BC5-BD27-8DB19F2B5DEB}"/>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379A24-D20B-47F6-83A6-2D58AA2CC99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A30C3113-33E0-4E37-A4B6-881977087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268447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02ADA18D-FCC0-4898-AC42-9B1396B05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D7CED663-F918-4745-A63B-403E98184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9A8E87E3-A1F6-45B2-9AED-FB9052C874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CA2DD31F-C1CB-4DD7-A718-2A9BAAFE61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BD685AC-CC1B-4769-8B8E-53AF55B156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D11C0AE2-5016-4085-B3C0-288478112E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5C4F4638-A7A4-4455-9DF3-D41B4EBFAC70}"/>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D076FA43-61A3-4EB0-93F5-D9C1F2869D75}"/>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BD70C6D7-794F-4D2F-8D9E-124FF1B48766}"/>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E51E0D87-D74F-4B77-B38D-A0D4719D44E2}"/>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BC1CFB75-5B4C-4317-978C-BB4FD2341EC1}"/>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5B4C195C-8373-4DCB-A8B9-0A70B838980F}"/>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35B752B-0B85-48E6-86E6-4399C1D49E3E}"/>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693B3AE3-699C-4827-AF9F-D3B61C4C94D5}"/>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21B40370-5DFE-4016-91E0-B01B74DC2DD0}"/>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3A90B6B-669F-4DB8-BA0C-2AA39D0AD7E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E278396F-E59C-4648-BF70-41CF652F157A}"/>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E83B3F0-1588-4ED5-802B-43C0B15FE854}"/>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95B01FAB-9BA4-4FA0-9947-F1C2D7DDC7A4}"/>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E4B16E05-90AB-4B2B-88B9-90D80A3E45C9}"/>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D96F17B9-60A6-455B-9AFF-B94FAC38AF6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8D8DC236-B4A1-4FF9-8CB8-8C8D6CA96BAE}"/>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0D7BF2FB-78F6-4B80-969F-E8131CA1BAB5}"/>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95BBA26D-EEAE-4992-97FD-3AF4AB6BCC0F}"/>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E58EF938-B256-49B7-AE5C-9CF7A40FAF7D}"/>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1B58ADF7-E743-4FCB-94ED-8421EDAAB1D3}"/>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5FB58DC7-7E5B-4B34-905F-11C0349AC8DD}"/>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4CE9DD50-15BC-4A3F-B5BC-FCA46228D1FC}"/>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2CC3CA4A-EAB7-4EB2-BC1C-24E9957E83BF}"/>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A9FC867A-2FDB-4A36-8B6A-171B4580265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FB5DE1E4-F5E7-4AF8-A974-D7185776BFC9}"/>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A3648508-4983-4A8F-9D48-6631CD47E7CB}"/>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4335B8B9-1F8C-48BF-87BD-0CB56B208DC9}"/>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76B1BB04-3227-40B0-9AF8-634AEDF4FBCA}"/>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9F1A94B-45F7-4B71-9C60-9C6412845B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250984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EAD8D79A-B1FB-490F-A7BC-C266DB6377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72">
            <a:extLst xmlns:a="http://schemas.openxmlformats.org/drawingml/2006/main">
              <a:ext uri="{FF2B5EF4-FFF2-40B4-BE49-F238E27FC236}">
                <a16:creationId xmlns:a16="http://schemas.microsoft.com/office/drawing/2014/main" id="{406DD486-88D1-4AD7-9C96-EE9F9D686F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같은 저장소여도 실행 조건은 다를 수 있다">
            <a:extLst xmlns:a="http://schemas.openxmlformats.org/drawingml/2006/main">
              <a:ext uri="{FF2B5EF4-FFF2-40B4-BE49-F238E27FC236}">
                <a16:creationId xmlns:a16="http://schemas.microsoft.com/office/drawing/2014/main" id="{42C58D82-2084-43F4-A305-BDDC921653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287EFDB8-2CCA-4187-AD0B-412B22E898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A040C8C-1775-4E85-A007-600541DCF63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1D910F29-7102-446C-BD1A-555C30339A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2605BE6E-F410-4D97-B697-EFBD95592E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791808A9-EBEE-4E7B-8ECF-219B3349D101}"/>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973AC63A-F25D-46D4-8AAC-D8035EAF4DA9}"/>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ED24E3AB-179A-4B19-925B-60AC384FA51F}"/>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361F6FD-A310-4A93-8AFE-1381A26F6818}"/>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5C063729-3BC8-4976-AF95-BEEBE44CF5BE}"/>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6D8F4857-E550-4DFA-BCDF-9652F396A4F3}"/>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BF85A6CA-6BCA-4DC2-9881-CF0C1C35520D}"/>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6F156FAA-BA6C-4201-B1A0-2C7086507473}"/>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33DF13CB-49FD-4897-AB92-60E365A682BF}"/>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B36C4728-8CCE-485D-BE8C-918E2CA2AC64}"/>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FDB92EDD-ACAE-4168-A7E0-BA7F642B2AC3}"/>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84EA0FF0-8E6B-4AA3-9BA5-469A77B3D332}"/>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1F078300-B9BC-4716-831C-BF78CE129017}"/>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D9C9C871-3A43-437A-AAF3-1F2B8DEB754C}"/>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3B24A683-C152-4865-8A7F-DFEA2E0B5FAC}"/>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4A85464B-CBC4-4A1D-AC51-94733411BE85}"/>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83136154-3EB6-4A07-A76F-1B45FA617C47}"/>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155B620B-72FE-495E-B07F-C348E4F786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1199733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CE46848B-4B4F-44D3-BD6A-D47F8B39B0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73">
            <a:extLst xmlns:a="http://schemas.openxmlformats.org/drawingml/2006/main">
              <a:ext uri="{FF2B5EF4-FFF2-40B4-BE49-F238E27FC236}">
                <a16:creationId xmlns:a16="http://schemas.microsoft.com/office/drawing/2014/main" id="{197DF589-02E7-4D14-A7E4-8ED60ECD8D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의 판단을 C++ 검사에 적용하기">
            <a:extLst xmlns:a="http://schemas.openxmlformats.org/drawingml/2006/main">
              <a:ext uri="{FF2B5EF4-FFF2-40B4-BE49-F238E27FC236}">
                <a16:creationId xmlns:a16="http://schemas.microsoft.com/office/drawing/2014/main" id="{E77119AA-D724-47FE-8478-183BC109C0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1F9FA8F2-B4C7-49DB-899F-3C1E996F8E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5CAA9D04-0906-41A4-80FD-7325F43DA8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366B7212-1BAE-488C-AEB4-B7801568F2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352BE224-D9C2-4533-9493-1909B8819F98}"/>
              </a:ext>
            </a:extLst>
          </p:cNvPr>
          <p:cNvPicPr>
            <a:picLocks xmlns:a="http://schemas.openxmlformats.org/drawingml/2006/main" noChangeAspect="1"/>
          </p:cNvPicPr>
          <p:nvPr/>
        </p:nvPicPr>
        <p:blipFill>
          <a:blip xmlns:r="http://schemas.openxmlformats.org/officeDocument/2006/relationships" xmlns:a="http://schemas.openxmlformats.org/drawingml/2006/main" r:embed="Re2856641cafc4cc2"/>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5CADA73A-DBDB-4F7D-A862-DDBDE1B99B2C}"/>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067F24C0-D3A8-4E5A-9EF5-9E0FA1DFA7C6}"/>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10EA9E64-BE28-4585-93C4-3601CA6D9C0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0759D0CE-0497-4532-9A11-17D33EEC2F7A}"/>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A1A1CF15-9421-412F-86C1-60ECDCEF64C9}"/>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A4DB0109-CE04-4E54-B1AB-6A2CB330E4F4}"/>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29CA07A8-512F-4C66-B950-1B3920063C4A}"/>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DDE91CC6-77E8-4396-9267-6FDD0B94971B}"/>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FB216089-27CB-4859-A3EE-1ED52B8850CB}"/>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EA813ED1-B1D3-404E-8611-5AF4E1A51638}"/>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6A638844-92D3-4AC9-9FDC-31A34E5CCBEC}"/>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F9F5A6FC-5DFD-43DA-BA3D-C57AC60413AC}"/>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920DAE73-7DB3-4F71-AC96-8EFD547CC2B9}"/>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242B26B5-7D62-493F-A3B4-F717B1E8A4A3}"/>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16200186-B51C-4C76-8BCB-3A1989CA5A68}"/>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29EBC08B-D1EC-41DE-B166-D5DD9EF202A7}"/>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F96D998E-D1D8-496B-AFF9-4909AEF458D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6039C1CB-A2F9-4C05-9858-CB2C967D990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E848E3D8-3593-49C1-AA5A-76855B31E5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33019988"/>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E67C113F-7886-44FE-84B2-7021C09E3B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4">
            <a:extLst xmlns:a="http://schemas.openxmlformats.org/drawingml/2006/main">
              <a:ext uri="{FF2B5EF4-FFF2-40B4-BE49-F238E27FC236}">
                <a16:creationId xmlns:a16="http://schemas.microsoft.com/office/drawing/2014/main" id="{70A24500-F49D-4832-B022-C280D9D51B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우리 업무에서 먼저 정리할 한 가지">
            <a:extLst xmlns:a="http://schemas.openxmlformats.org/drawingml/2006/main">
              <a:ext uri="{FF2B5EF4-FFF2-40B4-BE49-F238E27FC236}">
                <a16:creationId xmlns:a16="http://schemas.microsoft.com/office/drawing/2014/main" id="{16B1CA17-1CF0-44A8-BD9F-EC0CE92EBC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CF356B13-487F-4C9E-BB9A-8DA72C2C21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9002E37A-D44D-4DEF-B7B3-E84CDE8D47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0358DC74-2079-4FF3-831F-F457A275B4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291B6C38-4472-41EC-823F-C43D84F3EECA}"/>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85F44D8E-9DB3-4395-B3BD-E6D1A867DB39}"/>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78E4AE80-6B75-40CF-AC85-5346A6EEB7CA}"/>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4353B12E-E285-48FC-B091-0974E514D031}"/>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96316009-31DE-4515-B810-92A95F935E0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73BC5ED6-8625-4D57-A492-C872F81B94DF}"/>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E730CC42-2BF7-43AA-A0E4-5F7F7A22D4BA}"/>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3966DE56-97DC-45B1-8364-86682A874017}"/>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C6EE54AB-8E99-436E-ACE6-3C7CC9736569}"/>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43AECE3B-4F8E-41C5-A901-D521C355EC7C}"/>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EAB8C6D6-10AC-45DC-B7FC-E59D6D54A376}"/>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9696D6AE-7AB3-40C2-BA7D-E1895FB61FD8}"/>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34A95A2A-F1CB-4E70-A2CD-280055409138}"/>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617EB12E-7819-4037-B1D0-33B158A51221}"/>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8198469-CF71-420E-AD23-82E41292BA9C}"/>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4ED30F71-124F-4F3B-92A4-DEBA14E013F1}"/>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E01E882A-BBAE-4402-80D6-08C42499DD21}"/>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4533F329-62DC-4B23-9D53-0060099B23E9}"/>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3FC5DDCF-985C-48A9-A822-0FF6136DFED0}"/>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5D1FFC11-31B0-4791-943B-28DFE863653F}"/>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58117608-C88F-4384-B3C3-46C4313C2354}"/>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6ACE4570-025C-456A-8992-1E45713D6C6B}"/>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807BCE20-9B7F-4C9C-9F99-47EB9461205D}"/>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DAF30CFD-6FAD-4A83-BBCA-1521F2A91492}"/>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D4A295A1-26F1-44EE-B2A6-C13324C4D035}"/>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741DCAB5-9A89-4F64-9384-E95E5CB0C9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55396505"/>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D9E03841-42FB-48D8-A86A-5FB9F4388AE8}"/>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75">
            <a:extLst xmlns:a="http://schemas.openxmlformats.org/drawingml/2006/main">
              <a:ext uri="{FF2B5EF4-FFF2-40B4-BE49-F238E27FC236}">
                <a16:creationId xmlns:a16="http://schemas.microsoft.com/office/drawing/2014/main" id="{BD29097A-E38B-4DE6-B800-C07315E131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
            <a:extLst xmlns:a="http://schemas.openxmlformats.org/drawingml/2006/main">
              <a:ext uri="{FF2B5EF4-FFF2-40B4-BE49-F238E27FC236}">
                <a16:creationId xmlns:a16="http://schemas.microsoft.com/office/drawing/2014/main" id="{38034851-6642-4143-9B71-DD4A0E5DD16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765CC15E-A9D6-4E65-9431-4353A940A8D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1E1A2444-1FA0-4181-A4C8-BD5E007C74C1}"/>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636C2E2E-A1A4-4D17-BA48-AB9B0214A040}"/>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80FC7EC-D6BC-425A-A977-A4259AFAF0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0839170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7AFE6CC1-6C9C-48AD-977D-E8A8788E4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6">
            <a:extLst xmlns:a="http://schemas.openxmlformats.org/drawingml/2006/main">
              <a:ext uri="{FF2B5EF4-FFF2-40B4-BE49-F238E27FC236}">
                <a16:creationId xmlns:a16="http://schemas.microsoft.com/office/drawing/2014/main" id="{97A66994-8CAF-4429-B34C-979DA84763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확인한 성공을 유지하려면">
            <a:extLst xmlns:a="http://schemas.openxmlformats.org/drawingml/2006/main">
              <a:ext uri="{FF2B5EF4-FFF2-40B4-BE49-F238E27FC236}">
                <a16:creationId xmlns:a16="http://schemas.microsoft.com/office/drawing/2014/main" id="{13F93EAF-5580-44AD-A3EC-C0FC448F64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E97F8971-771D-492D-948C-47487236C4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610D311B-6D88-48B8-922B-9998044864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6869D813-305F-4B76-BD75-5B46D9A6CE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2E2C50F8-CEEC-413E-AFDC-274C4B192C28}"/>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6E12AEA1-E3F5-4778-8854-85CF5C1B2158}"/>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29C7D163-E120-41A3-882F-7288503F9A67}"/>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84C4DF41-2CB3-43B2-8A09-44928317EF45}"/>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882B9218-9690-4012-BEC5-6B35ABE74C77}"/>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61A8774D-1FBD-4EA6-BCC8-B4ED15E0EC96}"/>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BAF24BF9-CCD4-4824-8070-8C553B913408}"/>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03A1636F-E9D6-458E-AFFE-2E88FC43E48D}"/>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6E8FF72B-1BC1-45AD-A7EC-D05350E1731B}"/>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55CCA9A0-C0AC-4030-9DC9-A18CDDA660DA}"/>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ACCD57A9-6DA0-46A1-B9E1-BD6B1A98C5EB}"/>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5C9706FB-D903-4F1C-B7D6-412077C683BA}"/>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1C0EE1C4-FD96-4B8E-84E8-141BF3653BDC}"/>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EB802859-6F1E-48E6-8E56-30161A107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3738184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1F4E982F-3E30-43FA-883F-2C4263A0F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7">
            <a:extLst xmlns:a="http://schemas.openxmlformats.org/drawingml/2006/main">
              <a:ext uri="{FF2B5EF4-FFF2-40B4-BE49-F238E27FC236}">
                <a16:creationId xmlns:a16="http://schemas.microsoft.com/office/drawing/2014/main" id="{614C5A15-78A6-40CD-80B3-107706003D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처음에는 기준과 재사용 절차가 맞았다">
            <a:extLst xmlns:a="http://schemas.openxmlformats.org/drawingml/2006/main">
              <a:ext uri="{FF2B5EF4-FFF2-40B4-BE49-F238E27FC236}">
                <a16:creationId xmlns:a16="http://schemas.microsoft.com/office/drawing/2014/main" id="{98A7CD05-6637-433E-8A24-AAACBBD166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624A80E3-B7FE-486E-B2E3-6A23EBAC0F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E0FD2347-6782-4C7A-B53B-790B082D06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2D44D882-693D-4939-9F4A-1FA5A1FB78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6D0F6159-5BCD-4DBA-9945-CCD589AE667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B984FA16-60C2-4AEF-8676-5333E73AE1B7}"/>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D8E91F21-163E-46D5-88E6-97B80BA1898C}"/>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8FAE51B0-1048-4F01-AA2C-7317BA308BE2}"/>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337323F3-DBBD-47A6-904F-9C877C002F3D}"/>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2D7E67D1-F8C7-48ED-A5C9-9C05258BBFE2}"/>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3B01ED7E-A839-4E46-A2FA-BCF6CF171ADB}"/>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BC9A5B07-46E7-4899-A0C3-4E6B90F174CF}"/>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C245CF56-CB4F-4506-8D4E-B083B825A32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37EDA63D-BD8B-483D-ACBD-FD64B43B68CA}"/>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7F1396B0-62BA-431C-A3F5-316FCDB81961}"/>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0F8740C7-0403-4FFB-B5B0-8FB01BBE5D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26759527"/>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98627EE-74B6-4DDC-8319-1CBD0C5AB4E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8">
            <a:extLst xmlns:a="http://schemas.openxmlformats.org/drawingml/2006/main">
              <a:ext uri="{FF2B5EF4-FFF2-40B4-BE49-F238E27FC236}">
                <a16:creationId xmlns:a16="http://schemas.microsoft.com/office/drawing/2014/main" id="{56793156-B9F0-4AEC-AB64-4006EF87660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Project는 바뀌고 Workflow는 남았다">
            <a:extLst xmlns:a="http://schemas.openxmlformats.org/drawingml/2006/main">
              <a:ext uri="{FF2B5EF4-FFF2-40B4-BE49-F238E27FC236}">
                <a16:creationId xmlns:a16="http://schemas.microsoft.com/office/drawing/2014/main" id="{6A2A4DE0-42CE-4C58-A5E8-41F49B9674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975CBEAF-8D92-476B-9335-539CEFD734F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B0A2B1E2-F0EB-4F2D-A8B4-237251ACCFE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E803553-1950-4F10-835B-9647438260EA}"/>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F85BE856-B5E9-493B-8583-BBB1263F2911}"/>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1D0AEA6-B1D3-499C-9554-CB4076749D1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2239F94-3ED9-4971-BD52-0F56AE9B7B66}"/>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D65415C5-6931-4EC3-8EC1-AC91DB42F46B}"/>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24A9E135-E2C1-44D9-91B2-8A36C5E08BED}"/>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E0526E0-2F55-403F-9F22-E41CBA9E094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37CFB4DD-1109-4E2E-B63D-E0CD7E447D62}"/>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77B8EF5-D677-4CE1-9E48-F81035B8461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71559660-3429-4271-AEAE-ABDC59B6D76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1239DB95-2BA4-4D06-B188-E20F94AD0BE4}"/>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380EB07D-A0B4-4A94-A606-410D4E4C8921}"/>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19BC7EA5-774B-49A6-89D6-D9C87FBC1B9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C0360EF-04B8-4539-84E0-AD974A1AED3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6947F249-EE60-400C-AB07-343FAFB46DF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321BE8C-0AC3-450F-A438-1038A9B1D82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9635AC50-B2DB-4664-8810-4FCE26E1DC8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1C0B56D-3B95-4C9C-981D-ADF58A89814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8582EF60-DA63-42C6-AE59-80B89429093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9CDC31C8-6257-4DEB-BC89-1C9F5A3F986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D40C9E0A-A743-4A0E-8E75-EC88568BD0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6E336A6-C663-41AC-85C2-1D343A0D06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6E71371-4888-4DAA-940D-ADC73FFD74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BF0751BC-75A5-4816-BFE1-1B277F0D2C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372051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CB378540-9D57-4B1D-BEFF-9AEE2233B5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9">
            <a:extLst xmlns:a="http://schemas.openxmlformats.org/drawingml/2006/main">
              <a:ext uri="{FF2B5EF4-FFF2-40B4-BE49-F238E27FC236}">
                <a16:creationId xmlns:a16="http://schemas.microsoft.com/office/drawing/2014/main" id="{8324FACC-0E09-4E24-A41E-11F9712D49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요청과 다음 작업의 지침">
            <a:extLst xmlns:a="http://schemas.openxmlformats.org/drawingml/2006/main">
              <a:ext uri="{FF2B5EF4-FFF2-40B4-BE49-F238E27FC236}">
                <a16:creationId xmlns:a16="http://schemas.microsoft.com/office/drawing/2014/main" id="{7A8D2F12-EB05-4FE3-9038-7BEFA2F289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FCB6EDC4-EBDC-494E-9F52-AF8853E3D3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B0682558-65BA-404D-B834-1C6525AB98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628F4953-68F5-4B1C-8E08-A0703CBE54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492223F1-7282-443F-9F23-A5E9656C56F7}"/>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35081E86-1B10-4B82-961F-9B13B2DE6DFC}"/>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A6FC2E99-4BB8-4C4A-99FC-0610309EBB51}"/>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8E00228F-EC6F-4DC4-AEC7-9151B47D0358}"/>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7F556AA0-9C91-42F7-A9CE-43F582821860}"/>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B2ACAEB2-3757-491B-ADB7-4A8BDDD4A63D}"/>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BDBED36C-700B-4F90-9AA8-2C741188D8C0}"/>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2A9B3175-A358-45D7-BC75-370B065F03F9}"/>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EE903047-E215-4BF7-8CF9-93ABF4759EDD}"/>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8B500869-0DFF-40E5-BB86-5AC82C25D600}"/>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9F48DE02-C40C-41BE-BF28-3B40B36776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1297093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C1514F67-6D95-4892-A5CF-B0259058EE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0">
            <a:extLst xmlns:a="http://schemas.openxmlformats.org/drawingml/2006/main">
              <a:ext uri="{FF2B5EF4-FFF2-40B4-BE49-F238E27FC236}">
                <a16:creationId xmlns:a16="http://schemas.microsoft.com/office/drawing/2014/main" id="{D1D6830F-16AE-4914-A985-9D7E072218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원인을 고르기 전에 확인할 기록">
            <a:extLst xmlns:a="http://schemas.openxmlformats.org/drawingml/2006/main">
              <a:ext uri="{FF2B5EF4-FFF2-40B4-BE49-F238E27FC236}">
                <a16:creationId xmlns:a16="http://schemas.microsoft.com/office/drawing/2014/main" id="{9EA5BB89-2DB4-4374-AC42-998BEC57A1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27BBDE77-165B-4277-94FD-2F9B206146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B4915604-B7EF-4235-917A-DA1001B2AC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D9CE9EED-6318-47A0-8E3D-E8917DE2D2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0F4B336F-1099-455C-B019-385A7E4CF01E}"/>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D2DC8881-B501-44D4-B868-FA789238797F}"/>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65361D27-AA0B-478C-AE40-F7A3390835E8}"/>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D9430B1F-B1FC-4DB4-8452-2861750DA2C2}"/>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B84ED403-E8BB-44CC-9F22-B873922D13CE}"/>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4F24D076-48BD-4F56-85AE-5EEC3AC76452}"/>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FFE5AE5A-74BD-4C5A-B2C3-5DE8533C41CD}"/>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3B8E845C-69F5-4E33-B54F-CDCFD4EC9B6F}"/>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A98575A3-8A56-49C2-A1DA-33F79CD7DA93}"/>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38595E6-4F45-479F-9EC7-79E73AB0F819}"/>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F14D01EE-C5DA-4D77-BBE6-5B0923636C46}"/>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B7267BBE-E83D-4EF9-A93B-95DD6C04AF57}"/>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8D791811-0816-4DC6-8064-F2D87A3111BE}"/>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2242B921-53FF-43F2-B45F-21A441FE0BD4}"/>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22E92C26-C577-4E8B-AFA4-6C1DCB755295}"/>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7BC8750A-58FE-42E2-A0A2-5E068128B02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3DB566B6-F954-426E-804C-3CA73DEECCD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A77A2E73-3CB5-4A27-8E36-42CE614D6F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381359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83EC675A-05EE-413E-A16A-A29258731A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1">
            <a:extLst xmlns:a="http://schemas.openxmlformats.org/drawingml/2006/main">
              <a:ext uri="{FF2B5EF4-FFF2-40B4-BE49-F238E27FC236}">
                <a16:creationId xmlns:a16="http://schemas.microsoft.com/office/drawing/2014/main" id="{1BB418E9-B386-428D-9738-3D018B2F61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주어진 정보와 원인 가설을 나눈다">
            <a:extLst xmlns:a="http://schemas.openxmlformats.org/drawingml/2006/main">
              <a:ext uri="{FF2B5EF4-FFF2-40B4-BE49-F238E27FC236}">
                <a16:creationId xmlns:a16="http://schemas.microsoft.com/office/drawing/2014/main" id="{221C6359-67AC-4E1E-824E-E54AE1C8CB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28B7C321-FE28-4D3A-9DF0-CE255904F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CFF59309-2801-48EB-8E93-C83B705988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F89D5160-B602-46A9-8242-46287F22AB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F83C4199-2648-46B5-934E-C9D681C24F4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DE2C30AB-A0C1-4BEF-B93C-84EBAB801CF6}"/>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D976045C-7C96-4F4A-9565-C4BB33C0D0B3}"/>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5CB0478-E14C-4B9B-A262-97327ECC2BFE}"/>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07C3A579-D275-4E93-A0FD-84BDC06FEB9F}"/>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323D1AF7-1C76-43A6-AADD-AAFF5DA469CA}"/>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323BA229-FEF8-4EE7-A887-AFDAB188AAC2}"/>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A5620C37-958E-40EF-B15E-25357223B0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2865199"/>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2C17FF27-D1CB-4355-ADE5-203E099D37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2">
            <a:extLst xmlns:a="http://schemas.openxmlformats.org/drawingml/2006/main">
              <a:ext uri="{FF2B5EF4-FFF2-40B4-BE49-F238E27FC236}">
                <a16:creationId xmlns:a16="http://schemas.microsoft.com/office/drawing/2014/main" id="{D9139768-11BC-43C0-84DA-986646E1B7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확인한 원인에 맞춰 변경 대상을 고른다">
            <a:extLst xmlns:a="http://schemas.openxmlformats.org/drawingml/2006/main">
              <a:ext uri="{FF2B5EF4-FFF2-40B4-BE49-F238E27FC236}">
                <a16:creationId xmlns:a16="http://schemas.microsoft.com/office/drawing/2014/main" id="{35E05A67-5E3C-4589-9BBF-EF10B0E180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56CC8754-FC38-4CB4-916F-9A1223C3CB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A8E536B6-8B02-45BA-AB7B-9E79F31815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6F06FBBB-07BB-4A64-9F45-7721ACF007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8C0BD4A1-9F87-4157-B5A5-71A7CDE92250}"/>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4B519EFD-B462-49D1-9BA8-6A0700D9A21F}"/>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013597B1-6803-441F-BEDB-E4CA7328E201}"/>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85730823-DBE5-42B4-8E7D-8447A41A9747}"/>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5E0FF089-EED2-4B4A-81E5-D9657FBA26E5}"/>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DE4849C-FB22-4219-B43A-A95687B46827}"/>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69C347E9-40CB-4E61-8495-AD83227B380E}"/>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4EB6B6A1-97D3-4147-B3B8-9E279894831F}"/>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6DC13C0-137B-456E-9EE9-CD731FE2F8B2}"/>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9066F7D7-CC90-44C3-8A5A-B8CF1771BF98}"/>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B241DE81-A47C-4F92-939E-70718923E2F7}"/>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D1462214-3CBA-4229-9B70-2C5D3424C5B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ACC723D6-387C-4A03-9ACC-DE9EDC7F0F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76594183"/>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9A32C39E-88A3-436D-BC94-34641741BD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3">
            <a:extLst xmlns:a="http://schemas.openxmlformats.org/drawingml/2006/main">
              <a:ext uri="{FF2B5EF4-FFF2-40B4-BE49-F238E27FC236}">
                <a16:creationId xmlns:a16="http://schemas.microsoft.com/office/drawing/2014/main" id="{900F2AA3-2CC0-460A-8C6B-D0AD20EB62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된 범위만 검토하고 갱신한다">
            <a:extLst xmlns:a="http://schemas.openxmlformats.org/drawingml/2006/main">
              <a:ext uri="{FF2B5EF4-FFF2-40B4-BE49-F238E27FC236}">
                <a16:creationId xmlns:a16="http://schemas.microsoft.com/office/drawing/2014/main" id="{FADD04A2-B182-498B-AFE7-2D50D438F8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76777F9D-5E5B-45AB-B11E-4CFF4BFC77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72AD57DF-B3AF-4877-8AFC-673DC11864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EF342127-1259-4551-BA2E-2CC473BE22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A5EB62E4-305D-40AC-9BC0-CE6B6DF6B709}"/>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9DA75A36-3561-46B2-B8C9-76C30EBA4BF1}"/>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FCF16A66-495E-4510-B62A-48081845BCAF}"/>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C78F61EA-AA60-44D8-BA25-D2A2666D434B}"/>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A871D3BB-16DD-4851-9B4E-ADEF329D0289}"/>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9762B7FC-0B06-4205-8C6D-EED9939E6688}"/>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33ACBF17-C69D-4174-AF90-3E96DF19884E}"/>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3CC83C69-7F24-47DD-89E1-C67381507628}"/>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790E41B-AB86-4A29-9BED-68C395C7C115}"/>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F38CD5C6-86E0-4FCD-B9F8-255CEDDF872D}"/>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A9E6635E-AB56-4968-A0AD-C0459BCE3F6A}"/>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F19FF1B0-03AD-4029-ADCE-EC37C89EC8B6}"/>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47B14923-2843-4489-A861-22A3CBC950AA}"/>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954F14FD-C949-4188-A3C0-AF4F510EA47B}"/>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98D282C5-7523-4AB5-9D43-2A127B9D9C4C}"/>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E58ED877-E507-4AB4-9337-A4041E117142}"/>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EEBCD8BF-83D3-409E-A093-B5EF0F71BAFE}"/>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C4CB2D28-7B0E-40BF-917A-2750212EF3BF}"/>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85EB3A0A-4436-450F-8B21-7D15E8AC61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37819755"/>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D5F1EC89-0EEA-4C40-9BE3-A4D5E0366E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4">
            <a:extLst xmlns:a="http://schemas.openxmlformats.org/drawingml/2006/main">
              <a:ext uri="{FF2B5EF4-FFF2-40B4-BE49-F238E27FC236}">
                <a16:creationId xmlns:a16="http://schemas.microsoft.com/office/drawing/2014/main" id="{94BCE50C-94AF-4746-BD8B-AD6E78ED58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지침을 고친 뒤, 무엇을 다시 확인할까?">
            <a:extLst xmlns:a="http://schemas.openxmlformats.org/drawingml/2006/main">
              <a:ext uri="{FF2B5EF4-FFF2-40B4-BE49-F238E27FC236}">
                <a16:creationId xmlns:a16="http://schemas.microsoft.com/office/drawing/2014/main" id="{35E535D7-FD6C-4087-BC9F-BC89B957CC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9E179D82-EDF6-4A25-AB61-808C086CB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4EF2B09A-3577-4985-9DE2-EF00EB1088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F59E4992-0800-4D60-9E32-4E24329CE6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B3A2DFDA-1A52-4E48-B952-20D3805D282A}"/>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56168782-351C-49E6-B10A-67024BF1D44E}"/>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65442D7B-8AF8-4A30-87AF-3552238C38C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A3B9AC2A-D178-4013-B963-4B020F13B726}"/>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7BAE039D-20C8-46BC-8E3F-7C7F675CE79E}"/>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F61C8A6C-517E-45A9-BC4C-8034C598015E}"/>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611D2B24-6440-4379-8531-D958CDD62E34}"/>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801477D6-D365-4283-8380-263E721D8561}"/>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63F1E6CD-02CC-4E5A-8220-9EE207940250}"/>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277DE956-7522-4C12-A8D8-294E08EDABD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2692EC5A-9FF5-499C-ABED-D99985617B1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43FC44F4-51AF-40E3-B0B7-91076EC428A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D0C1B8ED-A771-4A7A-897B-223CDA473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4136418"/>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E291BC0-512A-478C-A220-11512AA118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5">
            <a:extLst xmlns:a="http://schemas.openxmlformats.org/drawingml/2006/main">
              <a:ext uri="{FF2B5EF4-FFF2-40B4-BE49-F238E27FC236}">
                <a16:creationId xmlns:a16="http://schemas.microsoft.com/office/drawing/2014/main" id="{CAB83892-B252-440C-A433-9D09E79A6E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대표 작업은 서로 다른 위험을 확인한다">
            <a:extLst xmlns:a="http://schemas.openxmlformats.org/drawingml/2006/main">
              <a:ext uri="{FF2B5EF4-FFF2-40B4-BE49-F238E27FC236}">
                <a16:creationId xmlns:a16="http://schemas.microsoft.com/office/drawing/2014/main" id="{BB30DD9D-A715-4C51-936A-BAF6540442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CDD6CA54-C3C3-4208-AE3D-1D73AA6278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307C0A85-1343-4595-8BA5-5AB1656DC5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CD75F807-826D-4ED2-A8F5-983F11E9FC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E0084644-7C7A-488E-8CC5-89DF66293F2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6941B057-7A34-4090-8513-CA73CDE23299}"/>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2A5407BA-F029-4671-961D-F02F39D836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9411747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4CAF7281-4EAE-4D1D-8692-3EFB3426A3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6">
            <a:extLst xmlns:a="http://schemas.openxmlformats.org/drawingml/2006/main">
              <a:ext uri="{FF2B5EF4-FFF2-40B4-BE49-F238E27FC236}">
                <a16:creationId xmlns:a16="http://schemas.microsoft.com/office/drawing/2014/main" id="{C8DB2203-2803-4AA2-89DD-3BBEEA10A8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한 작업에 맞춘 규칙,&#10;다른 작업에도 맞을까?">
            <a:extLst xmlns:a="http://schemas.openxmlformats.org/drawingml/2006/main">
              <a:ext uri="{FF2B5EF4-FFF2-40B4-BE49-F238E27FC236}">
                <a16:creationId xmlns:a16="http://schemas.microsoft.com/office/drawing/2014/main" id="{17142C2C-7A89-40A1-A602-84485BA874F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E1AA3E45-D77D-494A-A015-0988189015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AEA1BC99-88ED-4231-84AD-C4AA1A4EC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D55EF9E4-1100-4E78-91A8-30C402F7E0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D3B80193-5D28-4AF7-8FFD-F2C0BB639E18}"/>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76FD03D2-5F13-414B-9D76-5C82266E4DF8}"/>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830FA852-E64C-4E62-AFB4-76F58ECA2D4A}"/>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BBE8DDC9-CDF2-4734-83BF-567FD7F1A329}"/>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FE2F5165-54EB-420A-A71A-12A91302372D}"/>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7107A61-F0A2-4AE5-B2B6-80C420703C93}"/>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34C510EF-3E9C-4D00-BCF3-BB20BE85FC70}"/>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B6175409-0D02-4A67-8052-0C3E429FC44E}"/>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8D082D87-DF8F-4120-85D8-3C5A040D1817}"/>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EC65BE54-FCC0-41A4-B738-F6C5189A2B7C}"/>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FDC42561-89E3-48B9-82F5-B08625F1EFCB}"/>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E8B44F26-1018-4D2F-90E9-73DD4F6254FF}"/>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48ECAEBA-E942-44AC-98FF-0BC7B6904A8A}"/>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90D827D4-7C23-4444-82EE-FE032AA2F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260353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FE2DCF10-62F2-47C7-87FE-123482FE61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7">
            <a:extLst xmlns:a="http://schemas.openxmlformats.org/drawingml/2006/main">
              <a:ext uri="{FF2B5EF4-FFF2-40B4-BE49-F238E27FC236}">
                <a16:creationId xmlns:a16="http://schemas.microsoft.com/office/drawing/2014/main" id="{D0D7EE46-5335-4F03-955B-5481D19056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관찰을 시스템 개선으로 잇는 Loop">
            <a:extLst xmlns:a="http://schemas.openxmlformats.org/drawingml/2006/main">
              <a:ext uri="{FF2B5EF4-FFF2-40B4-BE49-F238E27FC236}">
                <a16:creationId xmlns:a16="http://schemas.microsoft.com/office/drawing/2014/main" id="{27C6BF80-177C-4DBF-9AE0-15D2823618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9E6E7207-1DA9-487F-ACCE-1E91CFA7F4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73B19235-FF98-4E3A-94BB-8A6DC7D2C6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BF69DA81-7789-4C5F-A836-3EB11753A8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76A50379-5A20-451D-AA0E-2CA4A3883CC4}"/>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F3CA46EF-921A-4654-ABC6-E10E4747A03E}"/>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7CB6D323-DE1A-476A-82A0-01AF62B29D6A}"/>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91247A86-3780-4AE9-B20A-4FE5251BC914}"/>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9D94A161-97A2-41DF-88CC-868767C52D77}"/>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D67AEB9-4F9E-4E2E-A6BB-A8E252360286}"/>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DC26CFD8-F6C8-40CD-AD7D-A1F179B563D1}"/>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3C5185BA-C88E-417D-8A51-DEFC8AADE910}"/>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D7F09002-0CB3-4BCC-81F9-739CD1A6C46A}"/>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E540637-734C-4DEE-AD3E-F3DF9866D42D}"/>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25D68E9-D27E-41ED-9BB4-46363FA8095C}"/>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87E47A49-BB99-4082-8130-1828F32A4139}"/>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4EB61023-BB35-463E-A3A2-86500DC37000}"/>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0DAD38A3-DA93-40E8-B80C-D8A2F9CA6413}"/>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B7AA2A61-9F55-482E-822E-34D92FDE900B}"/>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8E9976E6-4E20-4001-A517-07154887225D}"/>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C277B5CA-6734-423E-AA88-D58EC83C45AC}"/>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C8A3386-39AD-4AC2-9AB9-F904C1848B87}"/>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7D2D731D-285F-4261-A106-8AC96EBA7E29}"/>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5B97A631-64B7-4A21-8AA1-D94838F3EDCB}"/>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70603BEB-0CAA-4B9C-B2AA-B33889940D33}"/>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FDE7282F-C963-4B37-8562-6D90AAEAF394}"/>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9D21D57B-B586-478B-88A4-B56BBE56E314}"/>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474D336-0793-4C47-8DBC-C5BAEA51F43A}"/>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E6A0AF5-E9A1-41A4-8E03-3A037DC26000}"/>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181B8FF0-2773-419B-9D4E-2A94426F52F6}"/>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6A8FC609-0B28-4E5D-A016-AD93D4389B4A}"/>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0E12B4C7-C4D2-4D46-97B7-CB51780061E6}"/>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78CEBF11-BF42-4A6F-A8AE-0DBAFE2CADE7}"/>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EF05140E-143F-4058-BAA5-684BDC95FB69}"/>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7A46C38C-7DA8-49FB-A6D2-FB776AF4EC31}"/>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DB47512D-19DE-4EDA-AFA6-3CB01E961202}"/>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E566E42C-81F4-450A-8D70-72EF4746CB43}"/>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392DD9DC-3A36-4474-B676-1C4FCAFA8E8F}"/>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E1E7D2DE-E2BB-4970-94C6-49B40B86FB48}"/>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ACE26607-D409-4240-AF78-CA82CAB4B0C2}"/>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8221307A-6744-443C-9A54-4DAAB9B30D71}"/>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A9EC0583-CC8A-4F3F-A001-7AA4A5912761}"/>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6DF534B6-C28F-413A-911B-A9313EA4C21C}"/>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F8A7F1E9-2423-49DE-8192-D09B055EC8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7933102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B8AD7ECE-7DF5-495C-A801-233ADA6FC9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8">
            <a:extLst xmlns:a="http://schemas.openxmlformats.org/drawingml/2006/main">
              <a:ext uri="{FF2B5EF4-FFF2-40B4-BE49-F238E27FC236}">
                <a16:creationId xmlns:a16="http://schemas.microsoft.com/office/drawing/2014/main" id="{99FCB1E9-F081-428F-97DA-002C341D6A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평가·보고 기준도 개선 대상이다">
            <a:extLst xmlns:a="http://schemas.openxmlformats.org/drawingml/2006/main">
              <a:ext uri="{FF2B5EF4-FFF2-40B4-BE49-F238E27FC236}">
                <a16:creationId xmlns:a16="http://schemas.microsoft.com/office/drawing/2014/main" id="{FD691374-3F1D-4D20-9BF0-0074804627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377FF17C-B957-47CA-8DF9-D7F56DAE0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3F2AB90-9507-4C3D-ABB8-7889EC7CB49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886EB527-AB3C-444D-B463-1080A80BB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C9AC29CA-821B-4433-BC93-DCD05FEFAC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7CECA731-A984-426D-B13E-F1C917C47229}"/>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F8B1C8E4-C63B-426F-9093-24FCA0767305}"/>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94DC1361-FB39-47AA-BC7E-D1F0CB476BAC}"/>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30948669-EC78-4930-A5F2-FB2728BD4683}"/>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6AD5E766-68BB-43BE-9EF9-7718ED6B4B39}"/>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E52CCC42-A112-4366-A41E-3BD1C5728BFE}"/>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7967E299-68B9-41A9-9F38-0F61815FAE35}"/>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38007B95-6052-4B40-B376-2E2ADF4024C2}"/>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6C81D127-BD9B-4B76-AC44-F3EC28983FE8}"/>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6D20EEC6-50AF-461A-A16D-14BD3472D0D8}"/>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BAFF2AC8-3BBD-4C9D-8485-4D9937D44B30}"/>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75AAE09B-FB17-4755-BF1B-1C27CF5D593C}"/>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2D1B8911-99E1-4C9F-8040-659881BB0F1A}"/>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6868B0D7-EE38-437E-BB1B-9CAD539C24E3}"/>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2CBD26F0-EE1E-4042-9185-B39FFF941A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2095097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21F6C083-1CF9-43DA-AA94-A176422CDD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9">
            <a:extLst xmlns:a="http://schemas.openxmlformats.org/drawingml/2006/main">
              <a:ext uri="{FF2B5EF4-FFF2-40B4-BE49-F238E27FC236}">
                <a16:creationId xmlns:a16="http://schemas.microsoft.com/office/drawing/2014/main" id="{30F254CD-0412-4C3C-B538-2EE2B385D2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결과 확인과 원인 해석을 따로 기록한다">
            <a:extLst xmlns:a="http://schemas.openxmlformats.org/drawingml/2006/main">
              <a:ext uri="{FF2B5EF4-FFF2-40B4-BE49-F238E27FC236}">
                <a16:creationId xmlns:a16="http://schemas.microsoft.com/office/drawing/2014/main" id="{89796E97-1B11-4929-9071-8002C9264C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2E0A1C63-9948-4EFD-A24D-66619058B5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F75916C-9A1B-4AEF-A15B-166B404D17A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05D99CC5-6E4D-4A7B-855A-707F9C8827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A26C589A-E39B-4E7B-830C-100AD4F48D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3C6C18FA-1541-4C90-AAD1-05F78384489A}"/>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39092C24-11C5-40D2-AE67-29551415DEB2}"/>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DF283554-9D19-42F7-80C4-715D438054B4}"/>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C5BD54A0-BC5C-4D5E-93E9-F7B378202C2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42DE4B63-3E56-4E80-9BA2-69237844B9F5}"/>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62DF2860-5006-494A-A44D-DD0B5FF102D7}"/>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54E5BE6D-2707-4CA7-AB41-9F89C80FF4D0}"/>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38AAF55-ABD5-4682-963F-6E7A57119B8E}"/>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F6CEF1D8-9DF1-48E7-AF6E-70020E3886F8}"/>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F421D82A-BEB8-45AE-9494-46C6E2A68A70}"/>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0B0106D7-568B-4C60-8948-42FF2DD88F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10643228"/>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747A800A-C55B-4E2A-9203-372398658A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0">
            <a:extLst xmlns:a="http://schemas.openxmlformats.org/drawingml/2006/main">
              <a:ext uri="{FF2B5EF4-FFF2-40B4-BE49-F238E27FC236}">
                <a16:creationId xmlns:a16="http://schemas.microsoft.com/office/drawing/2014/main" id="{4CB5EC5A-DF45-40A8-A7EE-08C44D4E89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다음 조사에 남길 기록을 바꿨다">
            <a:extLst xmlns:a="http://schemas.openxmlformats.org/drawingml/2006/main">
              <a:ext uri="{FF2B5EF4-FFF2-40B4-BE49-F238E27FC236}">
                <a16:creationId xmlns:a16="http://schemas.microsoft.com/office/drawing/2014/main" id="{AE9DEEDB-489F-45B4-8CD0-DA72991257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E96D4B2D-360E-4AF4-B8D7-FF9A486A9D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E8DC53C-70EC-40D0-9AE6-C189928B938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E616D508-EDAC-4874-9DB3-1403EF926A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8C80761D-C909-4FDE-8A93-B011E7A1BF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10AE9A5F-B1A0-4B39-8654-3015CDB0988D}"/>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CF6220ED-6FD9-49C1-A867-79DA40AE170A}"/>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BDD4AD3B-A63C-49DC-ABF0-6D12E62F2E4B}"/>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F530881A-C693-44C2-AFAB-24A20027D1C4}"/>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A8465017-2C03-4FC9-88CB-DF780FAC23A5}"/>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50B1C0CD-05AC-44F9-B7AE-15C652BEC9F1}"/>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4FB3F552-AB80-4429-B54F-B20D040103A3}"/>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874AFAB9-E3D1-4508-A00A-061A01F3738B}"/>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A7B6A622-AB3A-4BA3-AE84-24C546AEFD4A}"/>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4262D9E9-3D3F-49CB-9207-5D253551E510}"/>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8F4237C2-106F-4189-82EA-861399FD8390}"/>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BF017A32-83C9-4A7B-A7CB-D3804494A0A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6AB7674C-8C09-4EF1-B648-B1DC6C3E8C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0371476"/>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2D172E25-D6CB-4750-A722-BE2883FF72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1">
            <a:extLst xmlns:a="http://schemas.openxmlformats.org/drawingml/2006/main">
              <a:ext uri="{FF2B5EF4-FFF2-40B4-BE49-F238E27FC236}">
                <a16:creationId xmlns:a16="http://schemas.microsoft.com/office/drawing/2014/main" id="{2F173B15-1571-46D1-9F7A-12F4845F99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후속 기록도 원문과 다시 대조했다">
            <a:extLst xmlns:a="http://schemas.openxmlformats.org/drawingml/2006/main">
              <a:ext uri="{FF2B5EF4-FFF2-40B4-BE49-F238E27FC236}">
                <a16:creationId xmlns:a16="http://schemas.microsoft.com/office/drawing/2014/main" id="{65DD5A87-CDA7-484C-839F-58BF4CFED4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D9366692-E566-4790-8EBA-B28EB97FC8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5210BD8-B6CD-47F8-9F4A-B2189E48B65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2DADF593-6CC6-4CE3-A6FD-D15A81F692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78DF1107-C9B8-4DAF-9C75-491CC2113E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097BC246-FA09-43E8-BBEB-986DD3C82C6B}"/>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314E1943-8E02-460E-9B00-182D24922075}"/>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250AC97E-1275-44CD-9C54-4285B4A58E5F}"/>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6D50108B-E69A-4B5B-A72B-D0E5449821AF}"/>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2F331FFE-758C-438F-896E-56D4BB1FD6E7}"/>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B3795D4-151D-446B-B09E-204E70D3C4A4}"/>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A7755B0E-9996-4658-ACC5-4485CF8927C5}"/>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21CD432F-6EA3-4BB6-8F01-E4229D517CBF}"/>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009081CC-8E75-49B5-905E-630991AD364F}"/>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800B9778-7A07-4E05-A6A8-8ED941B94987}"/>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3F809EB4-4D30-4BDF-8E4A-E39C6D6ACDA9}"/>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737DB9AE-15A8-4BC4-A777-D145E56FC449}"/>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754948AE-5E8A-4853-8506-ADF4B2109632}"/>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496B106F-627B-43B8-A146-51118D3B0A3A}"/>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81BDF1DB-3DF0-4A13-A5F2-F113BA359E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332870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2EA41B1F-A632-4E4A-B2C1-84323E038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2">
            <a:extLst xmlns:a="http://schemas.openxmlformats.org/drawingml/2006/main">
              <a:ext uri="{FF2B5EF4-FFF2-40B4-BE49-F238E27FC236}">
                <a16:creationId xmlns:a16="http://schemas.microsoft.com/office/drawing/2014/main" id="{7A802843-F187-42BA-A703-B316CA5E8C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실제 기록을 Loop의 단계에 대응하면">
            <a:extLst xmlns:a="http://schemas.openxmlformats.org/drawingml/2006/main">
              <a:ext uri="{FF2B5EF4-FFF2-40B4-BE49-F238E27FC236}">
                <a16:creationId xmlns:a16="http://schemas.microsoft.com/office/drawing/2014/main" id="{3B84B8DB-8647-4F41-8192-B8126E6A8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6A48D3CF-243B-4D7B-88C5-E27B104634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BACF47F-8D99-443D-BCAA-1F51AA335EB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9EA71139-D1EB-4608-9B08-3DD3BCB450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1E9468BD-A721-4E0A-8068-72CD26B80D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203386C2-7649-43BC-8DF5-81B7DFE9F01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28A5A12A-1259-49C7-A6D4-3076C363A6E9}"/>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D0F5C335-2B93-405A-81FE-DF7BF22DB32C}"/>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0E7C8174-D75F-4454-B467-8E65FFBD39EF}"/>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A1BE510A-5911-42DE-B4F3-11D9989D3E8E}"/>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7A8F064F-8843-4E6A-A50F-A29F0B775512}"/>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3058741B-8FF5-4E8B-B9DF-3B57FAFD77BC}"/>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D08FF654-48D2-41A3-AA00-BECCE246CC2C}"/>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CAFC8666-2B06-450C-906D-B9AF6783B832}"/>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CD5F9681-CAAE-4CE1-95BC-62F7F9A2E3B9}"/>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D6B53DC7-8FB9-44A8-9BE1-F4C6DDC9218C}"/>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8B2B2CB9-D9A9-4800-BD28-D4B698BD3C63}"/>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9F1B330D-56D5-48A0-BD0A-72C0F83C86FB}"/>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C2A32821-8DFB-4D44-86C7-0DB1678A5347}"/>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781554E6-7885-46D3-B20A-ACEDF885E0E0}"/>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79DBA158-6C47-4A3D-A587-EA0EDACEA5C1}"/>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607E0508-51CB-4F7B-9F1D-72AFEC1C130C}"/>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51808027-671A-4CC6-9CA3-FA545F65AB71}"/>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9BE72DC8-380E-4435-A7C2-7FE8A1B406DD}"/>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3937210E-2DA7-4267-9870-B04B0B3F457B}"/>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B6DF08EA-8426-4A38-A61E-14613E1AAFB0}"/>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76181D53-F112-4762-87EF-FA5BD4A08723}"/>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1222DEFB-BB61-4996-B343-9F88CC25E20F}"/>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834BBA42-A700-479A-8E3A-7D6479C37BF6}"/>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07247376-3009-47B8-A716-532B228CF898}"/>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323B55A8-FE98-4409-861E-C6699F13053E}"/>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048D6BCF-8789-4BF9-B284-97AF9C4F9777}"/>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5E400E59-8B3E-4932-AFCA-F4FE80CA31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2304342"/>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243D2389-BA70-4BAB-8726-CFFB9C6B9F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3">
            <a:extLst xmlns:a="http://schemas.openxmlformats.org/drawingml/2006/main">
              <a:ext uri="{FF2B5EF4-FFF2-40B4-BE49-F238E27FC236}">
                <a16:creationId xmlns:a16="http://schemas.microsoft.com/office/drawing/2014/main" id="{A1669873-A706-4252-9B6B-C9C553BBFA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Project와 환경이 바뀌면&#10;검증도 다시 본다">
            <a:extLst xmlns:a="http://schemas.openxmlformats.org/drawingml/2006/main">
              <a:ext uri="{FF2B5EF4-FFF2-40B4-BE49-F238E27FC236}">
                <a16:creationId xmlns:a16="http://schemas.microsoft.com/office/drawing/2014/main" id="{418C9CD6-DB85-4FC4-A5F2-BC72DF3206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572A8E46-F41F-4823-AAF2-D86EEC0130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1BD9C24A-D2CD-41C5-AFC1-AC0378ED17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8B677BC-B2FA-4017-ADB1-2DCDF66E67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BAEF8D4-24ED-4CAA-BDE2-D4AF9F721074}"/>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D9AB35B5-7810-4F99-BDDC-F84376B8F80A}"/>
              </a:ext>
            </a:extLst>
          </p:cNvPr>
          <p:cNvPicPr>
            <a:picLocks xmlns:a="http://schemas.openxmlformats.org/drawingml/2006/main" noChangeAspect="1"/>
          </p:cNvPicPr>
          <p:nvPr/>
        </p:nvPicPr>
        <p:blipFill>
          <a:blip xmlns:r="http://schemas.openxmlformats.org/officeDocument/2006/relationships" xmlns:a="http://schemas.openxmlformats.org/drawingml/2006/main" r:embed="R168a5b1fee9a4e21"/>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317F4FD0-D14D-4EA4-916D-11A633A6838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952757C5-71D9-49EB-A448-39804C30F15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BE5ABB7-78E6-4740-91CA-73368858CB5A}"/>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C663B13F-6D56-4B34-BF54-C1CEBD1F0A0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BB926DD-6082-4B58-A051-21B9C226B2F2}"/>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D96649F-ECFA-4443-9B22-83DECF772895}"/>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8906B2B2-1F51-4D1A-9033-014E4399C4C1}"/>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9F8BA913-5947-4996-9B75-AD0F80D5ACF0}"/>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F6C7E12-C95B-4C9A-982F-D5B0CAF4914E}"/>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E4F27736-4E07-4880-AB59-CCA70A45ADC4}"/>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157FE062-1FE0-45D9-9169-067671033A37}"/>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55A845BE-923A-4C7D-99F5-207DCAA43A3D}"/>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C66DBAD6-A6CF-4199-8061-CBC3126CA1AE}"/>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64D76D2A-F663-49F4-98B0-7CAE6347DD1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A7EBDCDF-DD28-420F-BDE1-8ADEDCBD58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53427434"/>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EC06FD5A-884D-4EB7-8398-D584B95038E4}"/>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4">
            <a:extLst xmlns:a="http://schemas.openxmlformats.org/drawingml/2006/main">
              <a:ext uri="{FF2B5EF4-FFF2-40B4-BE49-F238E27FC236}">
                <a16:creationId xmlns:a16="http://schemas.microsoft.com/office/drawing/2014/main" id="{A1CF72A4-2B46-414A-8527-69B6797C4D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
            <a:extLst xmlns:a="http://schemas.openxmlformats.org/drawingml/2006/main">
              <a:ext uri="{FF2B5EF4-FFF2-40B4-BE49-F238E27FC236}">
                <a16:creationId xmlns:a16="http://schemas.microsoft.com/office/drawing/2014/main" id="{EFEE1A0F-5F46-4ACA-B03A-53EE82CDC72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963B4CE0-1923-4E8D-BE83-07E026509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0079AC02-BE33-466A-9584-5D9F203B138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BF81C37B-AE3F-4F8F-81D8-1FEBA937B5A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FD1BA59-7D2D-46DC-A3F3-8E69531D20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85397386"/>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4127A924-DAD4-48EE-8B4D-377D1F8746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95">
            <a:extLst xmlns:a="http://schemas.openxmlformats.org/drawingml/2006/main">
              <a:ext uri="{FF2B5EF4-FFF2-40B4-BE49-F238E27FC236}">
                <a16:creationId xmlns:a16="http://schemas.microsoft.com/office/drawing/2014/main" id="{B10AC644-A682-4E3F-B22B-35A0120DF7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문제에 맞춰, 일하는 방식을 넓혔다">
            <a:extLst xmlns:a="http://schemas.openxmlformats.org/drawingml/2006/main">
              <a:ext uri="{FF2B5EF4-FFF2-40B4-BE49-F238E27FC236}">
                <a16:creationId xmlns:a16="http://schemas.microsoft.com/office/drawing/2014/main" id="{77A4F5A6-85CD-4A0E-8957-AFC41014B2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5B9E9F61-571B-4DE6-90E0-5B29C62691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03CFE0FB-7210-48A1-A147-C270470166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4FEF2E0-B0E8-4C19-8B6E-56A2469DF7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D70EABD1-629C-4306-8130-FC9C7CCF20F5}"/>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2FB7AE9D-5EE3-43C2-8366-9F401C02C870}"/>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31689138-DF70-46A5-89B3-1AAB5BB607E6}"/>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918BE5D-33EF-47C1-959D-A852FCD11A21}"/>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E7CFFB01-6566-4E70-BAF8-C8C2A163DD9D}"/>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C54F2EB4-A45F-4B1D-9A1C-F8E79F88F1F8}"/>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1B37B844-4887-4194-B643-4BFA06D35FF4}"/>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F7286727-7361-4180-9963-3A9FCA554A90}"/>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60BCF75-2D0D-4E0C-A1C4-4F9CFEF6231D}"/>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79ABF63-A92B-4984-B358-41E0B16CD481}"/>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3265D0C1-1367-4F9A-80CA-32638BBF9409}"/>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1DBD3893-56A7-426E-B444-67761B353BD5}"/>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DD9EA6B4-B03F-433B-B1CA-4E6F48D73F66}"/>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277A9C7-2F41-4D5E-AF3F-BF473EBD6475}"/>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8FB2348-E8A3-41B3-8ADA-6E9A16245BAA}"/>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7E08F905-ABF7-4058-B61A-E5E1C94367D6}"/>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FCBCDC4D-FA50-43C4-A18E-1D750E657E82}"/>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75176ED0-622F-4C5A-90DF-BD6EB29BE2FA}"/>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F7E42A4-7859-4CA2-94B6-A2364569DC3B}"/>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A75E066-8444-48DF-A129-E49725B207A7}"/>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45856FC9-B4C8-4A3D-9EDF-315D99B19202}"/>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2855D90E-412E-4DEA-95DA-70F71806A706}"/>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E521BE6C-4DAB-4E60-B494-5DB09CB59E59}"/>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A6EEBA9F-56F9-4807-B630-953B4184B4C6}"/>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7BEAF4D2-5872-4D89-A175-BD61235C4A55}"/>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CFB50DB8-40FB-44A6-B354-0FE82BD7C77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1D5200DB-3EB2-43EB-A3DD-3B0121CCBA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97518426"/>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1495D1CB-E499-4A61-92A2-F2F5C965D5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6">
            <a:extLst xmlns:a="http://schemas.openxmlformats.org/drawingml/2006/main">
              <a:ext uri="{FF2B5EF4-FFF2-40B4-BE49-F238E27FC236}">
                <a16:creationId xmlns:a16="http://schemas.microsoft.com/office/drawing/2014/main" id="{877216EC-3B47-4AAD-9E2F-1C2922B39F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실제 Demo는 문제에 맞춰 바뀌었다">
            <a:extLst xmlns:a="http://schemas.openxmlformats.org/drawingml/2006/main">
              <a:ext uri="{FF2B5EF4-FFF2-40B4-BE49-F238E27FC236}">
                <a16:creationId xmlns:a16="http://schemas.microsoft.com/office/drawing/2014/main" id="{EBBBB8BF-6A96-4E83-8442-E17F4E1116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4A652E60-2FDA-4EDA-9BA0-97D8AE0373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57B07AD8-8460-4D0E-B12B-43FCA07868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2491C2EA-50F2-4598-8932-3D0BD851DA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69F868DA-AD01-42E7-A10E-A31DEDAE0803}"/>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11857BAE-759A-44B1-8595-128FA0862848}"/>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5C5ECFD3-A51C-4617-9B27-B2D30C6EB362}"/>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023EFE2D-AE97-4BBA-B371-01065DCE63D8}"/>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81A4AEA8-1673-469C-A246-C82095CB9232}"/>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AFDC82ED-A6D6-4C60-942C-A959D149F6EB}"/>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39BA3B99-DE30-4DBA-AACE-AE6EB209C861}"/>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B65323F4-6F02-486B-86DB-E5FFD0C15F53}"/>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B7BA6FD4-5A9C-4DC1-96C5-6B8E5B3967DA}"/>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97578D39-125D-4A1F-B21C-0C9D69407953}"/>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408B988B-AC42-4B31-AE99-2ECB05C4919F}"/>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B08F5B50-D032-4D59-A507-4C1AAF958088}"/>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27612AB6-8D4E-470F-AE71-04DFDEBB8ACD}"/>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E3BAE1AA-EC9B-46BC-BFDC-EE8542AD98C5}"/>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47EDDAA4-D9B1-407E-A619-F0707FBB8AC9}"/>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4363D6BF-6621-418D-B9C9-09ACA610945D}"/>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97C8764A-7A61-456B-A08A-AF6A222E4E99}"/>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0373BCDD-F7AB-4141-945E-C51361415297}"/>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F0928353-7671-4E04-BF35-9E7AB94A7A6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F1DDE41E-7F20-421B-B3BD-0B3DB38D8F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0417656"/>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40BFADE9-791F-4405-B66F-968E1B778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7">
            <a:extLst xmlns:a="http://schemas.openxmlformats.org/drawingml/2006/main">
              <a:ext uri="{FF2B5EF4-FFF2-40B4-BE49-F238E27FC236}">
                <a16:creationId xmlns:a16="http://schemas.microsoft.com/office/drawing/2014/main" id="{C235DF4E-37CA-407B-88B2-72E89BEFAE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이번 문제에 필요한 구성만 선택했다">
            <a:extLst xmlns:a="http://schemas.openxmlformats.org/drawingml/2006/main">
              <a:ext uri="{FF2B5EF4-FFF2-40B4-BE49-F238E27FC236}">
                <a16:creationId xmlns:a16="http://schemas.microsoft.com/office/drawing/2014/main" id="{8264553D-E0F8-4D3A-B347-75F5C19A14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4DF488B7-13E3-4C30-ABC3-372057E549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49AC420A-A2AF-4340-8F36-0CA8147E60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90335F67-6EEF-4612-AC1F-C601DA4E40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10E63508-A2D9-4CE9-A6DC-E8A138692C73}"/>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4E041014-7F91-4ED5-86F7-6E046186A178}"/>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FB484A9C-01F1-4399-BDF4-66C7ADD7E6C2}"/>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48102CCE-11B9-4847-837E-68BF524A172D}"/>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9292F325-AD29-44C1-90B1-E500DB391383}"/>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E64DBB6D-8354-4933-B69D-69F8C670FBB8}"/>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4B1E6D96-FC2D-4031-AE05-D343E759DAD2}"/>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30299153-BFED-4D4E-8F1B-BF1D7395DE8C}"/>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BAB66E56-A1C8-41C7-972B-DCFF4A0319F9}"/>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27CC28B3-02B4-40ED-B119-436B7B3C5F99}"/>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4638638F-2BB0-4529-9E8E-08022402CCB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BCACC05D-8CD7-4B09-9018-74CA26672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475463700"/>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0BE9CF03-7ED7-4C2C-AF47-47BE455A37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8">
            <a:extLst xmlns:a="http://schemas.openxmlformats.org/drawingml/2006/main">
              <a:ext uri="{FF2B5EF4-FFF2-40B4-BE49-F238E27FC236}">
                <a16:creationId xmlns:a16="http://schemas.microsoft.com/office/drawing/2014/main" id="{5B5AE1EE-A2AD-4F06-9FBE-7D8721E792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결과를 수용할지는 사람이 판단한다">
            <a:extLst xmlns:a="http://schemas.openxmlformats.org/drawingml/2006/main">
              <a:ext uri="{FF2B5EF4-FFF2-40B4-BE49-F238E27FC236}">
                <a16:creationId xmlns:a16="http://schemas.microsoft.com/office/drawing/2014/main" id="{D7B3CB56-2359-4FF1-B752-F8D278A223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9D764FBE-976D-47E5-84F5-254BAC2061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B44B1F2-6CAD-4C03-9DFE-8EC5A15612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30D0159-7340-433D-8C85-392504443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BBFAA95-50A2-4241-B92F-98F1C5A4646A}"/>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6F5E0751-E6FB-4513-AAA0-7F7B3ADCED80}"/>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31C80781-30A9-4DC4-AD34-3333DA7BB8F2}"/>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109BFBF6-2239-41AC-8C90-29775C1E632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FDD056E7-C9A7-49EA-AF76-36FE3945C0F5}"/>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4A4B1345-A656-4A41-9612-4D2456AD9971}"/>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98116F54-ED9C-4406-8414-4C94E9D41702}"/>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E60D6833-3032-419F-878F-A461DB255B6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B2E8FA7E-DB39-4307-948E-C63798A0521A}"/>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25333FEE-78F3-428E-A8CC-E21A32E8BCA2}"/>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275171B3-030B-445B-916C-CF6CEEA734AA}"/>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AD3C3039-23E1-47F0-8C8B-5F94263B3154}"/>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E972F3E4-2B1C-42B3-87BB-664A0EACF249}"/>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F2D62BB8-482B-40B4-A4A4-A4FD4BA776A0}"/>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0AC204AD-6132-41D7-9E08-42A87448635C}"/>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76A61394-5657-41E5-BDAA-BC5B38585A50}"/>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A110CF2-2054-4ACC-92E3-C98C0F1CA621}"/>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DBA353F7-FA27-4426-B4E0-217B926BC93C}"/>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44645A4C-C78D-4B84-8ED1-F421732810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45761430"/>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4D4EEBE2-0FF1-4581-9410-AB7020788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9">
            <a:extLst xmlns:a="http://schemas.openxmlformats.org/drawingml/2006/main">
              <a:ext uri="{FF2B5EF4-FFF2-40B4-BE49-F238E27FC236}">
                <a16:creationId xmlns:a16="http://schemas.microsoft.com/office/drawing/2014/main" id="{05907396-EA49-42FB-A8F5-5634058A57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AI가 일할 조건과 확인 경로를 설계한다">
            <a:extLst xmlns:a="http://schemas.openxmlformats.org/drawingml/2006/main">
              <a:ext uri="{FF2B5EF4-FFF2-40B4-BE49-F238E27FC236}">
                <a16:creationId xmlns:a16="http://schemas.microsoft.com/office/drawing/2014/main" id="{A9670680-5CA4-4E0C-966F-9BB70D41A1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4BF7E377-924D-4405-B7BA-5427ADB1A8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0242FABF-4A67-43E5-A085-C42851C38C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92FAB31-B809-443B-A34E-E3C9E24D3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7AC3FE77-985C-45DD-BA6D-EB5C034164F6}"/>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12C209CA-F5FC-46C0-92C9-4F64701E461D}"/>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8C2E044F-0A74-43FC-962F-79E883672D77}"/>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27E0E715-2F19-4590-88A4-57C2D4776086}"/>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EA774DD7-7EF7-4719-95C4-7CEF6EBDD674}"/>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73603BFD-BEC6-4E23-BBFA-A320C655E830}"/>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C20D5E7-322F-4CEC-9EE9-66229219DCAD}"/>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18A3A802-CDF4-4654-B238-5E93FC8F6DD9}"/>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8789253C-62FD-49B5-8C17-88CBB6A88AB5}"/>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C4EDA919-0DBC-41C0-8FAC-8C19FE9229C3}"/>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8F26049C-6C74-46B7-A825-04E6DF92AD6A}"/>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650BC0C2-18DD-46AD-84D4-2D1D8142A41F}"/>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2FA23CCF-FE70-4A0F-9E21-C0501644D568}"/>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3031F7D6-9018-492D-8EE4-134A87F3420E}"/>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D5A89652-A66D-4F75-B90D-16EF2C54B776}"/>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DC691DC2-6E05-4FFB-9856-448B012A7D36}"/>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6D0CEA4F-A7CD-42ED-9669-4F13C737F6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4877694"/>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3FC10714-7693-47A8-97A8-EF8413632F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0">
            <a:extLst xmlns:a="http://schemas.openxmlformats.org/drawingml/2006/main">
              <a:ext uri="{FF2B5EF4-FFF2-40B4-BE49-F238E27FC236}">
                <a16:creationId xmlns:a16="http://schemas.microsoft.com/office/drawing/2014/main" id="{114880B2-3B58-4D8B-8686-449176825F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모델·플랫폼이 바뀌면 Harness도 다시 본다">
            <a:extLst xmlns:a="http://schemas.openxmlformats.org/drawingml/2006/main">
              <a:ext uri="{FF2B5EF4-FFF2-40B4-BE49-F238E27FC236}">
                <a16:creationId xmlns:a16="http://schemas.microsoft.com/office/drawing/2014/main" id="{88050214-90CE-449D-9F2C-0E865B229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8411436-3D2E-4047-880F-4A664B355F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5E8087C1-93DA-4C81-9A20-FD65FCCD6D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90D4D0F9-4C78-4BA8-B9DE-0D5AB31FBE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17DB4713-5C24-4E63-8655-EC12398F736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C6188B8B-F471-43A7-BF2D-6543DB14BC9D}"/>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D4EE85DE-3E36-4552-944B-CC10E62B4B2D}"/>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45E8BCCB-A6D3-455A-AF3D-D335C54CBEE8}"/>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1B07149-3D98-4071-B509-362E1AE4A112}"/>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4EA781F9-FDD4-4FDF-9670-84CB24BC7E0B}"/>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D21304E-70D4-4DCB-8469-C8E50BF2CC2C}"/>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2D7BAB05-06E0-40A7-BF0E-B008BBE3CB86}"/>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3078B688-7B1E-48F5-960F-59E0F8648FD5}"/>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691A59FF-4168-4E81-8F76-3921CBE788E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F68EB422-4625-4987-88D9-61C35E955909}"/>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17B3B228-C2EE-4539-8C2B-2FEE038FAB68}"/>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0E82B0D1-D1F1-4739-929D-FAE817FED98F}"/>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F2A7C166-4F94-49C6-B384-0B1FBAE575A6}"/>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FBC3F790-935A-4FEA-8A49-8F872DF14E79}"/>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337C8E64-D3C5-4A54-A331-707DF922EAFA}"/>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CF331F7D-B223-4ED0-96B8-54ECA7D23F7E}"/>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275EE68E-E310-477E-A3A4-0F3C50702C21}"/>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1B4DA44-ED52-43A2-B8CD-0582FF9AF0D3}"/>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12A265C9-791F-4296-B117-58156F59047A}"/>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9516E051-219D-43CB-BEAA-8C29B713025F}"/>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BDAC6C8B-3FF6-4CA1-96D1-949BA133FDD9}"/>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DBA4D57C-6AF3-46FD-875F-4BE6B0965468}"/>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5E22EB58-7E30-4283-97A5-DABDF1378EF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6F765E89-23AC-4E0F-B579-C86B5DA477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090634"/>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53750959-BF7D-4AC0-82AC-BABFE54CAE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1">
            <a:extLst xmlns:a="http://schemas.openxmlformats.org/drawingml/2006/main">
              <a:ext uri="{FF2B5EF4-FFF2-40B4-BE49-F238E27FC236}">
                <a16:creationId xmlns:a16="http://schemas.microsoft.com/office/drawing/2014/main" id="{2527480A-9053-41F5-8D37-C5C6FB9CB0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무엇을 남기고, 무엇을 덜어낼까?">
            <a:extLst xmlns:a="http://schemas.openxmlformats.org/drawingml/2006/main">
              <a:ext uri="{FF2B5EF4-FFF2-40B4-BE49-F238E27FC236}">
                <a16:creationId xmlns:a16="http://schemas.microsoft.com/office/drawing/2014/main" id="{F6462833-7426-4C0A-A44F-E9D8B4B221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76072ED1-9915-4019-88CF-69930DD4F9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AA0AF1EF-AF15-46ED-A601-37B834FCE3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403B434A-F97C-4A68-82EE-DB2623AB0A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BBD8D752-BCF7-444D-8EBB-928D333431C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0859E85F-86ED-41AA-B49F-6DF730485018}"/>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E98FE2B2-60A8-48ED-B951-AC9E9AA5F8BD}"/>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98AB710E-3748-44F6-8E21-3A2CAACB9425}"/>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96F57EF4-F99B-444A-9F18-D9F7156EECE5}"/>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FECA3175-73BB-4F2C-A25B-EC97703D66AA}"/>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66E0A2EA-C8C8-4841-9EB6-CC48D0B84F8F}"/>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B25F6DE1-7C7F-430B-B30E-B538098AF2C7}"/>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65852285-A94D-4A5C-81A4-82669AD64733}"/>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F026C6F0-A5D8-4E22-A8B4-D311399A5D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5AEF69A8-049A-4AED-B48A-E9F4AF58CFD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DD831B85-DE7B-434A-96A0-6A12F8ADCE6E}"/>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7106264B-C14E-4B19-B2F5-683CFFABDBC0}"/>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338ED0A-FF46-444A-BA7E-85E2D04EE794}"/>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61F7B1CA-26FC-489B-955C-8D82185DD67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DE1E141-E8C1-463A-984B-5CA064A70E2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85E14B06-8184-459B-9AD7-546577CB50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7039163"/>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D6A34C51-CE5F-497D-B4B8-F82595D5FE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2">
            <a:extLst xmlns:a="http://schemas.openxmlformats.org/drawingml/2006/main">
              <a:ext uri="{FF2B5EF4-FFF2-40B4-BE49-F238E27FC236}">
                <a16:creationId xmlns:a16="http://schemas.microsoft.com/office/drawing/2014/main" id="{03085545-0EEF-488A-B591-3B8AAEF27F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덜어낸 뒤에도 필요한 일을 하는가?">
            <a:extLst xmlns:a="http://schemas.openxmlformats.org/drawingml/2006/main">
              <a:ext uri="{FF2B5EF4-FFF2-40B4-BE49-F238E27FC236}">
                <a16:creationId xmlns:a16="http://schemas.microsoft.com/office/drawing/2014/main" id="{6C6825F6-F440-45DC-8ABA-E51B83BD31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5124A5BD-A174-4D69-A9C0-525E8BE030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E873B593-A4CF-400B-8B9C-294A9E4774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9ED8EFFE-4D5A-4FF7-8033-4284A9C94B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30768465-5FDD-4B76-9DA0-1ECCB5A149A8}"/>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8FEA308B-9875-4C8C-B25B-94F7B5800AF2}"/>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6BDB26BC-E4A4-4086-A163-B516B3F7A60E}"/>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524C8CEE-F8BD-4C93-AA21-FD9BFF47858D}"/>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0B44B0A-1DA6-43A5-9F1C-2056744FE2E6}"/>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BC48AA16-2EF0-4942-A4CA-2F9752119B26}"/>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DCA8F45B-419D-493A-A6AB-E61BC7EC1E7B}"/>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3A62C36B-BD6B-4723-BD0A-6C464A70ABD1}"/>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C914E330-C87E-4F2A-93A1-B6C5F6293C53}"/>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DE55A68E-FB18-4A22-99B7-9E49D4725B20}"/>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7BF05087-F45A-4E30-9FCD-4343A01B1E51}"/>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3E46AE03-05B8-435D-A95C-A88FC69D9D11}"/>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950F0C1-8B81-42CE-8B46-8E84E757E374}"/>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45082B43-4FF3-4DA2-8BEE-7B535AEC9198}"/>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5273044B-E60C-4FCB-AF1E-7076C2BCDC6C}"/>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330EF0-0671-4518-9159-CFC68B71F074}"/>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35FFEA79-5BDD-48EC-BDBD-81E5A8C2D711}"/>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C8F4E784-6B51-4B77-9F68-9B54CF8A7586}"/>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0BD246E6-1929-416F-8177-180B6BEE4EA2}"/>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482166F6-0813-4A79-801F-3209C43D47D4}"/>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71C99FF-977F-4F45-8058-92D9B54B0A4A}"/>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28C64C2-713E-4C6E-993D-317A694AB1CC}"/>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4D0F8E7-51A4-4E6B-A123-269D9ACA9C47}"/>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2874E151-1E92-4AA2-BB92-D9CFB932C908}"/>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7F5F9B92-4145-46BA-9922-E714D5704B72}"/>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463C5A98-980C-421F-A6FD-8BA03BED0984}"/>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678627FA-0A68-4F51-887A-04EBCF0C57BE}"/>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C41B5037-9F24-4D00-B21D-181CD50B3C9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30F9F430-300C-4601-B09F-2D3219936EF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45391992-9CB5-4684-B118-63CC10BF0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881353"/>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F91229E5-FE8C-4DED-BAD3-E4DC51FE0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3">
            <a:extLst xmlns:a="http://schemas.openxmlformats.org/drawingml/2006/main">
              <a:ext uri="{FF2B5EF4-FFF2-40B4-BE49-F238E27FC236}">
                <a16:creationId xmlns:a16="http://schemas.microsoft.com/office/drawing/2014/main" id="{21F68126-A621-4820-BDB4-E62B575C99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내 업무에서는 무엇이 반복해서 막힐까?">
            <a:extLst xmlns:a="http://schemas.openxmlformats.org/drawingml/2006/main">
              <a:ext uri="{FF2B5EF4-FFF2-40B4-BE49-F238E27FC236}">
                <a16:creationId xmlns:a16="http://schemas.microsoft.com/office/drawing/2014/main" id="{FDA4C1AC-953B-46CE-BCFB-A67958C78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66A41A86-5061-42A9-A006-2C956AD11F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6FD4EF22-567C-4134-8998-BB5D705658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D58322E5-ADEE-41AC-965B-D88907DA10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4F7EBD9D-C233-4C6C-80B7-CCDBDDA419A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6231F042-A9AD-4268-BCD8-49BFC0FC42E3}"/>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9EA2654-713A-492A-AD88-092CEF7267B9}"/>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31108F3-2E21-45EC-8784-3D47B5F2EBF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BEC1BD7D-4F2A-4F80-9A11-F1DE0CF0F6CD}"/>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6002BB60-20F4-4C26-889D-66A73A26E7AB}"/>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609549EE-9D7E-4FC0-96B4-DE6D372E63F3}"/>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3BEF46A-8ADF-45FB-AD54-746A592B84AD}"/>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78545863-6DF1-49AC-8CB0-92DDCDF5D0A2}"/>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D16BA169-4586-4DB0-8DEA-C6B0BCA174B1}"/>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9D85835C-4036-4CB9-B4AC-4669B6491948}"/>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DE92FF2E-16A2-4250-95F2-CB9BC55AB663}"/>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DC30654-A817-422B-89E9-A0CE6B408FDD}"/>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E1D8CBE-0DAC-4DD4-9630-EDC0EBCC974E}"/>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4253477B-8307-430C-80F0-349ED3851869}"/>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8B9BC51C-3A29-430C-BFC3-F13B681CD55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0C643EE6-7F6E-4670-8C0B-7E03A253889B}"/>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6193D4B-E372-41E0-8C9C-7E3EC9EE3A11}"/>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4518091-74D5-47FC-9C94-2D103BB4925F}"/>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54535744-E823-4504-A46B-5E270FAE982E}"/>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DC0CB03C-B038-4820-8792-CB703446BDEF}"/>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754A53CC-6A34-4779-AFB4-7B2D54046694}"/>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EBDC4E1-3360-4E17-B9ED-3BB05A00F22D}"/>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799F60-1157-42BD-B8BF-C82CD5F39F29}"/>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B6BEA89D-B896-4FEC-AB35-855F0701705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784C3AD4-B69B-4AFB-B976-69CABE869520}"/>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D9D64731-B2D7-4925-A3C5-8974636CCD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9522125"/>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CECA9F9E-8D8A-441A-8199-04A79B4362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4">
            <a:extLst xmlns:a="http://schemas.openxmlformats.org/drawingml/2006/main">
              <a:ext uri="{FF2B5EF4-FFF2-40B4-BE49-F238E27FC236}">
                <a16:creationId xmlns:a16="http://schemas.microsoft.com/office/drawing/2014/main" id="{FE55ACC0-3ED7-4AB5-A7EF-6166AB630D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고른 문제에서, 다음 행동 하나로">
            <a:extLst xmlns:a="http://schemas.openxmlformats.org/drawingml/2006/main">
              <a:ext uri="{FF2B5EF4-FFF2-40B4-BE49-F238E27FC236}">
                <a16:creationId xmlns:a16="http://schemas.microsoft.com/office/drawing/2014/main" id="{75E090C4-77F9-437A-A5D5-5B57CA4E56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772CBF87-669E-4F19-9CBE-123E464A4F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B9E14F2A-166E-4EC7-A9AD-433665F7C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F90818A-C19E-477B-A29C-AE3F7F5389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70D7797F-0582-49A1-B9EF-0E4E46FEBB79}"/>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EF045D05-D363-4350-AAAB-5FCD80C1C502}"/>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F3C833C-D648-4A09-B124-77683605A8C1}"/>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17204EA-D254-43C9-A7CB-C27BCCCCE62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B3CB1B2D-C596-4E39-A63E-4DBE488BC0A9}"/>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51A3635D-9C77-4F71-8FA6-97D6A72CDB7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FC6426D-F9A4-4AAF-A4AB-4360C6CFE116}"/>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629083F0-8EE4-4769-9DE5-F4FC766DECE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D5FBAE-87AB-4B42-B54F-05F39196CCB7}"/>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8B1A6855-3DA6-4859-AE18-EAC62008E3BD}"/>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BB202A8-5A29-443C-9F1D-984D5DE362F8}"/>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B00E83B-A15B-4ACA-83C2-04B735B03CAD}"/>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8A28D0BD-EE2F-4424-93E6-A852B7CF66B7}"/>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3465E83C-5742-4A01-A455-C33F908F0F20}"/>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ED3DD11-F608-4FA4-842C-531CAE3F8C2E}"/>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DF903100-F161-49CF-B50A-3FF729A7935C}"/>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1489157F-0057-4D9B-AB15-2A332FB2ECD5}"/>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50824278-EF62-47D5-9335-014AC3BC8F3E}"/>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C8D6252-8D01-4976-8F1F-70ED6D9E5D08}"/>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B406782B-42A5-42EB-8ADC-A0031D97DC9F}"/>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2DDF9719-A84C-4B21-B3E0-659FF9225E77}"/>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E6F6AEDF-D922-459F-A150-C59EB1B532D7}"/>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BAEDA933-EA43-44BD-8E39-F3F76E20B620}"/>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A398BC25-5698-4AD2-B469-43CB82C881D2}"/>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7007375-E73D-4C76-BEC2-BD07E071C7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673672667"/>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DB442F95-C7E6-4883-916D-333158FCA9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05">
            <a:extLst xmlns:a="http://schemas.openxmlformats.org/drawingml/2006/main">
              <a:ext uri="{FF2B5EF4-FFF2-40B4-BE49-F238E27FC236}">
                <a16:creationId xmlns:a16="http://schemas.microsoft.com/office/drawing/2014/main" id="{0B576CE3-42E3-4AB0-AC3A-D90ED5418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실무 적용 팁 · 작업 환경과 기준">
            <a:extLst xmlns:a="http://schemas.openxmlformats.org/drawingml/2006/main">
              <a:ext uri="{FF2B5EF4-FFF2-40B4-BE49-F238E27FC236}">
                <a16:creationId xmlns:a16="http://schemas.microsoft.com/office/drawing/2014/main" id="{D2955C8B-3A68-4F7C-BFE3-72984A681A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34FD5807-8309-49CD-BE94-D4BEB16F3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C6B69C6F-0126-4C12-82F4-1FB63D2D73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A755478-EF10-46F1-804A-E35E2AF56C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EBAC44A-9652-4810-BFF4-5B7718A2B0E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F02D266-FBDB-4150-8355-C69B7A634F4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CD210F8-6C49-4C16-B045-4E782F97224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1BAB8FB-ED3C-4434-B02E-543D48A50CC1}"/>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B218EF9-9BE2-4247-B13D-00008080CE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6F61EAF2-5781-4938-8A5B-C401DE602648}"/>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3D2523F6-9478-49B1-A426-28867DAFE9D5}"/>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2F050DBD-E143-497E-BCE9-B387F74B0AEA}"/>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973096A-0441-4642-9B9F-6E4A4492CE4D}"/>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BE56AC7-8BEE-424B-8BF8-7937CED2BB4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0853CF08-36B7-4CC0-9246-2497A360332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45120963-1200-436E-8E8A-8D08B79D63F9}"/>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0039174-975B-4DAE-BBED-BE1BA5A090A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5840C227-789C-41EF-868A-01CDCEDC152A}"/>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DAEE1F02-2AA4-4D4D-98BA-48EE28C21E6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9730DF45-9C25-4FE1-BBB2-BF4E0A2D6F71}"/>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E8C540A8-9FFE-4852-BE49-240B586F8F5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29F58453-3122-40AA-BE1F-B42D8F1544A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07216B84-1F4E-4E57-A6A6-A29F1EBCF81C}"/>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7AD4DAAB-82E3-4B34-BBD4-1BC627403B47}"/>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7C3042B-B814-4B5A-AEEF-9A4EAD05B2E2}"/>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3">
            <a:extLst xmlns:a="http://schemas.openxmlformats.org/drawingml/2006/main">
              <a:ext uri="{FF2B5EF4-FFF2-40B4-BE49-F238E27FC236}">
                <a16:creationId xmlns:a16="http://schemas.microsoft.com/office/drawing/2014/main" id="{9276380E-9F81-4DAF-818B-ED54F0C0FA6C}"/>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29" name="밝기 통계의 판단을 C++ 검사에 적용하기">
            <a:extLst xmlns:a="http://schemas.openxmlformats.org/drawingml/2006/main">
              <a:ext uri="{FF2B5EF4-FFF2-40B4-BE49-F238E27FC236}">
                <a16:creationId xmlns:a16="http://schemas.microsoft.com/office/drawing/2014/main" id="{14A7C8D2-CB9F-4898-89F1-93627D3F7E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밝기 통계의 판단을 C++ 검사에 적용하기</a:t>
            </a:r>
          </a:p>
        </p:txBody>
      </p:sp>
      <p:sp>
        <p:nvSpPr>
          <p:cNvPr id="30" name="Legacy module connection">
            <a:extLst xmlns:a="http://schemas.openxmlformats.org/drawingml/2006/main">
              <a:ext uri="{FF2B5EF4-FFF2-40B4-BE49-F238E27FC236}">
                <a16:creationId xmlns:a16="http://schemas.microsoft.com/office/drawing/2014/main" id="{4C870CC9-CB48-43DB-98E9-2AB7826D0D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61630418"/>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5BE4692D-4658-4322-A697-121632B225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06">
            <a:extLst xmlns:a="http://schemas.openxmlformats.org/drawingml/2006/main">
              <a:ext uri="{FF2B5EF4-FFF2-40B4-BE49-F238E27FC236}">
                <a16:creationId xmlns:a16="http://schemas.microsoft.com/office/drawing/2014/main" id="{024D5625-3662-49D6-9C49-D137CDF455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실무 적용 팁 · 요청 작성">
            <a:extLst xmlns:a="http://schemas.openxmlformats.org/drawingml/2006/main">
              <a:ext uri="{FF2B5EF4-FFF2-40B4-BE49-F238E27FC236}">
                <a16:creationId xmlns:a16="http://schemas.microsoft.com/office/drawing/2014/main" id="{FA6E5635-AEAA-4075-AE4D-784BCB7FD3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403D3175-38C1-4FF7-9104-1033107F4D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61728A7E-B524-4F01-BB34-9E9A4373EA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9D5432E4-D9CF-4073-B697-0AB42BF2C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FF280C5-389C-4065-ABF1-2CF3F287E5C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D5A3FD-67CA-47DB-8385-B97C3B5C6C6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5676266-76A4-4959-B983-883F4FF417C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FB29272-6F39-41A8-96E8-833DCA5A0DF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B1F3BD1-EFF6-445F-A6D8-B7B85064CF4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DE4E4E06-595C-408E-BF1E-55D5CE7B893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DE5659F3-5075-4E1F-B19A-48C46953590A}"/>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F133D0B7-A3FA-432E-878F-26F14458B84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2B830C9-E06D-456E-A1D9-C68D473B1AA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94C1A375-B511-4FA7-A83D-B55C88C7378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0239C3C-593F-4075-9452-4C7CB1137DF4}"/>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0157DFB8-8786-491A-8E54-CA4DA13EBDA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B0E065A-0571-4456-8363-36A92B603AE5}"/>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215C3072-453A-47D2-ABB7-F2AA93AFA0CF}"/>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CE001055-0123-489D-BC5F-096D998D255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FED14D18-0548-44D6-B405-C1C463D120B5}"/>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EE7DE14D-3876-4654-972A-C4219F49879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2F9A45C-A45E-4177-BCC4-652D85943F6A}"/>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6ED651D6-82E4-4D31-BFD3-A1CC254E1550}"/>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3AE17ED0-52FF-442E-9909-AFD558EC4DFD}"/>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B2C6052-93FA-4B4B-B063-921E1EB531A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0FF87B5F-C5C1-4F5C-A847-135EF725864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D865B051-B4CD-44EC-8D7E-B63A26E2906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A92DB7CB-6654-4001-A264-4EB9588F294E}"/>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4F0F6200-6371-481C-B294-F8FAD205E192}"/>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822925A5-EC80-4F80-85D0-7AD78D6CA40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7F11FC27-D164-4A20-B6B5-26A1BF080CC1}"/>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C9349525-FF51-44B2-B95B-CB0C89B7CEAF}"/>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19D19F86-8064-490B-8337-C8846F5D881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E22E7D28-C1F3-4F85-8429-ED010860F92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BFDFB01E-F03B-4924-9473-33154990DB00}"/>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C3F2F0F4-DDA8-4534-BAC6-7EA90051A3F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ABD1C341-E19D-4AA2-BC31-DB6C0DE395A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DC661070-FE02-42F5-8889-2F3DB66A84AF}"/>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6E5577EF-74D7-4DED-B8C8-E7C294F8A361}"/>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08A79513-E142-40C4-A8A1-6C68CADE2E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90098058"/>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BD335EA8-3AAB-49A0-A362-B4845B50C8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07">
            <a:extLst xmlns:a="http://schemas.openxmlformats.org/drawingml/2006/main">
              <a:ext uri="{FF2B5EF4-FFF2-40B4-BE49-F238E27FC236}">
                <a16:creationId xmlns:a16="http://schemas.microsoft.com/office/drawing/2014/main" id="{0AEA45AD-BD20-493B-9CBE-41EA2923E9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실무 적용 팁 · 검증과 개선">
            <a:extLst xmlns:a="http://schemas.openxmlformats.org/drawingml/2006/main">
              <a:ext uri="{FF2B5EF4-FFF2-40B4-BE49-F238E27FC236}">
                <a16:creationId xmlns:a16="http://schemas.microsoft.com/office/drawing/2014/main" id="{AA9BE973-6530-43D9-9AB3-B2BDD1F614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45BC465D-DCDF-4D42-866B-B214A514A2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F3BE6B03-8B4F-41F1-ADB8-B02DB18B60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2B01DD34-A124-4F0C-95B7-4E3C89FA15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A54B6EF-E303-4F64-84BB-3D3E548F9FA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4563FF8D-6EE2-4F7E-A519-A2E41618CE0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0C481D8-EAC4-4E56-841F-7585AACAD95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70FBB70-C343-40F7-B44B-12560950B385}"/>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6D58562-B880-4FB0-9ABB-FAC17953D40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0">
            <a:extLst xmlns:a="http://schemas.openxmlformats.org/drawingml/2006/main">
              <a:ext uri="{FF2B5EF4-FFF2-40B4-BE49-F238E27FC236}">
                <a16:creationId xmlns:a16="http://schemas.microsoft.com/office/drawing/2014/main" id="{62A0C43C-BDD9-4144-ADA3-93E2D698328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13" name="원인을 고르기 전에 확인할 기록">
            <a:extLst xmlns:a="http://schemas.openxmlformats.org/drawingml/2006/main">
              <a:ext uri="{FF2B5EF4-FFF2-40B4-BE49-F238E27FC236}">
                <a16:creationId xmlns:a16="http://schemas.microsoft.com/office/drawing/2014/main" id="{CCF6A020-DB5E-43A0-888B-DB2CA8950AC5}"/>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8D2E9E6E-6871-4247-AC19-A521543E9860}"/>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B203506-6A53-44B5-B86D-C8C5BD1F20C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4">
            <a:extLst xmlns:a="http://schemas.openxmlformats.org/drawingml/2006/main">
              <a:ext uri="{FF2B5EF4-FFF2-40B4-BE49-F238E27FC236}">
                <a16:creationId xmlns:a16="http://schemas.microsoft.com/office/drawing/2014/main" id="{8138ECB7-E734-4F3F-92BA-3FEA835B4DF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17" name="지침을 고친 뒤, 무엇을 다시 확인할까?">
            <a:extLst xmlns:a="http://schemas.openxmlformats.org/drawingml/2006/main">
              <a:ext uri="{FF2B5EF4-FFF2-40B4-BE49-F238E27FC236}">
                <a16:creationId xmlns:a16="http://schemas.microsoft.com/office/drawing/2014/main" id="{A65114B6-C3E0-48FA-B720-44317C6CCD6E}"/>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ABCD1EC9-E98D-4828-9755-509A85F66395}"/>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BF750D4-B524-4697-B90E-6A38CDBE1BCB}"/>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1">
            <a:extLst xmlns:a="http://schemas.openxmlformats.org/drawingml/2006/main">
              <a:ext uri="{FF2B5EF4-FFF2-40B4-BE49-F238E27FC236}">
                <a16:creationId xmlns:a16="http://schemas.microsoft.com/office/drawing/2014/main" id="{0E4C8E21-58F5-4282-BFED-6FA8978F9C2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무엇을 남기고, 무엇을 덜어낼까?">
            <a:extLst xmlns:a="http://schemas.openxmlformats.org/drawingml/2006/main">
              <a:ext uri="{FF2B5EF4-FFF2-40B4-BE49-F238E27FC236}">
                <a16:creationId xmlns:a16="http://schemas.microsoft.com/office/drawing/2014/main" id="{A27D735B-F23D-4D64-A474-4EB662D73E47}"/>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5D9A6771-459E-47BC-9C67-445303DE0000}"/>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4F7FF70E-C151-41B0-80C0-4EABFEB0D5D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2">
            <a:extLst xmlns:a="http://schemas.openxmlformats.org/drawingml/2006/main">
              <a:ext uri="{FF2B5EF4-FFF2-40B4-BE49-F238E27FC236}">
                <a16:creationId xmlns:a16="http://schemas.microsoft.com/office/drawing/2014/main" id="{49EA0EE2-E3F0-46C2-A8B4-5DD3E0A1E67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25" name="덜어낸 뒤에도 필요한 일을 하는가?">
            <a:extLst xmlns:a="http://schemas.openxmlformats.org/drawingml/2006/main">
              <a:ext uri="{FF2B5EF4-FFF2-40B4-BE49-F238E27FC236}">
                <a16:creationId xmlns:a16="http://schemas.microsoft.com/office/drawing/2014/main" id="{42D278FE-A2A9-473C-941C-AD2970EB0F5A}"/>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AAE1935D-2FF3-4DBA-92DF-1256290B8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57367082"/>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5DA2F995-49D1-4AC1-827E-B56522C80D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8">
            <a:extLst xmlns:a="http://schemas.openxmlformats.org/drawingml/2006/main">
              <a:ext uri="{FF2B5EF4-FFF2-40B4-BE49-F238E27FC236}">
                <a16:creationId xmlns:a16="http://schemas.microsoft.com/office/drawing/2014/main" id="{4781CC41-43DD-42B6-B23A-9E7B393B3C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Q&amp;A와 교육 마무리">
            <a:extLst xmlns:a="http://schemas.openxmlformats.org/drawingml/2006/main">
              <a:ext uri="{FF2B5EF4-FFF2-40B4-BE49-F238E27FC236}">
                <a16:creationId xmlns:a16="http://schemas.microsoft.com/office/drawing/2014/main" id="{AA3E6CEC-D47A-462B-9B87-A1254CD7A7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E7887B63-F9D1-4169-B48C-B5CFA5471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2B746E6-ABBC-4A9D-925D-F836A782D0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D2624219-3E23-47CF-BDCE-3D078FA51C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8DE34E5B-C9BB-44C7-9733-98620111BE4B}"/>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2746E152-4B76-4214-84F0-4805A7289ADD}"/>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D406CF0-E50A-44BF-A774-C8A1AD6C1C30}"/>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3680B20-96C0-4569-94DF-3BA107E3208B}"/>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BE724447-14CF-4561-82E6-A82AB28B56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630902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2026-10-25T09:27:13.5990000Z</dcterms:created>
  <dcterms:modified xsi:type="dcterms:W3CDTF">2026-10-25T09:27:13.5990000Z</dcterms:modified>
</coreProperties>
</file>