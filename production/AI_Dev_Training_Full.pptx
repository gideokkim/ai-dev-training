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973710bb24d4882" /><Relationship Type="http://schemas.openxmlformats.org/officeDocument/2006/relationships/extended-properties" Target="/docProps/app.xml" Id="R273417b5938346b8" /><Relationship Type="http://schemas.openxmlformats.org/officeDocument/2006/relationships/officeDocument" Target="/ppt/presentation.xml" Id="R319c7fa1666541ef" /></Relationships>
</file>

<file path=ppt/presentation.xml><?xml version="1.0" encoding="utf-8"?>
<p:presentation xmlns:p="http://schemas.openxmlformats.org/presentationml/2006/main">
  <p:sldMasterIdLst>
    <p:sldMasterId xmlns:r="http://schemas.openxmlformats.org/officeDocument/2006/relationships" id="2147483648" r:id="Rfae5d0ed02f74fc3"/>
  </p:sldMasterIdLst>
  <p:notesMasterIdLst>
    <p:notesMasterId xmlns:r="http://schemas.openxmlformats.org/officeDocument/2006/relationships" r:id="R1650fea8f30d49e6"/>
  </p:notesMasterIdLst>
  <p:sldIdLst>
    <p:sldId xmlns:r="http://schemas.openxmlformats.org/officeDocument/2006/relationships" id="256" r:id="Rdc444b66da824cd2"/>
    <p:sldId xmlns:r="http://schemas.openxmlformats.org/officeDocument/2006/relationships" id="257" r:id="Ra8cf77db61ca4b92"/>
    <p:sldId xmlns:r="http://schemas.openxmlformats.org/officeDocument/2006/relationships" id="258" r:id="R0a61b55dd9e748c4"/>
    <p:sldId xmlns:r="http://schemas.openxmlformats.org/officeDocument/2006/relationships" id="259" r:id="R0ac7993302df44ae"/>
    <p:sldId xmlns:r="http://schemas.openxmlformats.org/officeDocument/2006/relationships" id="260" r:id="Re44ee4c88f5f40a8"/>
    <p:sldId xmlns:r="http://schemas.openxmlformats.org/officeDocument/2006/relationships" id="261" r:id="Reefd6d6af0dd4992"/>
    <p:sldId xmlns:r="http://schemas.openxmlformats.org/officeDocument/2006/relationships" id="262" r:id="R9a69a1e6f442456e"/>
    <p:sldId xmlns:r="http://schemas.openxmlformats.org/officeDocument/2006/relationships" id="263" r:id="R88368f7198cb47d0"/>
    <p:sldId xmlns:r="http://schemas.openxmlformats.org/officeDocument/2006/relationships" id="264" r:id="Recd69fd54a3b4b71"/>
    <p:sldId xmlns:r="http://schemas.openxmlformats.org/officeDocument/2006/relationships" id="265" r:id="Rb0dbca2e8a2d440a"/>
    <p:sldId xmlns:r="http://schemas.openxmlformats.org/officeDocument/2006/relationships" id="266" r:id="R33c6302004ae442d"/>
    <p:sldId xmlns:r="http://schemas.openxmlformats.org/officeDocument/2006/relationships" id="267" r:id="R6152d13699234452"/>
    <p:sldId xmlns:r="http://schemas.openxmlformats.org/officeDocument/2006/relationships" id="268" r:id="R97029b1a2a944eb4"/>
    <p:sldId xmlns:r="http://schemas.openxmlformats.org/officeDocument/2006/relationships" id="269" r:id="R1e93a3a75f9b4808"/>
    <p:sldId xmlns:r="http://schemas.openxmlformats.org/officeDocument/2006/relationships" id="270" r:id="Rc46d9c65144b4bde"/>
    <p:sldId xmlns:r="http://schemas.openxmlformats.org/officeDocument/2006/relationships" id="271" r:id="Rb7bf33849297436a"/>
    <p:sldId xmlns:r="http://schemas.openxmlformats.org/officeDocument/2006/relationships" id="272" r:id="R19fbaf97989e4843"/>
    <p:sldId xmlns:r="http://schemas.openxmlformats.org/officeDocument/2006/relationships" id="273" r:id="Rcaec4a8d95b94007"/>
    <p:sldId xmlns:r="http://schemas.openxmlformats.org/officeDocument/2006/relationships" id="274" r:id="R449391d466bd4f4f"/>
    <p:sldId xmlns:r="http://schemas.openxmlformats.org/officeDocument/2006/relationships" id="275" r:id="R250c829362804318"/>
    <p:sldId xmlns:r="http://schemas.openxmlformats.org/officeDocument/2006/relationships" id="276" r:id="Rfc5c75fe9f1a474f"/>
    <p:sldId xmlns:r="http://schemas.openxmlformats.org/officeDocument/2006/relationships" id="277" r:id="R72bb5f1f76234432"/>
    <p:sldId xmlns:r="http://schemas.openxmlformats.org/officeDocument/2006/relationships" id="278" r:id="R594a408898a343b2"/>
    <p:sldId xmlns:r="http://schemas.openxmlformats.org/officeDocument/2006/relationships" id="279" r:id="Rb9cc2f9701da4b5f"/>
    <p:sldId xmlns:r="http://schemas.openxmlformats.org/officeDocument/2006/relationships" id="280" r:id="R92d33b1c815c4c55"/>
    <p:sldId xmlns:r="http://schemas.openxmlformats.org/officeDocument/2006/relationships" id="281" r:id="R8f00831e27234ece"/>
    <p:sldId xmlns:r="http://schemas.openxmlformats.org/officeDocument/2006/relationships" id="282" r:id="R63ce558afffb4e37"/>
    <p:sldId xmlns:r="http://schemas.openxmlformats.org/officeDocument/2006/relationships" id="283" r:id="R1ce710284d9e4d1e"/>
    <p:sldId xmlns:r="http://schemas.openxmlformats.org/officeDocument/2006/relationships" id="284" r:id="R4c5af0f777f040cd"/>
    <p:sldId xmlns:r="http://schemas.openxmlformats.org/officeDocument/2006/relationships" id="285" r:id="R3afdd596dd3c4fdf"/>
    <p:sldId xmlns:r="http://schemas.openxmlformats.org/officeDocument/2006/relationships" id="286" r:id="R967988e25e47451f"/>
    <p:sldId xmlns:r="http://schemas.openxmlformats.org/officeDocument/2006/relationships" id="287" r:id="R00718376a1dc44d5"/>
    <p:sldId xmlns:r="http://schemas.openxmlformats.org/officeDocument/2006/relationships" id="288" r:id="R6300871079da4b4a"/>
    <p:sldId xmlns:r="http://schemas.openxmlformats.org/officeDocument/2006/relationships" id="289" r:id="Rc4ae6eb2ae3a46b3"/>
    <p:sldId xmlns:r="http://schemas.openxmlformats.org/officeDocument/2006/relationships" id="290" r:id="R2247364058fc42ce"/>
    <p:sldId xmlns:r="http://schemas.openxmlformats.org/officeDocument/2006/relationships" id="291" r:id="Rb8eb5347d2074e94"/>
    <p:sldId xmlns:r="http://schemas.openxmlformats.org/officeDocument/2006/relationships" id="292" r:id="Rc4c9d9351d7e466f"/>
    <p:sldId xmlns:r="http://schemas.openxmlformats.org/officeDocument/2006/relationships" id="293" r:id="R4268ff33da9147d2"/>
    <p:sldId xmlns:r="http://schemas.openxmlformats.org/officeDocument/2006/relationships" id="294" r:id="R961d47b796b44b41"/>
    <p:sldId xmlns:r="http://schemas.openxmlformats.org/officeDocument/2006/relationships" id="295" r:id="Re06d65522aca4f57"/>
    <p:sldId xmlns:r="http://schemas.openxmlformats.org/officeDocument/2006/relationships" id="296" r:id="Rbe3b7d966634456c"/>
    <p:sldId xmlns:r="http://schemas.openxmlformats.org/officeDocument/2006/relationships" id="297" r:id="Ra5ed0b5734f94d24"/>
    <p:sldId xmlns:r="http://schemas.openxmlformats.org/officeDocument/2006/relationships" id="298" r:id="R60ee07ffac5248a7"/>
    <p:sldId xmlns:r="http://schemas.openxmlformats.org/officeDocument/2006/relationships" id="299" r:id="R442946dfef9646cc"/>
    <p:sldId xmlns:r="http://schemas.openxmlformats.org/officeDocument/2006/relationships" id="300" r:id="R5aa89db84fb8497d"/>
    <p:sldId xmlns:r="http://schemas.openxmlformats.org/officeDocument/2006/relationships" id="301" r:id="R9cf20373c5dd4cc8"/>
    <p:sldId xmlns:r="http://schemas.openxmlformats.org/officeDocument/2006/relationships" id="302" r:id="R576d34a8449948c5"/>
    <p:sldId xmlns:r="http://schemas.openxmlformats.org/officeDocument/2006/relationships" id="303" r:id="Rddce2e6a68e24c99"/>
    <p:sldId xmlns:r="http://schemas.openxmlformats.org/officeDocument/2006/relationships" id="304" r:id="R3e60f7321adc46dc"/>
    <p:sldId xmlns:r="http://schemas.openxmlformats.org/officeDocument/2006/relationships" id="305" r:id="Rd9e7113e2dac4cec"/>
    <p:sldId xmlns:r="http://schemas.openxmlformats.org/officeDocument/2006/relationships" id="306" r:id="Rae86333e26994c19"/>
    <p:sldId xmlns:r="http://schemas.openxmlformats.org/officeDocument/2006/relationships" id="307" r:id="R224cda682e4e4d5f"/>
    <p:sldId xmlns:r="http://schemas.openxmlformats.org/officeDocument/2006/relationships" id="308" r:id="R8c4baca151b74f9a"/>
    <p:sldId xmlns:r="http://schemas.openxmlformats.org/officeDocument/2006/relationships" id="309" r:id="R947de2909eb84c82"/>
    <p:sldId xmlns:r="http://schemas.openxmlformats.org/officeDocument/2006/relationships" id="310" r:id="Rea0c1352cf884e83"/>
    <p:sldId xmlns:r="http://schemas.openxmlformats.org/officeDocument/2006/relationships" id="311" r:id="R13b3b253a36147aa"/>
    <p:sldId xmlns:r="http://schemas.openxmlformats.org/officeDocument/2006/relationships" id="312" r:id="R6e91e30272b44429"/>
    <p:sldId xmlns:r="http://schemas.openxmlformats.org/officeDocument/2006/relationships" id="313" r:id="Rc6f90735b42f439a"/>
    <p:sldId xmlns:r="http://schemas.openxmlformats.org/officeDocument/2006/relationships" id="314" r:id="R622730ce122f4c19"/>
    <p:sldId xmlns:r="http://schemas.openxmlformats.org/officeDocument/2006/relationships" id="315" r:id="Rc5261ccee25f4f98"/>
    <p:sldId xmlns:r="http://schemas.openxmlformats.org/officeDocument/2006/relationships" id="316" r:id="R8741320babff4635"/>
    <p:sldId xmlns:r="http://schemas.openxmlformats.org/officeDocument/2006/relationships" id="317" r:id="R54b4aab278184903"/>
    <p:sldId xmlns:r="http://schemas.openxmlformats.org/officeDocument/2006/relationships" id="318" r:id="Rb13a655473c14313"/>
    <p:sldId xmlns:r="http://schemas.openxmlformats.org/officeDocument/2006/relationships" id="319" r:id="Re4167189ad194be0"/>
    <p:sldId xmlns:r="http://schemas.openxmlformats.org/officeDocument/2006/relationships" id="320" r:id="Ref39000da4a34d60"/>
    <p:sldId xmlns:r="http://schemas.openxmlformats.org/officeDocument/2006/relationships" id="321" r:id="R349f32c90b5d4460"/>
    <p:sldId xmlns:r="http://schemas.openxmlformats.org/officeDocument/2006/relationships" id="322" r:id="R7fad0eba1cd94505"/>
    <p:sldId xmlns:r="http://schemas.openxmlformats.org/officeDocument/2006/relationships" id="323" r:id="R08d03acf60394bbe"/>
    <p:sldId xmlns:r="http://schemas.openxmlformats.org/officeDocument/2006/relationships" id="324" r:id="Re6a5c9cbe21c498d"/>
    <p:sldId xmlns:r="http://schemas.openxmlformats.org/officeDocument/2006/relationships" id="325" r:id="Ra407eea4e6da40f0"/>
    <p:sldId xmlns:r="http://schemas.openxmlformats.org/officeDocument/2006/relationships" id="326" r:id="R10b0bfe398514c8a"/>
    <p:sldId xmlns:r="http://schemas.openxmlformats.org/officeDocument/2006/relationships" id="327" r:id="Re767905601b94368"/>
    <p:sldId xmlns:r="http://schemas.openxmlformats.org/officeDocument/2006/relationships" id="328" r:id="Rc7bcc398e2ba4842"/>
    <p:sldId xmlns:r="http://schemas.openxmlformats.org/officeDocument/2006/relationships" id="329" r:id="R898158a3023b49b2"/>
    <p:sldId xmlns:r="http://schemas.openxmlformats.org/officeDocument/2006/relationships" id="330" r:id="R7a6cfed3e3644698"/>
    <p:sldId xmlns:r="http://schemas.openxmlformats.org/officeDocument/2006/relationships" id="331" r:id="Rbc933567edee43d1"/>
    <p:sldId xmlns:r="http://schemas.openxmlformats.org/officeDocument/2006/relationships" id="332" r:id="R57b097485bf54f80"/>
    <p:sldId xmlns:r="http://schemas.openxmlformats.org/officeDocument/2006/relationships" id="333" r:id="Rb14184d99a6d4cc3"/>
    <p:sldId xmlns:r="http://schemas.openxmlformats.org/officeDocument/2006/relationships" id="334" r:id="R0a3aa834dc764261"/>
    <p:sldId xmlns:r="http://schemas.openxmlformats.org/officeDocument/2006/relationships" id="335" r:id="R5aed25f6012a404b"/>
    <p:sldId xmlns:r="http://schemas.openxmlformats.org/officeDocument/2006/relationships" id="336" r:id="R4e63547dd39b465c"/>
    <p:sldId xmlns:r="http://schemas.openxmlformats.org/officeDocument/2006/relationships" id="337" r:id="R98ffcc16c7b54c28"/>
    <p:sldId xmlns:r="http://schemas.openxmlformats.org/officeDocument/2006/relationships" id="338" r:id="Rc83d4f6d747d4fea"/>
    <p:sldId xmlns:r="http://schemas.openxmlformats.org/officeDocument/2006/relationships" id="339" r:id="R34cf8c39293e434c"/>
    <p:sldId xmlns:r="http://schemas.openxmlformats.org/officeDocument/2006/relationships" id="340" r:id="R016655498f1441e5"/>
    <p:sldId xmlns:r="http://schemas.openxmlformats.org/officeDocument/2006/relationships" id="341" r:id="R548f0626425b4184"/>
    <p:sldId xmlns:r="http://schemas.openxmlformats.org/officeDocument/2006/relationships" id="342" r:id="Rd6d1586eca414d8b"/>
    <p:sldId xmlns:r="http://schemas.openxmlformats.org/officeDocument/2006/relationships" id="343" r:id="R09a4c5ab88b849a0"/>
    <p:sldId xmlns:r="http://schemas.openxmlformats.org/officeDocument/2006/relationships" id="344" r:id="R605e02efb9d54119"/>
    <p:sldId xmlns:r="http://schemas.openxmlformats.org/officeDocument/2006/relationships" id="345" r:id="Rc04a4cd4991e4818"/>
    <p:sldId xmlns:r="http://schemas.openxmlformats.org/officeDocument/2006/relationships" id="346" r:id="Re3037a2b1f3741cf"/>
    <p:sldId xmlns:r="http://schemas.openxmlformats.org/officeDocument/2006/relationships" id="347" r:id="R674e8dd68550413a"/>
    <p:sldId xmlns:r="http://schemas.openxmlformats.org/officeDocument/2006/relationships" id="348" r:id="Rdd3de590d3a3473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46c463c6a094cc9" /><Relationship Type="http://schemas.openxmlformats.org/officeDocument/2006/relationships/slideMaster" Target="/ppt/slideMasters/slideMaster1.xml" Id="Rfae5d0ed02f74fc3" /><Relationship Type="http://schemas.openxmlformats.org/officeDocument/2006/relationships/notesMaster" Target="/ppt/notesMasters/notesMaster1.xml" Id="R1650fea8f30d49e6" /><Relationship Type="http://schemas.openxmlformats.org/officeDocument/2006/relationships/presProps" Target="/ppt/presProps.xml" Id="R564492d10ea143bc" /><Relationship Type="http://schemas.openxmlformats.org/officeDocument/2006/relationships/tableStyles" Target="/ppt/tableStyles.xml" Id="R95574c8f29744ef1" /><Relationship Type="http://schemas.openxmlformats.org/officeDocument/2006/relationships/slide" Target="/ppt/slides/slide1.xml" Id="Rdc444b66da824cd2" /><Relationship Type="http://schemas.openxmlformats.org/officeDocument/2006/relationships/slide" Target="/ppt/slides/slide2.xml" Id="Ra8cf77db61ca4b92" /><Relationship Type="http://schemas.openxmlformats.org/officeDocument/2006/relationships/slide" Target="/ppt/slides/slide3.xml" Id="R0a61b55dd9e748c4" /><Relationship Type="http://schemas.openxmlformats.org/officeDocument/2006/relationships/slide" Target="/ppt/slides/slide4.xml" Id="R0ac7993302df44ae" /><Relationship Type="http://schemas.openxmlformats.org/officeDocument/2006/relationships/slide" Target="/ppt/slides/slide5.xml" Id="Re44ee4c88f5f40a8" /><Relationship Type="http://schemas.openxmlformats.org/officeDocument/2006/relationships/slide" Target="/ppt/slides/slide6.xml" Id="Reefd6d6af0dd4992" /><Relationship Type="http://schemas.openxmlformats.org/officeDocument/2006/relationships/slide" Target="/ppt/slides/slide7.xml" Id="R9a69a1e6f442456e" /><Relationship Type="http://schemas.openxmlformats.org/officeDocument/2006/relationships/slide" Target="/ppt/slides/slide8.xml" Id="R88368f7198cb47d0" /><Relationship Type="http://schemas.openxmlformats.org/officeDocument/2006/relationships/slide" Target="/ppt/slides/slide9.xml" Id="Recd69fd54a3b4b71" /><Relationship Type="http://schemas.openxmlformats.org/officeDocument/2006/relationships/slide" Target="/ppt/slides/slide10.xml" Id="Rb0dbca2e8a2d440a" /><Relationship Type="http://schemas.openxmlformats.org/officeDocument/2006/relationships/slide" Target="/ppt/slides/slide11.xml" Id="R33c6302004ae442d" /><Relationship Type="http://schemas.openxmlformats.org/officeDocument/2006/relationships/slide" Target="/ppt/slides/slide12.xml" Id="R6152d13699234452" /><Relationship Type="http://schemas.openxmlformats.org/officeDocument/2006/relationships/slide" Target="/ppt/slides/slide13.xml" Id="R97029b1a2a944eb4" /><Relationship Type="http://schemas.openxmlformats.org/officeDocument/2006/relationships/slide" Target="/ppt/slides/slide14.xml" Id="R1e93a3a75f9b4808" /><Relationship Type="http://schemas.openxmlformats.org/officeDocument/2006/relationships/slide" Target="/ppt/slides/slide15.xml" Id="Rc46d9c65144b4bde" /><Relationship Type="http://schemas.openxmlformats.org/officeDocument/2006/relationships/slide" Target="/ppt/slides/slide16.xml" Id="Rb7bf33849297436a" /><Relationship Type="http://schemas.openxmlformats.org/officeDocument/2006/relationships/slide" Target="/ppt/slides/slide17.xml" Id="R19fbaf97989e4843" /><Relationship Type="http://schemas.openxmlformats.org/officeDocument/2006/relationships/slide" Target="/ppt/slides/slide18.xml" Id="Rcaec4a8d95b94007" /><Relationship Type="http://schemas.openxmlformats.org/officeDocument/2006/relationships/slide" Target="/ppt/slides/slide19.xml" Id="R449391d466bd4f4f" /><Relationship Type="http://schemas.openxmlformats.org/officeDocument/2006/relationships/slide" Target="/ppt/slides/slide20.xml" Id="R250c829362804318" /><Relationship Type="http://schemas.openxmlformats.org/officeDocument/2006/relationships/slide" Target="/ppt/slides/slide21.xml" Id="Rfc5c75fe9f1a474f" /><Relationship Type="http://schemas.openxmlformats.org/officeDocument/2006/relationships/slide" Target="/ppt/slides/slide22.xml" Id="R72bb5f1f76234432" /><Relationship Type="http://schemas.openxmlformats.org/officeDocument/2006/relationships/slide" Target="/ppt/slides/slide23.xml" Id="R594a408898a343b2" /><Relationship Type="http://schemas.openxmlformats.org/officeDocument/2006/relationships/slide" Target="/ppt/slides/slide24.xml" Id="Rb9cc2f9701da4b5f" /><Relationship Type="http://schemas.openxmlformats.org/officeDocument/2006/relationships/slide" Target="/ppt/slides/slide25.xml" Id="R92d33b1c815c4c55" /><Relationship Type="http://schemas.openxmlformats.org/officeDocument/2006/relationships/slide" Target="/ppt/slides/slide26.xml" Id="R8f00831e27234ece" /><Relationship Type="http://schemas.openxmlformats.org/officeDocument/2006/relationships/slide" Target="/ppt/slides/slide27.xml" Id="R63ce558afffb4e37" /><Relationship Type="http://schemas.openxmlformats.org/officeDocument/2006/relationships/slide" Target="/ppt/slides/slide28.xml" Id="R1ce710284d9e4d1e" /><Relationship Type="http://schemas.openxmlformats.org/officeDocument/2006/relationships/slide" Target="/ppt/slides/slide29.xml" Id="R4c5af0f777f040cd" /><Relationship Type="http://schemas.openxmlformats.org/officeDocument/2006/relationships/slide" Target="/ppt/slides/slide30.xml" Id="R3afdd596dd3c4fdf" /><Relationship Type="http://schemas.openxmlformats.org/officeDocument/2006/relationships/slide" Target="/ppt/slides/slide31.xml" Id="R967988e25e47451f" /><Relationship Type="http://schemas.openxmlformats.org/officeDocument/2006/relationships/slide" Target="/ppt/slides/slide32.xml" Id="R00718376a1dc44d5" /><Relationship Type="http://schemas.openxmlformats.org/officeDocument/2006/relationships/slide" Target="/ppt/slides/slide33.xml" Id="R6300871079da4b4a" /><Relationship Type="http://schemas.openxmlformats.org/officeDocument/2006/relationships/slide" Target="/ppt/slides/slide34.xml" Id="Rc4ae6eb2ae3a46b3" /><Relationship Type="http://schemas.openxmlformats.org/officeDocument/2006/relationships/slide" Target="/ppt/slides/slide35.xml" Id="R2247364058fc42ce" /><Relationship Type="http://schemas.openxmlformats.org/officeDocument/2006/relationships/slide" Target="/ppt/slides/slide36.xml" Id="Rb8eb5347d2074e94" /><Relationship Type="http://schemas.openxmlformats.org/officeDocument/2006/relationships/slide" Target="/ppt/slides/slide37.xml" Id="Rc4c9d9351d7e466f" /><Relationship Type="http://schemas.openxmlformats.org/officeDocument/2006/relationships/slide" Target="/ppt/slides/slide38.xml" Id="R4268ff33da9147d2" /><Relationship Type="http://schemas.openxmlformats.org/officeDocument/2006/relationships/slide" Target="/ppt/slides/slide39.xml" Id="R961d47b796b44b41" /><Relationship Type="http://schemas.openxmlformats.org/officeDocument/2006/relationships/slide" Target="/ppt/slides/slide40.xml" Id="Re06d65522aca4f57" /><Relationship Type="http://schemas.openxmlformats.org/officeDocument/2006/relationships/slide" Target="/ppt/slides/slide41.xml" Id="Rbe3b7d966634456c" /><Relationship Type="http://schemas.openxmlformats.org/officeDocument/2006/relationships/slide" Target="/ppt/slides/slide42.xml" Id="Ra5ed0b5734f94d24" /><Relationship Type="http://schemas.openxmlformats.org/officeDocument/2006/relationships/slide" Target="/ppt/slides/slide43.xml" Id="R60ee07ffac5248a7" /><Relationship Type="http://schemas.openxmlformats.org/officeDocument/2006/relationships/slide" Target="/ppt/slides/slide44.xml" Id="R442946dfef9646cc" /><Relationship Type="http://schemas.openxmlformats.org/officeDocument/2006/relationships/slide" Target="/ppt/slides/slide45.xml" Id="R5aa89db84fb8497d" /><Relationship Type="http://schemas.openxmlformats.org/officeDocument/2006/relationships/slide" Target="/ppt/slides/slide46.xml" Id="R9cf20373c5dd4cc8" /><Relationship Type="http://schemas.openxmlformats.org/officeDocument/2006/relationships/slide" Target="/ppt/slides/slide47.xml" Id="R576d34a8449948c5" /><Relationship Type="http://schemas.openxmlformats.org/officeDocument/2006/relationships/slide" Target="/ppt/slides/slide48.xml" Id="Rddce2e6a68e24c99" /><Relationship Type="http://schemas.openxmlformats.org/officeDocument/2006/relationships/slide" Target="/ppt/slides/slide49.xml" Id="R3e60f7321adc46dc" /><Relationship Type="http://schemas.openxmlformats.org/officeDocument/2006/relationships/slide" Target="/ppt/slides/slide50.xml" Id="Rd9e7113e2dac4cec" /><Relationship Type="http://schemas.openxmlformats.org/officeDocument/2006/relationships/slide" Target="/ppt/slides/slide51.xml" Id="Rae86333e26994c19" /><Relationship Type="http://schemas.openxmlformats.org/officeDocument/2006/relationships/slide" Target="/ppt/slides/slide52.xml" Id="R224cda682e4e4d5f" /><Relationship Type="http://schemas.openxmlformats.org/officeDocument/2006/relationships/slide" Target="/ppt/slides/slide53.xml" Id="R8c4baca151b74f9a" /><Relationship Type="http://schemas.openxmlformats.org/officeDocument/2006/relationships/slide" Target="/ppt/slides/slide54.xml" Id="R947de2909eb84c82" /><Relationship Type="http://schemas.openxmlformats.org/officeDocument/2006/relationships/slide" Target="/ppt/slides/slide55.xml" Id="Rea0c1352cf884e83" /><Relationship Type="http://schemas.openxmlformats.org/officeDocument/2006/relationships/slide" Target="/ppt/slides/slide56.xml" Id="R13b3b253a36147aa" /><Relationship Type="http://schemas.openxmlformats.org/officeDocument/2006/relationships/slide" Target="/ppt/slides/slide57.xml" Id="R6e91e30272b44429" /><Relationship Type="http://schemas.openxmlformats.org/officeDocument/2006/relationships/slide" Target="/ppt/slides/slide58.xml" Id="Rc6f90735b42f439a" /><Relationship Type="http://schemas.openxmlformats.org/officeDocument/2006/relationships/slide" Target="/ppt/slides/slide59.xml" Id="R622730ce122f4c19" /><Relationship Type="http://schemas.openxmlformats.org/officeDocument/2006/relationships/slide" Target="/ppt/slides/slide60.xml" Id="Rc5261ccee25f4f98" /><Relationship Type="http://schemas.openxmlformats.org/officeDocument/2006/relationships/slide" Target="/ppt/slides/slide61.xml" Id="R8741320babff4635" /><Relationship Type="http://schemas.openxmlformats.org/officeDocument/2006/relationships/slide" Target="/ppt/slides/slide62.xml" Id="R54b4aab278184903" /><Relationship Type="http://schemas.openxmlformats.org/officeDocument/2006/relationships/slide" Target="/ppt/slides/slide63.xml" Id="Rb13a655473c14313" /><Relationship Type="http://schemas.openxmlformats.org/officeDocument/2006/relationships/slide" Target="/ppt/slides/slide64.xml" Id="Re4167189ad194be0" /><Relationship Type="http://schemas.openxmlformats.org/officeDocument/2006/relationships/slide" Target="/ppt/slides/slide65.xml" Id="Ref39000da4a34d60" /><Relationship Type="http://schemas.openxmlformats.org/officeDocument/2006/relationships/slide" Target="/ppt/slides/slide66.xml" Id="R349f32c90b5d4460" /><Relationship Type="http://schemas.openxmlformats.org/officeDocument/2006/relationships/slide" Target="/ppt/slides/slide67.xml" Id="R7fad0eba1cd94505" /><Relationship Type="http://schemas.openxmlformats.org/officeDocument/2006/relationships/slide" Target="/ppt/slides/slide68.xml" Id="R08d03acf60394bbe" /><Relationship Type="http://schemas.openxmlformats.org/officeDocument/2006/relationships/slide" Target="/ppt/slides/slide69.xml" Id="Re6a5c9cbe21c498d" /><Relationship Type="http://schemas.openxmlformats.org/officeDocument/2006/relationships/slide" Target="/ppt/slides/slide70.xml" Id="Ra407eea4e6da40f0" /><Relationship Type="http://schemas.openxmlformats.org/officeDocument/2006/relationships/slide" Target="/ppt/slides/slide71.xml" Id="R10b0bfe398514c8a" /><Relationship Type="http://schemas.openxmlformats.org/officeDocument/2006/relationships/slide" Target="/ppt/slides/slide72.xml" Id="Re767905601b94368" /><Relationship Type="http://schemas.openxmlformats.org/officeDocument/2006/relationships/slide" Target="/ppt/slides/slide73.xml" Id="Rc7bcc398e2ba4842" /><Relationship Type="http://schemas.openxmlformats.org/officeDocument/2006/relationships/slide" Target="/ppt/slides/slide74.xml" Id="R898158a3023b49b2" /><Relationship Type="http://schemas.openxmlformats.org/officeDocument/2006/relationships/slide" Target="/ppt/slides/slide75.xml" Id="R7a6cfed3e3644698" /><Relationship Type="http://schemas.openxmlformats.org/officeDocument/2006/relationships/slide" Target="/ppt/slides/slide76.xml" Id="Rbc933567edee43d1" /><Relationship Type="http://schemas.openxmlformats.org/officeDocument/2006/relationships/slide" Target="/ppt/slides/slide77.xml" Id="R57b097485bf54f80" /><Relationship Type="http://schemas.openxmlformats.org/officeDocument/2006/relationships/slide" Target="/ppt/slides/slide78.xml" Id="Rb14184d99a6d4cc3" /><Relationship Type="http://schemas.openxmlformats.org/officeDocument/2006/relationships/slide" Target="/ppt/slides/slide79.xml" Id="R0a3aa834dc764261" /><Relationship Type="http://schemas.openxmlformats.org/officeDocument/2006/relationships/slide" Target="/ppt/slides/slide80.xml" Id="R5aed25f6012a404b" /><Relationship Type="http://schemas.openxmlformats.org/officeDocument/2006/relationships/slide" Target="/ppt/slides/slide81.xml" Id="R4e63547dd39b465c" /><Relationship Type="http://schemas.openxmlformats.org/officeDocument/2006/relationships/slide" Target="/ppt/slides/slide82.xml" Id="R98ffcc16c7b54c28" /><Relationship Type="http://schemas.openxmlformats.org/officeDocument/2006/relationships/slide" Target="/ppt/slides/slide83.xml" Id="Rc83d4f6d747d4fea" /><Relationship Type="http://schemas.openxmlformats.org/officeDocument/2006/relationships/slide" Target="/ppt/slides/slide84.xml" Id="R34cf8c39293e434c" /><Relationship Type="http://schemas.openxmlformats.org/officeDocument/2006/relationships/slide" Target="/ppt/slides/slide85.xml" Id="R016655498f1441e5" /><Relationship Type="http://schemas.openxmlformats.org/officeDocument/2006/relationships/slide" Target="/ppt/slides/slide86.xml" Id="R548f0626425b4184" /><Relationship Type="http://schemas.openxmlformats.org/officeDocument/2006/relationships/slide" Target="/ppt/slides/slide87.xml" Id="Rd6d1586eca414d8b" /><Relationship Type="http://schemas.openxmlformats.org/officeDocument/2006/relationships/slide" Target="/ppt/slides/slide88.xml" Id="R09a4c5ab88b849a0" /><Relationship Type="http://schemas.openxmlformats.org/officeDocument/2006/relationships/slide" Target="/ppt/slides/slide89.xml" Id="R605e02efb9d54119" /><Relationship Type="http://schemas.openxmlformats.org/officeDocument/2006/relationships/slide" Target="/ppt/slides/slide90.xml" Id="Rc04a4cd4991e4818" /><Relationship Type="http://schemas.openxmlformats.org/officeDocument/2006/relationships/slide" Target="/ppt/slides/slide91.xml" Id="Re3037a2b1f3741cf" /><Relationship Type="http://schemas.openxmlformats.org/officeDocument/2006/relationships/slide" Target="/ppt/slides/slide92.xml" Id="R674e8dd68550413a" /><Relationship Type="http://schemas.openxmlformats.org/officeDocument/2006/relationships/slide" Target="/ppt/slides/slide93.xml" Id="Rdd3de590d3a3473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24cda79480243c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68ea760518e486e" /><Relationship Type="http://schemas.openxmlformats.org/officeDocument/2006/relationships/notesMaster" Target="/ppt/notesMasters/notesMaster1.xml" Id="R52edaf15fc2e4953" /></Relationships>
</file>

<file path=ppt/notesSlides/_rels/notesSlide2.xml.rels>&#65279;<?xml version="1.0" encoding="utf-8"?><Relationships xmlns="http://schemas.openxmlformats.org/package/2006/relationships"><Relationship Type="http://schemas.openxmlformats.org/officeDocument/2006/relationships/slide" Target="/ppt/slides/slide2.xml" Id="R23a66e316efc4156" /><Relationship Type="http://schemas.openxmlformats.org/officeDocument/2006/relationships/notesMaster" Target="/ppt/notesMasters/notesMaster1.xml" Id="Re7f4ef2745a04d80" /></Relationships>
</file>

<file path=ppt/notesSlides/_rels/notesSlide3.xml.rels>&#65279;<?xml version="1.0" encoding="utf-8"?><Relationships xmlns="http://schemas.openxmlformats.org/package/2006/relationships"><Relationship Type="http://schemas.openxmlformats.org/officeDocument/2006/relationships/slide" Target="/ppt/slides/slide3.xml" Id="R510890def0d540af" /><Relationship Type="http://schemas.openxmlformats.org/officeDocument/2006/relationships/notesMaster" Target="/ppt/notesMasters/notesMaster1.xml" Id="R55850bfe48184adb" /></Relationships>
</file>

<file path=ppt/notesSlides/_rels/notesSlide4.xml.rels>&#65279;<?xml version="1.0" encoding="utf-8"?><Relationships xmlns="http://schemas.openxmlformats.org/package/2006/relationships"><Relationship Type="http://schemas.openxmlformats.org/officeDocument/2006/relationships/slide" Target="/ppt/slides/slide4.xml" Id="R2377adc68d7e4f1f" /><Relationship Type="http://schemas.openxmlformats.org/officeDocument/2006/relationships/notesMaster" Target="/ppt/notesMasters/notesMaster1.xml" Id="Rc390d74b3ea84665"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10ff2bf06347e9" /><Relationship Type="http://schemas.openxmlformats.org/officeDocument/2006/relationships/notesMaster" Target="/ppt/notesMasters/notesMaster1.xml" Id="Rb591d215a14240e0" /></Relationships>
</file>

<file path=ppt/notesSlides/_rels/notesSlide6.xml.rels>&#65279;<?xml version="1.0" encoding="utf-8"?><Relationships xmlns="http://schemas.openxmlformats.org/package/2006/relationships"><Relationship Type="http://schemas.openxmlformats.org/officeDocument/2006/relationships/slide" Target="/ppt/slides/slide6.xml" Id="Rc9996abb8db34e07" /><Relationship Type="http://schemas.openxmlformats.org/officeDocument/2006/relationships/notesMaster" Target="/ppt/notesMasters/notesMaster1.xml" Id="Rded3dc794a0642ae" /></Relationships>
</file>

<file path=ppt/notesSlides/_rels/notesSlide7.xml.rels>&#65279;<?xml version="1.0" encoding="utf-8"?><Relationships xmlns="http://schemas.openxmlformats.org/package/2006/relationships"><Relationship Type="http://schemas.openxmlformats.org/officeDocument/2006/relationships/slide" Target="/ppt/slides/slide7.xml" Id="R317623c74de34445" /><Relationship Type="http://schemas.openxmlformats.org/officeDocument/2006/relationships/notesMaster" Target="/ppt/notesMasters/notesMaster1.xml" Id="Rbef68e4221da4bde" /></Relationships>
</file>

<file path=ppt/notesSlides/_rels/notesSlide8.xml.rels>&#65279;<?xml version="1.0" encoding="utf-8"?><Relationships xmlns="http://schemas.openxmlformats.org/package/2006/relationships"><Relationship Type="http://schemas.openxmlformats.org/officeDocument/2006/relationships/slide" Target="/ppt/slides/slide8.xml" Id="R586fd32bb7dd44eb" /><Relationship Type="http://schemas.openxmlformats.org/officeDocument/2006/relationships/notesMaster" Target="/ppt/notesMasters/notesMaster1.xml" Id="R35d0f6c930e14bf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1c28f9b78204f92" /><Relationship Type="http://schemas.openxmlformats.org/officeDocument/2006/relationships/notesMaster" Target="/ppt/notesMasters/notesMaster1.xml" Id="R48a4892dcb24478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9623d5eb8ef4644" /><Relationship Type="http://schemas.openxmlformats.org/officeDocument/2006/relationships/notesMaster" Target="/ppt/notesMasters/notesMaster1.xml" Id="R738e83133f564cc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1f4f4360af44b11" /><Relationship Type="http://schemas.openxmlformats.org/officeDocument/2006/relationships/notesMaster" Target="/ppt/notesMasters/notesMaster1.xml" Id="R96c38694aa3946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81e9079a25d47f7" /><Relationship Type="http://schemas.openxmlformats.org/officeDocument/2006/relationships/notesMaster" Target="/ppt/notesMasters/notesMaster1.xml" Id="R4422c01d95eb4f8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4e18144b18d4153" /><Relationship Type="http://schemas.openxmlformats.org/officeDocument/2006/relationships/notesMaster" Target="/ppt/notesMasters/notesMaster1.xml" Id="R5552aadcc420431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2a4e91a25a4494c" /><Relationship Type="http://schemas.openxmlformats.org/officeDocument/2006/relationships/notesMaster" Target="/ppt/notesMasters/notesMaster1.xml" Id="R2875d3bcb60e445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09107a2314f40d2" /><Relationship Type="http://schemas.openxmlformats.org/officeDocument/2006/relationships/notesMaster" Target="/ppt/notesMasters/notesMaster1.xml" Id="R4a5b0bd93fa04a5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e878451bec9434f" /><Relationship Type="http://schemas.openxmlformats.org/officeDocument/2006/relationships/notesMaster" Target="/ppt/notesMasters/notesMaster1.xml" Id="R271e068b1e20466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505b1abec4145ad" /><Relationship Type="http://schemas.openxmlformats.org/officeDocument/2006/relationships/notesMaster" Target="/ppt/notesMasters/notesMaster1.xml" Id="R540c9f1054544ae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d9e0ef5ab064ed0" /><Relationship Type="http://schemas.openxmlformats.org/officeDocument/2006/relationships/notesMaster" Target="/ppt/notesMasters/notesMaster1.xml" Id="R4a3c329867d346d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dc4baa7947443ab" /><Relationship Type="http://schemas.openxmlformats.org/officeDocument/2006/relationships/notesMaster" Target="/ppt/notesMasters/notesMaster1.xml" Id="R56d244cc688841a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6967766ab03468f" /><Relationship Type="http://schemas.openxmlformats.org/officeDocument/2006/relationships/notesMaster" Target="/ppt/notesMasters/notesMaster1.xml" Id="Rcbb0ff704fb34b6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f0a3b9150394223" /><Relationship Type="http://schemas.openxmlformats.org/officeDocument/2006/relationships/notesMaster" Target="/ppt/notesMasters/notesMaster1.xml" Id="R89a82191aa18472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174b8594a3e4d47" /><Relationship Type="http://schemas.openxmlformats.org/officeDocument/2006/relationships/notesMaster" Target="/ppt/notesMasters/notesMaster1.xml" Id="R994f99341a60438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a9fcd13137a4df9" /><Relationship Type="http://schemas.openxmlformats.org/officeDocument/2006/relationships/notesMaster" Target="/ppt/notesMasters/notesMaster1.xml" Id="R520f31c9fedc410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89d6550a32c40c8" /><Relationship Type="http://schemas.openxmlformats.org/officeDocument/2006/relationships/notesMaster" Target="/ppt/notesMasters/notesMaster1.xml" Id="R8e6adc2d22cf49a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f85f55ac6844825" /><Relationship Type="http://schemas.openxmlformats.org/officeDocument/2006/relationships/notesMaster" Target="/ppt/notesMasters/notesMaster1.xml" Id="R4130873cd495431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5bdfc3cfc554d23" /><Relationship Type="http://schemas.openxmlformats.org/officeDocument/2006/relationships/notesMaster" Target="/ppt/notesMasters/notesMaster1.xml" Id="R252f09de904648b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c84888179554c55" /><Relationship Type="http://schemas.openxmlformats.org/officeDocument/2006/relationships/notesMaster" Target="/ppt/notesMasters/notesMaster1.xml" Id="R0d578a2dd5e047c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9de0adf14e14aac" /><Relationship Type="http://schemas.openxmlformats.org/officeDocument/2006/relationships/notesMaster" Target="/ppt/notesMasters/notesMaster1.xml" Id="Ra11e84a3368a46f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f8d2cae2d1f4d67" /><Relationship Type="http://schemas.openxmlformats.org/officeDocument/2006/relationships/notesMaster" Target="/ppt/notesMasters/notesMaster1.xml" Id="R8d5e7b0631a443c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da9208bd15044e5" /><Relationship Type="http://schemas.openxmlformats.org/officeDocument/2006/relationships/notesMaster" Target="/ppt/notesMasters/notesMaster1.xml" Id="Re91951f8992b4ee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e027ed6fb1f43a0" /><Relationship Type="http://schemas.openxmlformats.org/officeDocument/2006/relationships/notesMaster" Target="/ppt/notesMasters/notesMaster1.xml" Id="R293d5e270646468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a6ce33679ea4ecd" /><Relationship Type="http://schemas.openxmlformats.org/officeDocument/2006/relationships/notesMaster" Target="/ppt/notesMasters/notesMaster1.xml" Id="Rfba56208fa3c4b5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1bec3a52a6d4e1b" /><Relationship Type="http://schemas.openxmlformats.org/officeDocument/2006/relationships/notesMaster" Target="/ppt/notesMasters/notesMaster1.xml" Id="R8c2780cb222d494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279039a82ed47bd" /><Relationship Type="http://schemas.openxmlformats.org/officeDocument/2006/relationships/notesMaster" Target="/ppt/notesMasters/notesMaster1.xml" Id="Rab47976e4b304a0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bdae7433d3b43b3" /><Relationship Type="http://schemas.openxmlformats.org/officeDocument/2006/relationships/notesMaster" Target="/ppt/notesMasters/notesMaster1.xml" Id="Rc4af3a48a1764fe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a298fa3780e4f2f" /><Relationship Type="http://schemas.openxmlformats.org/officeDocument/2006/relationships/notesMaster" Target="/ppt/notesMasters/notesMaster1.xml" Id="Re7b0924998fd433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224ac5e342e4501" /><Relationship Type="http://schemas.openxmlformats.org/officeDocument/2006/relationships/notesMaster" Target="/ppt/notesMasters/notesMaster1.xml" Id="Rc7ef05908355442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4bf9a6373454200" /><Relationship Type="http://schemas.openxmlformats.org/officeDocument/2006/relationships/notesMaster" Target="/ppt/notesMasters/notesMaster1.xml" Id="Rf80dd205d190469b"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25a5efc68ea42bb" /><Relationship Type="http://schemas.openxmlformats.org/officeDocument/2006/relationships/notesMaster" Target="/ppt/notesMasters/notesMaster1.xml" Id="Rcd74b4cf74e8480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4d5c6c059e144c4" /><Relationship Type="http://schemas.openxmlformats.org/officeDocument/2006/relationships/notesMaster" Target="/ppt/notesMasters/notesMaster1.xml" Id="Rdf1366ecae274a6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39478126e594bdd" /><Relationship Type="http://schemas.openxmlformats.org/officeDocument/2006/relationships/notesMaster" Target="/ppt/notesMasters/notesMaster1.xml" Id="Rccb03a17080742fe"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ad529275a4b4288" /><Relationship Type="http://schemas.openxmlformats.org/officeDocument/2006/relationships/notesMaster" Target="/ppt/notesMasters/notesMaster1.xml" Id="Rbc45faf23fd3489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c6dc1a3c84840fa" /><Relationship Type="http://schemas.openxmlformats.org/officeDocument/2006/relationships/notesMaster" Target="/ppt/notesMasters/notesMaster1.xml" Id="R2dc6c3c17c454f8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465a334cea142d7" /><Relationship Type="http://schemas.openxmlformats.org/officeDocument/2006/relationships/notesMaster" Target="/ppt/notesMasters/notesMaster1.xml" Id="R42c6b0a9c773479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c54c8bd9a9c4fde" /><Relationship Type="http://schemas.openxmlformats.org/officeDocument/2006/relationships/notesMaster" Target="/ppt/notesMasters/notesMaster1.xml" Id="Rd95b8192185a413a"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81c21e389bb4241" /><Relationship Type="http://schemas.openxmlformats.org/officeDocument/2006/relationships/notesMaster" Target="/ppt/notesMasters/notesMaster1.xml" Id="R44ff42acd5b74af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5013c5aed4b4a9c" /><Relationship Type="http://schemas.openxmlformats.org/officeDocument/2006/relationships/notesMaster" Target="/ppt/notesMasters/notesMaster1.xml" Id="R51205c49f16442e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e01575a0e0c4a26" /><Relationship Type="http://schemas.openxmlformats.org/officeDocument/2006/relationships/notesMaster" Target="/ppt/notesMasters/notesMaster1.xml" Id="Rcbc441e9a6d94b9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45d83459155458d" /><Relationship Type="http://schemas.openxmlformats.org/officeDocument/2006/relationships/notesMaster" Target="/ppt/notesMasters/notesMaster1.xml" Id="R7bc3c8be39a74cfb"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a0dec45d4b9426a" /><Relationship Type="http://schemas.openxmlformats.org/officeDocument/2006/relationships/notesMaster" Target="/ppt/notesMasters/notesMaster1.xml" Id="Re2f3875c50b74fdb"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a184a211d49146d5" /><Relationship Type="http://schemas.openxmlformats.org/officeDocument/2006/relationships/notesMaster" Target="/ppt/notesMasters/notesMaster1.xml" Id="R942882d643504f4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00bd7296dce4595" /><Relationship Type="http://schemas.openxmlformats.org/officeDocument/2006/relationships/notesMaster" Target="/ppt/notesMasters/notesMaster1.xml" Id="R08b2fbfbc116465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11ef2293dd9476b" /><Relationship Type="http://schemas.openxmlformats.org/officeDocument/2006/relationships/notesMaster" Target="/ppt/notesMasters/notesMaster1.xml" Id="Rb1e7c5e975e84a4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97c76f8445f64789" /><Relationship Type="http://schemas.openxmlformats.org/officeDocument/2006/relationships/notesMaster" Target="/ppt/notesMasters/notesMaster1.xml" Id="R5afee953feb044c6"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ff654cc72e55482b" /><Relationship Type="http://schemas.openxmlformats.org/officeDocument/2006/relationships/notesMaster" Target="/ppt/notesMasters/notesMaster1.xml" Id="Ra557ac028a974dc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5f7cb0576f1444e" /><Relationship Type="http://schemas.openxmlformats.org/officeDocument/2006/relationships/notesMaster" Target="/ppt/notesMasters/notesMaster1.xml" Id="Rfb742aef74b048bf"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a36a7dde10784e82" /><Relationship Type="http://schemas.openxmlformats.org/officeDocument/2006/relationships/notesMaster" Target="/ppt/notesMasters/notesMaster1.xml" Id="R1ecc25c1d72c424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a57b65613d264b43" /><Relationship Type="http://schemas.openxmlformats.org/officeDocument/2006/relationships/notesMaster" Target="/ppt/notesMasters/notesMaster1.xml" Id="R5648464b568142b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601c3e21ff045ca" /><Relationship Type="http://schemas.openxmlformats.org/officeDocument/2006/relationships/notesMaster" Target="/ppt/notesMasters/notesMaster1.xml" Id="R768f7cf2278e4bb4"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5625e9afccf445b" /><Relationship Type="http://schemas.openxmlformats.org/officeDocument/2006/relationships/notesMaster" Target="/ppt/notesMasters/notesMaster1.xml" Id="Rac316b2dc377415d"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04cce6b37784c60" /><Relationship Type="http://schemas.openxmlformats.org/officeDocument/2006/relationships/notesMaster" Target="/ppt/notesMasters/notesMaster1.xml" Id="R5b1b92126ce8447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8c982803b9b4d6b" /><Relationship Type="http://schemas.openxmlformats.org/officeDocument/2006/relationships/notesMaster" Target="/ppt/notesMasters/notesMaster1.xml" Id="R6cd4c63a17b9477b"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89cde820590c4292" /><Relationship Type="http://schemas.openxmlformats.org/officeDocument/2006/relationships/notesMaster" Target="/ppt/notesMasters/notesMaster1.xml" Id="R74339de443f9494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f7bd3a6f0ef14728" /><Relationship Type="http://schemas.openxmlformats.org/officeDocument/2006/relationships/notesMaster" Target="/ppt/notesMasters/notesMaster1.xml" Id="Re76be32887ca490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2adbc131c19b48d0" /><Relationship Type="http://schemas.openxmlformats.org/officeDocument/2006/relationships/notesMaster" Target="/ppt/notesMasters/notesMaster1.xml" Id="R8888c9ae79fa441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cc4e43c77ce14a82" /><Relationship Type="http://schemas.openxmlformats.org/officeDocument/2006/relationships/notesMaster" Target="/ppt/notesMasters/notesMaster1.xml" Id="R4e90a000d82c4835"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2930c85f439c48dd" /><Relationship Type="http://schemas.openxmlformats.org/officeDocument/2006/relationships/notesMaster" Target="/ppt/notesMasters/notesMaster1.xml" Id="R75725ff5f66940c3"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01dfb75c4a1f4ff2" /><Relationship Type="http://schemas.openxmlformats.org/officeDocument/2006/relationships/notesMaster" Target="/ppt/notesMasters/notesMaster1.xml" Id="Rbd33088af9774dc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17ced81991cc422a" /><Relationship Type="http://schemas.openxmlformats.org/officeDocument/2006/relationships/notesMaster" Target="/ppt/notesMasters/notesMaster1.xml" Id="R93fa27f4f5f84d67"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6a8f45edd5c6467d" /><Relationship Type="http://schemas.openxmlformats.org/officeDocument/2006/relationships/notesMaster" Target="/ppt/notesMasters/notesMaster1.xml" Id="R62e9dfb79ce04c33"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44ad69aebac44f3a" /><Relationship Type="http://schemas.openxmlformats.org/officeDocument/2006/relationships/notesMaster" Target="/ppt/notesMasters/notesMaster1.xml" Id="Rb552989a32cf4f1d"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fec01c15b6e94a4d" /><Relationship Type="http://schemas.openxmlformats.org/officeDocument/2006/relationships/notesMaster" Target="/ppt/notesMasters/notesMaster1.xml" Id="Rc2444d493b3b458e"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c4d23e1a91b4606" /><Relationship Type="http://schemas.openxmlformats.org/officeDocument/2006/relationships/notesMaster" Target="/ppt/notesMasters/notesMaster1.xml" Id="R88673505e91148f5"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60c8e66778643da" /><Relationship Type="http://schemas.openxmlformats.org/officeDocument/2006/relationships/notesMaster" Target="/ppt/notesMasters/notesMaster1.xml" Id="R05fef1d2009e43a6"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3daf961b3dd64fda" /><Relationship Type="http://schemas.openxmlformats.org/officeDocument/2006/relationships/notesMaster" Target="/ppt/notesMasters/notesMaster1.xml" Id="R0379b976632941f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9552c6710f154bb8" /><Relationship Type="http://schemas.openxmlformats.org/officeDocument/2006/relationships/notesMaster" Target="/ppt/notesMasters/notesMaster1.xml" Id="R0ecee330891d4f0e"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d203484243664b4b" /><Relationship Type="http://schemas.openxmlformats.org/officeDocument/2006/relationships/notesMaster" Target="/ppt/notesMasters/notesMaster1.xml" Id="Rf326b2d5ea2245c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de8fc0899e4941ef" /><Relationship Type="http://schemas.openxmlformats.org/officeDocument/2006/relationships/notesMaster" Target="/ppt/notesMasters/notesMaster1.xml" Id="Rf55895e38a4d479c"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94f365fe0b3241e6" /><Relationship Type="http://schemas.openxmlformats.org/officeDocument/2006/relationships/notesMaster" Target="/ppt/notesMasters/notesMaster1.xml" Id="R08cc977f57fc468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4195d33033294a74" /><Relationship Type="http://schemas.openxmlformats.org/officeDocument/2006/relationships/notesMaster" Target="/ppt/notesMasters/notesMaster1.xml" Id="R7f5f466b9c7f408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44b53c9be8a94ccb" /><Relationship Type="http://schemas.openxmlformats.org/officeDocument/2006/relationships/notesMaster" Target="/ppt/notesMasters/notesMaster1.xml" Id="R56b9956ddce04051"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b5c1d9b3376e4289" /><Relationship Type="http://schemas.openxmlformats.org/officeDocument/2006/relationships/notesMaster" Target="/ppt/notesMasters/notesMaster1.xml" Id="R7fb4384a1f704125"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689f3c58aed448b" /><Relationship Type="http://schemas.openxmlformats.org/officeDocument/2006/relationships/notesMaster" Target="/ppt/notesMasters/notesMaster1.xml" Id="R1374849097a74012"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596ca9b8167e414d" /><Relationship Type="http://schemas.openxmlformats.org/officeDocument/2006/relationships/notesMaster" Target="/ppt/notesMasters/notesMaster1.xml" Id="Rd99428f01d644b38"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4a271788bd824665" /><Relationship Type="http://schemas.openxmlformats.org/officeDocument/2006/relationships/notesMaster" Target="/ppt/notesMasters/notesMaster1.xml" Id="R9ebe14a6da084fa1"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a0a0fa6937c14b0f" /><Relationship Type="http://schemas.openxmlformats.org/officeDocument/2006/relationships/notesMaster" Target="/ppt/notesMasters/notesMaster1.xml" Id="R915416e4ef004fd1"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0dabf455cfb94383" /><Relationship Type="http://schemas.openxmlformats.org/officeDocument/2006/relationships/notesMaster" Target="/ppt/notesMasters/notesMaster1.xml" Id="R46078b24ab0a41a0"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57dc59a4e5704fb2" /><Relationship Type="http://schemas.openxmlformats.org/officeDocument/2006/relationships/notesMaster" Target="/ppt/notesMasters/notesMaster1.xml" Id="Rc0aa1d4b699c49e9"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30ddf32ae1c4a05" /><Relationship Type="http://schemas.openxmlformats.org/officeDocument/2006/relationships/notesMaster" Target="/ppt/notesMasters/notesMaster1.xml" Id="R16781a5d3b8e4c28"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7118ba68c290437b" /><Relationship Type="http://schemas.openxmlformats.org/officeDocument/2006/relationships/notesMaster" Target="/ppt/notesMasters/notesMaster1.xml" Id="R9456d69dc9274bc3"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1551da64c7054bdc" /><Relationship Type="http://schemas.openxmlformats.org/officeDocument/2006/relationships/notesMaster" Target="/ppt/notesMasters/notesMaster1.xml" Id="R2998c284757d4e7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cd575f0c05a049d9" /><Relationship Type="http://schemas.openxmlformats.org/officeDocument/2006/relationships/notesMaster" Target="/ppt/notesMasters/notesMaster1.xml" Id="R2a4eaea57c914f7e"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b8cef152b62047bc" /><Relationship Type="http://schemas.openxmlformats.org/officeDocument/2006/relationships/notesMaster" Target="/ppt/notesMasters/notesMaster1.xml" Id="R1a51164e6ac94cd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Skill의 지침과 관찰된 작업을 대응한다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Skill의 지침과 관찰된 작업을 대응한다</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요청이 담던 공통 절차를 TRIAL-008은 명시 호출한 Skill에 두었다. 기준선·계획·같은 조건의 검증 지침과 보존된 관찰 기록을 대응하되 Skill 단독 인과성을 주장하지 않는다.</a:t>
            </a:r>
          </a:p>
          <a:p xmlns:a="http://schemas.openxmlformats.org/drawingml/2006/main">
            <a:r>
              <a:t/>
            </a:r>
          </a:p>
          <a:p xmlns:a="http://schemas.openxmlformats.org/drawingml/2006/main">
            <a:r>
              <a:t>Opening Question: “Skill에 적힌 절차와 실제로 기록된 작업은 어떻게 대응됐을까?”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normalize와 밝기 통계는 다른 Task이며 성능 우열 비교가 아님을 밝힌다. TRIAL-007은 긴 요청, TRIAL-008은 Task 목표·6항목 보존·변경 범위+Skill 호출이었다.</a:t>
            </a:r>
          </a:p>
          <a:p xmlns:a="http://schemas.openxmlformats.org/drawingml/2006/main">
            <a:r>
              <a:t>2. (1:00–3:00 / Demo) 기준선/계획/동일 조건 검증의 실제 Skill 발췌와 보존된 관찰 요약을 행별로 대응한다. 실제 CLI 화면이나 원문 실행 로그가 아닌 표임을 밝힌다.</a:t>
            </a:r>
          </a:p>
          <a:p xmlns:a="http://schemas.openxmlformats.org/drawingml/2006/main">
            <a:r>
              <a:t>3. (3:00–5:00 / Case) 본문 포함과 각 작업 관찰이 서로 다른 근거임을 짚는다. visible plan은 Skill의 when-task/interface-calls-for 조건과 실제 요청에 맞는 범위다.</a:t>
            </a:r>
          </a:p>
          <a:p xmlns:a="http://schemas.openxmlformats.org/drawingml/2006/main">
            <a:r>
              <a:t>4. (5:00–6:00 / Case) 절차의 책임 이동을 회수하고 모든 지침 준수·단독 인과성·토큰 절약·속도 향상으로 확대하지 않는다.</a:t>
            </a:r>
          </a:p>
          <a:p xmlns:a="http://schemas.openxmlformats.org/drawingml/2006/main">
            <a:r>
              <a:t/>
            </a:r>
          </a:p>
          <a:p xmlns:a="http://schemas.openxmlformats.org/drawingml/2006/main">
            <a:r>
              <a:t>Evidence / Source: TRIAL-007/008, DEC-0017, BEAT-021. 관찰된 CLI 기록을 요약한 비교. DEC-0062 원문/관찰 대조: plan/DEMO_MATRIX.md TRIAL-008 Skill Discovery/Invocation/Load Evidence/Verification 및 Prompt Responsibility Shift; STATE-04:.agents/skills/graypipe-performance/SKILL.md. 경로는 selector가 아니라 실행 trace에서 확인됐다. 발췌의 전체 조건: State a concise plan before making edits when the task or working interface calls for a visible plan. / Repeat the same benchmark with the same input and settings, check its correctness guard, run a suitable user-facing smoke check when relevant, inspect git diff --check, and review the final diff for scope and unintended changes. 표는 생략부호가 있는 원문 발췌와 관찰 요약이며 raw log가 아니다.</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 DEC-0062는 기존 관찰·측정 조건과 효과 미입증 경계를 유지한다.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Native 두 열 표: Skill 원문 세 발췌 ↔ TRIAL-008 기준선/계획/검증 관찰 요약. 다른 목표·Task 제약과 책임 이동을 상하 문구로 유지한다. 현재 제품이나 Demo repository를 실행하지 않는다. Live/Hybrid는 대상 표면·계정·권한·fallback 확인 전 비활성이다.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“재사용할 지침을 정했어도, 어떤 구현이 맞는지는 이번 근거로 판단해야 합니다.”</a:t>
            </a:r>
          </a:p>
          <a:p xmlns:a="http://schemas.openxmlformats.org/drawingml/2006/main">
            <a:r>
              <a:t/>
            </a:r>
          </a:p>
          <a:p xmlns:a="http://schemas.openxmlformats.org/drawingml/2006/main">
            <a:r>
              <a:t>Time Management: Demo3분 + Case3분. 요청 구조1, 원문/관찰 대응2, 근거 구분2, 한계/전환1.</a:t>
            </a:r>
          </a:p>
          <a:p xmlns:a="http://schemas.openxmlformats.org/drawingml/2006/main">
            <a:r>
              <a:t/>
            </a:r>
          </a:p>
          <a:p xmlns:a="http://schemas.openxmlformats.org/drawingml/2006/main">
            <a:r>
              <a:t>Fallback: LOCAL STATIC ARTIFACT — production/ACT_3.pptx / S55, production/preview/act3/S55.png 및 production/preview/full/S55.png.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“Skill에 고정할 방법과 이번 Task에서 정할 답은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Skill에 둔 재현 가능한 기준선·검증·비교·변경 보류 방법을 가리킨다. 원문 Establish a reproducible baseline before editing.의 뜻을 보존한다.</a:t>
            </a:r>
          </a:p>
          <a:p xmlns:a="http://schemas.openxmlformats.org/drawingml/2006/main">
            <a:r>
              <a:t>2. (1:00–2:00) 알고리즘·실제 측정값·trade-off는 이번 Task에서 정할 답임을 설명한다.</a:t>
            </a:r>
          </a:p>
          <a:p xmlns:a="http://schemas.openxmlformats.org/drawingml/2006/main">
            <a:r>
              <a:t>3. (2:00–3:00) no-change 문장을 읽고 변경이 정당화되지 않으면 보류도 유효한 판단임을 말한 뒤 후보 선택으로 넘어간다.</a:t>
            </a:r>
          </a:p>
          <a:p xmlns:a="http://schemas.openxmlformats.org/drawingml/2006/main">
            <a:r>
              <a:t/>
            </a:r>
          </a:p>
          <a:p xmlns:a="http://schemas.openxmlformats.org/drawingml/2006/main">
            <a:r>
              <a:t>Evidence / Source: TRIAL-008, `graypipe-performance` Skill, DEC-0017, BEAT-022. OBSERVED_PRODUCT / TEACHING_MODEL. 보존 원문: Establish a reproducible baseline before editing. / A measured result that does not justify a change is a valid no-change conclusion.</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 DEC-0062는 기존 관찰·측정 조건과 효과 미입증 경계를 유지한다.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Skill에 둘 방법과 이번에 정할 답을 두 패널로 대조한다. no-change 지침 원문을 별도로 발췌한다.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방법1, 이번 판단1, no-change/전환1.</a:t>
            </a:r>
          </a:p>
          <a:p xmlns:a="http://schemas.openxmlformats.org/drawingml/2006/main">
            <a:r>
              <a:t/>
            </a:r>
          </a:p>
          <a:p xmlns:a="http://schemas.openxmlformats.org/drawingml/2006/main">
            <a:r>
              <a:t>Fallback: LOCAL STATIC ARTIFACT — production/ACT_3.pptx / S56, production/preview/act3/S56.png 및 production/preview/full/S56.png.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후보는 시간·할당량·동작을 함께 보고 고른다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후보는 시간·할당량·동작을 함께 보고 고른다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“메모리를 적게 쓰는 후보라면 곧바로 선택해도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통계의 후보 선택 단계이며 다음 장의 제품 상태 전후 benchmark와 별도임을 밝힌다.</a:t>
            </a:r>
          </a:p>
          <a:p xmlns:a="http://schemas.openxmlformats.org/drawingml/2006/main">
            <a:r>
              <a:t>2. (1:00–3:00) 같은 결과6항목을 지킨 두 후보의 시간/할당량 trade-off를 정성적으로 비교한다. 수동 순회는 낮은 할당량만으로 선택하지 않았다.</a:t>
            </a:r>
          </a:p>
          <a:p xmlns:a="http://schemas.openxmlformats.org/drawingml/2006/main">
            <a:r>
              <a:t>3. (3:00–4:00) 행 단위 built-in reduction 후보를 선택한 근거를 말하되 알고리즘 구현 설명으로 확장하지 않는다.</a:t>
            </a:r>
          </a:p>
          <a:p xmlns:a="http://schemas.openxmlformats.org/drawingml/2006/main">
            <a:r>
              <a:t>4. (4:00–5:00) 합성 입력·환경 범위와 Skill이 정답을 공급한 것이 아님을 유지한다.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S58의 formal state benchmark와 섞지 않는다. Skill이 algorithm이나 결과를 만들었다고 하지 않는다. DEC-0062는 기존 관찰·측정 조건과 효과 미입증 경계를 유지한다.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후보 두 행의 정성 비교와 같은 결과6항목 확인. 정확한 후보 수치는 추가하지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“후보 선택 기록을 남기고, 실제 제품 상태에 반영한 변경을 별도의 기준에서 확인하겠습니다.”</a:t>
            </a:r>
          </a:p>
          <a:p xmlns:a="http://schemas.openxmlformats.org/drawingml/2006/main">
            <a:r>
              <a:t/>
            </a:r>
          </a:p>
          <a:p xmlns:a="http://schemas.openxmlformats.org/drawingml/2006/main">
            <a:r>
              <a:t>Time Management: Case5분: 단계/범위1, 두 후보2, 선택1,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변경을 같은 조건에서 검증했다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변경을 같은 조건에서 검증했다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코드 변경의 동작과 성능을 어떤 근거로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후보 비교와 정식 STATE-04 기준에서 반영한 제품 변경의 측정을 구분한다.</a:t>
            </a:r>
          </a:p>
          <a:p xmlns:a="http://schemas.openxmlformats.org/drawingml/2006/main">
            <a:r>
              <a:t>2. (1:00–2:30) 기존0축 native chart의 중앙값15.468→10.769ms/call을 동일 입력·상태별7회 측정으로 설명한다.</a:t>
            </a:r>
          </a:p>
          <a:p xmlns:a="http://schemas.openxmlformats.org/drawingml/2006/main">
            <a:r>
              <a:t>3. (2:30–3:30) 별도 tracemalloc 호출의6,675,804→380bytes와 임시 평탄화 리스트 제거를 연결하되 RSS나 전체 메모리 절감으로 확대하지 않는다.</a:t>
            </a:r>
          </a:p>
          <a:p xmlns:a="http://schemas.openxmlformats.org/drawingml/2006/main">
            <a:r>
              <a:t>4. (3:30–5:00) 함수 테스트1/1, 전체11/11, CLI, 입력·결과6항목 확인과 기록된 범위를 설명한다. Harness/Skill 단독 원인이 아니라 코드 변경 결과다.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 DEC-0062는 기존 관찰·측정 조건과 효과 미입증 경계를 유지한다.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native 실행시간 chart와 Python 할당 피크·검증 행을 유지하고 제목/요약을 한국어 판단 중심으로 정렬한다.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측정 단계1, 실행시간1.5, 할당량1, 동작 확인·한계·전환1.5.</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aa102a4d9ec497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43c461fbc254e4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3e79f9a507e4eb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11ed1cea510460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bd3b3adf8404c3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83f662832dc491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2F28936-492A-4C9B-AF4A-46FA47AC134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E02FEEB-7F24-452E-A6D9-C781C4A2D74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F6A841E-F79F-408D-ABAF-B813ADCCCBF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DB2FFCC-B766-49FE-B5FF-D944586DF7E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A910C99-0302-4D06-8830-21E86EC4DE6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E37197E-F926-4F4A-91D3-B43C6903C5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4DAB9AE-7462-4C85-81A0-030AF7BC968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9DCAA3F-37FC-4527-A400-3E1437C0FD2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668EFA9-95BC-48DD-AA81-3FECB4E8B1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86D7B87-1297-4D7B-B3D7-5A4B51BCE1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c89a1068d3a425d" /><Relationship Type="http://schemas.openxmlformats.org/officeDocument/2006/relationships/slideLayout" Target="/ppt/slideLayouts/slideLayout1.xml" Id="Rc52a08ce3d20419a" /><Relationship Type="http://schemas.openxmlformats.org/officeDocument/2006/relationships/slideLayout" Target="/ppt/slideLayouts/slideLayout2.xml" Id="Rf56a1b48bf7a4a2a" /><Relationship Type="http://schemas.openxmlformats.org/officeDocument/2006/relationships/slideLayout" Target="/ppt/slideLayouts/slideLayout3.xml" Id="R727490fad4914004" /><Relationship Type="http://schemas.openxmlformats.org/officeDocument/2006/relationships/slideLayout" Target="/ppt/slideLayouts/slideLayout4.xml" Id="R4660c3ec5729451d" /><Relationship Type="http://schemas.openxmlformats.org/officeDocument/2006/relationships/slideLayout" Target="/ppt/slideLayouts/slideLayout5.xml" Id="R9f581c1b82ce4ef9" /><Relationship Type="http://schemas.openxmlformats.org/officeDocument/2006/relationships/slideLayout" Target="/ppt/slideLayouts/slideLayout6.xml" Id="R8edbc508e92f482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2a08ce3d20419a"/>
    <p:sldLayoutId xmlns:r="http://schemas.openxmlformats.org/officeDocument/2006/relationships" id="2147483650" r:id="Rf56a1b48bf7a4a2a"/>
    <p:sldLayoutId xmlns:r="http://schemas.openxmlformats.org/officeDocument/2006/relationships" id="2147483651" r:id="R727490fad4914004"/>
    <p:sldLayoutId xmlns:r="http://schemas.openxmlformats.org/officeDocument/2006/relationships" id="2147483652" r:id="R4660c3ec5729451d"/>
    <p:sldLayoutId xmlns:r="http://schemas.openxmlformats.org/officeDocument/2006/relationships" id="2147483653" r:id="R9f581c1b82ce4ef9"/>
    <p:sldLayoutId xmlns:r="http://schemas.openxmlformats.org/officeDocument/2006/relationships" id="2147483654" r:id="R8edbc508e92f482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8d8aecc8b0841b2" /><Relationship Type="http://schemas.openxmlformats.org/officeDocument/2006/relationships/image" Target="/ppt/media/image.png" Id="Ra8ac1dca8f18487a" /><Relationship Type="http://schemas.openxmlformats.org/officeDocument/2006/relationships/notesSlide" Target="/ppt/notesSlides/notesSlide1.xml" Id="R01f0b805554f45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73b0d516a684a5a" /><Relationship Type="http://schemas.openxmlformats.org/officeDocument/2006/relationships/notesSlide" Target="/ppt/notesSlides/notesSlide2.xml" Id="R05f2f617369e4d2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7c46257b0594dfc" /><Relationship Type="http://schemas.openxmlformats.org/officeDocument/2006/relationships/notesSlide" Target="/ppt/notesSlides/notesSlide3.xml" Id="Rc0974bcbcd024d5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1f5bc878fd04826" /><Relationship Type="http://schemas.openxmlformats.org/officeDocument/2006/relationships/image" Target="/ppt/media/image2.png" Id="R89f26a9df92549c3" /><Relationship Type="http://schemas.openxmlformats.org/officeDocument/2006/relationships/notesSlide" Target="/ppt/notesSlides/notesSlide4.xml" Id="R11dc1147733346e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6c98bbc1f14ebf" /><Relationship Type="http://schemas.openxmlformats.org/officeDocument/2006/relationships/notesSlide" Target="/ppt/notesSlides/notesSlide5.xml" Id="R51f50c4026fb419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c53b868a2a64131" /><Relationship Type="http://schemas.openxmlformats.org/officeDocument/2006/relationships/notesSlide" Target="/ppt/notesSlides/notesSlide6.xml" Id="Rabd835f963604a5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30c029a3dc74f6e" /><Relationship Type="http://schemas.openxmlformats.org/officeDocument/2006/relationships/image" Target="/ppt/media/image3.png" Id="R8b1e0c392cd4457f" /><Relationship Type="http://schemas.openxmlformats.org/officeDocument/2006/relationships/notesSlide" Target="/ppt/notesSlides/notesSlide7.xml" Id="R4d6b09e79a0043f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fad8faae85f41a2" /><Relationship Type="http://schemas.openxmlformats.org/officeDocument/2006/relationships/notesSlide" Target="/ppt/notesSlides/notesSlide8.xml" Id="R6af4f0d69e7c4ae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e602e5c3b7949dc" /><Relationship Type="http://schemas.openxmlformats.org/officeDocument/2006/relationships/image" Target="/ppt/media/image4.png" Id="R8a7d582722114492" /><Relationship Type="http://schemas.openxmlformats.org/officeDocument/2006/relationships/image" Target="/ppt/media/image5.png" Id="Rbb126acc6d264a40" /><Relationship Type="http://schemas.openxmlformats.org/officeDocument/2006/relationships/image" Target="/ppt/media/image6.png" Id="R604c22c8964145e3" /><Relationship Type="http://schemas.openxmlformats.org/officeDocument/2006/relationships/notesSlide" Target="/ppt/notesSlides/notesSlide9.xml" Id="R410fadbd87824eb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ed7f97116ca4279" /><Relationship Type="http://schemas.openxmlformats.org/officeDocument/2006/relationships/notesSlide" Target="/ppt/notesSlides/notesSlide10.xml" Id="Rf17a93266cd346d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b0959bd06b34a3d" /><Relationship Type="http://schemas.openxmlformats.org/officeDocument/2006/relationships/image" Target="/ppt/media/image7.png" Id="R3a67f1da724e44de" /><Relationship Type="http://schemas.openxmlformats.org/officeDocument/2006/relationships/image" Target="/ppt/media/image8.png" Id="R03303e34f7a04b50" /><Relationship Type="http://schemas.openxmlformats.org/officeDocument/2006/relationships/image" Target="/ppt/media/image9.png" Id="R7abd1232f5104679" /><Relationship Type="http://schemas.openxmlformats.org/officeDocument/2006/relationships/notesSlide" Target="/ppt/notesSlides/notesSlide11.xml" Id="R45ae1b23e7ec4b4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36c6ff8ad384c44" /><Relationship Type="http://schemas.openxmlformats.org/officeDocument/2006/relationships/image" Target="/ppt/media/image10.png" Id="R8e34f63bf25742a6" /><Relationship Type="http://schemas.openxmlformats.org/officeDocument/2006/relationships/notesSlide" Target="/ppt/notesSlides/notesSlide12.xml" Id="R988dc712ba0b4e4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3148497ebe440cf" /><Relationship Type="http://schemas.openxmlformats.org/officeDocument/2006/relationships/image" Target="/ppt/media/image11.png" Id="R254b984b6160466c" /><Relationship Type="http://schemas.openxmlformats.org/officeDocument/2006/relationships/notesSlide" Target="/ppt/notesSlides/notesSlide13.xml" Id="R3f74f29873804af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50d23a110444e7a" /><Relationship Type="http://schemas.openxmlformats.org/officeDocument/2006/relationships/notesSlide" Target="/ppt/notesSlides/notesSlide14.xml" Id="R3c4cf494b6374c5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0a0f0bd6fd94d42" /><Relationship Type="http://schemas.openxmlformats.org/officeDocument/2006/relationships/notesSlide" Target="/ppt/notesSlides/notesSlide15.xml" Id="Rb204e1f91c1540d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fdfcc257a6d473e" /><Relationship Type="http://schemas.openxmlformats.org/officeDocument/2006/relationships/notesSlide" Target="/ppt/notesSlides/notesSlide16.xml" Id="R464720fb64324c0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1885372fc7244e9" /><Relationship Type="http://schemas.openxmlformats.org/officeDocument/2006/relationships/notesSlide" Target="/ppt/notesSlides/notesSlide17.xml" Id="R11ffd912227c4d3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64a8ffb421a4f42" /><Relationship Type="http://schemas.openxmlformats.org/officeDocument/2006/relationships/notesSlide" Target="/ppt/notesSlides/notesSlide18.xml" Id="R53a66e04fecd4cd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a02e43817794846" /><Relationship Type="http://schemas.openxmlformats.org/officeDocument/2006/relationships/notesSlide" Target="/ppt/notesSlides/notesSlide19.xml" Id="R46bdce3e291d44b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7b3d07a0f52440f" /><Relationship Type="http://schemas.openxmlformats.org/officeDocument/2006/relationships/notesSlide" Target="/ppt/notesSlides/notesSlide20.xml" Id="R17c622d7c647472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791746c9224421f" /><Relationship Type="http://schemas.openxmlformats.org/officeDocument/2006/relationships/notesSlide" Target="/ppt/notesSlides/notesSlide21.xml" Id="R9c1e09dee7f64d3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a1081480a3d4fb7" /><Relationship Type="http://schemas.openxmlformats.org/officeDocument/2006/relationships/notesSlide" Target="/ppt/notesSlides/notesSlide22.xml" Id="R237c75f6f6fe4f4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2b6cc38460f451b" /><Relationship Type="http://schemas.openxmlformats.org/officeDocument/2006/relationships/notesSlide" Target="/ppt/notesSlides/notesSlide23.xml" Id="R2a786a01f728473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48528c803bb4858" /><Relationship Type="http://schemas.openxmlformats.org/officeDocument/2006/relationships/notesSlide" Target="/ppt/notesSlides/notesSlide24.xml" Id="Re2872484c2d0488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e76b148e1c7432e" /><Relationship Type="http://schemas.openxmlformats.org/officeDocument/2006/relationships/notesSlide" Target="/ppt/notesSlides/notesSlide25.xml" Id="Ra2243178ddc1452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73247dded734ab0" /><Relationship Type="http://schemas.openxmlformats.org/officeDocument/2006/relationships/notesSlide" Target="/ppt/notesSlides/notesSlide26.xml" Id="Rde8acef59ee643a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023b973f9e044fa" /><Relationship Type="http://schemas.openxmlformats.org/officeDocument/2006/relationships/notesSlide" Target="/ppt/notesSlides/notesSlide27.xml" Id="Rcb7190ae41d64f3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3362292c9114099" /><Relationship Type="http://schemas.openxmlformats.org/officeDocument/2006/relationships/notesSlide" Target="/ppt/notesSlides/notesSlide28.xml" Id="R70dd0ddcaf41439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e42d22862634cd9" /><Relationship Type="http://schemas.openxmlformats.org/officeDocument/2006/relationships/notesSlide" Target="/ppt/notesSlides/notesSlide29.xml" Id="R68ec949247d0428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d616d4433ff4711" /><Relationship Type="http://schemas.openxmlformats.org/officeDocument/2006/relationships/notesSlide" Target="/ppt/notesSlides/notesSlide30.xml" Id="R39ac8e8db30640e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ff2674da2d84009" /><Relationship Type="http://schemas.openxmlformats.org/officeDocument/2006/relationships/notesSlide" Target="/ppt/notesSlides/notesSlide31.xml" Id="Rc4416df53a324e7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9241250e67a4ad6" /><Relationship Type="http://schemas.openxmlformats.org/officeDocument/2006/relationships/notesSlide" Target="/ppt/notesSlides/notesSlide32.xml" Id="Rf6c1cf2608254f9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1b1f1a42b6a4274" /><Relationship Type="http://schemas.openxmlformats.org/officeDocument/2006/relationships/notesSlide" Target="/ppt/notesSlides/notesSlide33.xml" Id="R082dc4a9d12f468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85e7ac099ad4a0b" /><Relationship Type="http://schemas.openxmlformats.org/officeDocument/2006/relationships/notesSlide" Target="/ppt/notesSlides/notesSlide34.xml" Id="R08628e58053440b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364282baa7864394" /><Relationship Type="http://schemas.openxmlformats.org/officeDocument/2006/relationships/image" Target="/ppt/media/image12.png" Id="R29c04f8b11914786" /><Relationship Type="http://schemas.openxmlformats.org/officeDocument/2006/relationships/image" Target="/ppt/media/image13.png" Id="Rb36663048e6940c6" /><Relationship Type="http://schemas.openxmlformats.org/officeDocument/2006/relationships/notesSlide" Target="/ppt/notesSlides/notesSlide35.xml" Id="Rc39a53acd52040e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9468d66781aa4d4a" /><Relationship Type="http://schemas.openxmlformats.org/officeDocument/2006/relationships/image" Target="/ppt/media/image14.png" Id="R1152a67cffcd4e96" /><Relationship Type="http://schemas.openxmlformats.org/officeDocument/2006/relationships/notesSlide" Target="/ppt/notesSlides/notesSlide36.xml" Id="R6b2e0f6822aa427e"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c950745995cf4065" /><Relationship Type="http://schemas.openxmlformats.org/officeDocument/2006/relationships/notesSlide" Target="/ppt/notesSlides/notesSlide37.xml" Id="R9974c4a8299d406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135e4ab643814780" /><Relationship Type="http://schemas.openxmlformats.org/officeDocument/2006/relationships/notesSlide" Target="/ppt/notesSlides/notesSlide38.xml" Id="Raa9f517884464a8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00e080df6e074c0e" /><Relationship Type="http://schemas.openxmlformats.org/officeDocument/2006/relationships/notesSlide" Target="/ppt/notesSlides/notesSlide39.xml" Id="R8e6b59016bd6408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762e9a060e8f41e0" /><Relationship Type="http://schemas.openxmlformats.org/officeDocument/2006/relationships/notesSlide" Target="/ppt/notesSlides/notesSlide40.xml" Id="R76fa46fdd8d840f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7a1f7dc4d86946d1" /><Relationship Type="http://schemas.openxmlformats.org/officeDocument/2006/relationships/notesSlide" Target="/ppt/notesSlides/notesSlide41.xml" Id="R08d796bf9d2146c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d1b41f87f2f49dd" /><Relationship Type="http://schemas.openxmlformats.org/officeDocument/2006/relationships/notesSlide" Target="/ppt/notesSlides/notesSlide42.xml" Id="R7ef881320ea8420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9477c77d84ab469c" /><Relationship Type="http://schemas.openxmlformats.org/officeDocument/2006/relationships/notesSlide" Target="/ppt/notesSlides/notesSlide43.xml" Id="R8eb502c8a9ce48a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9306a1ac2ed14aff" /><Relationship Type="http://schemas.openxmlformats.org/officeDocument/2006/relationships/notesSlide" Target="/ppt/notesSlides/notesSlide44.xml" Id="Rb6fd565568834ab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4adc54f6d88d4d8c" /><Relationship Type="http://schemas.openxmlformats.org/officeDocument/2006/relationships/notesSlide" Target="/ppt/notesSlides/notesSlide45.xml" Id="Rf8fa1fa51cd24e1f"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1545e6b468af41b9" /><Relationship Type="http://schemas.openxmlformats.org/officeDocument/2006/relationships/notesSlide" Target="/ppt/notesSlides/notesSlide46.xml" Id="Ra08b5150bc5a4a5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8d0be06bd9b4c45" /><Relationship Type="http://schemas.openxmlformats.org/officeDocument/2006/relationships/notesSlide" Target="/ppt/notesSlides/notesSlide47.xml" Id="Rcb7327ebfbaa44b9"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78aed1a7ff1b43cf" /><Relationship Type="http://schemas.openxmlformats.org/officeDocument/2006/relationships/notesSlide" Target="/ppt/notesSlides/notesSlide48.xml" Id="R791c02a5c1fd4a7f"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7a7a483574064b01" /><Relationship Type="http://schemas.openxmlformats.org/officeDocument/2006/relationships/notesSlide" Target="/ppt/notesSlides/notesSlide49.xml" Id="R234b0c572875467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f4e0eab1bb034196" /><Relationship Type="http://schemas.openxmlformats.org/officeDocument/2006/relationships/image" Target="/ppt/media/image15.png" Id="Rb23d0fc1ab4a4bea" /><Relationship Type="http://schemas.openxmlformats.org/officeDocument/2006/relationships/image" Target="/ppt/media/image16.png" Id="R96b786e5af704d6c" /><Relationship Type="http://schemas.openxmlformats.org/officeDocument/2006/relationships/notesSlide" Target="/ppt/notesSlides/notesSlide50.xml" Id="R6fb5577dad5b4234"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d6fb7339f6be4fd0" /><Relationship Type="http://schemas.openxmlformats.org/officeDocument/2006/relationships/notesSlide" Target="/ppt/notesSlides/notesSlide51.xml" Id="R94a86d7e55bf45f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38e4dc161f684502" /><Relationship Type="http://schemas.openxmlformats.org/officeDocument/2006/relationships/notesSlide" Target="/ppt/notesSlides/notesSlide52.xml" Id="R23bf4c0fc53c4d7a"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b08d50e3faa9401f" /><Relationship Type="http://schemas.openxmlformats.org/officeDocument/2006/relationships/notesSlide" Target="/ppt/notesSlides/notesSlide53.xml" Id="R2423a337eb804cfa"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d7d8a849925a478f" /><Relationship Type="http://schemas.openxmlformats.org/officeDocument/2006/relationships/notesSlide" Target="/ppt/notesSlides/notesSlide54.xml" Id="Rd391f29cc9ea43c2"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59c22f0925f540a7" /><Relationship Type="http://schemas.openxmlformats.org/officeDocument/2006/relationships/notesSlide" Target="/ppt/notesSlides/notesSlide55.xml" Id="Rfbe040ad74cd43e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d7978b38424949f8" /><Relationship Type="http://schemas.openxmlformats.org/officeDocument/2006/relationships/notesSlide" Target="/ppt/notesSlides/notesSlide56.xml" Id="Rb5faa89b591c4a6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13526364d1254dc9" /><Relationship Type="http://schemas.openxmlformats.org/officeDocument/2006/relationships/notesSlide" Target="/ppt/notesSlides/notesSlide57.xml" Id="R87a939a070da4e1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592d4fd70df047d9" /><Relationship Type="http://schemas.openxmlformats.org/officeDocument/2006/relationships/chart" Target="/ppt/slides/charts/chart1.xml" Id="R35fb87d6aa0f460b" /><Relationship Type="http://schemas.openxmlformats.org/officeDocument/2006/relationships/notesSlide" Target="/ppt/notesSlides/notesSlide58.xml" Id="Re44aa8a4261a403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4879168ddad742d6" /><Relationship Type="http://schemas.openxmlformats.org/officeDocument/2006/relationships/notesSlide" Target="/ppt/notesSlides/notesSlide59.xml" Id="R3cab10757d8a469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b7fe157e82264e7b" /><Relationship Type="http://schemas.openxmlformats.org/officeDocument/2006/relationships/notesSlide" Target="/ppt/notesSlides/notesSlide60.xml" Id="R61cd11122a6d479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e94e821bc86d4fde" /><Relationship Type="http://schemas.openxmlformats.org/officeDocument/2006/relationships/notesSlide" Target="/ppt/notesSlides/notesSlide61.xml" Id="R12b8b7416b8c411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1d57656fdfce4ebd" /><Relationship Type="http://schemas.openxmlformats.org/officeDocument/2006/relationships/notesSlide" Target="/ppt/notesSlides/notesSlide62.xml" Id="Rb427ffb339a14a9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3955f47be97a4927" /><Relationship Type="http://schemas.openxmlformats.org/officeDocument/2006/relationships/notesSlide" Target="/ppt/notesSlides/notesSlide63.xml" Id="R0d9ea36a7cc04c9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30e9b76133004435" /><Relationship Type="http://schemas.openxmlformats.org/officeDocument/2006/relationships/notesSlide" Target="/ppt/notesSlides/notesSlide64.xml" Id="Ra664e6c24926450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b142b159fd2f4818" /><Relationship Type="http://schemas.openxmlformats.org/officeDocument/2006/relationships/notesSlide" Target="/ppt/notesSlides/notesSlide65.xml" Id="R044c56dc1f28465a"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bff2c8441dc24286" /><Relationship Type="http://schemas.openxmlformats.org/officeDocument/2006/relationships/image" Target="/ppt/media/image17.png" Id="Re9a8606f4ebf4645" /><Relationship Type="http://schemas.openxmlformats.org/officeDocument/2006/relationships/notesSlide" Target="/ppt/notesSlides/notesSlide66.xml" Id="Rc803ca36b06f4694"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f0166a65fba2476b" /><Relationship Type="http://schemas.openxmlformats.org/officeDocument/2006/relationships/notesSlide" Target="/ppt/notesSlides/notesSlide67.xml" Id="R870684f06eb541c7"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d059828ea32249a6" /><Relationship Type="http://schemas.openxmlformats.org/officeDocument/2006/relationships/notesSlide" Target="/ppt/notesSlides/notesSlide68.xml" Id="Rdc1d1cd0bac2450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4d1907ebd8db461d" /><Relationship Type="http://schemas.openxmlformats.org/officeDocument/2006/relationships/notesSlide" Target="/ppt/notesSlides/notesSlide69.xml" Id="R1712a24d315e4400"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aa1c0ebac5334500" /><Relationship Type="http://schemas.openxmlformats.org/officeDocument/2006/relationships/notesSlide" Target="/ppt/notesSlides/notesSlide70.xml" Id="R6ecca73773964dce"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f90cf5ca03a146a8" /><Relationship Type="http://schemas.openxmlformats.org/officeDocument/2006/relationships/notesSlide" Target="/ppt/notesSlides/notesSlide71.xml" Id="Ra936187280b24935"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16ca330f467e4c98" /><Relationship Type="http://schemas.openxmlformats.org/officeDocument/2006/relationships/notesSlide" Target="/ppt/notesSlides/notesSlide72.xml" Id="R13590b9582ac462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3fa092982fea4da8" /><Relationship Type="http://schemas.openxmlformats.org/officeDocument/2006/relationships/notesSlide" Target="/ppt/notesSlides/notesSlide73.xml" Id="Rf45699350d754c16"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8606a65151a04108" /><Relationship Type="http://schemas.openxmlformats.org/officeDocument/2006/relationships/notesSlide" Target="/ppt/notesSlides/notesSlide74.xml" Id="R8bc75c53a7e645bd"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db790d8ad1594340" /><Relationship Type="http://schemas.openxmlformats.org/officeDocument/2006/relationships/notesSlide" Target="/ppt/notesSlides/notesSlide75.xml" Id="R03ca252c7c30484c"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535d968b861345b8" /><Relationship Type="http://schemas.openxmlformats.org/officeDocument/2006/relationships/notesSlide" Target="/ppt/notesSlides/notesSlide76.xml" Id="R31029577cbbc4ab8"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bdb4933be37c46ac" /><Relationship Type="http://schemas.openxmlformats.org/officeDocument/2006/relationships/notesSlide" Target="/ppt/notesSlides/notesSlide77.xml" Id="R3f293132b283431f"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b21d9f0571824a4f" /><Relationship Type="http://schemas.openxmlformats.org/officeDocument/2006/relationships/notesSlide" Target="/ppt/notesSlides/notesSlide78.xml" Id="R9ec26b063d4c4d76"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508f23e8cc034a38" /><Relationship Type="http://schemas.openxmlformats.org/officeDocument/2006/relationships/notesSlide" Target="/ppt/notesSlides/notesSlide79.xml" Id="Rd0c2323eee6f4fca"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efa638df344f483f" /><Relationship Type="http://schemas.openxmlformats.org/officeDocument/2006/relationships/notesSlide" Target="/ppt/notesSlides/notesSlide80.xml" Id="Rd56c72b5237545e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dbeeb99d47ea4b6f" /><Relationship Type="http://schemas.openxmlformats.org/officeDocument/2006/relationships/notesSlide" Target="/ppt/notesSlides/notesSlide81.xml" Id="R20ee05e7bf994a4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8a4c43ba7aa645ab" /><Relationship Type="http://schemas.openxmlformats.org/officeDocument/2006/relationships/notesSlide" Target="/ppt/notesSlides/notesSlide82.xml" Id="R644f521963324fd6"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60c6c92a0d7a4288" /><Relationship Type="http://schemas.openxmlformats.org/officeDocument/2006/relationships/notesSlide" Target="/ppt/notesSlides/notesSlide83.xml" Id="Raa1c73425f334c5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39b5ca781a614a0a" /><Relationship Type="http://schemas.openxmlformats.org/officeDocument/2006/relationships/notesSlide" Target="/ppt/notesSlides/notesSlide84.xml" Id="R82f789c75f3d499d"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578f2e08d18047c3" /><Relationship Type="http://schemas.openxmlformats.org/officeDocument/2006/relationships/image" Target="/ppt/media/image18.png" Id="Rb6d8b32f0c994d16" /><Relationship Type="http://schemas.openxmlformats.org/officeDocument/2006/relationships/notesSlide" Target="/ppt/notesSlides/notesSlide85.xml" Id="Ra0fd3a0d520f4d49"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35f818d4fcbd4226" /><Relationship Type="http://schemas.openxmlformats.org/officeDocument/2006/relationships/notesSlide" Target="/ppt/notesSlides/notesSlide86.xml" Id="Rf324ec98ea364bc6"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27a4f5c2050e4dba" /><Relationship Type="http://schemas.openxmlformats.org/officeDocument/2006/relationships/image" Target="/ppt/media/image19.png" Id="Raa87657cd1a94b12" /><Relationship Type="http://schemas.openxmlformats.org/officeDocument/2006/relationships/image" Target="/ppt/media/image20.png" Id="R6e1b7aaf8829465e" /><Relationship Type="http://schemas.openxmlformats.org/officeDocument/2006/relationships/image" Target="/ppt/media/image21.png" Id="R3a716c51bd99492a" /><Relationship Type="http://schemas.openxmlformats.org/officeDocument/2006/relationships/notesSlide" Target="/ppt/notesSlides/notesSlide87.xml" Id="Rf30c6fcbd3d24c7c"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165e252776d24572" /><Relationship Type="http://schemas.openxmlformats.org/officeDocument/2006/relationships/notesSlide" Target="/ppt/notesSlides/notesSlide88.xml" Id="Rc95ffb9fac6443d3"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6bbf4153049e4883" /><Relationship Type="http://schemas.openxmlformats.org/officeDocument/2006/relationships/notesSlide" Target="/ppt/notesSlides/notesSlide89.xml" Id="Ree7d7b682d1545cc"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6590b3f2e87e4809" /><Relationship Type="http://schemas.openxmlformats.org/officeDocument/2006/relationships/notesSlide" Target="/ppt/notesSlides/notesSlide90.xml" Id="R153b67572e1746aa"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3dc731f4c01841d5" /><Relationship Type="http://schemas.openxmlformats.org/officeDocument/2006/relationships/notesSlide" Target="/ppt/notesSlides/notesSlide91.xml" Id="Ra727cc6907154ae7"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8f2e440838a44ea0" /><Relationship Type="http://schemas.openxmlformats.org/officeDocument/2006/relationships/notesSlide" Target="/ppt/notesSlides/notesSlide92.xml" Id="R3ab59827cbc24e57"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b6674617ff7f40ec" /><Relationship Type="http://schemas.openxmlformats.org/officeDocument/2006/relationships/notesSlide" Target="/ppt/notesSlides/notesSlide93.xml" Id="Rb6f88f769cbd4f3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E33F34C5-AF72-45CE-8DF2-A3EB2D807B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B8989579-71A9-43D5-811E-68D4DA67B2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23DA84D8-A024-4D98-BCCA-1F92B9AB7F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AEBE5EAD-022D-472A-96CC-390988EC09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88F8BD67-815E-42AA-9201-99D9609BC9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CA12A0C5-F2EB-479A-8758-9BE39BDFDD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9B0FB7F8-5FA3-42B0-8F58-D7BE862CF841}"/>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B53CA3F6-3679-485A-A274-5F92DD933097}"/>
              </a:ext>
            </a:extLst>
          </p:cNvPr>
          <p:cNvPicPr>
            <a:picLocks xmlns:a="http://schemas.openxmlformats.org/drawingml/2006/main" noChangeAspect="1"/>
          </p:cNvPicPr>
          <p:nvPr/>
        </p:nvPicPr>
        <p:blipFill>
          <a:blip xmlns:r="http://schemas.openxmlformats.org/officeDocument/2006/relationships" xmlns:a="http://schemas.openxmlformats.org/drawingml/2006/main" r:embed="Ra8ac1dca8f18487a"/>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DEAA7FB2-2BD0-4960-B46F-9383D0D24BDC}"/>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4A1B436A-7747-49D1-B42B-1A0AC47E1D4A}"/>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47E24278-AC33-43E5-A46C-CFCB28948194}"/>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E67FA7C1-3F5F-4925-94BA-2B934F087B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207267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4C820015-3670-470F-806E-D76D7DC7F1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D550FB59-F99B-417E-A8A7-229FD2BA7D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20B4D0E2-AF95-4494-837A-5778A9A3E3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36AFCFB4-49B6-445E-A78C-11AD154679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200694FD-530D-42FC-9A62-A9FA9B32CE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160D11B6-5162-4D49-A449-959BD2D72D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21B8DD55-6E37-4615-BFE6-24223E1267B5}"/>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AB7C827A-4CE4-4970-889E-1C5013B5EA5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B0239E12-A22D-4A37-A55F-10AFB5D7DE87}"/>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6918ED58-915D-4DB4-BF9D-BD0CF8B0121F}"/>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E1E2745-56ED-4863-A577-B368018FFF34}"/>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D32A40FF-0CA2-460B-B26C-43FC73556C9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0D8C86F2-70B7-44F4-AB42-7E165720D59D}"/>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E1DBE583-DFC9-498B-9149-6C0BC0E7D109}"/>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19D5244-9E95-4A52-A686-C921219F648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8C6008EF-CE4C-46CE-BB97-DD5FCD39A0ED}"/>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3A0D8400-3007-4CD3-8B82-A2056ED2733C}"/>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1A5775AA-4F9F-44ED-B4D1-F40CCD43A614}"/>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F9C0AB85-2B4F-48BD-BA40-EB955AD66F2D}"/>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A9313238-F254-48C6-946F-0DFA1E92371A}"/>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E0AB8C2D-ED54-446C-A04B-062113A4CDA3}"/>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B79F8F8B-5AC7-4F82-86A7-CD51559FA15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BDB5DE65-8B6A-48B6-9443-904331A6923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140D66C9-F3DC-4495-9DC6-CD7204983D0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CFEC0BD-780B-4248-92F4-1F57394C0574}"/>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98E1E6B7-1B90-4E6F-BEEC-B161E015F1C7}"/>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CE3A1346-5A2B-49F2-93E3-4E2A1E2CCE24}"/>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1653D0A0-FDD5-4B4D-B29B-6163C3C6C96E}"/>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5746BFA3-1B6C-4B91-9182-FC02A7FAA25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EF3BE2E0-2A30-4795-987A-589E0F933CCA}"/>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C1B41811-481E-4084-BBB7-B40954A01E9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C33ABD12-61DE-4002-9A41-9E1742DE29DA}"/>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CFEBFBA5-3500-410B-A6B6-6A3EEB403B33}"/>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AB0A7CB7-BE86-4D05-B183-62DE6C60A073}"/>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69815C3A-7356-4A91-BF6B-52BACD1FC548}"/>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108FECD-8D01-409F-9939-53DEEB31BB70}"/>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BE54E026-EBC3-4313-9335-2A3C38A36E28}"/>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7E9D837E-19ED-4F52-81B7-7C23EDEDE0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1359883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4299EE3-982F-4278-90E9-4F1A666539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E9F72819-06DD-44AE-A4DB-E645710353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7D7324A0-8A43-4F89-BEF9-5DDD09571B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651EAD3F-4D2D-470A-A0A3-0CD62F852E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92CE5EBF-333C-49F6-A970-05896332A9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5B16EECA-E870-41DA-938E-74B9B346AF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601D20B1-7447-41EE-8D05-ED8F0B71055A}"/>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BCF1A903-54C6-4E2A-A03D-870C5E95838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40203E17-9F4E-4EDE-9FFB-6993A3385943}"/>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C8041610-270B-48EA-B92E-65D34FF629F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57F87F5E-1657-4653-89BA-5F17C54126C5}"/>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075978CB-46DD-4359-A852-B82D2FE55EC7}"/>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98B15473-0494-40B1-995F-4F315FD339A7}"/>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A16FE428-FF5E-4DB2-BF0F-FBB68EE171E1}"/>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BE0A1048-4E8E-4D10-AA73-35AC4B33374B}"/>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73D6F49E-DBF3-4B78-B82A-440BC18988EE}"/>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A53C983D-4D38-48DB-9530-951836FC1A25}"/>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E691D1BA-9B62-4186-8E62-F6529E834318}"/>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689F4AA5-D24D-417B-AE1E-2A20B8771197}"/>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0142440F-613A-4732-A175-E750256221C0}"/>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1C168537-1C06-4AC8-A619-1128A854C119}"/>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E5BCFF7C-E914-46AD-9048-37DEEBAE89F5}"/>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766B8A05-0273-4311-B83F-68B692C6C12E}"/>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C42AF49A-D865-4060-A1E5-FCE7C453AC5E}"/>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B4D62888-DD23-4E05-85BF-E257F5026FB0}"/>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724A8E6-AB32-4556-B27A-913688005112}"/>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8B5F9D3E-5355-40A5-B500-31F8693E59CD}"/>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37F07D39-1F36-40A0-B380-9A8690FDCB3A}"/>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0857169D-0616-4262-BAC1-3B76DB1CBF33}"/>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3B0D8707-0930-44E8-8047-8CA5DBD3E5B5}"/>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91E1948-1691-4F1B-B010-83C21B84AD5D}"/>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7E84335D-7847-4ED8-B1C5-12EAA670249D}"/>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C334A09-E68E-4481-96B6-DE8CB59D57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86885208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583846AF-5C83-440E-9CFC-4A98981240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65EAE04B-9189-4F71-A2BC-E571DF4B3E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B5E95883-3985-4692-AEA4-E9DC3C29B9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970722F-DAEC-42EA-BAEF-2472E77060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EC90F4AE-0DAC-4F31-8135-255BBC2099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B01E74FB-87E8-45E0-8411-997E9EAA38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CFB29061-7145-4569-A0C1-AC883F3E44AD}"/>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C4BD4006-6475-43F2-947F-DFBD34CD4D06}"/>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6734E73B-22FE-494F-B80A-494FE7AA96FD}"/>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B3FAE6D6-4429-427B-99C1-9AB0578E6DC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F008C99D-8DD7-41D9-B5D0-AC03CD1A5303}"/>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350D2CF0-27D9-42CE-AE24-05442BFD3A23}"/>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FAAB8589-9116-4BE0-9D91-D682C58BDE40}"/>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CD2D5040-4E7E-4964-8953-5AADA3E5DE38}"/>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8A4116D7-ED0F-41EF-8599-97A470283FA3}"/>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12BC56B-B788-4369-89CB-B5039C1FBEE5}"/>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99261F9C-84EA-4234-AD85-AF890AC651A3}"/>
              </a:ext>
            </a:extLst>
          </p:cNvPr>
          <p:cNvPicPr>
            <a:picLocks xmlns:a="http://schemas.openxmlformats.org/drawingml/2006/main" noChangeAspect="1"/>
          </p:cNvPicPr>
          <p:nvPr/>
        </p:nvPicPr>
        <p:blipFill>
          <a:blip xmlns:r="http://schemas.openxmlformats.org/officeDocument/2006/relationships" xmlns:a="http://schemas.openxmlformats.org/drawingml/2006/main" r:embed="R89f26a9df92549c3"/>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A22AA54F-7140-4CF0-9167-AEE4B0E43B2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BFF3481F-2B24-4F91-8658-08D879585C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533470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89AB364F-EBF6-4841-B0C2-D5877697CF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CA9B33BE-1E54-479D-B2E3-E6748DCFBA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C0CC1E05-B262-4DA9-B679-FBB016DA13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CB608581-AE90-435B-8306-9575C96712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F7B54A23-103E-4BD6-B5B8-FA2C2D67F3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12037BAB-72DF-47B9-8C5B-47D38AAFA8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4588369C-2980-4FCE-ABB0-3EC3E2397D3B}"/>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A3FEA870-19D3-4801-841E-6849AD05852B}"/>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D8BACF5C-244D-48F5-8E20-3C0A795A891E}"/>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DB7621CF-51A2-44A2-894D-92F45044BEFB}"/>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69B1CB4D-0A9D-46BA-8689-76C365112654}"/>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D78FE6D2-4960-4CD1-BB8C-F3C7A8EE91D1}"/>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6421D8E7-BADB-49E5-A926-73609E6D508D}"/>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8AA066F7-929F-40CB-9B94-0B90CD03D24C}"/>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CB31474F-6D03-45B1-B30E-0777CC91CB19}"/>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E74DE2A6-EB35-4BF8-A854-0110952FCB9D}"/>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6D25DCC9-D38A-495E-A771-560CCC8FE3E7}"/>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6F75C48A-0F38-436A-B2AA-1B04762F1AFE}"/>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192544A3-0320-45EA-8C44-5B9E4AFA34AD}"/>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45EEF8A0-0401-494B-AA4D-9ABC502D68B4}"/>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0D3DA561-DAC3-46CE-BA74-EA8B5189D89C}"/>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7978FDF6-FE73-4DDF-866A-4A23C23FE850}"/>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5D295766-AC05-4991-9420-1CEEC32EFD69}"/>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E67CB445-72CC-4FE0-9031-EB272167613A}"/>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79DA19A3-AF5B-441B-BED2-31835A26160C}"/>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7B36A085-A7CC-43C6-9205-86B86D30C0BF}"/>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C696E2E7-2B9B-4B0B-A38D-859AE4F7F151}"/>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7806A8FD-6933-485B-AF4E-46AB7F2CFC96}"/>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A1C97447-5B37-4EF7-AAF3-E47DED5A61B6}"/>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B2C11E97-6D5C-4E91-A57B-07C956DCC0B0}"/>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14138E9B-6F88-4B77-A8D6-71CD125D9AD9}"/>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905B50C3-6784-4E67-8903-40E0726B3FFC}"/>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5B3001D1-9E87-451F-898F-A799E4078BD7}"/>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D924D420-5DED-43A9-973A-9567AD574203}"/>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BF5C3451-F1EF-4643-8DBF-32EC0AFDDED3}"/>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BCDE56CD-F496-4F6F-B9AB-B8E11A48D127}"/>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9277FB35-0DA2-447E-B76E-B9EB8790B47A}"/>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12E31B8A-3EA7-4880-A17D-2623BEEB9C1E}"/>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3701C17A-30FE-4EA6-9739-7B9A349EFCF7}"/>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3D68362C-862E-4203-9B96-ED7D16C5C623}"/>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D5D18957-01CB-436D-8FE5-E4B74BE032F4}"/>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B75437E7-075F-4E1D-8B48-F9ADA585AC85}"/>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56CED175-98F2-4BBF-B92E-0455DCF05578}"/>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634CD32E-21C8-4111-9893-4D60FA65000C}"/>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EFDDBF06-304B-444B-A27F-B5285F12D2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34028265"/>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089BB2A8-C28A-4D40-8682-14DF19662D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2897858D-8887-45C4-A7B3-7335A5AF9F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4AA40A3F-3318-40F8-AFA6-FCEB0E367F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48480FAE-F245-4BD8-945F-225E2B97AF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0C54C0F2-91F1-4174-95AE-D7F5165006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CF9C5D27-7CCB-4B34-A228-816B4B0F03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F61E6659-A640-48E8-B805-CA35F1AD8051}"/>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FEF60C32-06BC-4A1C-A963-01EBA8D9A6C1}"/>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4438B102-152B-42D5-A839-A56562C68278}"/>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D435855E-35AE-4B9A-8054-A5A7929E49C6}"/>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DD41C456-7DB2-40B7-B980-F8CCE7E8769B}"/>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7390983D-C641-49AD-95B5-FB9F3D4E5EEC}"/>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E7739365-0E71-4E51-93B4-FB33CBC68FB9}"/>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5AEA5FDD-5BD9-41BD-A302-A6813A5EA3C6}"/>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7F3DC35F-1F98-4C3D-A219-F406A472B532}"/>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62FFC1B0-4E98-402A-9F3C-1D0B25F7AB68}"/>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0056A5DA-DEE5-45B5-A6B8-EF8EB9CA595C}"/>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7545D22D-9592-4326-97E3-FF89B8861868}"/>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8E5EF95A-2A0A-403C-912E-C7B66B2DCF3B}"/>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0DBC9994-AE56-4802-AB8A-98D2D1C263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2158166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5A84D538-46FF-4CD9-8EDC-AABF56FF5F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D546C4AC-FA2E-4D0C-B48C-FFE5ECDB11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26030D17-BE2A-4621-99A8-6A09E8DD35D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65A02C22-0949-432F-AABA-8232DF03B2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31E2F2FC-5A1B-4DC0-BC75-8FC2DB4D08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DC57A333-8BD5-4239-AC11-6FA19B1503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7FC7319D-BAF6-4131-AECC-CB9BC2044C3C}"/>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3EF60ADC-54DA-4B76-8885-49FAF8BD3457}"/>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FAD75512-2C72-4345-BCD0-BEFB521E7A66}"/>
              </a:ext>
            </a:extLst>
          </p:cNvPr>
          <p:cNvPicPr>
            <a:picLocks xmlns:a="http://schemas.openxmlformats.org/drawingml/2006/main" noChangeAspect="1"/>
          </p:cNvPicPr>
          <p:nvPr/>
        </p:nvPicPr>
        <p:blipFill>
          <a:blip xmlns:r="http://schemas.openxmlformats.org/officeDocument/2006/relationships" xmlns:a="http://schemas.openxmlformats.org/drawingml/2006/main" r:embed="R8b1e0c392cd4457f"/>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7DC5D6AC-21D5-415C-A581-29C56337788C}"/>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1983FEF8-3D09-48E9-91DE-7E780E3805F3}"/>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2DFF484C-55B9-4893-87BB-267CF30E07B3}"/>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8C19791D-F964-407C-A8B3-24BBE78A6F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4595588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57CFE1F3-C544-4FDB-B9A2-6C85302735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D799B011-2F7F-47AC-BFE1-DAFA8ECF99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EE7AC0FB-D5CD-41C0-AA7D-F940F48B32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EFD75222-6021-45A3-9EBC-5B76EB33AD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EFB00CE2-B0EF-4A7F-93AB-4F10F92332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6700874D-8DE6-4E43-A091-9A050D69EF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5D0315C9-179F-40A4-BB7B-083B44F19A85}"/>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24E7D611-5FE8-4926-AF85-EBA9DF3F7125}"/>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AC042303-1978-4ABF-9A38-998E93CAD57E}"/>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E466E0FD-95CD-4F8C-A553-4C4A5452ED1B}"/>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9E4F0F5D-C13F-459B-BF0D-43097CBA9792}"/>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AEF458FC-1EB7-437F-971A-DBBABA8C2235}"/>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53CC6928-24A0-4CB7-9F00-44E81877990C}"/>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9603ED93-C902-4B42-9D99-191FA09836B1}"/>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EC95477E-BB5A-4277-9A1C-FCD539FDC970}"/>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36F9C1F4-4742-49C9-86BA-109819A457EB}"/>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E7131FFE-34FC-4B1B-9508-846DA728D664}"/>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DBC46516-C8CE-4C11-A0BB-C55CBA1F444A}"/>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13EC14E7-17C6-43CF-93D9-DA48F73D8CEE}"/>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D8489C2-CA6D-483F-8AF2-234CD94393AF}"/>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8A8F1AA9-63E8-49FF-BE36-D97FDA21AD32}"/>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2A620D4A-7100-42D7-BE5D-CC198D5F225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65056C75-FDD3-48D0-BB28-ED94AC9CEB6F}"/>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29AA8157-4769-4FA1-B87F-CBB88E0694EA}"/>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D681335D-0F70-46BF-8718-404251BDB842}"/>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E2A78F-56D6-4827-B5C1-FBAA6F2F3D3F}"/>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0EFD1307-C8AA-40AC-8963-B9B46544FF39}"/>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137C270E-50AC-4259-8663-79AA397755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0303418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3A34149E-3790-45D7-9992-AB68110A9E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9530AD60-0DAE-41FB-A7F1-E193A392F8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1B42B34A-5D0E-4EAE-934D-E52EE20424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AC0E89C3-60AE-475F-B3FB-733E8815E7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1B28C4E1-E3A0-4008-AD71-E0721A21F1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C19C6F73-D479-47B4-8518-B0B39595C3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10753DD9-D40C-47C6-BF83-75E35B02B3F5}"/>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C8567402-AF90-43A0-9071-FBD05EB3585C}"/>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C663B73F-DEF2-4538-B157-59BD43ECDEF1}"/>
              </a:ext>
            </a:extLst>
          </p:cNvPr>
          <p:cNvPicPr>
            <a:picLocks xmlns:a="http://schemas.openxmlformats.org/drawingml/2006/main" noChangeAspect="1"/>
          </p:cNvPicPr>
          <p:nvPr/>
        </p:nvPicPr>
        <p:blipFill>
          <a:blip xmlns:r="http://schemas.openxmlformats.org/officeDocument/2006/relationships" xmlns:a="http://schemas.openxmlformats.org/drawingml/2006/main" r:embed="R8a7d582722114492"/>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C8DF124-0B36-4F8A-BEE1-448C0748229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B6219D70-C337-4FE5-BAB1-B28A54CC31EF}"/>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AAC39D5B-3DB2-47E1-91B9-4EB620DBBFFE}"/>
              </a:ext>
            </a:extLst>
          </p:cNvPr>
          <p:cNvPicPr>
            <a:picLocks xmlns:a="http://schemas.openxmlformats.org/drawingml/2006/main" noChangeAspect="1"/>
          </p:cNvPicPr>
          <p:nvPr/>
        </p:nvPicPr>
        <p:blipFill>
          <a:blip xmlns:r="http://schemas.openxmlformats.org/officeDocument/2006/relationships" xmlns:a="http://schemas.openxmlformats.org/drawingml/2006/main" r:embed="Rbb126acc6d264a4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C1171A2E-E125-491F-9FB7-12C35A03C583}"/>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C82D41BD-E625-4BA9-9EC7-D8E2EE0C223E}"/>
              </a:ext>
            </a:extLst>
          </p:cNvPr>
          <p:cNvPicPr>
            <a:picLocks xmlns:a="http://schemas.openxmlformats.org/drawingml/2006/main" noChangeAspect="1"/>
          </p:cNvPicPr>
          <p:nvPr/>
        </p:nvPicPr>
        <p:blipFill>
          <a:blip xmlns:r="http://schemas.openxmlformats.org/officeDocument/2006/relationships" xmlns:a="http://schemas.openxmlformats.org/drawingml/2006/main" r:embed="R604c22c8964145e3"/>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986C05CD-F264-4165-B186-7D4C85C0D216}"/>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E0E03EA4-873C-4A92-83C9-92E247B08CDD}"/>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EE34C57-60F6-4D2E-8C80-ACB24591BDA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BB2FE102-2632-46D2-A46B-A8E3C3BC5074}"/>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1FA5EAF0-9B86-4CD1-86B2-10BF0601AD99}"/>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61FA2250-C084-4166-8B72-D402EBBC65CD}"/>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DF2BBE85-7762-4249-980C-3A7B0EDE8FDA}"/>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B24311B-16D2-4048-9D8C-DDE6EAE96A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8906965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3B642150-7430-4AAA-BC6E-C1C07FD478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7F9793B3-6860-40F2-BAB5-A0CD2EEACC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8BFDCBC0-6D88-4D67-8847-0B51EFFEA4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1FBEB695-6199-47BC-A6A0-23C074AD1D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671C12A6-7AB2-4E0F-AA05-F496773A0D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DB372AAF-DC71-496C-8090-C70834340C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2C764940-79F2-44A6-B8CD-C3BBCD41F15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C7B46D7F-233B-4263-BFB5-65F6A2642E3A}"/>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248010AE-B96F-4F85-9CAF-068CD9357138}"/>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7C080F98-5120-42C2-AEC8-554247E01303}"/>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91F4E879-57CB-4139-8D59-0AD5149B78FE}"/>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4BE20F3-A5D5-4E97-9F38-460C1872A877}"/>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8F67AB1A-688C-4D07-9557-05BCFFD3EFFB}"/>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990256F-8483-4BD4-8E0F-6356F28BB37B}"/>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14DF4FE2-FE8E-4926-BD4A-2C90AF6C8B03}"/>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EA713F79-C091-4316-82F4-BEB1D84E0DB2}"/>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AB50CD8A-FB01-4220-8B32-809C774193DA}"/>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5D1CF1E6-9DD2-4BA1-8102-2E3EB191C741}"/>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68798DD-90C6-407F-A760-84D3560C30AA}"/>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1A60DD4E-4A62-47D6-80BD-9DA65917601F}"/>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F0BA09BC-A63A-46E9-8925-D09672057445}"/>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5FDB64A6-1823-4689-9D9F-F4B9C9978003}"/>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96DDA828-12AB-4F25-92F1-F5DCAF09B912}"/>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168A35C-7D55-4409-BDF7-ED00FE0BF389}"/>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9F25DD25-BEBE-43B4-BBAF-6DC74F04EB2E}"/>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631DF702-89F0-49C9-B57E-5A454121AF03}"/>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8A6FA9E7-45E6-437A-AD62-89FDEBB79622}"/>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D5399283-62AF-464D-8D40-2BCE7D0BF954}"/>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9E119B9-4C64-4E3B-8308-512A21656F85}"/>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BF0FC0C0-4705-4A6A-A0AD-E4B8F18890DF}"/>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5B9C5B1-D82D-486B-B806-8DFCC9D515CE}"/>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FE24779F-FA99-44DC-B46D-684481FF7862}"/>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F2AB1D53-E4FB-432F-8608-D625434AC504}"/>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6CCDCC98-7928-4617-93C0-CD27F2BCB8F7}"/>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5034D125-B5EB-4104-915D-4B9974EE625D}"/>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8304AC2A-D212-4AB4-99AB-28B691C2782B}"/>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B387797E-91A0-47A6-8888-79DD34C17325}"/>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B4A67A95-2AA6-410D-845F-FE2BDF9334CD}"/>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06B7BCC7-D748-469F-80F8-599AA3D78525}"/>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82FA5E51-3E48-4857-A5DB-2A1709A8C6D4}"/>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6E464FD5-0BC5-4720-8041-40D039CC04AF}"/>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FCC5C1F-B2D3-4E44-9A27-CF54C61EC489}"/>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91570874-34E9-4E9A-B094-120834638BDA}"/>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084F1A1A-1441-4523-9657-42E3963C7DC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4002FF61-23AC-4616-9328-F7167E7DAB1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A4AE53A3-EAA3-4602-99C5-1C372ED2D46C}"/>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223F1E41-BE1B-48ED-B75A-B678F2CBCC2C}"/>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D923C59D-064B-40B3-B272-9480E5D0DD0D}"/>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BB664CB-1B55-4368-A977-56DB77D0BE3B}"/>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57D9BDBB-FC39-4B1D-A45A-E3DF6F88FFF4}"/>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BAF44C57-A34C-463D-9903-220E8197666E}"/>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22C17D97-C54A-4270-BE6B-08A07AEAA4A1}"/>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3F9D82F2-F7E4-46E3-BF82-84A501721ACD}"/>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4A2A4D1F-8FEE-43CB-BCDD-4182EF49E42D}"/>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56B5BA4B-B0C4-4966-AB46-FA5848467B3C}"/>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BB4F78ED-4AFB-470A-9CBA-8BFA2824E612}"/>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C73565C7-CF82-4FC3-B22A-6E607193BFB8}"/>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F985DB35-926E-4A09-9278-86241385C77D}"/>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1BCAE1A1-6131-47C2-A144-5F94991C9386}"/>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FBFAA847-A07B-48CE-859E-432406C962A6}"/>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A4E5D0EE-6174-48FD-A9DB-B6F3C1D55A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47584260"/>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2F60E6D2-B243-4D71-87CB-C3A7F94EEF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4710C1E8-D37E-4CF8-A53D-8ACE264BDF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F1B4F5A6-9C33-48CC-8048-18EE27E00E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C0CC421D-BF80-49DC-BED4-A556559B1F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E3A5C5A5-C04F-4C96-B347-7465D81A3F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D137E750-D9E5-486A-AA4D-0DF826D15A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EFC13652-68C9-491F-9741-3193D01254C4}"/>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05242B52-4F9F-4468-B7F1-B64BB07ACDA6}"/>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0CD9B94-6C9A-44F6-B96B-75A6F05DE3FC}"/>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41505B8-6D4F-49FE-BD9C-FFE383CC7E9A}"/>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20DCF2EE-9137-4800-BCAF-D80CFAA9A2AC}"/>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B77C363C-4432-41FA-A23E-D9C8EBB84AB4}"/>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C14B0A1-0361-438D-99B9-C5111ED4E3C7}"/>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9C222A8-680E-4EAE-817A-9CF48752AA32}"/>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BC74A9C9-7122-4CE4-9A64-D19DC4FD8798}"/>
              </a:ext>
            </a:extLst>
          </p:cNvPr>
          <p:cNvPicPr>
            <a:picLocks xmlns:a="http://schemas.openxmlformats.org/drawingml/2006/main" noChangeAspect="1"/>
          </p:cNvPicPr>
          <p:nvPr/>
        </p:nvPicPr>
        <p:blipFill>
          <a:blip xmlns:r="http://schemas.openxmlformats.org/officeDocument/2006/relationships" xmlns:a="http://schemas.openxmlformats.org/drawingml/2006/main" r:embed="R3a67f1da724e44de"/>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2A319ECD-67CE-49C7-BBB6-556C4A6E652D}"/>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3ECA7E91-3F41-4859-A9A3-1A6CD8A36453}"/>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F24AAA34-B8C7-4417-AEDB-BE59D7D712C8}"/>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19FA4A8D-1994-45D2-96C1-A1C8685760C4}"/>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6DEF06A1-3C9B-4733-AD3E-7D3708D6C40A}"/>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461C5B27-0144-4AAC-8BD8-F8684738E3B0}"/>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87220380-B99E-4468-B4FE-BB32F52633F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882B372-7CBF-4462-AB1A-11E0FCD760BA}"/>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1D783B9A-307C-447F-8601-0B797B72215C}"/>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12601776-E112-4231-967F-14E46030168B}"/>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AD7797F2-F1A6-4389-8714-0FFFF2B735E9}"/>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E12F2765-8E8B-473D-ADF1-AF68BE8F5F33}"/>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F8770B3D-4A31-41FC-B2F8-E40EB6588495}"/>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33EA8B4D-3B96-4322-9D40-6ADA1B1E866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9355333F-5AF1-4999-9A57-3B4335E1173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4B6CE7D-A596-4BE4-87E1-278FE1160AD2}"/>
              </a:ext>
            </a:extLst>
          </p:cNvPr>
          <p:cNvPicPr>
            <a:picLocks xmlns:a="http://schemas.openxmlformats.org/drawingml/2006/main" noChangeAspect="1"/>
          </p:cNvPicPr>
          <p:nvPr/>
        </p:nvPicPr>
        <p:blipFill>
          <a:blip xmlns:r="http://schemas.openxmlformats.org/officeDocument/2006/relationships" xmlns:a="http://schemas.openxmlformats.org/drawingml/2006/main" r:embed="R03303e34f7a04b50"/>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DE85BB2B-B4DE-4FD1-97C8-1238EE452C49}"/>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6A035A9D-CD1A-4E02-91C9-B0FF4E0E3AA6}"/>
              </a:ext>
            </a:extLst>
          </p:cNvPr>
          <p:cNvPicPr>
            <a:picLocks xmlns:a="http://schemas.openxmlformats.org/drawingml/2006/main" noChangeAspect="1"/>
          </p:cNvPicPr>
          <p:nvPr/>
        </p:nvPicPr>
        <p:blipFill>
          <a:blip xmlns:r="http://schemas.openxmlformats.org/officeDocument/2006/relationships" xmlns:a="http://schemas.openxmlformats.org/drawingml/2006/main" r:embed="R7abd1232f5104679"/>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350CF595-1352-4E77-9EC5-3AE640F72E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9229632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66B3A026-E5EB-4520-8023-BD333F0A32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8368F1F4-4D9F-43BE-B73C-2C67F8FBE1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5776441B-6339-493B-A98B-A5D71D192D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4AF40C7E-3C4D-41E6-B378-3A4CD73516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E2BADD11-D869-47DA-B329-1CD9B5FCE2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F8447C04-3586-4250-A1D7-BAF33F4ACE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61BE1192-BFDD-4D90-AEF9-2AD444901A48}"/>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EE6747C4-E357-4B88-99C6-DB6B91B76F10}"/>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6111191-23D2-4BD5-B6BC-E604A8E81ACB}"/>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ADC801D-A05D-4877-897C-C145F9985BD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7D452674-4B9B-41FF-80A3-23B771D4B666}"/>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FC484C19-1BB5-465B-B344-C67F7A394A54}"/>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7F3A770-DB8A-4E59-AE91-3C691F53405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75059D7-A07C-4511-B6AE-D9D5E42D89E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DAAF0673-A110-4247-B44F-6CE7F0CCF2DD}"/>
              </a:ext>
            </a:extLst>
          </p:cNvPr>
          <p:cNvPicPr>
            <a:picLocks xmlns:a="http://schemas.openxmlformats.org/drawingml/2006/main" noChangeAspect="1"/>
          </p:cNvPicPr>
          <p:nvPr/>
        </p:nvPicPr>
        <p:blipFill>
          <a:blip xmlns:r="http://schemas.openxmlformats.org/officeDocument/2006/relationships" xmlns:a="http://schemas.openxmlformats.org/drawingml/2006/main" r:embed="R8e34f63bf25742a6"/>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1E8A416B-FE30-4838-834D-F6151D8CA0C8}"/>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E1643DCB-D7C9-4CD1-BE27-75C7EB680D7D}"/>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2FC1F6BE-9E11-44DD-9EE1-1113E8E17A7B}"/>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FBEF3762-4556-495D-98AA-0C2B1240E45D}"/>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1314E5E1-AF6C-4B9E-8849-9C6AEF06758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68EFDEDC-74C3-4D02-B1B8-DB71D6202E2C}"/>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24096466-6ABD-4370-8AF1-0908FA820B7D}"/>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8117EEDB-26E0-4469-A8A9-C2917D374485}"/>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0A03D6D7-5504-4BE3-BCA2-D1D31476AF46}"/>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4250A777-B9A9-42F6-A878-CB796231397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D052624-D710-4BC7-9C5D-0C46A6F6FFB9}"/>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6E3A1D48-FBBB-43A2-955D-1F764E884348}"/>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23371799-5083-4E47-8F8A-116CB8939264}"/>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FFF0A0B-F69E-480E-8451-997C4C337BE8}"/>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CB4787F-8010-45EE-964A-20CA3C7A740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6093780F-272C-496A-8BFE-2E1DDD329E0C}"/>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35B56E48-E00E-4309-B750-9AAC62296E77}"/>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7EF4A3B6-61E3-42CF-931E-C07F14392524}"/>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EEF3477E-7220-453A-8D59-DB0798C784D9}"/>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0B33ECEF-38E6-4A35-8AC0-69228A413F77}"/>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C83221AD-7428-4DC8-B4F2-9F5625DE288D}"/>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DF5CE011-E71B-4E54-9BC0-C3EA79CB6BCB}"/>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79ABB4BF-5FD3-4255-A80B-5433E98C9FB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C3484131-2A89-4122-80BE-6EC84144C182}"/>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5D63AAD4-EB65-4B42-85F3-302B13FF4DC5}"/>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EC05F3AD-DF97-4735-8E18-6A9A4314DD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7782618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1D6D9D8-7112-4F7E-A81D-F0B8300ED5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78ED33EF-A9C8-4784-BE29-F996628513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890301FD-AC84-496C-A990-AB3F879B7B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57FCAC02-ADD2-42A3-A4F5-BB9E63758A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1C7A5A8E-00D6-4D14-BCC3-2CD77C31E4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BAE77D99-8EB9-4C54-A217-7AA0D4B531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E8B3B027-2EF6-4338-866C-7AF5E898E68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FFE973CC-9085-4DA7-83FB-7DE32D921284}"/>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5809B19E-7ABA-4933-836E-CE23754D749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2B5C156B-7729-4830-8CB1-E7FCA0ECE231}"/>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866D28D2-3D05-4DB6-8276-9EF1F0E74950}"/>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259C98B4-1ABD-4CB3-BB46-6BF08C40D965}"/>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29C95658-419B-4265-91FA-430006AA4B59}"/>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9A45CEC4-9C15-40AB-A289-F8DACBAE1DBD}"/>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B5D939EB-4F8A-4876-B255-B2E1798C0374}"/>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DB45696D-A162-4AAF-8453-E207AA4F8EE4}"/>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02C78E41-8B9D-47F4-9F6D-63C235F2EA14}"/>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FB6D63DD-940D-4CEC-A744-406FA5B0019B}"/>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9A77988C-649E-49B6-93F9-98AB6AE14183}"/>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85776A67-E0DF-49B7-AAF9-E81990DC5301}"/>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B2DA7E75-34DC-407B-9E36-610D3C7324E0}"/>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6C6365FE-F434-4123-98D4-37A67111408A}"/>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2DD3EC2-7462-463D-AD33-8A64A2729A0A}"/>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793855CA-4A69-4A77-BB6B-14C7237455F8}"/>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A74B75E7-FEBF-4876-8C70-9C87B7179BD6}"/>
              </a:ext>
            </a:extLst>
          </p:cNvPr>
          <p:cNvPicPr>
            <a:picLocks xmlns:a="http://schemas.openxmlformats.org/drawingml/2006/main" noChangeAspect="1"/>
          </p:cNvPicPr>
          <p:nvPr/>
        </p:nvPicPr>
        <p:blipFill>
          <a:blip xmlns:r="http://schemas.openxmlformats.org/officeDocument/2006/relationships" xmlns:a="http://schemas.openxmlformats.org/drawingml/2006/main" r:embed="R254b984b6160466c"/>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BD164510-2700-47EB-ACF6-3188346C2412}"/>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E333CC10-D2C0-4D7C-BFBF-5E9A8DF3D64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4515A26A-B258-47F1-AEFD-801FBE074B8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C671661D-12B5-4049-9BA4-6B1C2DFE6803}"/>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D1B319EC-5E8C-4F5A-8714-696D139BF1C6}"/>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934D96FE-8D63-4264-8A76-C2F9534088C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5544CC76-9DB3-4A50-A8D5-8D0596172D24}"/>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8B52E1D6-DE1C-4A0E-946C-B0217A66AC3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A3011704-90A6-43CF-B013-79FFF4D0927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19825871-9DB4-4795-B8FB-644DD21AA95A}"/>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7ED885F9-7084-43FF-A5A5-DEDA4967085A}"/>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DA235E5B-5A15-42DF-99B6-E15507DCAFE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0554E56-F362-4E4C-B202-97A4250E3EA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B612F068-6EFB-4E77-A066-F563B2AD7F6D}"/>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8E86BAA5-5E31-4ECE-9A0B-F4E1BCC34DB0}"/>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6B794AE0-B6B4-4330-94C3-9B42294365F5}"/>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0A88BDD-E482-4979-8141-DE65E31D5213}"/>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0627EEE1-D92A-4F03-B1C0-1F2A948C4893}"/>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D46B4B0C-0026-481F-9B00-E28307A827C5}"/>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BBC56179-5E23-4C1C-BBA6-8046B71D11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140556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AC260E6D-15EB-4630-9504-05C3C62F5B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54B70856-386A-44BB-98B3-926565FA47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24C0D1C8-2C34-4B67-96BA-7B3362CDC4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37D73D5E-4651-4CE9-BA48-6581EFAA5E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A47B4185-8B7E-4778-A50D-1C0C8FF0CA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F154FDAB-B945-4356-B7C3-6257E99C11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0C1FD67E-E773-41C3-94B9-20C7FE7548EA}"/>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08B79A86-C9BD-42C2-9238-9CEB89790EC3}"/>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167EA463-0F73-4F5B-884B-C8A9371ECBCF}"/>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72D75B45-500E-42A6-B11A-74EA03BF3EB7}"/>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25E57260-C4F3-4EE0-B89E-9BE9EAAB98E8}"/>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A7F98F83-93F4-4C69-B0AE-F6449C450457}"/>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7C522E04-ED9C-4FA5-86CB-4A12F81255A0}"/>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5A34EF76-F1A5-4C0D-B7DC-825E1E526BFC}"/>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15B46324-104F-42E1-B5CC-35637975E337}"/>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1EE8108A-624A-40FC-8E1C-BD771F0E9BDC}"/>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3EE57DAC-A23F-4BE2-8539-49B97BAFA731}"/>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1CA9C6AE-148F-4338-8350-201C0947A347}"/>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8EAA200F-B615-48EE-BFE5-A1FBC9C9466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E38E8988-A381-4FBF-BA94-9C446B69F47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8766BCD6-BAEF-470A-A328-D87D153B1063}"/>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85D2040E-8888-4771-BDFC-2FCF32A4C66E}"/>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AA25E122-A6E3-4ED3-8CC4-FE88625AEE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48725682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32825567-B2EA-4ADD-9B0B-1E18C35E55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DAB49584-A352-472A-B07C-BFBFF68184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A1DAC6AC-18A3-488D-A1B5-28330F6D00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E6F18D6C-662C-4648-95B6-D35A43964C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76676B30-A108-4A45-B129-3ED58B4330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33D381B4-C083-49DB-BAC9-11760E579F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201AEE54-E917-40A1-846F-1105359576DF}"/>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A6289612-EA29-4D24-884A-32E3A9FE3188}"/>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CAB31F8-D128-47C1-A1D0-6D32EA5DE72E}"/>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286CC205-7F1E-4BBB-ADAB-BC446536E6D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CBCBF75-D042-4CAD-9E90-899AD0286A9F}"/>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0E65E5C9-D59A-4404-A9EC-AFC1D183A09F}"/>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55DBF90-1C85-4A7D-BD3C-03ACFF67C175}"/>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A9780CB7-0FA4-4D9B-97CF-CEC77045AD94}"/>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D6BBB067-6482-41A2-BA05-B6906864120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707C1C38-01BD-44B8-B0D6-17131A5048A7}"/>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615C221-050C-4908-A41C-D6E5BE67CED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51E0FCE2-2696-492B-832E-E3463BC88B6C}"/>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EF45263-4CDC-4DF3-8E5D-A07289460B99}"/>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ED673AA7-0380-4713-AB89-F15A6F136F56}"/>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B02F30A4-9C32-4243-8308-FD31C0B35B3A}"/>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573F384B-D696-4C95-9BB9-211CAE8C654B}"/>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772AA95-81BB-4BED-A901-13FF466C3DA8}"/>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39A1A419-B326-4472-B693-6B50DB39A81A}"/>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EF332686-C890-4514-BF32-BAEDFDA529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42698968"/>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B1093CEC-FF7C-4912-9F00-0F486133E5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22D9014B-B074-4886-82A5-FB4397B553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D3121D81-B0BF-47C9-9BDC-20A1ADC94E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C7F081EE-9492-4EE9-8727-8C3B4C46EA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3A8E131D-D1B9-454C-B707-22C29FE26E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43ECBBF9-3F5F-49AB-93C5-530277A891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A785505C-DBBA-4C4A-8CF2-9FB5A90E4CDD}"/>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B5319B33-BED8-444F-84AC-A20EB4735FD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D68FA0E5-68F6-4C10-927A-64221536D812}"/>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3D0E5DD2-B46C-4BFD-84BA-6132FA7CA9C8}"/>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868C09C4-6F11-47E0-AE2C-22B2379713C1}"/>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100B7FE4-4D22-4BC7-B045-DE51908E3218}"/>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08E667F2-FB0E-4893-919E-050511CCA285}"/>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98CDA04-9D68-4249-BBDE-293B1BEE5009}"/>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90A73175-91C1-4BCB-9695-D6F200A40AE0}"/>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9C33FD39-D0F4-4270-9A8E-420EA1CFD5C4}"/>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8C91E28E-12D4-454D-B15C-13253A38388A}"/>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2ECEE430-2BB9-4526-ABE0-E17A5990665C}"/>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2A470F22-8CBF-4A21-BBFB-EF61CDDE1C1C}"/>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A3514642-CA30-483E-A682-95D6DBE54E4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8A72529B-B50D-4087-B50A-6C0F61F4992E}"/>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7A0C68B7-2FB1-43DF-8CB3-1757F12658B2}"/>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2B310C38-5B3B-4670-8B53-0D98C0A4256A}"/>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D4BDF2A3-64E3-4D55-8DF7-5C543B724D37}"/>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70A56BE5-041B-4E78-B26D-436088B74C87}"/>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80D35F61-C36F-4264-81BB-9B9DAE3CFA46}"/>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79A1424B-02ED-4296-A996-7E1DDDEC533A}"/>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3E4E54EE-B59A-44DC-8B9C-DC469746BDD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D0124856-CB51-4AD7-AB22-1F790C0622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63448625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E499D99-425B-4527-87C0-74A6129FD9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B275C7B9-6239-4E81-B2FC-F5E16CF9BF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368C1EA4-CF52-4621-B128-62BD8430CB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18365FF2-5AB7-4D50-828C-0286FCEF19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35148394-94DF-43FB-B10F-CC0C2652AC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2578EA52-B178-4376-A90F-999012F2AE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11B2B40F-D0D0-4905-9AD4-5B3EACCEE41B}"/>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628E3BE-B3CF-426D-97E3-6EAA6D8D81D7}"/>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F732C502-7AAA-4B63-92C9-3440F986F7C7}"/>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E5783424-0083-4007-8BE9-B34007F0750C}"/>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FA120345-FFE5-4490-97A6-E572ED61A6B1}"/>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694A744C-AE64-48D9-AC6C-CB70742C9F9D}"/>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784100CA-807E-4AB0-B59E-4E0A121D3A9A}"/>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C44B09FD-F048-46C4-9A6B-96BE15E4A279}"/>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C32387CA-960E-4ADD-AE50-85F8869F22DB}"/>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A82C0612-8552-41AE-BBE9-CA1F5A326BE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886027C-4586-45CD-9C41-24BB85951B3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85D37AC9-E027-4747-A3CB-BAD79E0ECBB9}"/>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832699EE-AD6B-4EF6-B668-90B71039F9AD}"/>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650E7B89-836B-4ECA-9D91-D04692E40403}"/>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474044E-3C55-48E1-A89A-2645D65F1A88}"/>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11C1BFD-EA45-49A8-A1FA-BF2B27EC5066}"/>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597D6F9A-CB26-4A92-89A8-D950879F06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946E69F-8E53-48F6-BBFD-1D772EC0D031}"/>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FA852ED0-40DE-4E22-A679-0FD60AE1507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E1BD676C-84C5-43E1-B9AA-23FEB98155FF}"/>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0D63C861-0E9A-40EA-955D-AA15713049AE}"/>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1F99BC44-92CD-4AA8-93AB-BC854AB02503}"/>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32A4AF78-649E-4D33-A930-E2F6F3088704}"/>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E3A3038D-3955-4D5B-AECD-96262CF49EF8}"/>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37103C2-7D5E-41C9-8EFB-2DA772B62D8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3F9BF5F4-0413-46BC-885A-D2079F2BA343}"/>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C4F70AA9-D142-48CE-BA3E-1CDBC0FA6A7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7439DD07-C543-4253-B4A9-3235CD71D1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38443834"/>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28060CBA-2193-43D6-818C-2E21C5033B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B5308611-C1F6-400F-87D1-D82196054C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307A3F65-3EB4-47D9-9583-77979BDA5A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E06C5AE1-7C4C-4252-A244-F3EC390323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4286B5C5-CC65-412F-82F2-8B04651757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D097F3D2-3BA5-4B32-8374-84475C9C13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24F2D910-60D0-442D-8F1D-5C708288CE5D}"/>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7C729D19-B0CD-44DD-A962-79BCC8CB70CF}"/>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DEA39F85-BE3E-45BB-AACD-7086F8ECB98E}"/>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332FB50-C959-47F8-BDDF-6E2BEBC5F237}"/>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93490BE-BC04-44DC-B5C5-FD702609C677}"/>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7EA00554-8CE6-43FD-939B-DC1B576A4F38}"/>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86587793-B378-45C3-9472-A166A054D664}"/>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92B8E469-9F59-4EFE-BB90-B7514D2DD197}"/>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3AD2570F-5A1A-46EE-912F-5968681EEF6D}"/>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A1134AA8-C39F-4978-A8FD-7F00DB4FE996}"/>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CF89B3C8-9C6F-4537-A090-756B0F4ED7AB}"/>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0A82E2C8-3FA7-424D-915E-3C6B865E0F7B}"/>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F6373B9-587D-4663-819C-1F976DAF24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69035210"/>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C7A249FC-B309-40FE-A713-A097E465D6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16EBF6EB-2E15-47CA-A442-7B1D9E2D5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836E5336-B0E3-48F1-B0A8-BCFDCE2F19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32AA479E-5FC0-4640-88E9-B2E399A96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9A22ECB2-9DCD-4122-921B-E164145E44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5DC7B64D-D6FB-44C5-B566-3BC1B0F4E9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97478BF3-F6B3-4B91-9B85-A98CA5837866}"/>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A78DA185-E7E7-4D3A-911A-4954C473802C}"/>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20EE9FD9-B687-4853-82DC-6E4C3BBC2BAF}"/>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6E0FBDFE-9B97-40F4-91C6-59EB71AB4F2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DC8624AD-1525-4821-98AD-E5CD3C8EC708}"/>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F3B40591-0DD0-4C90-98D2-87A154A93DD0}"/>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3AAB325A-4828-450E-A86C-B2946A97B5E1}"/>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EE95D45E-34E6-4417-B1C0-640F717FED9A}"/>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3E7BF384-C464-4E2E-A1A4-FB36D3682FFE}"/>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3F70FA4-829C-4F1A-B5CE-DEB9A01D5F46}"/>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8F62355C-1D6B-4B11-8EFF-5D0EE903071F}"/>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5C154182-843D-4C68-A9D4-D810D46BC99C}"/>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7AA8DF30-3D6E-4169-A6D3-FE189A054AC1}"/>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CD789E3D-33E7-4A7B-BBCA-E798DD9AF05D}"/>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96FE04CF-2C64-4964-8A3E-5C4CA92EFAD0}"/>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251A3276-E327-4158-A310-895AD817FA95}"/>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3C663935-FEF9-4F6A-978C-3055345A74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4555914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16BF31D4-3866-4017-9B5A-B16BD442E3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68FEA966-1811-41AA-884A-457E262DEF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E0D9C8B2-F703-4E05-9F9A-2891C91A88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FF2EE4BF-F23E-4032-B7B9-E4E4A0B327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87ED25A3-E298-41AF-BB2D-5F4881561E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EA722CFF-ED7A-440C-9FFD-54A9E4D6DC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A3F5BD5D-6B5A-4D97-ACA4-4856EEE13610}"/>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7319FA8C-8A10-4936-A906-32D284C68BA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D34DE42C-851E-4FEC-B0A1-8966179A63F0}"/>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386F4BDB-D81A-45E3-B442-90315BBF588C}"/>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1F0D8CF-810D-4AFA-8A7F-0A144B83FDDE}"/>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92CCD27B-3A35-4905-AC70-3319DE103C0A}"/>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CF4C3719-CD4B-4973-A398-CD16349FE72D}"/>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86CB088B-4912-400B-9077-055E5F3C2293}"/>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B4AEABC4-3E9A-4B11-8DD8-D504A0CFB54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D2F7B987-DF5E-4184-B68C-9645985F5862}"/>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82C2F7F9-279E-48BF-9138-1B5EEB8D0FD0}"/>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64B68AF5-EE16-4920-A54B-5EDDB5556E1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4672749-0757-4BA2-8A6C-6F60B5301AA3}"/>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36BD25AF-2CD2-4C32-95C9-583F15B0AC9C}"/>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45BD4638-575C-42E1-B9F9-4386A0450565}"/>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359A5A04-47DF-4F6F-8B3F-1C34970000B2}"/>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F15B2A79-7C21-4AE3-AE6D-CDF37C3CB1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2016428091"/>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23D18DD1-F8CA-4A0F-AAEA-4847D00AFA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BA65630C-CF89-4566-8214-912D59F2A3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856A94A1-A3B5-410B-A80A-8DB6604C18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D7C5FEA0-4BED-4ABC-A959-CA6ECB09C2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6650BA88-7D3A-4701-A996-1525A79763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5D643038-0860-43D4-9A41-3F889E03F2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C5F53482-43AC-4298-809F-02DEDC1925DF}"/>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F3B2D909-D369-4291-BEE7-D4904DD1B758}"/>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851C8683-9BC4-428E-8D35-216D299B7F13}"/>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AD6303EC-A0DB-4517-80A9-29B06A448717}"/>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DBEEFF53-9012-4025-87B8-27B94EF87A6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55DBC765-0809-4CAC-B19A-5EBFCB75EE58}"/>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041F2D2D-21E7-42F7-98DD-6E8A4F81AD59}"/>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2F064F25-C6E0-4B69-9C30-21587926C864}"/>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08B7DF48-AE20-4EC1-83FF-00162EF2C9D4}"/>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76C01A9F-D03C-474F-AA1B-8C6A344D797E}"/>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22EE1EDA-80A8-4D1E-91F0-E2E8B9E34304}"/>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C107D9DE-F0A2-436B-8FB5-D1BDA7608C71}"/>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EA5DD47D-136C-413D-889A-AAD23013DBEA}"/>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A9DD9064-3B3C-4FCF-8405-371849E490B4}"/>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29C59655-7E01-4831-BF75-64D09B0E2BCD}"/>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A3474245-65A3-48DC-A9F8-040B264FC24B}"/>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4BBBAF38-9398-4048-B1CA-3B3BBB42DD44}"/>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821DDB9D-EB3A-4F59-B863-1BA5F58FC033}"/>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28250CBF-37D7-4F3F-AA63-6587AB9B7451}"/>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9F4317A6-EF70-4027-8718-6D453F11D073}"/>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F04FFE55-54F7-4CCD-A9A3-D4B6A9729FF6}"/>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32B3C17F-7F90-40E1-AF65-8407390C075B}"/>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749CE8D1-2A30-445F-9A33-295A3E356FF5}"/>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8EDDE387-200A-42B5-ABA7-8B2F6B396ECF}"/>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5C1590ED-7DC1-45DB-8242-9D5E4E444F53}"/>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4ABF5BB5-9947-42BF-9B80-CB1445ADEA9D}"/>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45529072-2B43-46F5-91B0-1FD86D531464}"/>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D339A568-DC03-4931-AB03-0B66E163058A}"/>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B6A70203-829F-4030-983E-755E080EF862}"/>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2AC3CAEE-6742-45B3-BFDF-054BE17477C7}"/>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4C0E38F6-AFD8-4B5C-B3C1-F105DC37F05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42887462-F964-4387-BE22-2322A7495BF4}"/>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C501996C-BF28-4F24-9E8B-33EEA84A8905}"/>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452D3E72-B82E-40BB-9D5D-EB3C2DC1D4A9}"/>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1806C95-9A5C-4799-8C8A-30A1E5784877}"/>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9ED0417D-37E1-4B03-AD97-3D3B1BD9FC1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00FF9DA5-09EB-4218-AB70-FEC3EC56B906}"/>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8C9D5C4B-C79F-48BC-8C34-47EF5E47A3E4}"/>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97CC0309-CAFB-4AA1-806A-F428CFFAE69F}"/>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37F4915-EDE3-45BA-A798-BDD701D1F1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9126410"/>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C3E26942-FD8F-40A8-80CD-86A15C5042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27DC26FC-5B00-4B4C-98B3-3CE3FE7A40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9A992542-3710-494F-B890-1376228F26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FEAD4FB4-921A-473F-9004-536E07BAB0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5ED67C69-3E99-4F15-B558-72179F2852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6843BB04-77BA-4027-AE2A-8759A4B5E2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3EF308E3-644D-4577-B0B6-DF3981141DF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C13B3A3-E87B-46AE-B2BD-93B2BAFED2B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6CAA58AB-8441-4BB6-9CF0-BD4F889DD1E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25707EDD-7757-4A38-95BD-D4FBE43C96D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F1F2F44-6D51-46BC-97A5-3C06EA3B8F3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7F14168-BC7E-4EE6-8F8C-A580ADE6C36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3F9E2660-A85A-4F22-BA27-3C5ACA94026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6B63394B-AC44-49F8-9C12-9385DE5557C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2143D9F3-ADDA-46C1-B336-80DC916E7C0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B5C309C9-5F84-4C4F-9B77-7A81FD93E5D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BD9F655E-A019-412A-ACC3-FFA82FBD116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F0B78A41-0241-4E71-B75E-7A4667903D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9715C7A8-342E-4E6C-9E6D-EBFFD720D3D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4D0CCC4B-6D32-4AAA-814E-84943D73236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BEE1754B-CB41-4446-A9F4-44788E9A64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4770302"/>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7EC42F65-7E86-4704-9563-EE3E75A732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3F731F09-133E-4F94-A17C-3A3A69E5F5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27444E83-14F8-436E-8EE3-E707FF2B76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90E3597B-E6C6-4D6A-88DA-6E4125C264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BCFBD1DD-F247-40B7-95D2-C4172CC0C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58DA556E-7F0D-4E5E-8170-19170D57A5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D4C01DA9-17B5-4A50-95F3-7C876DBB58E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9679EDA-C774-42FE-A5C9-E1754FF4D28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7E900275-11BF-4C3E-8256-9BD62C53589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59AAE9E-6788-44FC-9352-A1D879D2D21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AD8B285-C61A-4FC3-8EBE-8A7BAC53B1A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BEDBA17-8379-41E2-8284-254E48EBA22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8F5D49B4-DFB1-4ABF-8CFC-79F1172AC33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48E3EE49-6308-47C0-800F-AA12D6D154D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3EE878B1-654D-4140-9F25-0D72A15595D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2FBF22BE-B900-457F-8A7E-765912A2F05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9C01CDBB-A4A1-4C09-B25B-3C165194BF6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389DBB71-F074-42F7-B5B4-9DF6D4E74A8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43FC0B1C-DEBF-482F-971C-54757B5C49B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068B9C82-2CE0-4B1C-B840-F320A9CDAF7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40D53356-549D-486D-B096-F3C9EC2E56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09423549"/>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7D5865EA-0E8A-4B81-A1C6-2428CAE868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4A6B902F-C378-4EA0-B157-CA1DBC6D53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9400A0B5-FF62-4B46-A9E4-BB67F9AF40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C1BE6284-242D-4CCF-A0AB-08497FF77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CEDC5635-255B-41C1-8155-CB86605379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5B845380-D980-4F9E-B431-5D4233A36A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B1AD8A46-CD46-4775-A22D-681197EF352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4B39EA0-F076-4C55-A8BA-A91C9FB4656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D5673250-DBB1-43F5-95CA-F8913D2F9EE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1CA85A6A-4EF4-4EAF-BBFE-7CFA96C9286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529A563-178F-4E9C-AD08-85A6310F06F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95096B7-8D71-4863-822F-D3EE25955CC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7EE91998-1F35-4652-8538-891AEFBB3F5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4CCAFE1-418E-4249-A6A1-27EDA6D20E2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1E405E7A-898E-446A-83D0-0B70404D30A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605579B4-8943-4540-8FE4-46B04F0F7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861B6B3-2DC4-4F81-A530-379F1E320C8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CACA67B9-C622-4B88-908F-C4460399E61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D20F778A-D861-467C-82E0-889589F6478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5AF0CBE6-CAA5-4FB0-9D96-B457C49ECCE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DBF0F395-E66C-4186-AD1C-27EDB18BF3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5189953"/>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F156BE9E-215D-4796-AD82-C2D605BC32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AA7EBC84-74DB-4078-A64D-E73232077D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6F60726D-8DC6-43E3-AADE-7B5128E107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465641AC-6163-43A8-809C-16D25A965F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9696D30C-B57D-488B-A679-8E591B8AF3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6090EC3E-248E-4DCE-A057-509AF75BF1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FAEC867E-2BFC-44D3-8DB1-40E6AAA0300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A8284EB-FB9C-4FAC-9A11-43B427348D1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11D32BD-603F-4D54-B018-181F16D8217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45042F8-01E1-4E52-84DF-A6814F62DA8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528BE8F-9C76-4B48-9CAC-D66452B648A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4F0BBCE-B52D-45E0-BD65-AACFDB35323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63DE3318-700F-4415-91DC-4D0E0E46309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61F107BD-B7B3-405D-A374-9D3A8A53002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A70F289A-833F-4C33-881E-B03A8B7178B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B51890F1-A789-437E-AAD3-AEB458702C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E72B2086-0B70-46FE-9CE2-50BBF7DB7A9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D9E8DBC6-F1C5-4311-91F2-C06DE181548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15A2D0B2-0B22-4C02-8148-26BA363B3A5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F73DFA0B-239F-42C2-8A12-0AC5EAB1B5C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4D77F593-720D-4C6D-8FCF-45167E966C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44229502"/>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DC567B33-56AA-4716-8250-98AE865A85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99B790FD-EE17-410F-92A5-9F2F0583ED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FBFC5E9E-B373-4EA8-9914-DE2780C028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E68055EE-FED5-44C2-81E3-8C113A7534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E230B6BC-C981-4720-AE0D-79E6CAEA9D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AAF38FA6-D0BA-49C8-8C36-5863668133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7B5E47E3-3033-4D33-89DA-1CD47E84848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93B4DEC-9203-48D3-9F4F-5179231B329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C9FBCF57-4BA8-42D4-8B64-777C94988D7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E5E6B378-F86C-42B0-A26A-25A4ED94D98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14C538B-8E91-4921-9EB4-8F2514C8275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FFAEB2E-D72F-49EB-9846-D7B2D64DA2B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21E1BDEE-BD6E-4DB0-83AF-30FEACD5F95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D5ED0742-DF76-427D-B675-E95EC9F3612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371C8989-F7E9-41EA-A214-931177F81F0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3095DE51-A0CB-4130-B644-6515D525076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19C4AF71-5B5E-471A-B954-0D9EB90C32D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B382FE84-A0EE-4CFC-A4CF-0BCED30707F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E13D82A7-CBF1-43E5-8502-35B24BB21A3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4EA39E27-7809-43A9-950A-458AE1C2433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701A9005-1782-41F2-ADBF-F285EF6B96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01842183"/>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CE3370AE-96AE-4382-9C6B-181CD1BA5E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036B2D3C-0250-4D88-878D-3B43EC8BF6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C9440743-8931-42D1-81B9-72E08991CA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B311F482-F184-43EB-A694-9BDE2DE959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02932A6A-85B5-4700-AD67-4DE739E18C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5B689FFE-D8A2-4442-8DB1-3B3BDB090B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C33FADE4-0EB1-444B-8877-AA46669EC8C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42387F1-9F4A-4B73-A2C3-5918BC839C7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EFBAB0EE-66FD-4A06-9933-A90FE8F6001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03546307-ED9A-4E24-A94E-39BB29A5B6B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DE4595A-AE06-435E-9D98-DC0EDB63D6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DF0D3E3-002C-4486-860F-56AAD975175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AF025741-117F-49DD-961F-E3C85D19BFE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636320BA-63FF-484B-B044-548EE5A0CDB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A6731039-F8D8-4468-B8C3-8B1D058573F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0989E9AD-EA40-4B03-8AC1-4A4D02845DB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BFD67794-AFB4-45B6-8A79-69101C447F5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80014ADD-8D59-40D1-8A0C-F2437586515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1692D647-6EB1-46AE-9BC6-2F26B1FE521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1F8E3ECA-1FE0-43B1-9F0F-DE511F44092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B4504611-202C-4C8C-A289-DDBFB2FB53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7178383"/>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DD4B31A6-D426-4103-864E-449B49BF7C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A6A15F8C-E41C-4086-A0FD-B066935464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B7C22419-B3A6-4846-AF1C-1F6101FF4F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89C9A5E7-5B73-414E-B364-F95E1034E0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9231E6C5-66C4-4A3B-B084-B636727666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8A32F8F8-5DC1-41A4-ADB8-87C086FA1D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0E2DC842-3C18-4F8C-B587-31718041F22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1DA2263-D047-48AB-8707-7CCAFABE9C6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9F8F3199-91BA-49FA-AE88-086A47627CF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0A1FE068-C832-4A8A-B4E1-8920E074B2A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DCEF6A-CCF1-49BF-8391-BEC92C319BC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65089DB-1063-4E33-8BF2-F54050781D6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89875DC1-37A8-4BC1-89EF-24880596F44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B33C7AFF-5C58-4586-9B7E-B1AF027531B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6E3B32CE-8A1D-42E6-8D5D-EE16F8BF8AA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2F7A082-BE68-4A78-97CD-34EB7D0845C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EF72253-42A4-4FD8-A936-6C324988C31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6F0F2907-DD76-4792-A9CF-8D2C0A87DC2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8D68C96-AA05-4F70-BE37-C775DED91F3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93BE90C4-C2F0-46C6-ADE6-BD054DBD6C5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1CDD6322-664B-4C85-B3FC-89A7778BE6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25085120"/>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E3696C2E-2FF9-486D-B1DC-C145F8BB7C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5E4954C1-3585-4093-ABC2-311E05F74C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71AA7439-11FF-485C-B959-46FFFFF22C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15A59416-C562-4493-8718-C5CA87847C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8EEE8C9B-8ECD-4303-92C2-D29647E222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51E3A727-B768-4DD2-8C0B-B57FE332F9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CB16C92A-A7CA-4735-88FC-4F32B3C2320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163B58-1C48-4B54-BF30-B4BFE163A25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1648DDB8-7168-449E-A9A7-6BA5257F518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CC6EDBF2-0278-4AE3-85C6-D89F48FEE57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EF86B61-15E0-44A2-8548-89B84A79156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EB92EFE-89AE-4742-B10E-21A73EBFEA1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842548C3-23F9-4A45-B5B3-3640E4645AB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C6DF2F58-EA13-4791-AF0E-A6BFA0BB97A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846576C7-63C9-43A8-B21A-4BAE181F60F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D80617B8-24C5-4CA3-818E-B799029881C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97F66CA9-A3C4-4D9B-8F63-FDC11698493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1B4D1917-111B-4C29-862A-7B88CA22076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3C737DA4-EB16-4CC4-A549-841F68DF70A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000D591A-0ADE-4051-88F4-14779AA4E83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BDF64751-8DAF-4100-9965-1F9E918F7E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497655"/>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18A7B40C-D79C-44E8-ADE5-5DAEEFD6CC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9D9C171D-B20B-44B6-97D6-081AD27604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BB59EBED-F4B2-45EB-8064-69C4349F6C0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92554290-C3EF-4FF2-9C48-DCBE4835C1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479F329C-C4D0-4AAC-9452-857546AE5A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1F2C12B9-05B6-4C6A-9D44-48B5975960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0D07F6F9-88DF-4BB5-87F1-0DE0F1F10B7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1D84E2A2-1C40-4E1C-ABCC-E54C721002E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EAFDBEF3-634E-4617-833A-18B1B734DA51}"/>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32388CA9-57DF-431A-9A85-C62E6F46B05E}"/>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CB19068E-AA6F-4C8C-B120-0FB1E83C9D5A}"/>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2F2C5C33-94B4-49E7-A853-CF8F3FD1A1CA}"/>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1FCFC987-DDE5-4646-AFF7-F4FB9905C6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41818636"/>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3C1AFFAA-C29D-45EE-BEE0-D8E2D2ED7C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43BA479F-66E7-4F6B-8AB1-7398854746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4BE927CB-F77E-400E-B49B-53B0362EC1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EC04A9EC-D2B8-42EF-8860-B948646BF4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4F3876FF-96AB-4201-A9F0-BA0E2397F0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1C469EBB-DFC1-4265-8359-D136DAF1FA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0ED9BF33-7ED4-4796-93DA-B081A285FEFE}"/>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1D892D83-4BA5-4FC6-9DA2-2FD125D80BF3}"/>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71385592-128F-4571-9FF7-4BA919820123}"/>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D46D057D-1D8C-45D3-ABB5-A0552C396B80}"/>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2D0EE18-DC30-433B-9ECC-BEDE2AFA1CB2}"/>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B2B83566-74CB-4A6D-BEED-8318761ED097}"/>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65B4FE00-9816-4C2A-B944-9260124E4E56}"/>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1EE1999C-5954-4E0D-9032-04883B3A434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0AB7F84B-8C63-408D-A3F1-094CBF06017A}"/>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83B860F3-7476-409A-9197-87ECF12D8ED8}"/>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40DDDFE8-F205-4FED-867D-F7859FBE80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0100000"/>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88A67B63-AF5A-4BA2-864B-45E9BA5BF4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DBD72873-BFE5-46E1-9A1D-04961E8758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C2993570-C15D-46C3-939D-3F81B34DC6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77E83911-67FD-4AA9-96BD-6235626F1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4AEF791E-5CFB-433E-9C31-A41EE743DF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B921AD3-B39D-4B7E-92F1-3554E5DD07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6E15D71B-76DA-488D-BF5C-07F2D805CCA2}"/>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8A47FEC4-243C-4323-BBB6-BE60B6B5178D}"/>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BBF2D973-8AD5-4A55-B8A0-580482DD6C77}"/>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789C35FB-C993-4619-8945-44FC0485FA62}"/>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41782B5-FFCA-4AD0-BDAA-009969935509}"/>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2FC28AA3-56AD-4F15-85E4-B0CF5B67ADE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697D809A-AC50-43A2-A60A-9B395A7F9F1E}"/>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9DB7534F-CD9E-480A-A17C-856E22083CFD}"/>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E3CB7E3-F675-4773-BE45-CB9FD42AA164}"/>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2B8846-B29C-4B88-ADB1-0AFD8CED4ADB}"/>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F956C455-D1D3-47C9-BD5E-0BC582F3E9A0}"/>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EDC15887-4FBF-421B-B8F0-C2AA9358C694}"/>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5CDD92BE-E6A9-4A61-8697-46CDD0ECA563}"/>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EC2AF7B-A1C0-4E6C-8452-B09A089FD736}"/>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97F3ECF-AD9B-4292-B8BE-52872BAD8D75}"/>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7292D2CC-8EAA-4E22-ABCC-804BA4326D70}"/>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465503C9-39C0-4009-94E9-22998C7E49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14171243"/>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A9041358-6902-456B-B841-52B01ACE44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BA32416D-1A84-42E5-8232-5A098A532B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12CDD61C-4547-4D28-A2B8-6711FF30E9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DC382C3B-C879-4E4D-A207-A851992949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3D74581B-4C74-427E-99CE-E3CB391574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0F3E3EAB-D767-4C02-85FF-95B9E56D7A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9C885E56-DD9B-40B0-8CCE-D018DB74AE94}"/>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72B15DE6-A840-419A-ABE3-B13AB51225E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F4863FB7-8A5C-4480-8B86-9D63C6E0162D}"/>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BA0C8C37-F607-419C-8BAE-59B3ED61FB1A}"/>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EE926FE9-1792-4E85-BBCB-9E7825202C56}"/>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3DA287C-3F7A-49EE-8040-491E4E228A9C}"/>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5846E949-0D84-4AAD-8296-FEA89A38E0D3}"/>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A6498E75-3A9C-42CF-B3F2-C83866EBC8CB}"/>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C3F0C7E4-D55C-451F-BC72-39A7F3EDB52E}"/>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484DCC1B-7857-4016-997D-FEED4A63DF86}"/>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036885DB-0100-44E9-BDC7-2863DBE9F179}"/>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93055B9F-1D6A-4B74-ADA2-9B5F30B4E5AB}"/>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A7D67941-28C5-4ABD-8489-AE7A4FE0C6CF}"/>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764F6007-44CC-4654-AFB3-7A1F3E4BC745}"/>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4E38415-0A73-4869-9C92-79D1C5EB9715}"/>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C28BD7A4-15F6-40A0-A2AB-6EC9EBAF4A1B}"/>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8DCA8598-1CDA-42E3-AD5F-25E4682A7589}"/>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EBF49DEE-E1A4-47B0-9E03-47EF82C2B426}"/>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C528BB8F-E69A-48DE-A72D-92713619441E}"/>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BB52B351-C189-49F2-85C0-23B7C5C554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6021537"/>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39DA8AF7-3421-4A30-B83D-45218CE3FE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27BDD70D-EC1C-4BD8-883F-413B15DCCC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914D50F1-D548-48AD-9CCA-A053989EDE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CBB8847C-262E-498E-B22E-ED0B90474E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5EEFE7FC-D4EF-4D31-9EB1-0A913687AA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25DEB21B-67F5-4050-AF50-65AED5F150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3E607528-DAD0-4078-BDC4-2C9D68965CD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8DF5BDA9-2BA0-4A58-B5E5-8550F5752F31}"/>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5F782D9D-7727-404A-8D65-9B0562A6052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1CF6614F-252C-4A53-AC93-FDB3890FE007}"/>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8DE73968-E2DC-4D42-BCC6-722067DB2E41}"/>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B408F113-23E8-4764-92D1-2AD70C0219C5}"/>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064F1A74-CDD7-41D9-B6E3-1CCCC525EFB4}"/>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7B6F6C17-DCB1-42ED-A80F-B07D8FBDA247}"/>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D8231F7-7781-4170-91BA-7CE7E8CF750A}"/>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568AE83-D175-4F03-B34D-02B608CC8745}"/>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A5B2161D-1CA1-46BD-8D92-F727FDF23ED0}"/>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3580492E-9B4E-404A-8E9C-30E845FCF3FF}"/>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DD4BE82A-0C5D-4292-998D-081125B1E8D9}"/>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6714E819-9EC3-4A5A-AD2D-698B066BE649}"/>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494B8C4-8B17-4F57-8D71-D9E4831F724D}"/>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B2453EDC-698C-4A6C-8AE1-26915F35C65E}"/>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BBCD7234-7E94-44D6-85C4-AAD23D87BF51}"/>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A3486265-3FE2-44C4-8B41-F6EEE65A8946}"/>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4E6AD4C8-DBD5-4D9B-8EB7-71153275C0AF}"/>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9BD5BDF-5E79-4BB2-B5CC-EE55C1B43A95}"/>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2676FADE-8774-4D6E-9189-4A78E6F525E6}"/>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6CDE4BBC-AC9B-4014-B528-3F9B099AD5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48580184"/>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83CE3687-527A-4AE8-BB4D-93E6967F62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EE959AB9-7BB2-49F3-9299-CC37973866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A6B756B9-956A-40CA-BFCA-AE7D4B0E7F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DAAB6D88-FB78-4EE6-A84C-12971736F9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3855309F-9819-4EF5-B2EF-0F86AC5A1B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0401CD7B-ADC8-4098-BCE9-49341471F3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67A90D67-FDF5-4173-B729-9D98FF2C79D1}"/>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B91E09D8-6DAB-44E3-835C-8D766C7DCB2D}"/>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839DA6CF-9695-4733-B66E-D80D3EBA35AD}"/>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6B2502E7-CC41-4D6B-BD13-954DF1E740B4}"/>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BE5BF792-CD5F-4C2A-81EE-DCB8DBB3388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F7D6C61-ED00-42FC-81DC-1FF8EFF0471D}"/>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FAE3343-CAFA-496D-B80B-FF2DF5F0B2D2}"/>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FE3FBEA1-5149-4EDB-B175-72DB8D8B274B}"/>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9B04EF38-71B9-45F2-815C-E50CBF3DC65D}"/>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34D1E1C1-2DE1-4586-9B26-06B2F324320A}"/>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D7E3609D-6E65-4555-B3C9-857A8474A183}"/>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60B8FBB-43C0-4BBE-9984-89AEDB7493F1}"/>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14BA53D-99AE-4F12-9FC7-706EBEED0797}"/>
              </a:ext>
            </a:extLst>
          </p:cNvPr>
          <p:cNvPicPr>
            <a:picLocks xmlns:a="http://schemas.openxmlformats.org/drawingml/2006/main" noChangeAspect="1"/>
          </p:cNvPicPr>
          <p:nvPr/>
        </p:nvPicPr>
        <p:blipFill>
          <a:blip xmlns:r="http://schemas.openxmlformats.org/officeDocument/2006/relationships" xmlns:a="http://schemas.openxmlformats.org/drawingml/2006/main" r:embed="R29c04f8b11914786"/>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D615F61F-A743-4010-9611-8FC4CE7ABF9C}"/>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2ECB185-1B68-4620-B338-D12C595F0518}"/>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2144671D-9BA7-4080-89CC-4A6060433DC2}"/>
              </a:ext>
            </a:extLst>
          </p:cNvPr>
          <p:cNvPicPr>
            <a:picLocks xmlns:a="http://schemas.openxmlformats.org/drawingml/2006/main" noChangeAspect="1"/>
          </p:cNvPicPr>
          <p:nvPr/>
        </p:nvPicPr>
        <p:blipFill>
          <a:blip xmlns:r="http://schemas.openxmlformats.org/officeDocument/2006/relationships" xmlns:a="http://schemas.openxmlformats.org/drawingml/2006/main" r:embed="Rb36663048e6940c6"/>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0C1DEC9D-69C5-4EF5-930B-840EAB5361E9}"/>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4E702603-1B4E-4E62-B410-741C13E1E863}"/>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4701B4C-A492-4158-BCC1-5C33C5049B88}"/>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2C3476A7-4705-41ED-8FF2-4DEDD0CEF554}"/>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47EB58C5-4D14-4D6E-AD56-7C91580994D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A8E245F2-2473-41DA-9A45-DA5EB022D9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5294429"/>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0430B12D-9626-4B34-9C68-D400920EBC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485D819B-3FBA-47CF-9365-89D05A5FAA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B0F4DF1D-1B37-4E39-B358-C4DF3D71DD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6A81A73E-06AA-469D-B427-49CB57209B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E29543E2-6589-4016-BD76-EB01F52030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0689366B-BBDB-4C35-AB0A-670946549B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1F870A62-93D3-4D5A-8212-0FB8C78EAFF4}"/>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F26B1419-43DD-4A93-AF8E-3232A46AF635}"/>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77F59EF1-CFE5-4F53-9BE9-1D959F11960E}"/>
              </a:ext>
            </a:extLst>
          </p:cNvPr>
          <p:cNvPicPr>
            <a:picLocks xmlns:a="http://schemas.openxmlformats.org/drawingml/2006/main" noChangeAspect="1"/>
          </p:cNvPicPr>
          <p:nvPr/>
        </p:nvPicPr>
        <p:blipFill>
          <a:blip xmlns:r="http://schemas.openxmlformats.org/officeDocument/2006/relationships" xmlns:a="http://schemas.openxmlformats.org/drawingml/2006/main" r:embed="R1152a67cffcd4e96"/>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0315AD1C-265F-44DE-8233-263A6D041978}"/>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EE0FE065-7F59-4E0E-83A7-18F20B9B3F59}"/>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F497CF47-750F-4C27-9940-235A8EB8C6F4}"/>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5AF50D1E-CD3C-4C4F-B194-A3A816F4CBB1}"/>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6867BC90-9323-4369-8277-FE17CCD4F91C}"/>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4B4E2B05-1EB5-471B-AD66-E73CDB660EB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5EFCA8A-3FE8-4E56-B5BC-234269CE5801}"/>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7464CA25-C695-49E1-8AC7-6C9A7773B216}"/>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3EC9BB4A-1EF4-4DAE-BE13-91B378BFB68F}"/>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5511C8E-A177-486C-89F4-32E457FADB7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19894426-7D57-48F4-90C5-4F10B566419D}"/>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A4AC6165-85E3-401F-8827-F41F841CF854}"/>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C34EE034-55EC-4322-BF29-B49C7AA521BF}"/>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97F6555C-7E79-44A6-8979-57CB4D8291A0}"/>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8180905B-820A-4667-9291-6834FCB98F60}"/>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543C3322-1D89-4863-A877-2ABFD0F136E6}"/>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57F993AA-9E8D-4CF8-BB22-DC009866B72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C5029B37-3C19-402A-AB50-B2DB15A89E14}"/>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A4823FCF-BE12-491A-993A-0DA98A0C3F55}"/>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6D040505-68EE-4DB5-8598-E2C7C5B9DF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17872097"/>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8C6FAECF-D7BB-434E-BCED-42E2E0045C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9750ED04-9279-47B2-AAE3-DACB902217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6F2596DC-9AF7-4360-9F12-DA31A343EE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57BCD4E-0E6C-4796-A253-0381BC3199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B9387EB3-2C46-4EDC-8A90-097CE4EF92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AA3D3BCB-5556-41E6-9A0A-C379EE167A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C7A00CEF-D550-4CA9-B94A-F040EA111A84}"/>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8D3AA06B-1FE0-4CEF-AA0C-CBE97CD32BFC}"/>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49BAF1EE-1C4D-4838-8924-C477BF570F56}"/>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5C75F0BE-E977-4CB0-ABC0-D368C3158CF0}"/>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1E3DA80D-7EBD-4885-A781-E82D10E09A0C}"/>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F8020139-E2FC-49ED-BC4B-BCE795CD55CF}"/>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759D80C2-89B4-48D2-B059-532314BE53C3}"/>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0C3F1F4-664B-48FB-924D-88944CD918D3}"/>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38983EE1-D73D-4F25-80A6-CBD5F52698B2}"/>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BAFFDC5-D28C-4DD8-A8A9-FCD21A02DF8F}"/>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846522E2-A813-4852-AAE9-D6BB770FFBCA}"/>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09384056-F8F1-4623-8DDF-65FAC3BA1583}"/>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71B332AC-99D9-46C4-B099-01EE892B9D5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FFB9F065-3900-4243-8207-CD2B4E66C5D9}"/>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EE5848BC-48D5-41ED-837D-52A346788A2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D10CA793-5BB6-4138-A29E-642B2FE9C747}"/>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751ECEFA-DC35-44DD-A83D-4D393E587A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022155"/>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B588131D-9B4A-4B22-A199-15D7341ABF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B04A1537-2EFC-4249-928F-304807741A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4ACBE08A-21CD-4620-B86B-1058FA41CF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99332489-B811-4C07-B715-D1A4F8A2B1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54B90D74-EB92-47EC-A40B-4AEFE27CD6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B58331A0-0480-4F47-8593-B5FB27A8E1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F82B3F74-A729-4982-B47B-ECC54E8DB62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0467ABC3-A5FA-422C-8E9E-957F3F5B38D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0B8AAA48-746A-43A0-A4D5-7A6D39BE1BF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F28FD6D0-FEFD-42C8-8506-1B0403AD5249}"/>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2CC32973-1C31-4F97-9CF0-6C4EBFE77612}"/>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6992ED53-EC93-490E-BA0D-E7B3B235B54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4A495E3-D1CD-4001-A13C-C2E6BEF3A421}"/>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340C5554-CE49-4114-9FA0-9C6898C69C37}"/>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804C89-3FEB-462B-9986-FD6137CAB728}"/>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27875ECE-8785-441A-8207-FA3A00A08750}"/>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9274B903-1BBF-40C4-B38D-CDFD35010D50}"/>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5EEDD986-B39F-45EA-B054-C9913704E309}"/>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801C89F8-E98D-4E8A-B4D1-6A33B740F8E2}"/>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226E9CD-112E-4461-A6B5-D6EF31F1E353}"/>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40D011D-8A60-431A-A665-1D5E42B050FF}"/>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F1D3A35F-8D33-415A-A365-43C99FB97128}"/>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5403AA13-5E9B-4B65-B80B-A2B4ED900B93}"/>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95D216E0-4D91-41C8-9BF5-89A1AA08902D}"/>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C4D29E76-4B52-457A-9CC6-AE0780F20788}"/>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BC886C04-5B27-464A-98CA-305DA08BF273}"/>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603EF6EB-BB17-4B26-A650-2492E0E12700}"/>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B952F371-BDA8-48AA-B48A-B7DBBB5A733E}"/>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F24013C4-02D0-4182-80A9-15C7F452BF05}"/>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3295359D-6506-4BBF-915C-072E8B949E02}"/>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56A4235C-7FBC-4259-9A66-69F4DFA4E4F5}"/>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F496B912-F95B-477F-87A6-6C18444725B9}"/>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A1DA28BC-9E92-4814-8E15-8F9425E5EDF7}"/>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C5109F65-9E88-4899-B1B0-1FF66B1CCE7A}"/>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EECB1B8C-9C7B-4420-98B4-59BAB40ABE35}"/>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C7259007-F131-4279-84E7-C0BD05F90717}"/>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A273E269-FD9C-4CD5-9B22-62E78DEE3F01}"/>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141580CE-0CC2-46DD-B09E-BCC00EE81EA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5711FA0F-7603-4863-A172-E1AA2B5A7E87}"/>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B6ED6E44-D366-4456-8CFE-5C5686D674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62759623"/>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2E8BE09E-312A-417E-A39F-B617B46B11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92D93CCC-1D59-44E6-8926-1FDCCA3F6A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1742B853-DD20-413A-B7BA-81B264705D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81010387-B73C-4C9F-999A-02F5E17068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925965EA-4090-4A43-913A-DC077C8FCE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FCF06008-6FA3-4906-AAD6-572972AC3E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61DFEDF2-741C-4221-AB2F-EC71945A5869}"/>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8A3E637C-3B60-491F-B7C2-BF9EA0A5B273}"/>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DB4C5FF-B5F9-4C08-B487-86C7694D0539}"/>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DDF8402A-6CA7-4199-86DD-D86C73B2A255}"/>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24198FD8-0DC8-4B1B-B8FE-0BE8DA3C17C0}"/>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F0F2D59-D61C-4B2F-AC7B-693F51E3CFB5}"/>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2F749FBF-2A60-41A8-9D66-5C06C70A6C1B}"/>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6FB5CAED-3E86-49C1-8C94-29F674F53F7B}"/>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C1E66A5-79AE-4758-95D6-A408651380A4}"/>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C34D5B3C-973D-4E4F-BA3B-FCE0FDB56A81}"/>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98DF737-273A-4269-9138-643320042223}"/>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AE95FEF6-3E1F-4FE9-94D4-5A3C6A1F60A7}"/>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FFA1C11-22E3-493E-8A85-BE4A7B048D20}"/>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F8B49D2A-E9EC-4831-9DFB-87CA79470A5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34913435-0390-43F6-A726-8CB1C9DF9D37}"/>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CDA33474-8CFF-4D56-B09B-920AE4159879}"/>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83B9723E-1BE2-4E8B-845E-015973809A91}"/>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C39BE7BB-356A-4F0A-8533-665471A4CF48}"/>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3CEC429-0BD3-419D-833F-2D9B4D6002B2}"/>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BEFCF233-2C5E-4061-827D-E75017DB8BE5}"/>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99D9C8F1-351F-40B6-86DA-8DE025BB094F}"/>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FAC363D3-B5D2-43BC-81E3-20326EBC1C6F}"/>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63BB8CD4-943D-4043-90FF-12D1C70159AD}"/>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CD14C4B2-D063-407D-8AD9-B4AD64EDD660}"/>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EFAD7E99-96FD-44A0-ABFD-6889F24A4A11}"/>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C0762FFA-05DB-4848-BA20-D51E06DAD889}"/>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EC928217-A3AA-41A6-BF88-745EF40C274E}"/>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CD2B3096-7A6F-4360-A5F6-D4630E1CCAA9}"/>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E591B7A7-B426-4A93-93A8-037A29AD0D56}"/>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5440BFD1-5D69-4F7C-B79B-8D66020A4F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03603982"/>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F81502FA-33E7-424A-8F54-B0738EC4D3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8821BF22-77C9-4E91-B0A9-D22D131B54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092BAD2D-BCAE-4E34-876E-383AB82B81A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BE4A7F12-FD80-48B1-B558-021AF63DD6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5EA8E3EB-934C-4DB2-8A69-E30256D509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B35F7F71-2BC1-4735-99E4-3EC58EAAF2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D7188B4F-D52A-40E9-A9C6-3A4C77BD7122}"/>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14E53CF0-1B1A-4AD0-8594-1951A2BCE527}"/>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9EB55332-C8D9-46B6-846F-0AC10B35636E}"/>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54CA83DA-B249-46B1-B394-D0F518137952}"/>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99537F54-F587-451E-B724-5EB8D0471130}"/>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DC97C99-32E6-4B8A-9942-CC765CCDF223}"/>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61A739DC-5BB3-4E4C-9B04-94C5CFFF06D9}"/>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216B7D7A-C639-4FFC-BFAD-FF077DBEE7C0}"/>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198BEEE-3646-4E8A-929E-908AE294D37F}"/>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11C86F0C-12B1-4798-9467-5DB8BD05E2B8}"/>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1BBAC1FD-9A21-410C-89AE-B9F1B9981594}"/>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C839AC3D-04E5-471A-8C09-DC3DEA65A3A0}"/>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1AC0453D-9664-4530-893C-0BDFC8A77054}"/>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9886E8AE-A85A-40F1-BF9D-C9827E40F7A3}"/>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C6365B1-54A9-4D62-AB71-E05C0174410C}"/>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00A31F0F-988C-4CAD-A676-36479E9AB135}"/>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FF4CB815-3E11-4DF6-B2E3-AFF6E256D642}"/>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83B9BDD8-B3A0-4655-B75C-C8B1E2A1AA49}"/>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2071FFA1-9B07-4155-B1F6-44096B1A2B33}"/>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B426CB6F-CC4F-4C8C-9BEA-7B61A1298095}"/>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2E9DA901-11EF-44B7-91E5-9999AA6E6C4C}"/>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AE361CB4-5E45-47FD-886F-74D2E73648B5}"/>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49C05198-B1BF-46D9-974F-4D6DB354A279}"/>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194B76EE-B6C4-4396-A1A0-6D575A04135E}"/>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7459CD6-8278-4D26-AB46-8BCF7C6778C4}"/>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08EA4E3B-AB31-44F2-8611-C9B790B5B1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8904371"/>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476DDDAA-2F82-4C2B-BA8C-D1D1C6B56A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E14771BD-578C-403E-9A1B-563FC9153F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2E0F4105-86F0-4703-968C-64225EBBB7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410C99A5-FE19-449D-B70E-E34398A93E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157C6CA5-F5AA-4C4F-A4FC-D35E4DFAC5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789AEA27-8B66-4915-BED5-8FD487FA91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9664B644-DA2F-4656-B3E1-ADF115683061}"/>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59F063E7-16D1-4C6D-9AF9-896B902DB486}"/>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F5CD496A-E7AE-4955-9864-E8BBDE14BBE0}"/>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8EA24A8B-1A2B-45E0-A49B-06F40DBE4AAA}"/>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1264B8D8-6EDA-4B69-87C7-9D5213C37DA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3B19508D-D262-43E3-A9E0-3ABE1C50202A}"/>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BC3DBB43-5975-45D7-9011-2986E3E4B6D6}"/>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269C6E7F-94A4-406D-95DD-38E32B201526}"/>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383BB8B5-4723-4955-8BC7-1BBB16EBE24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0CD0B17-FB70-405F-A262-119B661BB57C}"/>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8F17456B-14AE-4D4B-8963-824E4A21D5D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E61112C3-3459-4565-B398-64F036819908}"/>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53AD3E3D-F73C-4526-AEE1-7FC99E90AB7B}"/>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CAAE5E3A-A235-4D2B-92FD-9FC8008160A1}"/>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9BAE90DE-BC7F-4840-9314-C41942C15C97}"/>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A375D06-CF4A-4002-868B-27D60B0F7B78}"/>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72347B4B-68C7-4190-9BD5-02982AB4F539}"/>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25867F07-51D5-4759-A58C-F200DBCCB68D}"/>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03D72AE2-0A3F-4514-9E65-7ECCA34A72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9602721"/>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1571EDB7-1C82-4B1F-A038-9FD03C5328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9CDAF563-8498-402B-90E4-7BD0728AE7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997D7F82-6A53-477A-8793-0029927EA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8B257D8-F79C-422F-85FC-FBEF3B9E48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A25A866D-B458-4CCC-9E16-B91C655E4A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40F395A6-CD1E-468D-99D3-DCD55EC010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162FE1CD-B5D7-4FB7-9693-2DE4D06261D4}"/>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F20AEE45-09A7-443A-BC44-9D01C261216E}"/>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D34FE2B5-D638-480E-8129-A1038B4D6175}"/>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7E514C0B-EFA1-4E36-AD2C-AF4BA57D97B3}"/>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3F00618D-0E44-4DFD-9C16-1BBB2BCCF8D1}"/>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B2A2E122-4BC6-4A40-879F-95A250E0872B}"/>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20C520DB-F192-438D-A36D-3853E6CA0E1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034A092C-EAC5-43EA-8B13-A81C82C68474}"/>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B3046C0-0BDA-431C-ABD0-433F34A98CB9}"/>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D52F72DE-7CF3-49F1-812D-056F3281B00D}"/>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1E98FBBC-6746-4E01-A9D6-1F4275D0982B}"/>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D9425F48-ECED-4D3E-957C-A8567423A454}"/>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4A784998-D84B-4E82-A8FE-5E53FAB5D0EF}"/>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F843B0C5-0FCC-427C-A14C-62CC25900F6E}"/>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B56A3E79-11C8-479B-88EA-92392E2E83F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F732F712-8C78-4BC6-B014-131CD65FA1DD}"/>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B0682B31-23C6-4449-A83B-96488570BBD3}"/>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3CC8F57D-92A4-402C-82CF-2A22E5F00BA1}"/>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B204CE9C-FD16-4F51-A99A-9B73AE9E390E}"/>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6D655E09-75C4-448C-A979-27A0E3A89AB8}"/>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12065177-5FE7-4675-AAFD-305A1F3114DA}"/>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FAD6FCE-13AD-45A9-B824-33B0318A22F1}"/>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D1AAEFD2-F30D-45E2-A7F3-99E89938162B}"/>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E91736F1-7CFE-4C15-B71B-F3984A86A90D}"/>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DC2177CE-57C7-4DFD-A921-3F207D80F6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86173046"/>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2444605B-D785-4989-86E4-0CB38B76D2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FFD28B53-60B2-4AEA-ABB8-1896990009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CA642E8E-D899-45EC-8BA6-F6785A7967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B8654202-451B-486A-8BC0-C7BD4509AD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0567A1F1-9CEF-446B-99D1-38636C9C0D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631F71AC-D3DA-477B-96E3-968EA55C18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3F56BB77-AFF5-4057-A2DB-7BD594DF961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2B1E0D4-0016-450D-8EBC-DC2B1C7392FA}"/>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1E4318D-8831-438C-8D00-12926D68F31F}"/>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E442DE7D-ADAF-41B3-836B-036B7A3C8C4A}"/>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1CD3ACD-F773-4055-81E1-DA106A89B5D0}"/>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41EE829B-3E74-49AD-8B8C-7DCA22547505}"/>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679E4498-CA5C-421D-BC6D-74220AEAAE27}"/>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5ED99C86-04A5-4064-BFF7-FD9158C782D4}"/>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39473D13-52AB-4F38-9D97-DE00ED5AF37E}"/>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ADC146AF-0B69-4A76-AB56-07C0B7D93C3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ED5732B-510E-4279-8429-0440C3922F36}"/>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2CE0975-0547-467C-9F0F-2478E0EFFA5A}"/>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B7B9B6BA-2B8B-421A-851B-059EC28F1ADA}"/>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2EC94E08-16AE-4DAC-AE05-CF6A64660147}"/>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EFB01FEE-F689-4A54-B09A-B9A3C1D0B231}"/>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5E96B37-0007-44A2-A4B6-589EF2F09C79}"/>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974328-CA2B-41DD-911C-5E08FC6E9154}"/>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4ACB1B8B-F77C-4759-BEBE-B579A83EDDE0}"/>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C08BA772-17DA-4B69-9CFD-C818777721C3}"/>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16E0348E-76FA-4FAC-B2D5-7B89FC49638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282954C5-56C5-4ED0-87F1-FBB8C04FB33A}"/>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7C2761EB-A3BE-46FE-A6A9-9370D4C68DCB}"/>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114F8457-E6BC-4E58-8BBD-C515DCB32D52}"/>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A666AB81-FAFB-4E1A-A0AD-241EEF6677F5}"/>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E5AE2E4F-E9BB-4DB5-8E3D-00BED7689206}"/>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A915FB23-6828-4717-A3B5-0D3128A631B5}"/>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D4D9BD77-18C8-415C-8856-4CC012350F6F}"/>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A9B4A099-8107-4E1B-97F0-0F796C4C43D7}"/>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30B4D34B-E147-4E4C-B03D-7A0744E97C06}"/>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27FBB1CC-C6ED-4688-A083-72EB2AC925D4}"/>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E516BCE1-EA30-4B95-88F4-E9658D8A6050}"/>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5936CBC1-0255-4874-A1F7-EE895CEEC2FC}"/>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715E7F1E-FC44-40FC-A1BA-BBA21638BAD9}"/>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C5684-D9BC-45D3-9600-E903BA9D281A}"/>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1D993EC1-CEEA-4967-A67F-1E389F0D81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1452033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F29FF0FA-602B-456D-91D8-A26C9439AA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49D2ECA9-96E8-4E08-92FF-EEC27D100D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39CBAA44-05B1-4866-9103-1A18DBF678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A8ED2CBC-CBE0-4F20-B15E-ABDA85C07F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265636F7-EDB9-4D6D-BA5A-485A6E952B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A521F70B-9325-46A4-8AFF-5511EBC66C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DAF56E42-8C64-405F-BA7E-482B8CCAAC27}"/>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31B15AC9-AA2E-40C1-9BEC-545EB990944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1BD40A37-30BC-43B3-8AAC-66C77DFBC8F0}"/>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A493053F-CF2D-4A7C-90A0-1EFEF0B92A42}"/>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DCACCE0A-5655-40B7-AD38-AF46E955BFD8}"/>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245B182C-EDD1-42B2-8234-958A52C2D986}"/>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7908EF7-6941-4EAB-8641-933BE729C16C}"/>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D499100-8935-48CE-BEF6-A5BFB1900AF9}"/>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9E56F91-D5BC-4F59-9E2B-09CA90A9AB8A}"/>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6E8C062D-E111-4B4C-A730-16A8045FFD0E}"/>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9AC8898-B00C-442D-9B81-E038ACBA7D02}"/>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4ECDCBAF-002D-4FC8-AEFE-EA5CBF56912B}"/>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91F7AE6F-78F5-432A-9545-0F6BB96F6C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7C9323FE-9487-49BE-8312-5334993199AC}"/>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114B147-D694-45D6-B170-EDE6C42FB00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09DA8966-A874-40FE-A546-19CC29A779E1}"/>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4D8DA607-25F2-4A1C-B78D-00D7BE19E77D}"/>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76FD26E-489A-4158-B5DF-4556E514426F}"/>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EEB10620-EC23-4A51-82A3-6AEAD7FF2B2E}"/>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D7CE2AC-5361-4652-B01F-BE0C9BE23A4F}"/>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88C11D7-877E-4036-AC3C-5CB56CBDE6B3}"/>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E966F71A-11AF-4A40-B2CF-DBF450A7B3CA}"/>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1BA900F5-585E-43C7-8253-AB6B82141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1026850"/>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FD1DA945-F4CB-42D6-80D5-A6B36D23E9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51E9B4F4-BAE6-477C-82C7-93A145E8A5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183E1C83-81EC-4555-B4BE-9E3ADB1E2D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9A8241DE-4133-4F14-B035-26673005F3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523525E9-B999-44C1-BC7D-906244E9A0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309D39D6-355D-4293-AF7D-5B07F2981A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58306796-CF8D-4E43-9A11-D27E7677422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54F1B51A-2F00-407D-A839-BC3F032BF3F2}"/>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6CD1325E-022F-480B-A7A6-446A8818AE8B}"/>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FC6CB0CA-6047-4AE0-B7AB-3D5682472912}"/>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31A441DC-EDBB-4CD3-8D7A-1763171020D0}"/>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7DFA0FF6-3EBB-404A-97F4-FC31F5E49B56}"/>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ADA650D9-4DAC-4EB0-A9E9-A21DCF48575E}"/>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88C8E8AA-84E8-4DC2-876A-8A106D1BF71C}"/>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9F904AD3-2706-4DAB-B5DB-DAF2580327B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373678BF-7712-49FC-AE34-76A2C87F0208}"/>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81E0A234-AFE7-4160-9AAB-484F86B81137}"/>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8C9E2A32-9C2D-43A1-A074-B30F77C84EDA}"/>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70C1666-545D-4041-A9F7-E5A341D01E42}"/>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FA21F131-B3CA-49F4-BB93-A0BBC26E91DB}"/>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DD26C375-368D-4146-93AE-2C784F0EA665}"/>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12385816-61FE-4781-87BE-FC013921CA0B}"/>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11E29C98-FCEA-44BA-B2A9-91524DC3FD21}"/>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EBFACDFB-77F7-49D9-87F1-5BD16461FAAE}"/>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1D9F2A06-C463-4993-B385-D62BFFA6B4FB}"/>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546CD22-A7ED-4E85-9A2A-16B4C324398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9CE654E0-E9CD-4C93-8866-8EC4F73B4920}"/>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B5BA668-B27C-4438-B31C-23BD5E1D248F}"/>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2F0F5F97-1265-4F12-B414-C9AE116079B9}"/>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3E56E1A1-EC11-4CE3-B845-8775F1C21F2E}"/>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2C2A0B7C-0C23-49A9-BAB7-3FB245BABDF7}"/>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FEDC7B05-EC98-42B7-9669-4861D92D4D43}"/>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DD1ED50C-8E36-47C5-A32A-38F87B3CB5D6}"/>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F7FD7610-CFCF-4D2A-8CB9-43062E3BBD58}"/>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8B2B1EBA-8197-4231-834B-3C1EA0FDEFF8}"/>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465BEAA9-7579-4AD3-A0C6-F1C77F2FC879}"/>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CB300233-B93D-4040-B111-1FA1518A7F8E}"/>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57A4E79-EA22-43E9-B1B7-8ACC0114AE2C}"/>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665A166A-F829-41F7-90EC-FC97EA4E9F63}"/>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EE8A6FA2-2078-42F7-9A72-858412B0937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AFF0306A-E7FB-4F62-8034-A9F411585D15}"/>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013284B1-72E9-4956-9B7B-C9EBFA8EC77F}"/>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91B67444-E147-4FA6-A23D-C7D47AB077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7742091"/>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E529EFDA-630B-469B-ABD9-49C338A986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57B22633-1C3B-4DF7-A8C5-CE3D20C28D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6F2F4E00-525E-4252-819D-E859603928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2051CAF4-42C7-4620-B784-F865683861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7858F077-693B-4BF5-99AD-1F0BF93E76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93E2270A-28DB-48A5-85BD-1C52266E1B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FF6F525D-B0DA-4042-B8E7-0A31B1DF0091}"/>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22C59972-A8A6-4926-83B7-2EDFD69E6828}"/>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DABF9B2B-FE81-4577-8CC4-5405F06E539A}"/>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B91DA21C-94BC-4DD8-836E-E162DC398A2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3AC6D9D7-FDE2-4064-8907-ABD7FF9343FE}"/>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531AFBAC-FBC6-4936-A791-34B0510182AD}"/>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6D61C46A-95EE-4DCB-8799-D76D1944F76F}"/>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CC6AE90D-EC6C-4316-91D9-087CA93B0FB8}"/>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1440C633-1633-45FC-B525-A11D83942EA2}"/>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F7A52393-70EA-4D82-A93B-ACD8ECBEB747}"/>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7816404C-4067-40E5-A1CD-0256DA97E699}"/>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C6844C6B-561A-4076-9779-32BD83FCFEAA}"/>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9B17F2C6-0629-4B2F-B491-FFFCAA72C0A4}"/>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87B236BA-3074-4ADB-98CD-7AAD83A16541}"/>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86DC774-BE35-4440-85D0-7E905515251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222F4BE8-8066-4C35-94EF-F98C46B490F3}"/>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571C6FE3-4A27-4140-B67D-F2AF1F662076}"/>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CAEFF950-6D62-47F3-8E8C-4C9509AB1FF4}"/>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BB2EDE12-0EE3-4130-B2AB-F14C6810AF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4299071"/>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A61BBC88-E1E4-4F10-9685-50E79DDEA6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DFE8FF69-5A72-455B-9607-AD8436133B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BE0F39E1-5391-474F-978B-FF1079E42B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70227106-A6F9-4C6F-B009-15C81277E5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699FE05D-369B-4E5D-985C-6005C3FF50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2E586A28-D4B2-44B4-91E2-5ABE22D582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10650B2B-646E-4A1F-BDC0-C745CE438F9B}"/>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E1F10939-B338-449A-B6B2-B2C91B97F63F}"/>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E8E10C71-29E2-4104-A69B-FB8158E4A6EE}"/>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50D4D212-E143-4DDE-AC22-604B458C2AF1}"/>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38B9FD0E-02C0-4C5C-95F5-08B47184016D}"/>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87DEEE95-53F5-4334-BBFA-0BE0C3CDF479}"/>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9E3A3FE3-508A-429A-B4B9-7E8703D5E7F7}"/>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F5B6B58D-80C3-4052-8317-B8063AB459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0026932"/>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E0C27CBF-AA54-4EEC-90A8-EA4FED91EC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3A3852F5-1D88-4706-8684-F4ED028262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A738B481-4B4E-4614-A3D1-095D0BCAD4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AAA76F07-A1E7-417D-83BC-05CAA09F90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8E700861-9E2A-47EE-8BB3-EA8C60038A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C256360E-025E-401B-883B-5F8058EF48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C275BD3F-B462-4831-A54A-35CF237DC953}"/>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C6BE1A08-8F4A-400B-93F7-B180EC32ACD1}"/>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202BDCCF-858F-425E-B51E-12BAE134E6E8}"/>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BDAC1200-B27A-4278-A22E-3872C09C233B}"/>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F12275E9-FE33-4D97-9794-97C69A924A9D}"/>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13989477-9588-481B-BA21-3F90500CE8FD}"/>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B9B0FD38-3717-4926-B99B-B6C54C90A951}"/>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0009A32-F065-46D8-91F1-3E05A86562D4}"/>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56EB104D-7D17-47DB-955D-C14ACFFB1561}"/>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2082053C-B585-40CF-BBFD-B9EBC93F2AC4}"/>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EA35D281-A5C2-4774-9605-BAE0F411F78F}"/>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36EFADA3-9DCF-4C46-AFFD-89E55BAD7E06}"/>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091255BE-234E-4B85-ACB7-EEA31FFB024C}"/>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8EBE6417-29DC-4A3E-BD0B-CDC8D6186FF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6BD46BFE-A126-41E6-A52C-92A2D35AD347}"/>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98B6BE0E-D17C-4277-BAD0-012CE01E7DA5}"/>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FD9C23D8-C9C0-4E41-9D83-DCB248036276}"/>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66B50398-C770-46EE-82F5-A89B6B8890A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A32825EC-6948-406B-A2DC-9C8D78D8315C}"/>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DD439C05-80B1-4753-BDF1-3DCE881C5F69}"/>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EE5309DE-66D7-473B-8E17-F441C8F8C279}"/>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41328DC-7B95-4B82-9C08-5D560759418E}"/>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C3EE3092-F8FA-4A34-AF96-4D8DCF48E667}"/>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78E290DD-BE63-4CE6-B9BF-F33D0FC403A2}"/>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5FA9CF92-93E2-4E0A-945C-446B738EA660}"/>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CB0DBD08-7547-488D-B4FB-C7EF15FEBD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10245222"/>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0CF848F6-0960-4F50-85B3-FDF3885BD1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1BE5DAAD-6F3A-4C44-A4E7-A8C01236E9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39D97632-52A7-45ED-A850-F8DC073864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E6A7B583-C600-4D6A-96FB-6011F98AB1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C923A661-C5C9-4540-86A4-0CE86808B0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3ABDC817-3539-4918-B869-25E75E3499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A5654ECF-47C8-45C3-8DD9-F5359F74D1CF}"/>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0C8E2402-F264-43BB-8EAE-F9743AD6987B}"/>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BA88F4AE-6663-48DC-8CF3-6E0F945BE166}"/>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74C0FB90-6E4C-4A25-AA82-D70489D20E19}"/>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7CE936D5-F1A5-4214-9202-E2CE2E66B2FF}"/>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002D8DF8-EE35-4081-A929-A933D14ADE3A}"/>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32FA8C89-59F3-49C1-B345-5A89735163D5}"/>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784E2FCF-432C-4725-97B7-0F00EC4072AF}"/>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F8F203BA-F1BD-425E-96F9-B86486A0AD58}"/>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D6968C4C-C00E-41B3-8A85-AA62281D458D}"/>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5154EB8F-E69A-4FDA-A123-9E8129E6196A}"/>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B6C08C9D-942B-4C5E-AE03-4DB7507A2057}"/>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71D093BF-14D4-4890-A02C-40DF7D2303FA}"/>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CAF10AED-90D3-4D19-8030-71F19530D567}"/>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62954E6E-2340-4EDE-BE56-1CE72BCDDF0F}"/>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A6264C58-8F54-4F84-8471-452CAC4C94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24362785"/>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9EE4C08C-24E9-434C-A343-2265A45AA5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D8DE641C-6830-4502-A50F-B016DAB23D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D2E573DB-5D66-4DC6-8C89-B1827245C0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5C6EC3F1-F169-4113-BFA9-A3D4EB2293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30C17279-14EF-4349-A27F-2204FEFAE4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6A4D598E-16C8-4CE7-8467-B99788B6A4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FCF4E94B-D0F9-445E-BF14-3FFF4F533ABA}"/>
              </a:ext>
            </a:extLst>
          </p:cNvPr>
          <p:cNvPicPr>
            <a:picLocks xmlns:a="http://schemas.openxmlformats.org/drawingml/2006/main" noChangeAspect="1"/>
          </p:cNvPicPr>
          <p:nvPr/>
        </p:nvPicPr>
        <p:blipFill>
          <a:blip xmlns:r="http://schemas.openxmlformats.org/officeDocument/2006/relationships" xmlns:a="http://schemas.openxmlformats.org/drawingml/2006/main" r:embed="Rb23d0fc1ab4a4bea"/>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4A83F0E6-F61E-4B29-B12B-09594282459D}"/>
              </a:ext>
            </a:extLst>
          </p:cNvPr>
          <p:cNvPicPr>
            <a:picLocks xmlns:a="http://schemas.openxmlformats.org/drawingml/2006/main" noChangeAspect="1"/>
          </p:cNvPicPr>
          <p:nvPr/>
        </p:nvPicPr>
        <p:blipFill>
          <a:blip xmlns:r="http://schemas.openxmlformats.org/officeDocument/2006/relationships" xmlns:a="http://schemas.openxmlformats.org/drawingml/2006/main" r:embed="R96b786e5af704d6c"/>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C6956F2E-9A65-4ABA-8397-CA54369A6CB1}"/>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8ED5307C-582F-4186-8CD3-56324BA29677}"/>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1AE2A176-1263-4F20-A8BA-52EA5F15CF0C}"/>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44875D3D-EDE3-42F2-B8E3-14047EFE3017}"/>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A7116D15-2081-430F-8A33-DEB74B3663F8}"/>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649C44DC-1F21-4105-9E07-A88250342326}"/>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692351EB-170F-41FD-8087-F2E35DD7037D}"/>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1A12D975-965E-4F07-B700-0F8526083479}"/>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B047B10A-BA2E-4200-B11D-287EF846DA73}"/>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AF3E3C73-E91D-47AC-BC29-C32EB10F8DB4}"/>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71408EB6-4996-450A-A116-27A5276C345D}"/>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90FA50FF-7869-442B-B9C4-2C6342A601AC}"/>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33751BEB-E33F-476B-A9AB-E330F9BF63C6}"/>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7CAA68B8-3C8F-46EA-8D04-EE1DC53AEE2A}"/>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654A8B4C-CF7E-4D2A-A5A0-5BBB54F2E315}"/>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1CEFC725-1986-47D3-8FD2-2B25A3A2FDB1}"/>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4FC4148C-D875-4E89-99B3-6ADAE7933916}"/>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45919109-3B1B-4501-BD19-9D99F00FD0FC}"/>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EA532FC0-37AB-4DA7-B706-931DC3FD5304}"/>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5C3AA732-B50E-4D76-8114-5F357497F167}"/>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9B76B96C-5DD3-407E-8FF5-B999CB839C95}"/>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5B249380-D794-4B92-A819-BF6A3BCF527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8CB06F19-6F3D-4816-B53E-B63A1C3054E0}"/>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B9797ABE-79C7-4C79-8C0C-3CE10FAC02B2}"/>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742D2264-E12C-4A7F-9444-81AD70D4312E}"/>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FB84DC8A-F7D1-4A78-83B3-0D0215A283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194168039"/>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A8C950BB-AA02-4D10-9818-3245C5A51A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77E2C60A-5823-4B9A-8087-D2D00AED34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4115C7F4-AAEC-4707-A7C3-4F60C06B6F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FD4C6B21-4257-4E4E-86B3-3E618E0639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A2499871-C32B-4896-B238-59B9A68737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B17EAA0D-9459-4BF9-B677-B217A5EC53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E0970EAE-E9D0-4224-A3EA-357AF5AAC128}"/>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3B8ACBB9-8D92-4734-A8DC-0894EC51B52B}"/>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AD3DDFD0-D8D3-46CA-B3FA-555D4EE8F16E}"/>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BC33C878-D5F4-4638-86DD-2DD384E15932}"/>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D4780482-6B4B-4B80-AE82-18C847A3D286}"/>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7CC782F6-E130-4723-AC2C-052AA4B0A331}"/>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98756772-8F92-4A31-A879-1C1A0970C5D9}"/>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0F9AF1D0-9336-4101-BEC2-A4FDF862F5FB}"/>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6E67E341-6C45-4A94-B28A-DEF0182C0EDD}"/>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CA0ECD7A-09BD-4F23-AEC6-6817BEA85175}"/>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E5AF665-75F0-4B73-A271-47C6C07B81DE}"/>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7842015-77E5-41CB-9197-D03AD8858C33}"/>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152D122A-0EAD-4E61-B17E-92F04C209EB5}"/>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625DF2AF-ACBA-48E0-A46A-7DA35723BA38}"/>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7577B54E-2C92-4683-94A0-E98977D6BBEA}"/>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983EEFFA-9908-4022-A119-E84AA4A8667B}"/>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E3BFA7DD-77EA-482F-A18F-507E7A8513F6}"/>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04F860EB-93E3-4D56-91DB-4E66477777F4}"/>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91ED092F-6799-4FA8-A097-18066D6C5381}"/>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809F8CD1-591E-49F1-AAE5-047A8069EE20}"/>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D5ECF770-7547-4708-B5F1-24BD19C8418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9F159ED2-6AC4-4311-AA06-DD9D4D36D45C}"/>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EABCD67-7753-4362-825C-DB31847BBCE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AD916EC0-1605-4D64-9AB5-840C99A4F404}"/>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A3479DBF-918E-44F8-AA88-7695B31B3698}"/>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87ADC77-7A30-421F-99F4-20B457CB4DD2}"/>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3BC1B2A6-ADC5-4C46-8DA8-3F355DE09FCC}"/>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9002F72C-F0D7-4BE2-BF38-5687A3CDAE4A}"/>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AB7938D6-1849-401D-9BE2-15EF1B7F1E75}"/>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6864AB5A-9C11-4A98-898F-9BC92D29451A}"/>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B0B5020A-8DCE-4047-92C3-F95BA73E5CED}"/>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38735CBD-3E25-47B2-B0AE-4FE235B10C76}"/>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B18D0815-7A01-4802-96B0-C417EBCD3200}"/>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2ABE4543-E4B2-4A51-9D73-28A081098B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66340217"/>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DD3CB75D-873D-4115-83A5-A2A12D3B4D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223CB406-7556-40C7-B471-B64880B9F1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F9A8F90E-089B-4E63-BABD-27A948F934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752E0EE7-594B-4FA2-8683-EB11E95EDF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721829F2-C338-497D-9031-91CD23086F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AE9C61DE-2434-4105-B40B-D6E8D5B30F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B41203AD-0540-4FE2-97F5-E9176AF29F4B}"/>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7B12A12A-D6F6-4311-8614-E0514E7AA285}"/>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C7D6A5A4-8407-4C5B-9D6E-73264948B813}"/>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B0D2F3CB-AC41-4A0B-A331-D14428D193C9}"/>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863E3F5-9956-4DC2-A619-F8ACA43250E7}"/>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F249AD9C-5830-4C28-B23B-FDB9D5319B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3C8B8B3C-590D-4740-A3C5-846B8D35C276}"/>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7675AD59-2911-41A9-A4D9-72CB08770869}"/>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65C98FFF-D8B1-4BA8-9356-38BAA3CCC9D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20DFCFD2-A3A4-4DAF-8D12-191039CC7359}"/>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C03A6B0E-9F7B-4A1D-92F9-0D8E8156AD77}"/>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4666EF75-8854-4862-8E3E-BE7DA79120C8}"/>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1D6CB68-DB87-4090-B497-4407C3B25C62}"/>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3FE631CE-5E85-48C3-AD10-20568828AFAF}"/>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F4F25F24-627A-4B9B-8BAF-804B2F18F3B1}"/>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629E9720-F095-4687-AEF8-A75CA70AE2B7}"/>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FD0A280F-7174-4D09-B5D7-CBC534B567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38996194"/>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9B5AD5B8-C0B3-4194-9FA3-F66EEC8559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EED8E454-2166-436F-B7B9-E3A465A9B0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3C9CD456-7D7F-4793-9B2E-67F5D15A5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3FD139BF-5852-4FB0-82F9-4B13400C3D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B53749A9-F27A-4201-A67F-A6BFC81BE5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51A887E3-25C5-438B-9709-3E7DD1ADB5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9BE069CD-7E9E-466E-8686-7AD645EA9298}"/>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1CB59529-B21A-4133-B587-B0C2A48666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D622C13F-4123-40C4-B969-F1EFCA992C6C}"/>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C71E1776-9B20-4F4F-B674-BA5A0DF6711C}"/>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E189CFC3-A64E-4997-9300-F347856144B2}"/>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BBDDF6FE-FC96-4DA1-AA0E-09222736F405}"/>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02D39A7E-FA08-4EE6-A236-C03FD08084D3}"/>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ADA3A8C1-78F2-4319-B735-2B305CA74962}"/>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24783920-7721-4677-972D-2BCDE39704F7}"/>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D8F58CCF-42A2-4A53-9038-A0AA7DC9FCC2}"/>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0A0F8315-DE3B-473B-BB2F-33914D50062D}"/>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753E846-C8BF-4945-8D46-0E9E2DF6221E}"/>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269F4E2A-BFF8-4CD1-BC83-3255C354FB6E}"/>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CBA67E06-7516-43B5-A5A0-75E5C02173A1}"/>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98517F58-797A-4D81-8537-A58CA91E1AB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CD4B867E-6DA1-4B78-A2B1-DC81B798F49F}"/>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749FC577-C552-4036-AB34-8E086920E31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955208E9-4117-4612-93C2-4D32A29C3479}"/>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E614F281-BA8B-4DBB-B04E-66A91CEB81A5}"/>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9B8CC6CF-94FB-48A5-89B9-61266DAD3E92}"/>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54CF99E8-ABD0-4508-9349-1A1E09D821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18539812"/>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2D57CB81-9307-4C70-BE0F-DD9F85D405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DE828E19-F49B-44B3-9E62-1712F1BFEB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FFFD5C93-0610-455F-A4A5-9885D06109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9AE2D040-FF5A-4DF1-A23F-898A8BF1EA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8828D1C6-A484-42C7-B24A-5012945068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1C55DBF6-9964-4A51-A5DB-03631AAA1C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B13FC08B-4B79-447B-9DF9-3E8E14483AD0}"/>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9EBDBCB0-A2CF-4885-B168-EEB31885E1F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DE8354BE-D7F2-43A3-B52B-F5CAC6C83A17}"/>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D61073CB-3D6A-44BF-AA2C-0DAF48194C54}"/>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BBBE79FF-EC9C-454F-B6A8-1BB598D10B8D}"/>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ACB7D9D6-B87B-4D9B-847D-0A8B7D5E664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898C90AE-1081-45B2-8D90-F48063185FAA}"/>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4B42B243-7C62-4F82-884C-442D4121F3E1}"/>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4C91A989-83E6-4C9A-B79D-A3592B4EC7E3}"/>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6F2A6FC7-80D1-4AFE-963F-367BB1C7C3EF}"/>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D4E5E8EE-0B6F-4A8A-8CF4-CF8C22DC6775}"/>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5674E2F-48D9-4F0C-BBA0-A887FED70550}"/>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E393A8A7-D7C6-4498-B209-C0F9B3D7336B}"/>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0E1FF231-E258-49ED-B9D6-3C6273F936D4}"/>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D3036215-9600-4648-9BBE-45BE19541FCA}"/>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145E103E-67F4-4F96-8EEC-F012E5CFCD5F}"/>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4DBCF4CF-B4F4-47F7-A47C-83174921DF8B}"/>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FB08CC72-AF94-43E4-B116-16F960B783BC}"/>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D0E59B4A-4E0E-4B0A-9BA5-BA919E0B14C9}"/>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14E5D063-3910-43F4-96BD-A69ABA857A31}"/>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1365862D-C945-4142-B920-25FBF95DDBE8}"/>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D79B4B35-06F3-45E3-BC49-3D8EF6E0B78E}"/>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681B0CF7-707B-4FB6-9BE6-98D20DB0E8D7}"/>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2248B801-3C28-417C-847E-C4F2AD6B2ED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9F0851DE-2402-4621-B8BB-265815BCC1F2}"/>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1B847B2-C5FA-45F9-ABA4-CE6AE7AA369C}"/>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38D467D4-1023-44EA-8247-6282D08B65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46591565"/>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3 · 위치 이동을 실제 문장과 기록으로 확인">
            <a:extLst xmlns:a="http://schemas.openxmlformats.org/drawingml/2006/main">
              <a:ext uri="{FF2B5EF4-FFF2-40B4-BE49-F238E27FC236}">
                <a16:creationId xmlns:a16="http://schemas.microsoft.com/office/drawing/2014/main" id="{1D645254-C73C-49D6-BA34-F32F5E3F1D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위치 이동을 실제 문장과 기록으로 확인</a:t>
            </a:r>
          </a:p>
        </p:txBody>
      </p:sp>
      <p:sp>
        <p:nvSpPr>
          <p:cNvPr id="2" name="S55">
            <a:extLst xmlns:a="http://schemas.openxmlformats.org/drawingml/2006/main">
              <a:ext uri="{FF2B5EF4-FFF2-40B4-BE49-F238E27FC236}">
                <a16:creationId xmlns:a16="http://schemas.microsoft.com/office/drawing/2014/main" id="{9CC9FFBB-840E-422D-BE19-97BFA71359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의 지침과 관찰된 작업을 대응한다">
            <a:extLst xmlns:a="http://schemas.openxmlformats.org/drawingml/2006/main">
              <a:ext uri="{FF2B5EF4-FFF2-40B4-BE49-F238E27FC236}">
                <a16:creationId xmlns:a16="http://schemas.microsoft.com/office/drawing/2014/main" id="{5E403FA0-EA5E-42EC-B5B9-D5A0DF2377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Skill의 지침과 관찰된 작업을 대응한다</a:t>
            </a:r>
          </a:p>
        </p:txBody>
      </p:sp>
      <p:sp>
        <p:nvSpPr>
          <p:cNvPr id="4" name="">
            <a:extLst xmlns:a="http://schemas.openxmlformats.org/drawingml/2006/main">
              <a:ext uri="{FF2B5EF4-FFF2-40B4-BE49-F238E27FC236}">
                <a16:creationId xmlns:a16="http://schemas.microsoft.com/office/drawing/2014/main" id="{75333A3A-3907-4462-9115-A6E3B6CCAF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발췌 ↔ TRIAL-008의 보존된 관찰 요약 · 원문 실행 로그 화면이 아">
            <a:extLst xmlns:a="http://schemas.openxmlformats.org/drawingml/2006/main">
              <a:ext uri="{FF2B5EF4-FFF2-40B4-BE49-F238E27FC236}">
                <a16:creationId xmlns:a16="http://schemas.microsoft.com/office/drawing/2014/main" id="{0C46B1BA-085C-4516-9C2C-372A6591A6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발췌 ↔ TRIAL-008의 보존된 관찰 요약 · 원문 실행 로그 화면이 아님</a:t>
            </a:r>
          </a:p>
        </p:txBody>
      </p:sp>
      <p:sp>
        <p:nvSpPr>
          <p:cNvPr id="6" name="본문 포함과 관찰의 대응 · Skill 단독 인과성·우월성·토큰/속도 효과를 입증하지 않음">
            <a:extLst xmlns:a="http://schemas.openxmlformats.org/drawingml/2006/main">
              <a:ext uri="{FF2B5EF4-FFF2-40B4-BE49-F238E27FC236}">
                <a16:creationId xmlns:a16="http://schemas.microsoft.com/office/drawing/2014/main" id="{F39A4B0A-20BB-4E00-BFF6-7AD3C6AB8E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본문 포함과 관찰의 대응 · Skill 단독 인과성·우월성·토큰/속도 효과를 입증하지 않음</a:t>
            </a:r>
          </a:p>
        </p:txBody>
      </p:sp>
      <p:sp>
        <p:nvSpPr>
          <p:cNvPr id="7" name="normalize의 긴 요청 → 밝기 통계 요청 + 재사용 Skill">
            <a:extLst xmlns:a="http://schemas.openxmlformats.org/drawingml/2006/main">
              <a:ext uri="{FF2B5EF4-FFF2-40B4-BE49-F238E27FC236}">
                <a16:creationId xmlns:a16="http://schemas.microsoft.com/office/drawing/2014/main" id="{FFE84FD2-B247-4487-9F40-58C6ADDCF651}"/>
              </a:ext>
            </a:extLst>
          </p:cNvPr>
          <p:cNvSpPr>
            <a:spLocks xmlns:a="http://schemas.openxmlformats.org/drawingml/2006/main" noGrp="1"/>
          </p:cNvSpPr>
          <p:nvPr/>
        </p:nvSpPr>
        <p:spPr>
          <a:xfrm xmlns:a="http://schemas.openxmlformats.org/drawingml/2006/main">
            <a:off x="609600" y="16954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normalize의 긴 요청 → 밝기 통계 요청 + 재사용 Skill</a:t>
            </a:r>
          </a:p>
        </p:txBody>
      </p:sp>
      <p:graphicFrame>
        <p:nvGraphicFramePr>
          <p:cNvPr id="8" name="">
            <a:extLst xmlns:a="http://schemas.openxmlformats.org/drawingml/2006/main">
              <a:ext uri="{FF2B5EF4-FFF2-40B4-BE49-F238E27FC236}">
                <a16:creationId xmlns:a16="http://schemas.microsoft.com/office/drawing/2014/main" id="{DCDA68C2-01B3-4AFC-9C6B-731698B14C32}"/>
              </a:ext>
            </a:extLst>
          </p:cNvPr>
          <p:cNvGraphicFramePr/>
          <p:nvPr/>
        </p:nvGraphicFramePr>
        <p:xfrm>
          <a:off xmlns:a="http://schemas.openxmlformats.org/drawingml/2006/main" x="609600" y="2343150"/>
          <a:ext xmlns:a="http://schemas.openxmlformats.org/drawingml/2006/main" cx="10972800" cy="2952750"/>
        </p:xfrm>
        <a:graphic xmlns:a="http://schemas.openxmlformats.org/drawingml/2006/main">
          <a:graphicData uri="http://schemas.openxmlformats.org/drawingml/2006/table">
            <a:tbl>
              <a:tblPr firstRow="0" bandRow="0"/>
              <a:tblGrid>
                <a:gridCol w="5191125"/>
                <a:gridCol w="5781675"/>
              </a:tblGrid>
              <a:tr h="438150">
                <a:tc>
                  <a:txBody>
                    <a:bodyPr wrap="none">
                      <a:noAutofit/>
                    </a:bodyPr>
                    <a:lstStyle/>
                    <a:p>
                      <a:pPr algn="l"/>
                      <a:r>
                        <a:rPr sz="1875" b="1">
                          <a:solidFill>
                            <a:srgbClr val="0B6172"/>
                          </a:solidFill>
                          <a:latin typeface="Malgun Gothic"/>
                          <a:ea typeface="Malgun Gothic"/>
                          <a:cs typeface="Malgun Gothic"/>
                        </a:rPr>
                        <a:t>Skill의 지침 · 원문 발췌</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같은 Trial에서 관찰된 기록 ·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838200">
                <a:tc>
                  <a:txBody>
                    <a:bodyPr wrap="none">
                      <a:noAutofit/>
                    </a:bodyPr>
                    <a:lstStyle/>
                    <a:p>
                      <a:pPr algn="l"/>
                      <a:r>
                        <a:rPr sz="1875" b="0">
                          <a:solidFill>
                            <a:srgbClr val="17212B"/>
                          </a:solidFill>
                          <a:latin typeface="Consolas"/>
                          <a:ea typeface="Consolas"/>
                          <a:cs typeface="Consolas"/>
                        </a:rPr>
                        <a:t>Establish a reproducible</a:t>
                      </a:r>
                    </a:p>
                    <a:p>
                      <a:pPr algn="l"/>
                      <a:r>
                        <a:rPr sz="1875" b="0">
                          <a:solidFill>
                            <a:srgbClr val="17212B"/>
                          </a:solidFill>
                          <a:latin typeface="Consolas"/>
                          <a:ea typeface="Consolas"/>
                          <a:cs typeface="Consolas"/>
                        </a:rPr>
                        <a:t>baseline before editing.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편집 전 같은 측정 명령으로 3회 실행</a:t>
                      </a:r>
                    </a:p>
                    <a:p>
                      <a:pPr algn="l"/>
                      <a:r>
                        <a:rPr sz="1875" b="0">
                          <a:solidFill>
                            <a:srgbClr val="17212B"/>
                          </a:solidFill>
                          <a:latin typeface="Malgun Gothic"/>
                          <a:ea typeface="Malgun Gothic"/>
                          <a:cs typeface="Malgun Gothic"/>
                        </a:rPr>
                        <a:t>입력 지문과 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38200">
                <a:tc>
                  <a:txBody>
                    <a:bodyPr wrap="none">
                      <a:noAutofit/>
                    </a:bodyPr>
                    <a:lstStyle/>
                    <a:p>
                      <a:pPr algn="l"/>
                      <a:r>
                        <a:rPr sz="1875" b="0">
                          <a:solidFill>
                            <a:srgbClr val="17212B"/>
                          </a:solidFill>
                          <a:latin typeface="Consolas"/>
                          <a:ea typeface="Consolas"/>
                          <a:cs typeface="Consolas"/>
                        </a:rPr>
                        <a:t>State a concise plan before</a:t>
                      </a:r>
                    </a:p>
                    <a:p>
                      <a:pPr algn="l"/>
                      <a:r>
                        <a:rPr sz="1875" b="0">
                          <a:solidFill>
                            <a:srgbClr val="17212B"/>
                          </a:solidFill>
                          <a:latin typeface="Consolas"/>
                          <a:ea typeface="Consolas"/>
                          <a:cs typeface="Consolas"/>
                        </a:rPr>
                        <a:t>making edits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계획을 밝힘</a:t>
                      </a:r>
                    </a:p>
                    <a:p>
                      <a:pPr algn="l"/>
                      <a:r>
                        <a:rPr sz="1875" b="0">
                          <a:solidFill>
                            <a:srgbClr val="17212B"/>
                          </a:solidFill>
                          <a:latin typeface="Malgun Gothic"/>
                          <a:ea typeface="Malgun Gothic"/>
                          <a:cs typeface="Malgun Gothic"/>
                        </a:rPr>
                        <a:t>statistics.py의 변경 범위를 한정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38200">
                <a:tc>
                  <a:txBody>
                    <a:bodyPr wrap="none">
                      <a:noAutofit/>
                    </a:bodyPr>
                    <a:lstStyle/>
                    <a:p>
                      <a:pPr algn="l"/>
                      <a:r>
                        <a:rPr sz="1875" b="0">
                          <a:solidFill>
                            <a:srgbClr val="17212B"/>
                          </a:solidFill>
                          <a:latin typeface="Consolas"/>
                          <a:ea typeface="Consolas"/>
                          <a:cs typeface="Consolas"/>
                        </a:rPr>
                        <a:t>Repeat the same benchmark with</a:t>
                      </a:r>
                    </a:p>
                    <a:p>
                      <a:pPr algn="l"/>
                      <a:r>
                        <a:rPr sz="1875" b="0">
                          <a:solidFill>
                            <a:srgbClr val="17212B"/>
                          </a:solidFill>
                          <a:latin typeface="Consolas"/>
                          <a:ea typeface="Consolas"/>
                          <a:cs typeface="Consolas"/>
                        </a:rPr>
                        <a:t>the same input and settings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함수·전체 테스트와 같은 benchmark</a:t>
                      </a:r>
                    </a:p>
                    <a:p>
                      <a:pPr algn="l"/>
                      <a:r>
                        <a:rPr sz="1875" b="0">
                          <a:solidFill>
                            <a:srgbClr val="17212B"/>
                          </a:solidFill>
                          <a:latin typeface="Malgun Gothic"/>
                          <a:ea typeface="Malgun Gothic"/>
                          <a:cs typeface="Malgun Gothic"/>
                        </a:rPr>
                        <a:t>CLI 샘플·diff 확인 및 최종 검토</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9" name="Task Prompt에는 이번 목표·6항목 보존·변경 범위를 남겼다">
            <a:extLst xmlns:a="http://schemas.openxmlformats.org/drawingml/2006/main">
              <a:ext uri="{FF2B5EF4-FFF2-40B4-BE49-F238E27FC236}">
                <a16:creationId xmlns:a16="http://schemas.microsoft.com/office/drawing/2014/main" id="{2173CEAA-7189-4C60-9E97-45C999EFC992}"/>
              </a:ext>
            </a:extLst>
          </p:cNvPr>
          <p:cNvSpPr>
            <a:spLocks xmlns:a="http://schemas.openxmlformats.org/drawingml/2006/main" noGrp="1"/>
          </p:cNvSpPr>
          <p:nvPr/>
        </p:nvSpPr>
        <p:spPr>
          <a:xfrm xmlns:a="http://schemas.openxmlformats.org/drawingml/2006/main">
            <a:off x="609600" y="54292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Task Prompt에는 이번 목표·6항목 보존·변경 범위를 남겼다</a:t>
            </a:r>
          </a:p>
        </p:txBody>
      </p:sp>
      <p:sp>
        <p:nvSpPr>
          <p:cNvPr id="10" name="Legacy module connection">
            <a:extLst xmlns:a="http://schemas.openxmlformats.org/drawingml/2006/main">
              <a:ext uri="{FF2B5EF4-FFF2-40B4-BE49-F238E27FC236}">
                <a16:creationId xmlns:a16="http://schemas.microsoft.com/office/drawing/2014/main" id="{84BA8AFE-3E35-46D4-BBD2-4E044064CE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89493847"/>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Skill에 고정할 것과 이번에 판단할 것">
            <a:extLst xmlns:a="http://schemas.openxmlformats.org/drawingml/2006/main">
              <a:ext uri="{FF2B5EF4-FFF2-40B4-BE49-F238E27FC236}">
                <a16:creationId xmlns:a16="http://schemas.microsoft.com/office/drawing/2014/main" id="{5E50B303-250C-4085-A93E-DEDD11522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EC7E0628-EDD0-44FB-A909-B95EBE9BB8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4D5DDEAE-8A0E-430B-AB01-315CBE481D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AAAA4609-ECD4-403B-80DC-2946B419D7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의 두 지침과 교육용 책임 구분 · 새 실행 결과가 아님">
            <a:extLst xmlns:a="http://schemas.openxmlformats.org/drawingml/2006/main">
              <a:ext uri="{FF2B5EF4-FFF2-40B4-BE49-F238E27FC236}">
                <a16:creationId xmlns:a16="http://schemas.microsoft.com/office/drawing/2014/main" id="{9A49D257-16FA-4F20-BF13-CA9BF5C19C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SKILL.md의 두 지침과 교육용 책임 구분 · 새 실행 결과가 아님</a:t>
            </a:r>
          </a:p>
        </p:txBody>
      </p:sp>
      <p:sp>
        <p:nvSpPr>
          <p:cNvPr id="6" name="특정 알고리즘·Trial 숫자를 정답으로 넣지 않았음 · no-change는 허용된 판단 경로">
            <a:extLst xmlns:a="http://schemas.openxmlformats.org/drawingml/2006/main">
              <a:ext uri="{FF2B5EF4-FFF2-40B4-BE49-F238E27FC236}">
                <a16:creationId xmlns:a16="http://schemas.microsoft.com/office/drawing/2014/main" id="{74098588-F89A-4F47-9E6C-F92F85C4A9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알고리즘·Trial 숫자를 정답으로 넣지 않았음 · no-change는 허용된 판단 경로</a:t>
            </a:r>
          </a:p>
        </p:txBody>
      </p:sp>
      <p:sp>
        <p:nvSpPr>
          <p:cNvPr id="7" name="">
            <a:extLst xmlns:a="http://schemas.openxmlformats.org/drawingml/2006/main">
              <a:ext uri="{FF2B5EF4-FFF2-40B4-BE49-F238E27FC236}">
                <a16:creationId xmlns:a16="http://schemas.microsoft.com/office/drawing/2014/main" id="{E14F591D-0F44-4AFA-B8C2-F4DC96F67293}"/>
              </a:ext>
            </a:extLst>
          </p:cNvPr>
          <p:cNvSpPr>
            <a:spLocks xmlns:a="http://schemas.openxmlformats.org/drawingml/2006/main" noGrp="1"/>
          </p:cNvSpPr>
          <p:nvPr/>
        </p:nvSpPr>
        <p:spPr>
          <a:xfrm xmlns:a="http://schemas.openxmlformats.org/drawingml/2006/main">
            <a:off x="609600" y="2247900"/>
            <a:ext cx="5162550" cy="2438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이 정할 방법">
            <a:extLst xmlns:a="http://schemas.openxmlformats.org/drawingml/2006/main">
              <a:ext uri="{FF2B5EF4-FFF2-40B4-BE49-F238E27FC236}">
                <a16:creationId xmlns:a16="http://schemas.microsoft.com/office/drawing/2014/main" id="{FAE8466D-C350-4AD5-9256-6FAB1C3FC710}"/>
              </a:ext>
            </a:extLst>
          </p:cNvPr>
          <p:cNvSpPr>
            <a:spLocks xmlns:a="http://schemas.openxmlformats.org/drawingml/2006/main" noGrp="1"/>
          </p:cNvSpPr>
          <p:nvPr/>
        </p:nvSpPr>
        <p:spPr>
          <a:xfrm xmlns:a="http://schemas.openxmlformats.org/drawingml/2006/main">
            <a:off x="78105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Skill이 정할 방법</a:t>
            </a:r>
          </a:p>
        </p:txBody>
      </p:sp>
      <p:sp>
        <p:nvSpPr>
          <p:cNvPr id="9" name="편집 전 재현 가능한 기준선&#10;같은 조건으로 검증·비교&#10;근거가 부족하면 변경 보류">
            <a:extLst xmlns:a="http://schemas.openxmlformats.org/drawingml/2006/main">
              <a:ext uri="{FF2B5EF4-FFF2-40B4-BE49-F238E27FC236}">
                <a16:creationId xmlns:a16="http://schemas.microsoft.com/office/drawing/2014/main" id="{B8951CEA-E335-4B94-A1DE-BD39D622A927}"/>
              </a:ext>
            </a:extLst>
          </p:cNvPr>
          <p:cNvSpPr>
            <a:spLocks xmlns:a="http://schemas.openxmlformats.org/drawingml/2006/main" noGrp="1"/>
          </p:cNvSpPr>
          <p:nvPr/>
        </p:nvSpPr>
        <p:spPr>
          <a:xfrm xmlns:a="http://schemas.openxmlformats.org/drawingml/2006/main">
            <a:off x="78105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편집 전 재현 가능한 기준선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조건으로 검증·비교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근거가 부족하면 변경 보류</a:t>
            </a:r>
          </a:p>
        </p:txBody>
      </p:sp>
      <p:sp>
        <p:nvSpPr>
          <p:cNvPr id="10" name="">
            <a:extLst xmlns:a="http://schemas.openxmlformats.org/drawingml/2006/main">
              <a:ext uri="{FF2B5EF4-FFF2-40B4-BE49-F238E27FC236}">
                <a16:creationId xmlns:a16="http://schemas.microsoft.com/office/drawing/2014/main" id="{92C9A1E7-2C05-47F3-812F-B93B8F1044B6}"/>
              </a:ext>
            </a:extLst>
          </p:cNvPr>
          <p:cNvSpPr>
            <a:spLocks xmlns:a="http://schemas.openxmlformats.org/drawingml/2006/main" noGrp="1"/>
          </p:cNvSpPr>
          <p:nvPr/>
        </p:nvSpPr>
        <p:spPr>
          <a:xfrm xmlns:a="http://schemas.openxmlformats.org/drawingml/2006/main">
            <a:off x="6419850" y="2247900"/>
            <a:ext cx="5162550" cy="2438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이번 작업에서 정할 답">
            <a:extLst xmlns:a="http://schemas.openxmlformats.org/drawingml/2006/main">
              <a:ext uri="{FF2B5EF4-FFF2-40B4-BE49-F238E27FC236}">
                <a16:creationId xmlns:a16="http://schemas.microsoft.com/office/drawing/2014/main" id="{F32AF82A-9D95-47EF-B9F3-9C1DCB4D828F}"/>
              </a:ext>
            </a:extLst>
          </p:cNvPr>
          <p:cNvSpPr>
            <a:spLocks xmlns:a="http://schemas.openxmlformats.org/drawingml/2006/main" noGrp="1"/>
          </p:cNvSpPr>
          <p:nvPr/>
        </p:nvSpPr>
        <p:spPr>
          <a:xfrm xmlns:a="http://schemas.openxmlformats.org/drawingml/2006/main">
            <a:off x="659130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작업에서 정할 답</a:t>
            </a:r>
          </a:p>
        </p:txBody>
      </p:sp>
      <p:sp>
        <p:nvSpPr>
          <p:cNvPr id="12" name="어떤 알고리즘을 택할까?&#10;실제 시간·할당량은?&#10;어떤 trade-off를 감수할까?">
            <a:extLst xmlns:a="http://schemas.openxmlformats.org/drawingml/2006/main">
              <a:ext uri="{FF2B5EF4-FFF2-40B4-BE49-F238E27FC236}">
                <a16:creationId xmlns:a16="http://schemas.microsoft.com/office/drawing/2014/main" id="{9180E4B3-36BF-4C49-8FC3-21D98034CCB3}"/>
              </a:ext>
            </a:extLst>
          </p:cNvPr>
          <p:cNvSpPr>
            <a:spLocks xmlns:a="http://schemas.openxmlformats.org/drawingml/2006/main" noGrp="1"/>
          </p:cNvSpPr>
          <p:nvPr/>
        </p:nvSpPr>
        <p:spPr>
          <a:xfrm xmlns:a="http://schemas.openxmlformats.org/drawingml/2006/main">
            <a:off x="659130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알고리즘을 택할까?</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시간·할당량은?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trade-off를 감수할까?</a:t>
            </a:r>
          </a:p>
        </p:txBody>
      </p:sp>
      <p:sp>
        <p:nvSpPr>
          <p:cNvPr id="13" name="“A measured result that does not justify a change is a">
            <a:extLst xmlns:a="http://schemas.openxmlformats.org/drawingml/2006/main">
              <a:ext uri="{FF2B5EF4-FFF2-40B4-BE49-F238E27FC236}">
                <a16:creationId xmlns:a16="http://schemas.microsoft.com/office/drawing/2014/main" id="{D953B223-E8E6-4E7F-AA2E-D10D19A9D4DD}"/>
              </a:ext>
            </a:extLst>
          </p:cNvPr>
          <p:cNvSpPr>
            <a:spLocks xmlns:a="http://schemas.openxmlformats.org/drawingml/2006/main" noGrp="1"/>
          </p:cNvSpPr>
          <p:nvPr/>
        </p:nvSpPr>
        <p:spPr>
          <a:xfrm xmlns:a="http://schemas.openxmlformats.org/drawingml/2006/main">
            <a:off x="609600" y="49720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 measured result that does not justify a change is a</a:t>
            </a:r>
          </a:p>
        </p:txBody>
      </p:sp>
      <p:sp>
        <p:nvSpPr>
          <p:cNvPr id="14" name="valid no-change conclusion.”">
            <a:extLst xmlns:a="http://schemas.openxmlformats.org/drawingml/2006/main">
              <a:ext uri="{FF2B5EF4-FFF2-40B4-BE49-F238E27FC236}">
                <a16:creationId xmlns:a16="http://schemas.microsoft.com/office/drawing/2014/main" id="{E18F4EA1-1A00-4A6F-BAE4-454E2C195F95}"/>
              </a:ext>
            </a:extLst>
          </p:cNvPr>
          <p:cNvSpPr>
            <a:spLocks xmlns:a="http://schemas.openxmlformats.org/drawingml/2006/main" noGrp="1"/>
          </p:cNvSpPr>
          <p:nvPr/>
        </p:nvSpPr>
        <p:spPr>
          <a:xfrm xmlns:a="http://schemas.openxmlformats.org/drawingml/2006/main">
            <a:off x="609600" y="52768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valid no-change conclusion.”</a:t>
            </a:r>
          </a:p>
        </p:txBody>
      </p:sp>
      <p:sp>
        <p:nvSpPr>
          <p:cNvPr id="15" name="Legacy module connection">
            <a:extLst xmlns:a="http://schemas.openxmlformats.org/drawingml/2006/main">
              <a:ext uri="{FF2B5EF4-FFF2-40B4-BE49-F238E27FC236}">
                <a16:creationId xmlns:a16="http://schemas.microsoft.com/office/drawing/2014/main" id="{CA5DD104-80D9-4898-BBFC-8F2B0D2141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85530585"/>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밝기 통계 작업의 후보 선택 과정">
            <a:extLst xmlns:a="http://schemas.openxmlformats.org/drawingml/2006/main">
              <a:ext uri="{FF2B5EF4-FFF2-40B4-BE49-F238E27FC236}">
                <a16:creationId xmlns:a16="http://schemas.microsoft.com/office/drawing/2014/main" id="{4D196527-A80D-4110-9B0F-73010CB67C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작업의 후보 선택 과정</a:t>
            </a:r>
          </a:p>
        </p:txBody>
      </p:sp>
      <p:sp>
        <p:nvSpPr>
          <p:cNvPr id="2" name="S57">
            <a:extLst xmlns:a="http://schemas.openxmlformats.org/drawingml/2006/main">
              <a:ext uri="{FF2B5EF4-FFF2-40B4-BE49-F238E27FC236}">
                <a16:creationId xmlns:a16="http://schemas.microsoft.com/office/drawing/2014/main" id="{200E5BF7-6790-4EE9-BAB9-BC83BF8DB8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후보는 시간·할당량·동작을 함께 보고 고른다">
            <a:extLst xmlns:a="http://schemas.openxmlformats.org/drawingml/2006/main">
              <a:ext uri="{FF2B5EF4-FFF2-40B4-BE49-F238E27FC236}">
                <a16:creationId xmlns:a16="http://schemas.microsoft.com/office/drawing/2014/main" id="{883DF073-5833-4783-B818-75B1F89C02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후보는 시간·할당량·동작을 함께 보고 고른다</a:t>
            </a:r>
          </a:p>
        </p:txBody>
      </p:sp>
      <p:sp>
        <p:nvSpPr>
          <p:cNvPr id="4" name="">
            <a:extLst xmlns:a="http://schemas.openxmlformats.org/drawingml/2006/main">
              <a:ext uri="{FF2B5EF4-FFF2-40B4-BE49-F238E27FC236}">
                <a16:creationId xmlns:a16="http://schemas.microsoft.com/office/drawing/2014/main" id="{CF888ADE-8DA3-4A9B-BA83-350749039B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합성1024×768 / CPython3.9">
            <a:extLst xmlns:a="http://schemas.openxmlformats.org/drawingml/2006/main">
              <a:ext uri="{FF2B5EF4-FFF2-40B4-BE49-F238E27FC236}">
                <a16:creationId xmlns:a16="http://schemas.microsoft.com/office/drawing/2014/main" id="{BE7B31A5-B5E9-4129-AC5E-2F026073D1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합성1024×768 / CPython3.9.6 / macOS arm64</a:t>
            </a:r>
          </a:p>
        </p:txBody>
      </p:sp>
      <p:sp>
        <p:nvSpPr>
          <p:cNvPr id="6" name="정성 비교 · 아래 후보끼리의 비교는 다음 장의 제품 상태 전후 측정과 다름">
            <a:extLst xmlns:a="http://schemas.openxmlformats.org/drawingml/2006/main">
              <a:ext uri="{FF2B5EF4-FFF2-40B4-BE49-F238E27FC236}">
                <a16:creationId xmlns:a16="http://schemas.microsoft.com/office/drawing/2014/main" id="{7236F5FE-EE03-42F3-A9CA-54216DD16A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정성 비교 · 아래 후보끼리의 비교는 다음 장의 제품 상태 전후 측정과 다름</a:t>
            </a:r>
          </a:p>
        </p:txBody>
      </p:sp>
      <p:sp>
        <p:nvSpPr>
          <p:cNvPr id="7" name="두 후보 모두 같은 결과 6항목을 확인했다">
            <a:extLst xmlns:a="http://schemas.openxmlformats.org/drawingml/2006/main">
              <a:ext uri="{FF2B5EF4-FFF2-40B4-BE49-F238E27FC236}">
                <a16:creationId xmlns:a16="http://schemas.microsoft.com/office/drawing/2014/main" id="{1EC030F4-48AC-4023-8697-F57250977D33}"/>
              </a:ext>
            </a:extLst>
          </p:cNvPr>
          <p:cNvSpPr>
            <a:spLocks xmlns:a="http://schemas.openxmlformats.org/drawingml/2006/main" noGrp="1"/>
          </p:cNvSpPr>
          <p:nvPr/>
        </p:nvSpPr>
        <p:spPr>
          <a:xfrm xmlns:a="http://schemas.openxmlformats.org/drawingml/2006/main">
            <a:off x="609600" y="17240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두 후보 모두 같은 결과 6항목을 확인했다</a:t>
            </a:r>
          </a:p>
        </p:txBody>
      </p:sp>
      <p:sp>
        <p:nvSpPr>
          <p:cNvPr id="8" name="후보">
            <a:extLst xmlns:a="http://schemas.openxmlformats.org/drawingml/2006/main">
              <a:ext uri="{FF2B5EF4-FFF2-40B4-BE49-F238E27FC236}">
                <a16:creationId xmlns:a16="http://schemas.microsoft.com/office/drawing/2014/main" id="{89544A60-89F3-408D-9752-AFF6BC7B9687}"/>
              </a:ext>
            </a:extLst>
          </p:cNvPr>
          <p:cNvSpPr>
            <a:spLocks xmlns:a="http://schemas.openxmlformats.org/drawingml/2006/main" noGrp="1"/>
          </p:cNvSpPr>
          <p:nvPr/>
        </p:nvSpPr>
        <p:spPr>
          <a:xfrm xmlns:a="http://schemas.openxmlformats.org/drawingml/2006/main">
            <a:off x="609600" y="2419350"/>
            <a:ext cx="4838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BDB4D47E-276B-4DC8-8B91-914659755C2A}"/>
              </a:ext>
            </a:extLst>
          </p:cNvPr>
          <p:cNvSpPr>
            <a:spLocks xmlns:a="http://schemas.openxmlformats.org/drawingml/2006/main" noGrp="1"/>
          </p:cNvSpPr>
          <p:nvPr/>
        </p:nvSpPr>
        <p:spPr>
          <a:xfrm xmlns:a="http://schemas.openxmlformats.org/drawingml/2006/main">
            <a:off x="5810250" y="241935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Python 할당량</a:t>
            </a:r>
          </a:p>
        </p:txBody>
      </p:sp>
      <p:sp>
        <p:nvSpPr>
          <p:cNvPr id="10" name="실행 시간과 판단">
            <a:extLst xmlns:a="http://schemas.openxmlformats.org/drawingml/2006/main">
              <a:ext uri="{FF2B5EF4-FFF2-40B4-BE49-F238E27FC236}">
                <a16:creationId xmlns:a16="http://schemas.microsoft.com/office/drawing/2014/main" id="{1C8BD8FA-8A41-4902-A4CC-A038604CC5C2}"/>
              </a:ext>
            </a:extLst>
          </p:cNvPr>
          <p:cNvSpPr>
            <a:spLocks xmlns:a="http://schemas.openxmlformats.org/drawingml/2006/main" noGrp="1"/>
          </p:cNvSpPr>
          <p:nvPr/>
        </p:nvSpPr>
        <p:spPr>
          <a:xfrm xmlns:a="http://schemas.openxmlformats.org/drawingml/2006/main">
            <a:off x="8620125" y="2419350"/>
            <a:ext cx="29622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실행 시간과 판단</a:t>
            </a:r>
          </a:p>
        </p:txBody>
      </p:sp>
      <p:sp>
        <p:nvSpPr>
          <p:cNvPr id="11" name="">
            <a:extLst xmlns:a="http://schemas.openxmlformats.org/drawingml/2006/main">
              <a:ext uri="{FF2B5EF4-FFF2-40B4-BE49-F238E27FC236}">
                <a16:creationId xmlns:a16="http://schemas.microsoft.com/office/drawing/2014/main" id="{097023CC-9B44-41CA-8270-85A56E80D55B}"/>
              </a:ext>
            </a:extLst>
          </p:cNvPr>
          <p:cNvSpPr>
            <a:spLocks xmlns:a="http://schemas.openxmlformats.org/drawingml/2006/main" noGrp="1"/>
          </p:cNvSpPr>
          <p:nvPr/>
        </p:nvSpPr>
        <p:spPr>
          <a:xfrm xmlns:a="http://schemas.openxmlformats.org/drawingml/2006/main">
            <a:off x="609600" y="3019425"/>
            <a:ext cx="10972800" cy="8763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 name="수동 단일 순회">
            <a:extLst xmlns:a="http://schemas.openxmlformats.org/drawingml/2006/main">
              <a:ext uri="{FF2B5EF4-FFF2-40B4-BE49-F238E27FC236}">
                <a16:creationId xmlns:a16="http://schemas.microsoft.com/office/drawing/2014/main" id="{93CDF14F-B9A0-400B-9EC3-A00FF2E46885}"/>
              </a:ext>
            </a:extLst>
          </p:cNvPr>
          <p:cNvSpPr>
            <a:spLocks xmlns:a="http://schemas.openxmlformats.org/drawingml/2006/main" noGrp="1"/>
          </p:cNvSpPr>
          <p:nvPr/>
        </p:nvSpPr>
        <p:spPr>
          <a:xfrm xmlns:a="http://schemas.openxmlformats.org/drawingml/2006/main">
            <a:off x="762000" y="32004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수동 단일 순회</a:t>
            </a:r>
          </a:p>
        </p:txBody>
      </p:sp>
      <p:sp>
        <p:nvSpPr>
          <p:cNvPr id="13" name="낮은 할당량">
            <a:extLst xmlns:a="http://schemas.openxmlformats.org/drawingml/2006/main">
              <a:ext uri="{FF2B5EF4-FFF2-40B4-BE49-F238E27FC236}">
                <a16:creationId xmlns:a16="http://schemas.microsoft.com/office/drawing/2014/main" id="{13678302-2D0A-433F-8ED2-B67BBC33A1AA}"/>
              </a:ext>
            </a:extLst>
          </p:cNvPr>
          <p:cNvSpPr>
            <a:spLocks xmlns:a="http://schemas.openxmlformats.org/drawingml/2006/main" noGrp="1"/>
          </p:cNvSpPr>
          <p:nvPr/>
        </p:nvSpPr>
        <p:spPr>
          <a:xfrm xmlns:a="http://schemas.openxmlformats.org/drawingml/2006/main">
            <a:off x="5810250" y="32004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a:t>
            </a:r>
          </a:p>
        </p:txBody>
      </p:sp>
      <p:sp>
        <p:nvSpPr>
          <p:cNvPr id="14" name="훨씬 느림 → 제외">
            <a:extLst xmlns:a="http://schemas.openxmlformats.org/drawingml/2006/main">
              <a:ext uri="{FF2B5EF4-FFF2-40B4-BE49-F238E27FC236}">
                <a16:creationId xmlns:a16="http://schemas.microsoft.com/office/drawing/2014/main" id="{728536FA-FF2B-4DB3-B36D-7ADA7DB9FF52}"/>
              </a:ext>
            </a:extLst>
          </p:cNvPr>
          <p:cNvSpPr>
            <a:spLocks xmlns:a="http://schemas.openxmlformats.org/drawingml/2006/main" noGrp="1"/>
          </p:cNvSpPr>
          <p:nvPr/>
        </p:nvSpPr>
        <p:spPr>
          <a:xfrm xmlns:a="http://schemas.openxmlformats.org/drawingml/2006/main">
            <a:off x="8620125" y="32004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훨씬 느림 → 제외</a:t>
            </a:r>
          </a:p>
        </p:txBody>
      </p:sp>
      <p:sp>
        <p:nvSpPr>
          <p:cNvPr id="15" name="">
            <a:extLst xmlns:a="http://schemas.openxmlformats.org/drawingml/2006/main">
              <a:ext uri="{FF2B5EF4-FFF2-40B4-BE49-F238E27FC236}">
                <a16:creationId xmlns:a16="http://schemas.microsoft.com/office/drawing/2014/main" id="{C623C529-0E9D-49C0-ADB2-5E7C75C2F0A3}"/>
              </a:ext>
            </a:extLst>
          </p:cNvPr>
          <p:cNvSpPr>
            <a:spLocks xmlns:a="http://schemas.openxmlformats.org/drawingml/2006/main" noGrp="1"/>
          </p:cNvSpPr>
          <p:nvPr/>
        </p:nvSpPr>
        <p:spPr>
          <a:xfrm xmlns:a="http://schemas.openxmlformats.org/drawingml/2006/main">
            <a:off x="609600" y="4086225"/>
            <a:ext cx="10972800" cy="8763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686AB691-90B1-4F83-AF07-D92BFE408DF4}"/>
              </a:ext>
            </a:extLst>
          </p:cNvPr>
          <p:cNvSpPr>
            <a:spLocks xmlns:a="http://schemas.openxmlformats.org/drawingml/2006/main" noGrp="1"/>
          </p:cNvSpPr>
          <p:nvPr/>
        </p:nvSpPr>
        <p:spPr>
          <a:xfrm xmlns:a="http://schemas.openxmlformats.org/drawingml/2006/main">
            <a:off x="762000" y="42672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은 할당량 유지">
            <a:extLst xmlns:a="http://schemas.openxmlformats.org/drawingml/2006/main">
              <a:ext uri="{FF2B5EF4-FFF2-40B4-BE49-F238E27FC236}">
                <a16:creationId xmlns:a16="http://schemas.microsoft.com/office/drawing/2014/main" id="{AB54E52F-0BF2-4C7B-A7CD-62B9A97B0F12}"/>
              </a:ext>
            </a:extLst>
          </p:cNvPr>
          <p:cNvSpPr>
            <a:spLocks xmlns:a="http://schemas.openxmlformats.org/drawingml/2006/main" noGrp="1"/>
          </p:cNvSpPr>
          <p:nvPr/>
        </p:nvSpPr>
        <p:spPr>
          <a:xfrm xmlns:a="http://schemas.openxmlformats.org/drawingml/2006/main">
            <a:off x="5810250" y="42672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 유지</a:t>
            </a:r>
          </a:p>
        </p:txBody>
      </p:sp>
      <p:sp>
        <p:nvSpPr>
          <p:cNvPr id="18" name="더 나음 → 선택">
            <a:extLst xmlns:a="http://schemas.openxmlformats.org/drawingml/2006/main">
              <a:ext uri="{FF2B5EF4-FFF2-40B4-BE49-F238E27FC236}">
                <a16:creationId xmlns:a16="http://schemas.microsoft.com/office/drawing/2014/main" id="{CD8DF1CC-D485-4118-B714-FD117A6364F0}"/>
              </a:ext>
            </a:extLst>
          </p:cNvPr>
          <p:cNvSpPr>
            <a:spLocks xmlns:a="http://schemas.openxmlformats.org/drawingml/2006/main" noGrp="1"/>
          </p:cNvSpPr>
          <p:nvPr/>
        </p:nvSpPr>
        <p:spPr>
          <a:xfrm xmlns:a="http://schemas.openxmlformats.org/drawingml/2006/main">
            <a:off x="8620125" y="42672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더 나음 → 선택</a:t>
            </a:r>
          </a:p>
        </p:txBody>
      </p:sp>
      <p:sp>
        <p:nvSpPr>
          <p:cNvPr id="19" name="Skill에 정답을 넣지 않고, 측정 근거로 변경 후보를 선택했다">
            <a:extLst xmlns:a="http://schemas.openxmlformats.org/drawingml/2006/main">
              <a:ext uri="{FF2B5EF4-FFF2-40B4-BE49-F238E27FC236}">
                <a16:creationId xmlns:a16="http://schemas.microsoft.com/office/drawing/2014/main" id="{057FC98B-7775-4AA1-9234-53F870919708}"/>
              </a:ext>
            </a:extLst>
          </p:cNvPr>
          <p:cNvSpPr>
            <a:spLocks xmlns:a="http://schemas.openxmlformats.org/drawingml/2006/main" noGrp="1"/>
          </p:cNvSpPr>
          <p:nvPr/>
        </p:nvSpPr>
        <p:spPr>
          <a:xfrm xmlns:a="http://schemas.openxmlformats.org/drawingml/2006/main">
            <a:off x="609600" y="53816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Skill에 정답을 넣지 않고, 측정 근거로 변경 후보를 선택했다</a:t>
            </a:r>
          </a:p>
        </p:txBody>
      </p:sp>
      <p:sp>
        <p:nvSpPr>
          <p:cNvPr id="20" name="Legacy module connection">
            <a:extLst xmlns:a="http://schemas.openxmlformats.org/drawingml/2006/main">
              <a:ext uri="{FF2B5EF4-FFF2-40B4-BE49-F238E27FC236}">
                <a16:creationId xmlns:a16="http://schemas.microsoft.com/office/drawing/2014/main" id="{D3034A89-9F0D-4784-BEB2-061678302D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026410115"/>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93265EA5-FFC7-4933-9E84-EF1B2098C2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F29E39F9-5C0B-4261-823A-7C9759AA8E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을 같은 조건에서 검증했다">
            <a:extLst xmlns:a="http://schemas.openxmlformats.org/drawingml/2006/main">
              <a:ext uri="{FF2B5EF4-FFF2-40B4-BE49-F238E27FC236}">
                <a16:creationId xmlns:a16="http://schemas.microsoft.com/office/drawing/2014/main" id="{90BDB98F-5691-49B4-9B0F-B6F0B3EFB5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변경을 같은 조건에서 검증했다</a:t>
            </a:r>
          </a:p>
        </p:txBody>
      </p:sp>
      <p:sp>
        <p:nvSpPr>
          <p:cNvPr id="4" name="">
            <a:extLst xmlns:a="http://schemas.openxmlformats.org/drawingml/2006/main">
              <a:ext uri="{FF2B5EF4-FFF2-40B4-BE49-F238E27FC236}">
                <a16:creationId xmlns:a16="http://schemas.microsoft.com/office/drawing/2014/main" id="{AAD613F7-8462-4F74-BE4A-9679F66104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7E2ABC57-D935-4E81-840D-310D09E5C5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8A6DA299-0FEA-4EBE-B7A1-E3ADE2758D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밝기 통계 · 동작 확인 + 동일 입력 비교">
            <a:extLst xmlns:a="http://schemas.openxmlformats.org/drawingml/2006/main">
              <a:ext uri="{FF2B5EF4-FFF2-40B4-BE49-F238E27FC236}">
                <a16:creationId xmlns:a16="http://schemas.microsoft.com/office/drawing/2014/main" id="{ABE87F29-F20E-446B-9502-ADCEDB6CDDF9}"/>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 동작 확인 + 동일 입력 비교</a:t>
            </a:r>
          </a:p>
        </p:txBody>
      </p:sp>
      <p:sp>
        <p:nvSpPr>
          <p:cNvPr id="8" name="실행 시간 중앙값">
            <a:extLst xmlns:a="http://schemas.openxmlformats.org/drawingml/2006/main">
              <a:ext uri="{FF2B5EF4-FFF2-40B4-BE49-F238E27FC236}">
                <a16:creationId xmlns:a16="http://schemas.microsoft.com/office/drawing/2014/main" id="{0477BF90-A8E4-44B5-8E5F-F6486EE07FB9}"/>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CE5D498D-FB4F-46E7-A8A0-6393440FCD37}"/>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B723B17F-6862-4F1B-A065-95D1A8393DE5}"/>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35fb87d6aa0f460b"/>
          </a:graphicData>
        </a:graphic>
      </p:graphicFrame>
      <p:sp>
        <p:nvSpPr>
          <p:cNvPr id="11" name="">
            <a:extLst xmlns:a="http://schemas.openxmlformats.org/drawingml/2006/main">
              <a:ext uri="{FF2B5EF4-FFF2-40B4-BE49-F238E27FC236}">
                <a16:creationId xmlns:a16="http://schemas.microsoft.com/office/drawing/2014/main" id="{F5A167C4-2C78-4A29-A9CB-D3755EE8D11A}"/>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22501251-0F51-43B7-B7FC-7FC7E5ABD648}"/>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30B7AFB4-C5F1-4638-8429-E931362936F5}"/>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0805D5A6-4B94-4FA5-8CF4-990F15EF480A}"/>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262E70F3-8049-43A8-A405-F8A2F57D37F9}"/>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418F853F-53E1-4BE9-833E-74EDDBEE7F8F}"/>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D18236C5-8169-4DF5-B65A-3119E5EE782C}"/>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E89F66F3-BB55-47B8-B9C6-805ADC377D93}"/>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함수 테스트 1/1 · 전체 11/11 · CLI · 입력·결과 확인">
            <a:extLst xmlns:a="http://schemas.openxmlformats.org/drawingml/2006/main">
              <a:ext uri="{FF2B5EF4-FFF2-40B4-BE49-F238E27FC236}">
                <a16:creationId xmlns:a16="http://schemas.microsoft.com/office/drawing/2014/main" id="{D5ECF8A5-B3C2-4C7D-8AC2-C3C6AD80E99A}"/>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 · 전체 11/11 · CLI · 입력·결과 확인</a:t>
            </a:r>
          </a:p>
        </p:txBody>
      </p:sp>
      <p:sp>
        <p:nvSpPr>
          <p:cNvPr id="20" name="Legacy module connection">
            <a:extLst xmlns:a="http://schemas.openxmlformats.org/drawingml/2006/main">
              <a:ext uri="{FF2B5EF4-FFF2-40B4-BE49-F238E27FC236}">
                <a16:creationId xmlns:a16="http://schemas.microsoft.com/office/drawing/2014/main" id="{83575ACC-94AA-4E08-9343-1CB1F89C01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790499307"/>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1481489C-F56B-4E3F-B5FD-90C71E1CE2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BA8179A8-8EE6-41BE-AB4E-CB8ABA33BC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06B3AF25-B62C-43C9-88AB-C51A3ED30B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272DA9BD-0618-49DF-8E48-09116A5730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F2FB8E68-8410-47FC-8688-4A8C62BEE2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9204CF5E-EFAB-4632-9A84-9EA87DD13E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16D60169-7B46-4D76-8CF8-5411A62272F3}"/>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07636ED0-4965-4B90-8655-89E668E9FE04}"/>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1F1A01DD-E690-4F16-B5F5-F5350D783BE2}"/>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9598F3CE-D4DA-431A-B24C-F88657CF6A45}"/>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1F14EC86-D925-46DC-B5E8-6903D1A283EA}"/>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8CB166C4-E81F-4B0F-9BD1-67FB8F3ECB68}"/>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6666BD9E-BBB5-4CB8-8C93-9FBFD9F38596}"/>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D692440A-F770-4BEF-9069-AE8501AB4612}"/>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E68362B7-332E-4636-81B5-3F5301A1BFC5}"/>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2FB0E478-64DC-4C52-B6F8-43F6EB96B570}"/>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F8BA2134-04CE-4B26-AFE2-C0531995ED76}"/>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CA73D7C-F769-4501-881F-85A13A4154C4}"/>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46CAC26-B3A8-4C37-B017-3117ADA81EE4}"/>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42129C7-89DC-4184-A468-CE6394FE4090}"/>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CD049A07-38A5-4B7D-A480-DF57335B3D0B}"/>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7C7E3ABE-088C-4852-A6C3-F2E9DAF2F3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38672734"/>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EB39706B-D113-41EA-8218-897861A27D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11EE119E-86F4-4676-83BF-241DFF766B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095C2ABF-6787-499C-ADD0-855F37F69A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6D0BD2BB-26C2-4FB2-A72F-5EA04DAE6E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21FAE3AD-3CEF-4275-A832-E8DDE2440B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FFB718A3-8700-427D-AD4B-73E89AA907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53F184FC-2F05-4523-B2F0-96D6A9935AAA}"/>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17D7996C-BC4C-4A00-938E-6FCA8DB533AB}"/>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D360DC8D-24C3-4712-90BD-4C13DAF70B3A}"/>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9AA6FC38-683E-4E64-A8FC-E66719FD431E}"/>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811B730-0748-44E1-A1FC-6BE87402FBCE}"/>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F2ACEA5B-6B36-4A19-A9EC-04E1DF804126}"/>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9C664EB9-66BD-4042-A490-9312B2C36897}"/>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ECF7FCC9-CB4E-4432-9578-E6E3112AA8B7}"/>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8F12655-F2F4-43EC-ABBD-704F11334366}"/>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58FD3021-11AB-4051-B7FC-4A6C024B1324}"/>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DA84A6C9-D207-48FE-A6DA-D732B2A51A91}"/>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8561AEF6-E9D4-4F0E-844C-236E6B3370F3}"/>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CE3F9836-CFC2-4CD4-892D-B36B8EECD7F7}"/>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C0AC9BC3-28F6-4013-8F08-D039351C7F93}"/>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859D9FA3-74B0-4D72-AFFF-6999324AC0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5022985"/>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C4F52BDC-BABB-4AB0-8B1C-3F2A6EE056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FD3059B3-3679-4B2C-99F4-18CEA0C4A5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74627E58-33D3-4CE5-A642-2655318A3D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E06CC7AB-4072-46FB-A9FF-95053FB006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B9F4F36B-0F58-4D53-A467-C3CA278493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DA094E61-A4B7-4078-9CC2-4ED67256CB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89DB7C50-3780-4152-BCC8-1F0EBF3EE376}"/>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7C6C5566-EF0D-4373-B5D0-0CD69B16AD7A}"/>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21F5BBD5-3AEE-4B18-996A-EE4D2DBB7541}"/>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6AF8EB8E-5C99-45EF-8626-D418D70304CE}"/>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0AF7C817-7C4D-498C-A12A-421E7659C2CD}"/>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C78B325-94F2-4F34-ADBE-9168726CD51A}"/>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D2190F37-8442-4D66-8164-F51CC8707363}"/>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EC20ED92-8F04-4FAA-89AE-336797C44F3B}"/>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884D3BBE-CA8E-4AB9-9EFB-3BA2C3954314}"/>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236198C-88E7-411F-9CFA-C90227F003FE}"/>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A1751C01-6B46-493A-8BB3-17D82A598E66}"/>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A78F8C59-F48F-4B20-8274-997C1A803A9F}"/>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3B178846-AB90-41B6-BBF3-FBCC35CD215C}"/>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9EF415B6-90E6-4167-8537-86364AA14073}"/>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2D732A28-D486-46C0-80C9-78C79406DD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72614298"/>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0A2C837C-1EBD-459E-A2B7-167CEFAC1F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31D00E85-7531-40BD-BC06-954B031453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B8594B2F-558D-401C-8D18-4132BB92CC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740D6A05-2906-4979-976D-AB53E07450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6994E299-7EBD-432B-93DD-6A3F930976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C172EA49-8B08-4968-9F2F-9B8FE24D15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4FFC0E7F-062D-4B8F-B6A5-527C7B284ADE}"/>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911D99BA-EEEB-4AC1-8F1B-3C721CF16292}"/>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F9F89E4D-8B05-4A6A-B3A4-F0C92E1EBAC0}"/>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95D1A3E3-8E87-47F3-98B6-27D9309754CD}"/>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5D3DBD1D-9646-44EF-8044-F6EABA932831}"/>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B60FFC43-A8BC-4045-8494-51516592098A}"/>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068C46E2-B069-42FE-8BDD-8C63C97A6F0D}"/>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0527E203-7B9B-427A-B073-725F3F0B9B8D}"/>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45C3D4F7-04A2-4792-ABC8-D166A3F80908}"/>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0C42C2E9-DDEF-45DE-9094-E420FB49AE30}"/>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5966EF29-829E-481E-A1B4-EF1C80A5070D}"/>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A6801D0E-7AF7-4B25-9041-7963839C1C16}"/>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C6ED934A-6E0B-481A-93F8-3685FC444FA2}"/>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009AD57B-3486-4F6D-87F8-301216BD4367}"/>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24E50CE1-08DF-4238-956C-20B4AEE24563}"/>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D5790272-D498-4C3E-BB5A-B92B924B381A}"/>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0E553A54-6E18-44CF-BB52-43F9CF63EB4E}"/>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B1B7A528-1D6B-4452-9732-E8002ABF5C14}"/>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E25B0416-C5EE-41E4-BEBB-B2F9DE05EAF1}"/>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C50DC67F-30B1-41A3-8516-E6159DB09C40}"/>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288F0347-BECB-42E3-B68E-674F89B976E9}"/>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4760D105-1844-490C-9936-25248AEA1AB7}"/>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87960DD8-DB79-4FF9-BA05-969F93E7B83E}"/>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49CC3853-AEB4-4B88-B2AB-F9F0CCC03056}"/>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8FCB0BF1-79D7-4D67-9E3B-29E736EAC0F3}"/>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DF102343-CD8D-4BFC-95C1-41BB699D80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34565433"/>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254B0519-7551-46D2-B780-839C619223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0D0DF7A0-7561-48C2-9E6A-D4208A28C6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E03F874D-B496-4393-9BF2-9756224930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0031D1D8-A477-4353-BBEF-469D065E5F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9E2EF3C6-E8B2-4B87-BF18-2A5142438C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EAD4A50A-6FCB-447B-A174-093F1C2F48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66387A2D-9EAF-49D0-A823-BD6356D90B56}"/>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A583BEF8-735C-4963-8BD7-8C2411BB6B5A}"/>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A3977DD5-2EA2-4EBC-B5CF-EDD904621E2E}"/>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4CDCC51D-7C8F-4671-B56D-C5BA8C686388}"/>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CECF4D1E-89F0-44D6-B35C-1047F4C3D471}"/>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9589BF55-D3C8-4153-9004-95593BB7413F}"/>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572C23B3-94F2-4B3E-B7A7-3013CECA82DF}"/>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5C0C1247-1DB0-44B2-A512-E6217F5D24E0}"/>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6044B978-F7DC-4D80-8A6B-C49164E4EBB0}"/>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07CE46A4-8BBC-4A11-932C-CBF2475BB8E3}"/>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5285A441-981F-4109-ACAB-F23989F99EB6}"/>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957EACF9-C55A-4CB1-AC1A-9291EC51C422}"/>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ACDC6EB3-AD2B-41D3-AF8D-D276BF27DFD8}"/>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68DF1852-FA5F-4CCE-AA00-DD46878940E3}"/>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32F97A5B-605E-4083-BAD4-875FBB7B622F}"/>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7FBF93A5-563B-41FB-AB08-F682B4561D73}"/>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11A74D7C-0946-487D-A98F-98015C6E6153}"/>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9BFAFE55-1299-4E60-8936-225D901850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49611668"/>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95BE2317-A047-4B97-B1EC-1C7B58BC18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529E0DF6-C39D-442B-A1F1-74C0A4A131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A86B49C5-CE26-47F2-8003-F972A0CA64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D98CFD96-F3D6-4E41-A943-05C3A467E8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102531EE-6570-4518-B1FA-EE1C114688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F237BD1B-9425-4ABE-8540-84447A33AD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B903F05A-1205-4762-88EC-CCDD5A8F288E}"/>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A0BA4623-2B63-4C81-808B-5EC3D35F0504}"/>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991C9800-1B4C-447E-9DB7-8BAEC8BDE056}"/>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2215A9DA-5306-412C-9C99-AEF762714F4E}"/>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0236C44A-8602-4BE3-9A6A-AE23DF664DEC}"/>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678904CD-AF0C-4CE1-96CA-CE8F0FD198B0}"/>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C78C15D-320A-4A4F-878A-9B2B2BE4AF37}"/>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8426FCA4-CAB9-4458-975D-B14501199245}"/>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2671D3B8-0D0E-450A-8984-C7A45E6317F1}"/>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CB4172CF-C931-4736-BB0F-7D1A83A7D5C9}"/>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550E172-16C3-430E-9DE8-691E11ED5170}"/>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E852E637-AB79-46D0-AE7F-AFFE9ABDB567}"/>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31D8B1F2-02AF-4581-9DBC-0E9B890979C7}"/>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F90E63B9-EE6F-4F82-A173-311870B07F0D}"/>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39BBC83D-B7D6-4EAB-ACFE-BB7BAEEFE014}"/>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AE6F92B6-D643-4E14-91F1-CF8EDBB650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82135722"/>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A3D5BB38-8754-4626-BFD6-82A6EC4F40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F54F6EB1-3F81-4E93-A56F-835A007F38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A02CB10B-245C-4D83-87E9-4E0F47500E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0B457BED-84EA-4172-89DA-3B85B32D19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ED6CDF4-BFD6-40E3-8642-247796E80CE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C82F62A0-EF9F-4997-8A80-C6E0EB92AD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9005A257-E78E-4699-BA94-120570FA60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50E8A71C-94FA-40BA-BC68-32C047FD8CBB}"/>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CA9BBD37-E6EE-43BC-8E28-50F1B9386D92}"/>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B3B46593-ED41-4950-AB78-E5FB98223668}"/>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AC6EEDDE-F082-4E29-9AE6-7E7294B7687E}"/>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23D545FC-BFBB-4900-9300-435F4213836D}"/>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67291AE0-3FBF-442A-A8CC-425F28B05D78}"/>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F9397B95-523B-4FF6-96AA-7FBF8000F3F9}"/>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1D191460-74B2-469B-BE27-3D85A3EF59E4}"/>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40CB51E3-CBDC-4553-B56D-37F1A8111D07}"/>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5067E46F-BE47-4249-97F5-A0DA64A6669E}"/>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BF4BBE35-5365-40E3-A61D-7482DA0897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29197539"/>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DF7444FC-2D82-41E8-AC26-718C2997CD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6CA54FC3-6AA1-4E0C-9FC3-581B24C88F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679755A7-7DA9-456D-A8B3-911874784B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37E15D0E-BADE-4178-B332-7516EE10D2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21947498-7FE6-4597-ACA5-093E82C51F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65857553-1C3C-45D1-92AC-01D97772CA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C09B6D09-5CD0-4B63-86A1-78DC0534AA88}"/>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3116D965-582B-45FC-B967-28EC62F3B1DF}"/>
              </a:ext>
            </a:extLst>
          </p:cNvPr>
          <p:cNvPicPr>
            <a:picLocks xmlns:a="http://schemas.openxmlformats.org/drawingml/2006/main" noChangeAspect="1"/>
          </p:cNvPicPr>
          <p:nvPr/>
        </p:nvPicPr>
        <p:blipFill>
          <a:blip xmlns:r="http://schemas.openxmlformats.org/officeDocument/2006/relationships" xmlns:a="http://schemas.openxmlformats.org/drawingml/2006/main" r:embed="Re9a8606f4ebf4645"/>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36DBA121-6898-4B4F-8DAA-8E1B66018CAC}"/>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A94A1548-3192-438C-8F95-A2FAFB0956DE}"/>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94969BB5-8F3A-4065-8AFD-F2CD029C258A}"/>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F9976E8C-B840-4DB7-8BC5-71F0F5EADF2C}"/>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27E6DC85-F02B-4CDD-A21D-814C57967C44}"/>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C479E6A8-8760-4443-8914-49C3833EB027}"/>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139F0B7A-4D5F-46D3-9A42-2E96A964A327}"/>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F5A06074-3871-4B46-8757-3D07DC4D1C6E}"/>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161E7548-B60D-49B2-9962-43D5012CA8F9}"/>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EB939A5E-7FEE-4FA2-A285-AB0F94741908}"/>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885E79A3-2F90-404E-8A56-B012B3A3F905}"/>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D0F2770C-3FF7-44C1-8C9D-9B135C016263}"/>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6D0A72F3-7BF8-4A35-B7E3-3A27DD5D18AF}"/>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56F08A01-9F60-4B0F-8DCE-60B1452877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24821214"/>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D51DF25E-AC7E-4614-881A-AA487A2E51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2165130F-CCA2-4580-A88D-53F16714A6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CE0C9F00-46BD-4199-B2A0-38E023FA28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E6DD6FE5-C05E-4C81-A9C3-BC6C651DE2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50770912-E4BB-48AE-813F-273FB20FEF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D3D38025-8D46-4A70-B8D5-F551D65DF7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0C1C3BCA-C907-42DC-8477-4CA971BF327E}"/>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FBAD3F6F-2F51-4570-AE0B-FE237494AF79}"/>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DCE63E76-0D7B-4BD8-8317-8E5BAE96D60F}"/>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A5E21359-7126-477A-98CE-B366E5226193}"/>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31CD52CC-5A65-4012-88BF-96415C26BE62}"/>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98D7B198-A6A5-49D3-88D5-3A1908C616AF}"/>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44EA229F-D4C9-455F-AB0F-2150C3360CE5}"/>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C80742DF-1213-4897-BFA1-8B0B5CE9494B}"/>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A28C39F9-6E54-4C52-9A29-A0B371FCA967}"/>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AB7ADFCB-B76A-48B5-9D25-8B24EF867B04}"/>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C3A305B7-6C7A-4F05-A226-454ADB5ADF61}"/>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9BC676F0-BF18-4196-9831-8E35A026A3AE}"/>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A6F2D5F3-013E-468A-A3A8-6EFAC2B96A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48047495"/>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E3226684-56AC-407F-BC45-2184B33A09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9E4D7FB9-A744-4D30-8213-D2A49DE772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2F4F9377-1296-4184-875F-DB907EDCFC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3749F477-D46B-4AC9-AAB2-ACB8B59FD0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BE986B52-FCE8-41C0-A3C9-250EC5A94A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056EEDCF-C0C7-487B-BD56-CA4BF781CA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C145BC5C-E582-4862-AA1D-30AF5C5F1B8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74063E3E-4065-4283-B5F2-8F6E13BC471D}"/>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F1AD4E21-F618-4CDE-92F6-C23EA317E6B9}"/>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38245897-4897-4718-9696-3E8FD2849ED2}"/>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1500EC99-FDB4-4D47-9408-43CC56E00098}"/>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5D554369-6019-4B54-9CE1-645699525FC1}"/>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138CFD4C-3DD8-4E9A-8A81-6FB9D7DC867E}"/>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F43C7C57-FEC1-446A-8AA8-04A6895EC7CF}"/>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44D1F5D8-F0BF-47C4-B7C1-DF4D3E578F98}"/>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DD405CB4-9B64-4971-8794-1442E5F06A19}"/>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5A5AE960-42C6-4B8D-88C7-0DC0AC50D8CC}"/>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821B1D24-4C4C-469D-B096-3FD92C4D23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33197149"/>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B9C8123A-70B5-4646-AAC8-BBA217080E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785186FC-541F-47DD-B439-9BB23CEF47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164A937B-9509-45D1-A280-C405EA55B6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2E4BDE38-0134-46C6-8B3E-40ED0F4763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1BF68686-68D6-462D-8E68-91641A21BE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B57BCE1E-6D50-4146-AB8E-0630548112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6FC72B75-5F38-4249-A94D-452A4D074F9B}"/>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8B7DA2C0-B18F-4391-9397-43D384052E5D}"/>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017FD40F-C921-4FA7-BD26-2841FFB071E2}"/>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92D68557-816D-44AB-91AD-58E4240C6F79}"/>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F7BE6111-306C-41E1-BF82-23DD377E467C}"/>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AF08F36C-1CED-4D78-95FE-45951CAF56E0}"/>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7DA6C821-0BF4-418D-A093-86F68E83DDC8}"/>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2AFB4AD4-0F1F-4E44-B1A6-46B038610911}"/>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3272F1DE-9F28-4719-81D6-3C6AB14AB38D}"/>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AF72166E-5136-4190-9DE2-FA7BCA753D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26649840"/>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AA9752D5-0510-4B97-B7F8-C6176F2E06A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DACA41B0-AFB6-4957-B9C7-CA23BDA4264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D233C3A7-A63C-4974-AD4A-E7A1B97DB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B8F2B621-10C2-46D1-BBF9-3EE60E9A97CF}"/>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A09E556A-555E-40C4-A8CD-925D2D3519A7}"/>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091FEF0B-B675-433E-8E3B-3A88B99AE668}"/>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B8E55D6B-E1D0-491A-89F2-D3120DD7D3F0}"/>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3F287C17-48DC-4BD0-AAB7-6ED328620D84}"/>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E56AF94C-1A22-4723-A63F-13B908667C49}"/>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1C65E55E-5FEE-46AA-9FE7-DEA3FC4BADE3}"/>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A14B4884-1622-44E4-9DEA-70D8B51E4802}"/>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C7D49014-0AD8-4A12-8279-2AC89A876403}"/>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C4844B21-66D9-443B-8CC2-3BEBD16A0F4D}"/>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C71C22D8-A8B4-46C4-B6E6-C31D14724BDF}"/>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BE732ADD-AEDC-44E7-8951-AEC4AE178648}"/>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61263CA7-A180-496D-8497-A9891CDADC1E}"/>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2860AEBD-20BB-4FB6-B546-7D710604E0F1}"/>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D860E40B-1EDB-4842-A043-7DA51CAB097F}"/>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434B53B7-D202-4B47-B89A-E846A8BDE0EF}"/>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F5050AE4-2F1F-40D0-8D3D-70A492E941CB}"/>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B33F15C4-9BE6-4D2E-A031-4254691FEA7C}"/>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141BCE8D-0A0F-421B-871A-B4A59C6C6D43}"/>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3645159-D7AD-48D2-9ECA-2171FF1EA4BC}"/>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3E345ED9-2E6A-4644-AFE6-0001D1E71D53}"/>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6126E9ED-8D86-43FF-AB3B-89CA6E7C1B00}"/>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52E618F3-D2E9-43E3-9D59-6772B9BDC6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0D870C4F-C3AF-490D-A58E-093F7C1FE2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F36EA6F4-3B20-45DB-B040-BF325E9BF3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151D8235-26A0-436E-8FD3-B61A3BC5E5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13291629"/>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52F59762-A765-48BE-A219-F1C4ACC440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67FE3827-C8B0-4CCA-981D-B19CD19BEA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E0C7A107-C4F1-431D-96AA-D1750A0ABE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6E795F0C-3D07-4905-A41A-CAF0CBB1B8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103A607D-F6B9-4AB0-97E0-11D18920F1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9CC23766-C7C2-4A3E-BA2A-2F411A702A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3E79A8D0-ED35-459F-8CDB-B18F83C5F133}"/>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572AC6F5-87E5-44AD-8EBB-ED5A6A3BE0EE}"/>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37A825E9-54CA-4700-B540-E29A35CFE4A8}"/>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7491B54C-41D6-460A-AEBB-71773EC38544}"/>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C7418E1F-3ADE-4287-893F-8AF35B46D20F}"/>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0102699B-89B0-4367-878B-19597196E2D6}"/>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DBA8F7D5-8375-4CEE-B678-C310F89A79EA}"/>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5C5E4973-B9D3-436F-A13F-EDB33CB6CC4F}"/>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A8A677B9-75EF-47B1-9234-7753E59EAC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702648437"/>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ED244512-6178-4405-BCD5-674912D43D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B4B5407B-ECCA-4C41-93EA-98A4565CBB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A5BD56C3-1E4F-48BB-BEB7-146D3AEF6B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4671BE6B-339E-42C9-9306-B16AB03430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9DE7690F-5F65-4D28-A799-F6E9D3040A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35288761-0AE6-41E6-8346-F6738170CA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3F7C668C-39C4-4726-9CB0-0A04CCE4487C}"/>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DA2227E3-4406-4E9C-9C05-635013C9F29D}"/>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244031BE-BD21-46F2-AB6B-A0820154C491}"/>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638B311C-7ADB-4404-95CA-328F25876378}"/>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32D6079B-2908-438E-9E9F-A0D6266BFA6B}"/>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8C2FF7D6-2841-42F8-A2C9-204EEDE8FC0A}"/>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CE2AFFBD-18AB-43B4-9794-1A119A3F24E0}"/>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724D0297-7A34-4D9E-A485-C8CB784AB936}"/>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D29EDCA7-40D1-48F0-9B4B-AD1FB40534BF}"/>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24DDD3D8-CAF2-4F41-9C3A-09D9CA9FB4A1}"/>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AEA8765A-2FDE-40DA-81AA-DADC139D13FE}"/>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CAE120AC-AC8D-47D2-B780-CFE53E403A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50496665"/>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76858F74-D3F0-4105-B6FB-6891C900AF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76680F94-43FA-409D-8FC4-5AA547A99D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EDB15FDD-A3E6-4D36-BE21-0EDB867539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DB4A8332-5245-4E92-8331-210F9E7018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E554D4C3-9417-4791-B619-1BFD407E72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4E7171D3-0382-4C1E-9189-2310B3E746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A73328C4-41D6-40AE-9C9C-095AF21F210D}"/>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F73C949C-3574-4EC9-BC85-5870A8E52DD5}"/>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81EC2AA8-F130-4971-B32A-96E37BA21092}"/>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22955DE0-0546-40EE-98E4-9A8987B54495}"/>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4E26BEAF-FAC6-494B-BD30-403F5FB49CE3}"/>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D0C3BCE6-317B-4E3E-B1D3-478E120ABF5A}"/>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425DAF8B-68B5-44F0-912B-270A53E27BC7}"/>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8BC61EC6-E9F3-4011-8BCE-DAB1696615A0}"/>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C1578A35-A31C-4918-B89C-DF66AB433600}"/>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3B439F37-88EF-4C7D-B38C-922DDDB6F82C}"/>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A4D79F61-97A9-42C2-807D-540E0FE6AE8B}"/>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3A7AC263-E12A-4F76-86DC-8C99EECFE725}"/>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CD3623F0-FE8C-4FF0-9EA6-AE9453351CAA}"/>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7794F8B8-4E4E-4ABD-871D-E1F2C1BB0FE0}"/>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776600CB-3D85-4847-A5D8-F11612685D91}"/>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132F017A-BB57-482B-849F-1C94DAFF46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20371985"/>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91BC3DB3-A386-4F7A-8A0C-A0F3B271EB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56E21155-C682-433F-8EB9-188248965B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8BC4C8D4-44D6-41B4-9044-C5C0145C98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A0B37B93-0EDE-4C92-A135-A28BA6FBD8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EB8CA1D5-A78C-4860-BF14-E2E941FF8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AAC9BFFD-8079-4532-AE35-BC02E15945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18EBE1C2-ECE2-47DE-8054-9FAA761D2660}"/>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07C9C6F0-8F39-4BFB-9996-B123EC901314}"/>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841B6545-BCF6-4A7E-8C71-4A5EDA4AAEAA}"/>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B90D7B17-2A6A-45BE-A779-E0C2EE36FD1D}"/>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75EC8D25-3C11-4D0E-8721-0D7FFC4C2956}"/>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4B7BD970-1136-44C0-835A-3B5C381BE3F6}"/>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FA3B5274-8744-4CC9-9B61-5B31606EE36E}"/>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9FCBB5EB-8355-4063-9447-41D49C4DC1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72870813"/>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05B8F53F-C761-4B3D-8849-85643DA2E9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903B3631-2792-41BC-9163-E5E01C6C12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2A22EAC6-8D53-48E8-A40A-8DCBDBE206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9A7F512D-F675-4B68-B800-A2DB6F3A54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B55F4BF5-3265-4975-BDBE-F71A3E91D8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C8B59A24-32CA-4D51-8FA8-C0041475D4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37B5D484-01F2-4043-BCA6-0E18F8F95494}"/>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C165DA28-E845-4F44-8AC9-676CCC7723DE}"/>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6E08FBE4-9591-472E-A2BA-02D580E4F4C3}"/>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079CC9C1-8605-4BE6-814E-7972E93C5C9F}"/>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455AEC04-371F-4F7C-B8A1-5E9A76774D3A}"/>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F4D79AA5-307D-4F4D-9B2B-5486042142A8}"/>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3B991E26-B151-467F-BFEE-E2961BDA6BC4}"/>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157A1E74-3CCF-4092-A481-69430804D39C}"/>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8AE4CC59-5CBE-48EA-B144-07BCD7688AC7}"/>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1D05E92B-5243-4DE7-BFB2-748550C37C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97338856"/>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B6F869D0-07C9-481E-AD22-B8B2C2854C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4092E620-6DAE-4E08-BDB3-C1545727E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AA5FA157-264D-4A43-B981-272DCB4218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869BEBBF-14F4-474A-A53A-76A19329DE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E621C00A-A5A1-41C4-A5A2-796B2A95E9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76874E59-23FA-4AF1-9463-C5DB7D85BB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AD8ADAB0-54E6-4768-9709-9D6EF1C931E6}"/>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503C3C65-8D4C-4C89-A8E1-DA836C18B629}"/>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320ABCDF-0CBE-41F7-8958-6EE8A68FEF92}"/>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EDA4D5D-1401-4834-9D1F-BC436942D9A8}"/>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C26C64EF-FF43-492B-AB69-A5726A70E62C}"/>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C363C86A-F3F9-4BD1-A0D8-794B3142A84A}"/>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587BA0BB-C338-401A-B6BE-4C945517B2B0}"/>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F09AD251-DC8E-49DA-86BF-2129C9BC2D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02018502"/>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4F761601-5494-4B5E-926E-ABE08860EDA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005C3873-EC19-44E4-9FA7-DC6103D282B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232E7A03-3AD2-4A6F-881F-91234F1FB1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92942F1E-BD63-4170-835E-6F8EF2F31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00F48381-086B-4453-84B0-DA6782D625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8767A138-C72C-4D51-AC85-1A3DA0F37C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E6B4DAED-9A46-44A1-B819-8EE90627450B}"/>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8364A252-73C1-4300-A5A9-3DCDD56CC2DE}"/>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E558A5B4-145C-423F-8F56-CB0439BDD06C}"/>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888D9645-BC98-4213-A072-144D1883E405}"/>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4227AC41-1F29-4666-8186-FC75A4019BC0}"/>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4E45D910-991A-4E2B-9047-7EA9555943AB}"/>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324F93C0-3D03-437A-AADA-8C756EC68B1D}"/>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CA372A53-D2E2-446C-A1F1-A7DD85CCE0A8}"/>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6533B98B-281D-423E-916C-8F24A5022F04}"/>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730B8E4C-71D4-4BDA-8D96-18023FB18C36}"/>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B39E5F1D-CEDC-4307-A8C6-79ACB61021FB}"/>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51F4F275-4D22-48C2-BB91-ED552F4FD6E8}"/>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1BAF19AD-41A5-4BCC-8D36-744DCA1A6B9C}"/>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854819FF-4C4A-4770-8AE6-16881107FC7D}"/>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95879043-1E69-46B4-B85B-A9204880B398}"/>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A1FD5DCF-84EE-4EDC-8CC6-2D2AAF5C29B5}"/>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33F4DC4A-C142-4E89-BAB0-487956D02009}"/>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3E1DF1A4-0453-4E59-893C-CACE718D94FA}"/>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7B29DEDC-768C-42E4-B74A-61B1A9B383C2}"/>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5AA677E2-DE16-45DE-9CC0-1B1DBB5F2C28}"/>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1AFCBD1B-3F0F-49E9-A7F0-D7613E6D948B}"/>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DDE79B3B-2AD2-4C58-AB08-4D91F6537BA8}"/>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3C2CB92E-8592-4E9C-A172-86519A6ADDF8}"/>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A77AF42F-2D46-450E-98DF-01653FB7C81F}"/>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5DFA3B04-FC14-4A20-8787-14DAD5B6B9BA}"/>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3C0BABE8-F1A2-4062-9CEF-983BD524855E}"/>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89C1DB31-748B-4C3C-8463-4A9E0F845780}"/>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0ABBDA79-EE55-489C-908D-23DD35707B5D}"/>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3BDBAF4E-C4F0-4FE8-B449-72454EF88A08}"/>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8E30B8D7-7615-49BE-83E1-9C61759157F1}"/>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A1432B77-57E4-4E17-BAF1-1668B88F4F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44331365"/>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C39C473A-55D0-4B84-A11E-32576DE57E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08F64102-29FE-4A61-A4DC-2800AC2A05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16046D79-1D99-4BEB-A6AF-5A2A41BBDD8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3DD379E3-FE26-4FF6-B2CF-826796F83C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040ED5BA-FCBC-4A91-8A55-F8544F71E6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99B14E49-8A67-473E-BA4B-2C197ED5BA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D2D1D554-F527-4426-8CD4-E67FCF830055}"/>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2E0FC048-10F3-4CA4-9F52-4340A42C88E7}"/>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82E0D0E2-57D0-44B8-8455-9C12BC37E422}"/>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802AD0E1-3D0A-4817-872D-EB69B69582B1}"/>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097C49C9-BE9B-4612-A4B2-CFA00EE98FF7}"/>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BA51234E-8292-46B0-B80E-BA026760008B}"/>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5ADEB987-F3C4-4154-B8EB-5FD1E0D16B8E}"/>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0CFC31F5-B7A0-4A1B-96E5-4BF1A5268767}"/>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36A71597-EC29-4571-8B24-F14FF65D1D4A}"/>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03519DDE-2BB8-4433-B4CC-251AAE2B4B72}"/>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B7630448-D145-4263-B85E-9CF74BA4FE14}"/>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CA859CFC-5E08-41A1-9D20-CA1AD2D05A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1837019"/>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6B2FFBEE-72C9-40A7-A435-285E9730004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694A217E-A537-47DF-BAA9-A16F9104737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62167806-F6CC-4586-8A96-D9A4DED8DCF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37FFEF8D-33D7-4F49-AD71-525D948D09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1C6D45B2-7E32-4FD1-B0A9-CEF0BCCB41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4E30C7CC-ED6E-4AF7-A5BD-A1B83E1D64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120DC2B4-8D5A-4397-B646-6B32F4C3D3A3}"/>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177EA31A-9444-4DAF-9866-B9B4BBE98D60}"/>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55FCD9C4-32D4-4681-A8BE-7C147E22C10A}"/>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2E70D93C-0925-4FD2-A8BF-9E9B11991534}"/>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ABF932C5-72D8-4742-9EBC-8CA1A4609673}"/>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D71988C4-7E24-4582-8AEF-06DEC910A7D0}"/>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95677F79-BB75-4D8B-87A4-F16C28821688}"/>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204A1EAA-AAB4-4FBA-B34E-FAF9BB3C6FBD}"/>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1B9F6DCE-D4D5-4184-858F-B7AA129182E8}"/>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37F17AFD-F1F5-4FAB-8E72-80793C77A0A6}"/>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00EC97F5-10F9-44B1-A55F-B860C10C1ADA}"/>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50A0140D-1C82-42EA-B313-A056C4DA0616}"/>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38427218-A8DB-4BE6-B88F-5CCCEEE37670}"/>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548C2FAE-9D07-498E-8438-4D9F58A334B2}"/>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2D944037-FFDB-408B-AC58-090E5F493469}"/>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935B8030-FE75-46FE-B2D8-B9857D163629}"/>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70C43F1A-91A4-44D8-BDD7-F1121790C415}"/>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5EF4889A-0106-429A-AF0C-16EB81B5F7CF}"/>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510BD58D-11DA-4799-A569-C16029F0D36E}"/>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6241F4F8-FD5F-4531-8B88-5AD087984803}"/>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8EDEBC01-0552-4207-8F8F-A9FE3FEC6959}"/>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27B1C80E-A3C0-415A-8A25-DDA57F7F05F2}"/>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D4BCDD09-4DE2-4902-A7D2-70B3CF9F9557}"/>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C0444217-A4C3-4C1B-997E-18C4DC5B69B1}"/>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7EEA6860-B073-470D-BFBB-9540820FA771}"/>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383064DF-9711-4008-8E47-91EF1FD097F4}"/>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95D9726C-BD12-4B02-AD02-32500E2649D9}"/>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77866979-20BD-4228-AA48-07FB5E9E6AB0}"/>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DDCABC6B-256D-48DC-8C3E-88A4B63892A3}"/>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6E94973A-4D56-4633-A6BF-E4DDEC60BD9F}"/>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6DAF6366-EC78-4846-AC6B-2A3172C0F1FF}"/>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6B7D8474-4ED9-4497-80B1-9552A873F13C}"/>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47B3D8EB-7DC4-455B-8FD6-B7ADA8688B8B}"/>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5A71D1C1-E344-475F-945C-ED429F696628}"/>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8D3F24CD-D5E2-45D4-9E00-A37B8A98C9ED}"/>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10A4A10B-FA62-4FFD-87BC-5FCC1D7B9E10}"/>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E07BFC82-92AC-4764-8C07-2CC9917938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104863292"/>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215DD74C-D540-4CED-BB7A-F7688647553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9499A35E-1603-49D8-A79E-712F5FFF4DE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13FDA9CD-C087-437E-8D1B-239EDE9DD5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6712E438-7CC8-4221-8F7C-6D9528FE6E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2F0B783-6E08-48A4-9485-FBBAD5F3D47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697AF812-677C-4554-B999-C13326CDD6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C0E47FF0-A960-405F-9B74-B8026392A8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F02E2819-E949-46FE-9870-A825D33C82AF}"/>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C8AC649C-7823-467A-99AC-548B5536DDBD}"/>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1E44E160-938B-40A6-9DFE-05A6FA61CB2F}"/>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68B4D748-6627-45C5-8DEA-DCACBBE8E709}"/>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2DC2C705-A797-4DC3-A0F0-D328628DAA61}"/>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FE201CFD-959D-4484-A0BD-CD5363EA24AF}"/>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D99DD6AE-2F2A-40D6-AE09-986AE2CD1C87}"/>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E3FDECBA-4359-46C5-9D16-B9F7FFAB42A1}"/>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22FBB777-7429-4100-A2D0-37B8F53E875F}"/>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62286A52-3F09-4D9E-8CB4-78E48E966968}"/>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9FA7BF01-F176-4DFA-852E-9172742B1EAE}"/>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1DF161DF-09E8-45DC-A18D-74250C9BA866}"/>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055E82DF-E4F9-48C7-B147-F05ABA52672B}"/>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6A56E5F3-6705-4DF7-8B07-E4E7E1E4693B}"/>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748E86E6-99F8-4EF4-9E33-8BD729FCE8EE}"/>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74BF6057-6BE7-4103-AE75-22D9A55FE780}"/>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05F2B83F-ABD9-496C-9004-70BFF7DC07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23875027"/>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148E3D6D-0567-4F89-97A0-C394D3BC845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2A825FD6-0FBE-4A96-A6E5-C04BEB8548A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41F12B79-1FF4-4BA7-8BB0-77DA16A719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BFED9B44-5694-478E-86C0-9AD1BD22CE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BC7DDE0-E9A1-45A9-B0EC-419ED39D2F5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DAB383AD-49CD-40B4-8F1C-42D1227548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FA7626A1-6C61-49C7-BC9E-53E609EA05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79261DC7-5789-40E0-B24F-AA5F26272572}"/>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D0CD444E-C742-4CEA-8515-1C96A4CDB9A3}"/>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4933D098-74A1-4DCC-BB78-2702AEFB0016}"/>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94974302-207D-4E70-B7A2-BDA937712F8D}"/>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4E624B9D-43C8-4D07-A9A8-DBCD7DBA7473}"/>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4F197E07-ADD9-44C9-A3E0-B415A33FA58D}"/>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4217C996-6F41-486B-BAD4-74E21A62A7AB}"/>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2F208955-566B-42E9-BE79-F29984D3CB0A}"/>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6324CA87-3268-4C4D-87C8-792353E5A436}"/>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6D464E50-D1B3-48EA-A967-FCFF2B7563DC}"/>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20DD88D3-C885-4FBA-9DD0-930A4E559BC4}"/>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8A8BEA57-D42B-473C-9565-FDD2F04D5B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11777720"/>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F45D8C13-ACF5-44BA-B64F-B8C51F2DBE8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4973B2EA-12B0-44A1-AAD1-A31A072E711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0EA29DC5-6398-4399-9074-1812790A12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5DBA2795-0BD6-4BD3-B846-8D18788F72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8551BFB-CC4D-426B-A498-F873A0F1E45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F933A7AA-1CC9-47CF-A3CD-0DD4D044C1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4E5F71E6-0D05-4B25-899E-8ACF0AEB80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BD440305-3B52-4E91-8B96-BE55691EEFD3}"/>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1395771D-38F2-4B27-8003-E1AEFCD6A2E8}"/>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AB6C835C-93C6-4FF2-85BC-BE85E6F646AB}"/>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DA86BB53-5DF9-463B-9E7F-C60BF234DAC3}"/>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20A7DFFE-7C9A-424B-B746-EE2FB2623177}"/>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748E2A09-74D8-4A9F-A4BE-DBFEF9AA4509}"/>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E9304AD-1C2E-47BD-97DA-C040EAFA5A77}"/>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C82C9677-21C9-49D9-B002-7F20D9DF3683}"/>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A1DFF8C1-4342-49F7-80CB-8389F21D3590}"/>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857F2FE7-00A3-44F1-A36B-68920485EB98}"/>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DDBC734-7D81-4AB0-9705-84E0EC1A1D48}"/>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CC35B8BF-751A-4619-92E1-5140FB9AC2C6}"/>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680009D5-D0DF-4F50-A8F1-5991776B9F07}"/>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49D815EE-DD78-4BEF-8500-7DD85D181D0E}"/>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168BD027-6153-45E3-83B8-98014A9DD2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8561256"/>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1C0B8EA1-0460-4C41-9CCD-07C3664A677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10AEF0B6-3715-4E62-B056-BBA96A93754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B1D0A6C2-7E4C-4823-B2C5-1254BF36BF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5EA45819-425A-4EDA-9951-3B5A9A1179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5EBD0BF-E9AD-4661-9D9D-8EB14F46C23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ACBC9AB8-4746-4B1B-AF39-EF444B75FD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3CD2E8E1-F603-42E9-BE39-AF9A0917C1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6FCA2607-86D0-4126-AC2F-A5153CC08C59}"/>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321BD6DB-B192-41B7-BE0F-348E2CB16214}"/>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1B9A6B97-459B-46BB-A2C1-14C599B87DD4}"/>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E57F955C-843E-42DE-B6DB-8A1F7C06944F}"/>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40C17667-BB8F-400B-8D4C-9DBFD8BE8D1B}"/>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C2CEEFF3-C8B4-4C12-B6D5-5E4623998254}"/>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E0716B2F-D181-41F4-A01E-48F3E0D813A1}"/>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90758214-E793-4738-B2C7-21877A57E42D}"/>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0B2C6F96-E89E-46B5-B949-92914E7BDAEB}"/>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ED394232-3370-4B3E-A42B-2F751E4FEB7D}"/>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5DEA152C-017F-4F4E-AA2E-444086D58D4E}"/>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D1B397AF-C0D8-41F2-99E6-8A7EA0E5ACE6}"/>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C4EB08B3-BF4E-4E18-B994-9035CA9C7560}"/>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020B81F1-3B88-4AC5-8787-C8734E400012}"/>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97B44258-8630-4676-9710-DBEC1200F885}"/>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7CC709B4-B010-47D0-84FA-96FD806CC093}"/>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549015B4-C023-4C7D-9914-5A995014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04999588"/>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0757D662-2521-4E62-B843-605143D9F8C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38EE9EBC-A27D-4C50-BBF6-51329CEE467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4B4F4024-2C1B-4220-8E5C-D325B7E34E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0363B8C9-9922-457B-A1AC-23C03776E3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5654B27-06E7-4B71-B35F-800C90B33E9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BA92800E-75B2-4882-9EBA-90DD68CE26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3494C0F0-E9A0-472C-98F9-A8D3D2CE1F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C49A01BA-EC90-4E7B-827E-9F0FAA163884}"/>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EF7BFEB0-AA28-4539-8CF1-C67FA5D3DD2A}"/>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45598E62-9F8E-438C-BB59-E35B52B40A9F}"/>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E400B6C5-ACA2-4CCA-8F21-35643CC2818D}"/>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C4CD34C6-EA19-4A43-93EC-76E687BB4790}"/>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3A205FA0-28E0-4D4F-9EAC-23F247B08B73}"/>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7D4CE975-1331-491A-A110-77B8ADA13AEC}"/>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BAFB778E-A0D6-4E78-AC8C-DCAA2BE64201}"/>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D18A75C6-747A-41AE-9FC2-A1793D44FD7A}"/>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6052BDB5-1AC8-4DD7-8018-BFDAA84C5EF6}"/>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0346C88D-4F0E-444D-B60B-3832DF7E3E88}"/>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6D20EDE7-9933-4775-8A24-71660FB1ED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7020377"/>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FA1B1B80-2E54-4CAF-8F99-BAA327FE6B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57EF5C6F-FA15-4DF6-82E0-348544BF12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FB57A599-8A0E-441A-8FD9-B92B60222F2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A913A9DA-E9B5-496A-8692-5EB6DDE3B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884EAE19-6349-46E6-B3F9-40690EA028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107288F9-58CC-4650-BD4F-842FD142F7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0F69F01C-E115-457C-A814-C5DA32D8977D}"/>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7C861D90-78D9-437E-AEF6-C1D03667CABA}"/>
              </a:ext>
            </a:extLst>
          </p:cNvPr>
          <p:cNvPicPr>
            <a:picLocks xmlns:a="http://schemas.openxmlformats.org/drawingml/2006/main" noChangeAspect="1"/>
          </p:cNvPicPr>
          <p:nvPr/>
        </p:nvPicPr>
        <p:blipFill>
          <a:blip xmlns:r="http://schemas.openxmlformats.org/officeDocument/2006/relationships" xmlns:a="http://schemas.openxmlformats.org/drawingml/2006/main" r:embed="Rb6d8b32f0c994d16"/>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E9B77127-3303-448E-8938-6740942683B1}"/>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CC495765-BEA9-455D-84DF-DCA3A8A8D293}"/>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AB0F1BC2-55EC-4B30-B7C8-E425F111549D}"/>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1846877D-0F72-491B-B50C-4686D5EA3D80}"/>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BD03CB31-549F-43F5-A66A-DA8D5C7DEFA1}"/>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41D41DB2-6E1E-4591-8E9E-E7F42BBD4ADC}"/>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617766F7-3808-4488-A8BC-09A246DA450C}"/>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3F934A51-7FE0-45B3-84F3-1BFC763FCACF}"/>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98F405FE-E807-47CF-88A1-D810E70F4B4C}"/>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9BF99B47-6098-4B7B-B2D3-69AB48A91F25}"/>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6F594BEB-D807-4593-8D45-2C768D8F10E4}"/>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B9CAE5C4-AB70-40B6-85F2-FF1072A8BD53}"/>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E678112D-4740-40A2-A382-27C720127017}"/>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1A14CFE4-7049-4514-9E71-5EAA3D3FEA16}"/>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1326910D-D844-481D-8716-64A186DA98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72623419"/>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1475CE61-E8B0-49B7-AEAC-ED490C4AF6B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3D8402E4-DA3B-4DFB-ABBC-A07ACF2F7D7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B7EC3BAC-E4EA-43BA-BBF9-C474042D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E6AA28A8-E94A-463D-9010-457C5A1EA8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90A6D9EE-161A-4B6D-B9A5-56B8D532BD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708DA3BF-2B8B-4A2A-8B38-EB0FCC0504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CC84E075-5E8D-4CFD-BA80-2B9E8F032D14}"/>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5788BA15-6F2F-4A54-90A0-9B68BBF9378B}"/>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C2C0766A-E947-448D-8C4F-55BFED980B1A}"/>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9347AC3F-1465-4E85-BC15-95658B025A4C}"/>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0C0E18A1-5581-4C3D-926C-814DB9559C36}"/>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99267FD4-3C76-4D17-97EC-DBF3F5728167}"/>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B3988D92-6F70-4B0F-B352-74682D417BED}"/>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6D8F7CE5-4674-4CC2-A6D2-27A5C18F2C07}"/>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CC918A41-0913-4467-966D-CC565BAB9F1D}"/>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BC1CA7B2-988D-4D1B-B67B-E127E44030F2}"/>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E7D8DD9E-7B64-4009-AA24-795E40069925}"/>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27BFADBC-47ED-471B-88B8-18C9F16EC529}"/>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B676474D-4381-483C-8A56-DB057BA3E77A}"/>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424DDB48-378B-42D1-898C-3ADFEB70E8A9}"/>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69E25409-C43A-4499-82C3-FF5DFDFBF7AF}"/>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9C1A7C29-B8D4-4B49-9190-D838B9A8139E}"/>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39DB6664-9AE4-4B77-90C5-BA1A71BE22B8}"/>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94141D86-CED2-4A17-B581-CCBE68B1C455}"/>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29CE84C1-A59C-4AFD-B04F-3940D960C624}"/>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E8AEAD74-8131-4EFD-AC72-F56A761C724B}"/>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38F517C7-ADED-4504-874B-51EB3FC0FBFE}"/>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DEC19F6A-3808-4AD2-B39F-A838C9CEF588}"/>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7D1F6CF6-EF9C-4A5F-AEF9-DD8BB1256079}"/>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9921447F-E967-4BE7-BD27-DB6ABBF746D4}"/>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C0D30DA8-4130-4784-8729-A16E07EF2EBC}"/>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207ABBB4-B748-4D1B-86DA-E1D6B0F6C139}"/>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48DFE42E-5203-4F6F-8932-F8A6C3B3E6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98478374"/>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D11D727F-C028-4606-BD95-9E8F4FDB46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E77A6CC4-7D43-413E-864B-E363077A3D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AA82C8F7-2CAF-45E8-94A1-4AA5F10D44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120B7C08-BBED-439D-8965-126268A2ED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B9C6F74A-4AB4-4A4E-96BF-18B82195BA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A31B4193-7C2D-4EB0-A21F-449A50CEED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0CBF911B-FDD0-4B95-8C8A-9BFDD50C6C18}"/>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B24C55D7-DC97-4BD2-8C3B-F66DAEF01E91}"/>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5E09AF94-265B-46AE-BD7A-39825B498235}"/>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DDE23EE3-A728-42F0-8CEF-CAFB283108CE}"/>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3E7ADD46-005F-4B44-9D9A-5114615C5B56}"/>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19F2FD6-578C-49F7-A684-D580C8098FCC}"/>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6E83EBCB-B682-484B-B0D3-A1F768E7C0DD}"/>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ED35D410-F052-47FD-BAE5-2121D1B0E542}"/>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3E77CC1E-8F04-41A4-9D15-005829D789D1}"/>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6559CD56-4009-4A2E-8A1B-4F9FE45233FB}"/>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4438062-3981-4096-99CB-4C8E3599CAF2}"/>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81862FE8-98B1-4290-96E1-AA6CD88F87CD}"/>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3D8DD61D-80AE-419C-A6B6-70AEDB993B82}"/>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30AB4406-DE1C-4CBF-91D4-94F2861ED549}"/>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665987F7-223E-417C-AA1B-ADE8F0DE7E82}"/>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FC3A63C-91EA-43E0-B010-4D421429C086}"/>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292B5415-CBD6-4EA6-B9D5-E05670F79749}"/>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E4C90EDF-E9E2-4ED9-B984-73B955BDAE51}"/>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C7B022F4-1506-4888-84BF-E53A80E86106}"/>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555B2FCB-4E9A-400B-B3B1-DC89193A9124}"/>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4AF9A5CB-11A7-4AD4-BEBE-2EB6D54D35B2}"/>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F4E55DF7-B5ED-4C9F-A558-4B3F7C2080FA}"/>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053C1A62-C211-45D8-AE27-CE9B2C3CFFD6}"/>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18504AF7-9B64-4942-B3F5-64B1B2A12324}"/>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D4F83CF5-4151-4657-87F6-B190C028B85A}"/>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BBF148CA-7F90-4B8C-BCA6-92DD2E569753}"/>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6A8F8B36-3960-4DE4-AE52-D5759DF364C5}"/>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F9034943-A6F0-476B-AB05-D27BBAE5802B}"/>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7FB5523E-6302-4A7D-9379-B4CEA2BBBB8C}"/>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8466332-A324-49B4-91A9-3427BB8F6F77}"/>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09219D5E-40DD-4A9B-845C-A25F4DA119AF}"/>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17AD2C61-966E-4587-BDA8-017B75D0A94D}"/>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8C4CCF9F-4B84-48B0-8210-C01C00F6F077}"/>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1CBC915D-26D8-41D6-983B-F21868073C97}"/>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6D83C789-7B1E-4324-9E67-6C73F4F36335}"/>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135120B3-0FF3-4A08-976E-E3ACB25098DD}"/>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59811E1E-86F4-43D1-9E06-45E0A67BB869}"/>
              </a:ext>
            </a:extLst>
          </p:cNvPr>
          <p:cNvPicPr>
            <a:picLocks xmlns:a="http://schemas.openxmlformats.org/drawingml/2006/main" noChangeAspect="1"/>
          </p:cNvPicPr>
          <p:nvPr/>
        </p:nvPicPr>
        <p:blipFill>
          <a:blip xmlns:r="http://schemas.openxmlformats.org/officeDocument/2006/relationships" xmlns:a="http://schemas.openxmlformats.org/drawingml/2006/main" r:embed="Raa87657cd1a94b12"/>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CAA015DD-E494-4C47-8E19-E77ECE194F54}"/>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1AAC0492-F0F1-4291-91E9-1AD86118D746}"/>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0A89AC55-A10D-4256-8628-1156CF84F61C}"/>
              </a:ext>
            </a:extLst>
          </p:cNvPr>
          <p:cNvPicPr>
            <a:picLocks xmlns:a="http://schemas.openxmlformats.org/drawingml/2006/main" noChangeAspect="1"/>
          </p:cNvPicPr>
          <p:nvPr/>
        </p:nvPicPr>
        <p:blipFill>
          <a:blip xmlns:r="http://schemas.openxmlformats.org/officeDocument/2006/relationships" xmlns:a="http://schemas.openxmlformats.org/drawingml/2006/main" r:embed="R6e1b7aaf8829465e"/>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DD30900F-0580-47A1-8E89-183473152AA6}"/>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5628C936-1848-4AF3-ABCE-F9CBB169288B}"/>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EC48692F-1B7B-47F2-9083-5DCFBB81E649}"/>
              </a:ext>
            </a:extLst>
          </p:cNvPr>
          <p:cNvPicPr>
            <a:picLocks xmlns:a="http://schemas.openxmlformats.org/drawingml/2006/main" noChangeAspect="1"/>
          </p:cNvPicPr>
          <p:nvPr/>
        </p:nvPicPr>
        <p:blipFill>
          <a:blip xmlns:r="http://schemas.openxmlformats.org/officeDocument/2006/relationships" xmlns:a="http://schemas.openxmlformats.org/drawingml/2006/main" r:embed="R3a716c51bd99492a"/>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322235B9-17C7-4FDA-AD90-0AB8522093CD}"/>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6A979701-6F8D-4E4F-8190-5D378958E237}"/>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F0601DF7-A296-4A71-9499-A014A6C850FB}"/>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52422CF2-73FC-4A6A-AB9B-8FF3511B72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20132686"/>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FE827668-11AE-494D-BC7F-334D31EF7B2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21829E4E-EF05-42F0-9813-393D4167A8D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8F33DFBC-1672-4069-A0CC-BC35CD3D8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F785B545-136E-4E08-9E85-C5A6F0C316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6412B82E-0A79-43D6-B3A7-031FAC71C7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5D48E120-C328-42DE-89D2-EFC516DD76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D39B7E00-CDA5-4A95-9E08-6D8C90BDB89F}"/>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B8337F35-3325-4947-ADE1-67EA46ED50A3}"/>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9F931A6D-D811-4E98-9100-23E2FA07207E}"/>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15F76AD0-6A35-469C-A969-FACBA4BDB2D1}"/>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2379263-130E-40EE-8DFD-E88982F0259D}"/>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2D3E5F71-7688-4C8D-8F81-00B68A2CED68}"/>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16F891EB-6811-44C4-9ECD-2D107CD72969}"/>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82F9E786-516B-4935-8F5B-A86FBA2FFA29}"/>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D9E5BE7C-A1B9-4E92-88A5-C6F45A094E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283500842"/>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5ECB2668-D7D6-49DF-8333-FCCD76A6CE6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6CC80575-3796-4B6B-AD0B-409A7A8A42F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09EE2F92-455B-4C63-9852-05D318D4AD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DB039C85-2BC0-4701-ABB2-DD1B1E2E1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BD3A711E-7B90-4325-8564-F08E3BB052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4C34D742-2CC4-4880-9091-5B5EE432BC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F2FBC0CF-2654-4620-9820-46AEC6FED2E1}"/>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E759B64C-4270-4EA4-8A9D-1D6BAE871397}"/>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AAD9E962-BC4E-4F90-9454-02FEC114BEFA}"/>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3E189C04-D9B6-48FD-A370-483B67482AF7}"/>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FE6D576E-1C7D-4756-88DC-3196D4976A40}"/>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9AC45970-010E-45D2-9CEB-86A3587ED70F}"/>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9C06D88B-5636-4D11-9F85-AD9AC72DE2ED}"/>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2515B40D-D669-4619-BB5B-14FAF464BCC1}"/>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C0A8507B-DE15-4A0C-9D32-F5462BD3E780}"/>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EA2E81D6-5E4F-49CA-B8D4-C86E26CD9EEF}"/>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4E0F0F9E-0806-4337-8B46-A76F31EFD469}"/>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181B75D3-B572-439A-8795-CD45C50446C1}"/>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257F0DDB-97D3-49E7-911A-3474636C84FC}"/>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849F0A03-C1B7-4C5A-8099-66FE597D3144}"/>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BAA56734-7DE4-46CA-8779-C25847E198B9}"/>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A1247E9A-DCF7-4D96-B3FE-2642923CEA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347994825"/>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E88CEC5F-129A-454F-8275-A9CFBAF4E5D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91A15620-3274-46C3-A28D-EF72C3E6B83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F499D568-5935-4E62-885C-7F95C101AFF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3F9CA105-15E4-44CE-9802-6AA5F2FD38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5D0C45B4-BB72-4109-95C6-6D2A6CB704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ECD96A51-1A20-4D5D-A05E-4B2D15AA14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8B064B22-EC82-42BD-BB8D-DF8DD343DC7D}"/>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0D0CF4A7-9D13-466C-8AD8-316A87E3493D}"/>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63B68F87-BC50-40B1-9CA7-BA7737831639}"/>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ED220415-B530-475D-A9B1-478719712A39}"/>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F95D6595-C1EC-40C6-BB80-83500EF832AD}"/>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57717548-0BE7-4024-A350-DF854965E1D2}"/>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9282F9BD-7584-49D9-974E-0A41AC649870}"/>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A0E97D0E-407C-4170-95A6-761A492860DE}"/>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50D4A414-D58E-40A4-8E04-B4627EA68B54}"/>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60249D9D-C727-4E6E-84A2-C291F6D6D6C1}"/>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11FA5577-C455-4A46-80CD-28E5AA84A3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1248260"/>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34E57A20-ADA2-4BA4-B3B6-F26C40CB3EE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415DE8DC-2815-43B1-9F98-86C50BCED6E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842633EC-3D1F-42AB-8B1E-B7D3DE1AD6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1D21A4CC-7673-404C-BCFD-7F40983553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4872BEAF-F8CC-4CB7-8186-70A5EDEF5C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1920DD34-967A-4A11-B5CB-256053D627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F19CBB3B-6EFB-4406-8BF6-CC800EDA8FD5}"/>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1FD37B87-8813-4019-9F9E-3C07BDACA1CF}"/>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EB3BF5E-3BFD-4CE1-AE66-D6A318210280}"/>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BC18556-9E4F-45DA-A6D2-5B99BF740B70}"/>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91C5A10E-F53B-4BED-B365-1EFCB663D399}"/>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7B868252-58FF-4F8E-A8E2-31514C84818D}"/>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D068A4E7-1D70-448E-96F5-7EAB5C382624}"/>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635721CC-110F-4338-91AA-AA2ED37694F4}"/>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733F0C3F-1BE7-4A0C-9A00-C267EFCAC022}"/>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93F237E6-2818-4419-ACEE-7952A3B8EEBF}"/>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62469AFB-9664-4869-BF2E-43A9BE01339B}"/>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61D566A3-E2C5-4EF9-8DF1-95DD08212280}"/>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24AD494-7E00-4308-AD1A-11C1EDA1C4CC}"/>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A91BE314-04C9-48A2-A8A8-1980BF318A1D}"/>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7B33B6CB-CB6C-4481-9AB1-2C8AAC7F6E3D}"/>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F4D8A667-911E-4FF1-868D-195A003FFBCE}"/>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5BC605E4-0913-4AB4-80DA-36FE983C8065}"/>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99D1085B-320C-4E34-848A-7D49DC6945C2}"/>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093AE49-4C55-4EA1-993C-1A291362FD75}"/>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D69731E1-FB96-4B26-92B7-26A6F1C60D5F}"/>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D5B0DCFF-CF9C-4EDE-BFAA-5D167415CBF8}"/>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7BE05BD9-3C32-4244-9804-47DFF7960962}"/>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C8DBD37C-D64E-4CEB-AE88-C917E20BDFF7}"/>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8D13D2E6-B484-4C8B-903B-AE169E6C98C2}"/>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FDC0AC78-5C2A-4BA4-B71F-0909D1CA8FCD}"/>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9775E3A7-0C22-477E-A05C-82BAE6697D13}"/>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299DA219-20AA-4CAB-B7E2-186CCE3A8E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16671461"/>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EE3F0624-728E-40EF-934A-471CED9A6E4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34FA9CC0-3354-4AEF-AC28-9FA05BB91B3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4299E588-9DB3-4717-BA55-B3993A790C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B5922E1E-719E-46A7-8E7C-74991194AE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5F7A787C-1263-4D41-94A8-CA6A93A97A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0F11852E-7896-46B6-ABBF-D435179FD0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748F9EDF-1FAD-4F26-968A-9AFBF2437F2C}"/>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44212D75-FE39-42A9-A03E-F38270CF870B}"/>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7725E2BB-DC53-45EE-83B6-4387887DC4DE}"/>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C61F4C3B-A7C4-4F9A-84DE-08602B58D722}"/>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9C85F24D-9105-4292-9B24-3608D22C7BD7}"/>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096F33E2-9F5C-4C69-A107-2916EB29E3E5}"/>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0CCB42F3-407A-4D59-A46F-DFD4B1516286}"/>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70656987-9BB7-4910-A15E-06B79714AB6D}"/>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C80979E7-47AA-4069-8A76-AD54226F32D7}"/>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5D7D28A6-8D89-4DAB-8C8C-51097258A9B0}"/>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A8E4A4D0-60E5-4FD2-AE2D-A42B41B32D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426651390"/>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79F198A1-F4C2-49C7-A1B5-DB76348192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9D3642AF-3BD9-42DE-AADE-654E08AD2E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E4420E65-47BE-4DB7-9CB0-203B0452C5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7B2337ED-43F3-45B0-B606-5E4EAC1415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520A45F0-ECD3-40C4-B2B6-932701A240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AF4948BA-A10A-4437-B7A3-67CE4F4357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C193322E-32AB-4347-A013-A53FB13E2156}"/>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424516F3-4AC8-4EB3-BBF0-E8ABCB135150}"/>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2DF7681C-E088-4389-9ADC-C70DD7F5E2F0}"/>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58FD53D3-0273-48A5-8FF4-BB6C205D5B03}"/>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A6812C74-E085-4099-A285-52D7DF7FE6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507479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2026-10-22T07:04:49.7580000Z</dcterms:created>
  <dcterms:modified xsi:type="dcterms:W3CDTF">2026-10-22T07:04:49.7580000Z</dcterms:modified>
</coreProperties>
</file>