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slides/charts/chart1.xml" ContentType="application/vnd.openxmlformats-officedocument.drawingml.chart+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612363c5c9c464b" /><Relationship Type="http://schemas.openxmlformats.org/officeDocument/2006/relationships/extended-properties" Target="/docProps/app.xml" Id="Ra3e79588437047b7" /><Relationship Type="http://schemas.openxmlformats.org/officeDocument/2006/relationships/officeDocument" Target="/ppt/presentation.xml" Id="R4df3b29d518f476a" /></Relationships>
</file>

<file path=ppt/presentation.xml><?xml version="1.0" encoding="utf-8"?>
<p:presentation xmlns:p="http://schemas.openxmlformats.org/presentationml/2006/main">
  <p:sldMasterIdLst>
    <p:sldMasterId xmlns:r="http://schemas.openxmlformats.org/officeDocument/2006/relationships" id="2147483648" r:id="Rea5a6b1d6a734701"/>
  </p:sldMasterIdLst>
  <p:notesMasterIdLst>
    <p:notesMasterId xmlns:r="http://schemas.openxmlformats.org/officeDocument/2006/relationships" r:id="R965f8f36f3dd47e5"/>
  </p:notesMasterIdLst>
  <p:sldIdLst>
    <p:sldId xmlns:r="http://schemas.openxmlformats.org/officeDocument/2006/relationships" id="256" r:id="R79daa84149bc41dc"/>
    <p:sldId xmlns:r="http://schemas.openxmlformats.org/officeDocument/2006/relationships" id="257" r:id="R2e9f7d799b434108"/>
    <p:sldId xmlns:r="http://schemas.openxmlformats.org/officeDocument/2006/relationships" id="258" r:id="R0caf471e70074b77"/>
    <p:sldId xmlns:r="http://schemas.openxmlformats.org/officeDocument/2006/relationships" id="259" r:id="R9f4228a1b41c441e"/>
    <p:sldId xmlns:r="http://schemas.openxmlformats.org/officeDocument/2006/relationships" id="260" r:id="R40b7fd93fc6143e5"/>
    <p:sldId xmlns:r="http://schemas.openxmlformats.org/officeDocument/2006/relationships" id="261" r:id="R162679fc0d634f56"/>
    <p:sldId xmlns:r="http://schemas.openxmlformats.org/officeDocument/2006/relationships" id="262" r:id="R8bc54a45e1a34abd"/>
    <p:sldId xmlns:r="http://schemas.openxmlformats.org/officeDocument/2006/relationships" id="263" r:id="Rc3ed0368035841e3"/>
    <p:sldId xmlns:r="http://schemas.openxmlformats.org/officeDocument/2006/relationships" id="264" r:id="Rded2487621244759"/>
    <p:sldId xmlns:r="http://schemas.openxmlformats.org/officeDocument/2006/relationships" id="265" r:id="Rb4fa63f202f14913"/>
    <p:sldId xmlns:r="http://schemas.openxmlformats.org/officeDocument/2006/relationships" id="266" r:id="Rc17ad4d103344cdf"/>
    <p:sldId xmlns:r="http://schemas.openxmlformats.org/officeDocument/2006/relationships" id="267" r:id="R1b653ccd96b74688"/>
    <p:sldId xmlns:r="http://schemas.openxmlformats.org/officeDocument/2006/relationships" id="268" r:id="Read769bfa8064b82"/>
    <p:sldId xmlns:r="http://schemas.openxmlformats.org/officeDocument/2006/relationships" id="269" r:id="R4050f337a60b40ef"/>
    <p:sldId xmlns:r="http://schemas.openxmlformats.org/officeDocument/2006/relationships" id="270" r:id="Rf16c052eee134a15"/>
    <p:sldId xmlns:r="http://schemas.openxmlformats.org/officeDocument/2006/relationships" id="271" r:id="R65b03dbbdc3a4a33"/>
    <p:sldId xmlns:r="http://schemas.openxmlformats.org/officeDocument/2006/relationships" id="272" r:id="R0f04f1ee95494d83"/>
    <p:sldId xmlns:r="http://schemas.openxmlformats.org/officeDocument/2006/relationships" id="273" r:id="Rd127944442e44d74"/>
    <p:sldId xmlns:r="http://schemas.openxmlformats.org/officeDocument/2006/relationships" id="274" r:id="R98ad38d8942b467b"/>
    <p:sldId xmlns:r="http://schemas.openxmlformats.org/officeDocument/2006/relationships" id="275" r:id="R96bb9f92c8ea4a85"/>
    <p:sldId xmlns:r="http://schemas.openxmlformats.org/officeDocument/2006/relationships" id="276" r:id="R9e176bb526d24bad"/>
    <p:sldId xmlns:r="http://schemas.openxmlformats.org/officeDocument/2006/relationships" id="277" r:id="Ree5909241a364927"/>
    <p:sldId xmlns:r="http://schemas.openxmlformats.org/officeDocument/2006/relationships" id="278" r:id="Rea14f41f3dce4dc0"/>
    <p:sldId xmlns:r="http://schemas.openxmlformats.org/officeDocument/2006/relationships" id="279" r:id="Rcf379dc5882e46f7"/>
    <p:sldId xmlns:r="http://schemas.openxmlformats.org/officeDocument/2006/relationships" id="280" r:id="R05c8fc83312d4f8b"/>
    <p:sldId xmlns:r="http://schemas.openxmlformats.org/officeDocument/2006/relationships" id="281" r:id="Rc6ae1b65e6fc4b3c"/>
    <p:sldId xmlns:r="http://schemas.openxmlformats.org/officeDocument/2006/relationships" id="282" r:id="Rd75db9975b8c4759"/>
    <p:sldId xmlns:r="http://schemas.openxmlformats.org/officeDocument/2006/relationships" id="283" r:id="Ref119e6796704753"/>
    <p:sldId xmlns:r="http://schemas.openxmlformats.org/officeDocument/2006/relationships" id="284" r:id="R4426527497494848"/>
    <p:sldId xmlns:r="http://schemas.openxmlformats.org/officeDocument/2006/relationships" id="285" r:id="R79d1ccf70f61432f"/>
    <p:sldId xmlns:r="http://schemas.openxmlformats.org/officeDocument/2006/relationships" id="286" r:id="R5a20157512094ae2"/>
    <p:sldId xmlns:r="http://schemas.openxmlformats.org/officeDocument/2006/relationships" id="287" r:id="Re0606b7b50e248bc"/>
    <p:sldId xmlns:r="http://schemas.openxmlformats.org/officeDocument/2006/relationships" id="288" r:id="Rc77af7574fd445b9"/>
    <p:sldId xmlns:r="http://schemas.openxmlformats.org/officeDocument/2006/relationships" id="289" r:id="R9896d5753f464a3f"/>
    <p:sldId xmlns:r="http://schemas.openxmlformats.org/officeDocument/2006/relationships" id="290" r:id="R50a8a8794d024994"/>
    <p:sldId xmlns:r="http://schemas.openxmlformats.org/officeDocument/2006/relationships" id="291" r:id="R37298fbb96034518"/>
    <p:sldId xmlns:r="http://schemas.openxmlformats.org/officeDocument/2006/relationships" id="292" r:id="R9ab091904f5a4fb3"/>
    <p:sldId xmlns:r="http://schemas.openxmlformats.org/officeDocument/2006/relationships" id="293" r:id="Rebde394e715f4a6c"/>
    <p:sldId xmlns:r="http://schemas.openxmlformats.org/officeDocument/2006/relationships" id="294" r:id="R48296c2fe1494bc9"/>
    <p:sldId xmlns:r="http://schemas.openxmlformats.org/officeDocument/2006/relationships" id="295" r:id="Re38bc60fee5d43f6"/>
    <p:sldId xmlns:r="http://schemas.openxmlformats.org/officeDocument/2006/relationships" id="296" r:id="R21480611b3054023"/>
    <p:sldId xmlns:r="http://schemas.openxmlformats.org/officeDocument/2006/relationships" id="297" r:id="R6e79f33c2c65480c"/>
    <p:sldId xmlns:r="http://schemas.openxmlformats.org/officeDocument/2006/relationships" id="298" r:id="R4eb97a9cbb22430a"/>
    <p:sldId xmlns:r="http://schemas.openxmlformats.org/officeDocument/2006/relationships" id="299" r:id="R646aed636bae4185"/>
    <p:sldId xmlns:r="http://schemas.openxmlformats.org/officeDocument/2006/relationships" id="300" r:id="R740dedfd80cb4508"/>
    <p:sldId xmlns:r="http://schemas.openxmlformats.org/officeDocument/2006/relationships" id="301" r:id="R24df9236f4e14540"/>
    <p:sldId xmlns:r="http://schemas.openxmlformats.org/officeDocument/2006/relationships" id="302" r:id="Rf8602f1598424eea"/>
    <p:sldId xmlns:r="http://schemas.openxmlformats.org/officeDocument/2006/relationships" id="303" r:id="R1bc3697afc744d6b"/>
    <p:sldId xmlns:r="http://schemas.openxmlformats.org/officeDocument/2006/relationships" id="304" r:id="Rd9fcdfd58c93462f"/>
    <p:sldId xmlns:r="http://schemas.openxmlformats.org/officeDocument/2006/relationships" id="305" r:id="R67b8573457524773"/>
    <p:sldId xmlns:r="http://schemas.openxmlformats.org/officeDocument/2006/relationships" id="306" r:id="R91f92f76dafd4b33"/>
    <p:sldId xmlns:r="http://schemas.openxmlformats.org/officeDocument/2006/relationships" id="307" r:id="R7d2c7e1ace234446"/>
    <p:sldId xmlns:r="http://schemas.openxmlformats.org/officeDocument/2006/relationships" id="308" r:id="R1ad81a7b5ad4456c"/>
    <p:sldId xmlns:r="http://schemas.openxmlformats.org/officeDocument/2006/relationships" id="309" r:id="R0fed465e292948b1"/>
    <p:sldId xmlns:r="http://schemas.openxmlformats.org/officeDocument/2006/relationships" id="310" r:id="R087a4cccafc442b5"/>
    <p:sldId xmlns:r="http://schemas.openxmlformats.org/officeDocument/2006/relationships" id="311" r:id="Rcc992d0fe1b942e4"/>
    <p:sldId xmlns:r="http://schemas.openxmlformats.org/officeDocument/2006/relationships" id="312" r:id="R244e7c87084a45c2"/>
    <p:sldId xmlns:r="http://schemas.openxmlformats.org/officeDocument/2006/relationships" id="313" r:id="R6a26e35fab0d4620"/>
    <p:sldId xmlns:r="http://schemas.openxmlformats.org/officeDocument/2006/relationships" id="314" r:id="R9192ba1fbf8c4588"/>
    <p:sldId xmlns:r="http://schemas.openxmlformats.org/officeDocument/2006/relationships" id="315" r:id="R3056ba92d6eb4c09"/>
    <p:sldId xmlns:r="http://schemas.openxmlformats.org/officeDocument/2006/relationships" id="316" r:id="Rd986ed523d944566"/>
    <p:sldId xmlns:r="http://schemas.openxmlformats.org/officeDocument/2006/relationships" id="317" r:id="R7e9c05c0977c4656"/>
    <p:sldId xmlns:r="http://schemas.openxmlformats.org/officeDocument/2006/relationships" id="318" r:id="R62a894898d5c4772"/>
    <p:sldId xmlns:r="http://schemas.openxmlformats.org/officeDocument/2006/relationships" id="319" r:id="Rf079496593ff467b"/>
    <p:sldId xmlns:r="http://schemas.openxmlformats.org/officeDocument/2006/relationships" id="320" r:id="Rabe605aa409b4587"/>
    <p:sldId xmlns:r="http://schemas.openxmlformats.org/officeDocument/2006/relationships" id="321" r:id="Rdf4913c73c194b52"/>
    <p:sldId xmlns:r="http://schemas.openxmlformats.org/officeDocument/2006/relationships" id="322" r:id="R8a809387612046a7"/>
    <p:sldId xmlns:r="http://schemas.openxmlformats.org/officeDocument/2006/relationships" id="323" r:id="R46ada686735842e0"/>
    <p:sldId xmlns:r="http://schemas.openxmlformats.org/officeDocument/2006/relationships" id="324" r:id="Rbb656398001c4d0b"/>
    <p:sldId xmlns:r="http://schemas.openxmlformats.org/officeDocument/2006/relationships" id="325" r:id="R3b05397f6eb34659"/>
    <p:sldId xmlns:r="http://schemas.openxmlformats.org/officeDocument/2006/relationships" id="326" r:id="Ra8048903687e4647"/>
    <p:sldId xmlns:r="http://schemas.openxmlformats.org/officeDocument/2006/relationships" id="327" r:id="R0586053966f14cb0"/>
    <p:sldId xmlns:r="http://schemas.openxmlformats.org/officeDocument/2006/relationships" id="328" r:id="R40a63d1a06d6419b"/>
    <p:sldId xmlns:r="http://schemas.openxmlformats.org/officeDocument/2006/relationships" id="329" r:id="R684dd4c3ccf443f9"/>
    <p:sldId xmlns:r="http://schemas.openxmlformats.org/officeDocument/2006/relationships" id="330" r:id="Re8e4e6f9893b4f45"/>
    <p:sldId xmlns:r="http://schemas.openxmlformats.org/officeDocument/2006/relationships" id="331" r:id="Rf508e0c794134188"/>
    <p:sldId xmlns:r="http://schemas.openxmlformats.org/officeDocument/2006/relationships" id="332" r:id="R6cfcedef34e94bed"/>
    <p:sldId xmlns:r="http://schemas.openxmlformats.org/officeDocument/2006/relationships" id="333" r:id="Red8e4fa064fe4366"/>
    <p:sldId xmlns:r="http://schemas.openxmlformats.org/officeDocument/2006/relationships" id="334" r:id="R90f461d88db94fca"/>
    <p:sldId xmlns:r="http://schemas.openxmlformats.org/officeDocument/2006/relationships" id="335" r:id="R4fc7c4f68f5442d3"/>
    <p:sldId xmlns:r="http://schemas.openxmlformats.org/officeDocument/2006/relationships" id="336" r:id="R7135b1a63fed42dc"/>
    <p:sldId xmlns:r="http://schemas.openxmlformats.org/officeDocument/2006/relationships" id="337" r:id="Rb56ef61a0d4a4852"/>
    <p:sldId xmlns:r="http://schemas.openxmlformats.org/officeDocument/2006/relationships" id="338" r:id="Rdb75bd5fd93e461b"/>
    <p:sldId xmlns:r="http://schemas.openxmlformats.org/officeDocument/2006/relationships" id="339" r:id="R9d453e15079e475c"/>
    <p:sldId xmlns:r="http://schemas.openxmlformats.org/officeDocument/2006/relationships" id="340" r:id="R2417eb50ad30447f"/>
    <p:sldId xmlns:r="http://schemas.openxmlformats.org/officeDocument/2006/relationships" id="341" r:id="R04774b4920f04578"/>
    <p:sldId xmlns:r="http://schemas.openxmlformats.org/officeDocument/2006/relationships" id="342" r:id="R202b87c4cb4348cd"/>
    <p:sldId xmlns:r="http://schemas.openxmlformats.org/officeDocument/2006/relationships" id="343" r:id="Re9448419bb8e402e"/>
    <p:sldId xmlns:r="http://schemas.openxmlformats.org/officeDocument/2006/relationships" id="344" r:id="R7e2f6c2803394edb"/>
    <p:sldId xmlns:r="http://schemas.openxmlformats.org/officeDocument/2006/relationships" id="345" r:id="Rcf58bd8049014eb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976f31f0c8e487f" /><Relationship Type="http://schemas.openxmlformats.org/officeDocument/2006/relationships/slideMaster" Target="/ppt/slideMasters/slideMaster1.xml" Id="Rea5a6b1d6a734701" /><Relationship Type="http://schemas.openxmlformats.org/officeDocument/2006/relationships/notesMaster" Target="/ppt/notesMasters/notesMaster1.xml" Id="R965f8f36f3dd47e5" /><Relationship Type="http://schemas.openxmlformats.org/officeDocument/2006/relationships/presProps" Target="/ppt/presProps.xml" Id="Rfc4f39673ee9493a" /><Relationship Type="http://schemas.openxmlformats.org/officeDocument/2006/relationships/tableStyles" Target="/ppt/tableStyles.xml" Id="Rbc1b61f7af4b4a4e" /><Relationship Type="http://schemas.openxmlformats.org/officeDocument/2006/relationships/slide" Target="/ppt/slides/slide1.xml" Id="R79daa84149bc41dc" /><Relationship Type="http://schemas.openxmlformats.org/officeDocument/2006/relationships/slide" Target="/ppt/slides/slide2.xml" Id="R2e9f7d799b434108" /><Relationship Type="http://schemas.openxmlformats.org/officeDocument/2006/relationships/slide" Target="/ppt/slides/slide3.xml" Id="R0caf471e70074b77" /><Relationship Type="http://schemas.openxmlformats.org/officeDocument/2006/relationships/slide" Target="/ppt/slides/slide4.xml" Id="R9f4228a1b41c441e" /><Relationship Type="http://schemas.openxmlformats.org/officeDocument/2006/relationships/slide" Target="/ppt/slides/slide5.xml" Id="R40b7fd93fc6143e5" /><Relationship Type="http://schemas.openxmlformats.org/officeDocument/2006/relationships/slide" Target="/ppt/slides/slide6.xml" Id="R162679fc0d634f56" /><Relationship Type="http://schemas.openxmlformats.org/officeDocument/2006/relationships/slide" Target="/ppt/slides/slide7.xml" Id="R8bc54a45e1a34abd" /><Relationship Type="http://schemas.openxmlformats.org/officeDocument/2006/relationships/slide" Target="/ppt/slides/slide8.xml" Id="Rc3ed0368035841e3" /><Relationship Type="http://schemas.openxmlformats.org/officeDocument/2006/relationships/slide" Target="/ppt/slides/slide9.xml" Id="Rded2487621244759" /><Relationship Type="http://schemas.openxmlformats.org/officeDocument/2006/relationships/slide" Target="/ppt/slides/slide10.xml" Id="Rb4fa63f202f14913" /><Relationship Type="http://schemas.openxmlformats.org/officeDocument/2006/relationships/slide" Target="/ppt/slides/slide11.xml" Id="Rc17ad4d103344cdf" /><Relationship Type="http://schemas.openxmlformats.org/officeDocument/2006/relationships/slide" Target="/ppt/slides/slide12.xml" Id="R1b653ccd96b74688" /><Relationship Type="http://schemas.openxmlformats.org/officeDocument/2006/relationships/slide" Target="/ppt/slides/slide13.xml" Id="Read769bfa8064b82" /><Relationship Type="http://schemas.openxmlformats.org/officeDocument/2006/relationships/slide" Target="/ppt/slides/slide14.xml" Id="R4050f337a60b40ef" /><Relationship Type="http://schemas.openxmlformats.org/officeDocument/2006/relationships/slide" Target="/ppt/slides/slide15.xml" Id="Rf16c052eee134a15" /><Relationship Type="http://schemas.openxmlformats.org/officeDocument/2006/relationships/slide" Target="/ppt/slides/slide16.xml" Id="R65b03dbbdc3a4a33" /><Relationship Type="http://schemas.openxmlformats.org/officeDocument/2006/relationships/slide" Target="/ppt/slides/slide17.xml" Id="R0f04f1ee95494d83" /><Relationship Type="http://schemas.openxmlformats.org/officeDocument/2006/relationships/slide" Target="/ppt/slides/slide18.xml" Id="Rd127944442e44d74" /><Relationship Type="http://schemas.openxmlformats.org/officeDocument/2006/relationships/slide" Target="/ppt/slides/slide19.xml" Id="R98ad38d8942b467b" /><Relationship Type="http://schemas.openxmlformats.org/officeDocument/2006/relationships/slide" Target="/ppt/slides/slide20.xml" Id="R96bb9f92c8ea4a85" /><Relationship Type="http://schemas.openxmlformats.org/officeDocument/2006/relationships/slide" Target="/ppt/slides/slide21.xml" Id="R9e176bb526d24bad" /><Relationship Type="http://schemas.openxmlformats.org/officeDocument/2006/relationships/slide" Target="/ppt/slides/slide22.xml" Id="Ree5909241a364927" /><Relationship Type="http://schemas.openxmlformats.org/officeDocument/2006/relationships/slide" Target="/ppt/slides/slide23.xml" Id="Rea14f41f3dce4dc0" /><Relationship Type="http://schemas.openxmlformats.org/officeDocument/2006/relationships/slide" Target="/ppt/slides/slide24.xml" Id="Rcf379dc5882e46f7" /><Relationship Type="http://schemas.openxmlformats.org/officeDocument/2006/relationships/slide" Target="/ppt/slides/slide25.xml" Id="R05c8fc83312d4f8b" /><Relationship Type="http://schemas.openxmlformats.org/officeDocument/2006/relationships/slide" Target="/ppt/slides/slide26.xml" Id="Rc6ae1b65e6fc4b3c" /><Relationship Type="http://schemas.openxmlformats.org/officeDocument/2006/relationships/slide" Target="/ppt/slides/slide27.xml" Id="Rd75db9975b8c4759" /><Relationship Type="http://schemas.openxmlformats.org/officeDocument/2006/relationships/slide" Target="/ppt/slides/slide28.xml" Id="Ref119e6796704753" /><Relationship Type="http://schemas.openxmlformats.org/officeDocument/2006/relationships/slide" Target="/ppt/slides/slide29.xml" Id="R4426527497494848" /><Relationship Type="http://schemas.openxmlformats.org/officeDocument/2006/relationships/slide" Target="/ppt/slides/slide30.xml" Id="R79d1ccf70f61432f" /><Relationship Type="http://schemas.openxmlformats.org/officeDocument/2006/relationships/slide" Target="/ppt/slides/slide31.xml" Id="R5a20157512094ae2" /><Relationship Type="http://schemas.openxmlformats.org/officeDocument/2006/relationships/slide" Target="/ppt/slides/slide32.xml" Id="Re0606b7b50e248bc" /><Relationship Type="http://schemas.openxmlformats.org/officeDocument/2006/relationships/slide" Target="/ppt/slides/slide33.xml" Id="Rc77af7574fd445b9" /><Relationship Type="http://schemas.openxmlformats.org/officeDocument/2006/relationships/slide" Target="/ppt/slides/slide34.xml" Id="R9896d5753f464a3f" /><Relationship Type="http://schemas.openxmlformats.org/officeDocument/2006/relationships/slide" Target="/ppt/slides/slide35.xml" Id="R50a8a8794d024994" /><Relationship Type="http://schemas.openxmlformats.org/officeDocument/2006/relationships/slide" Target="/ppt/slides/slide36.xml" Id="R37298fbb96034518" /><Relationship Type="http://schemas.openxmlformats.org/officeDocument/2006/relationships/slide" Target="/ppt/slides/slide37.xml" Id="R9ab091904f5a4fb3" /><Relationship Type="http://schemas.openxmlformats.org/officeDocument/2006/relationships/slide" Target="/ppt/slides/slide38.xml" Id="Rebde394e715f4a6c" /><Relationship Type="http://schemas.openxmlformats.org/officeDocument/2006/relationships/slide" Target="/ppt/slides/slide39.xml" Id="R48296c2fe1494bc9" /><Relationship Type="http://schemas.openxmlformats.org/officeDocument/2006/relationships/slide" Target="/ppt/slides/slide40.xml" Id="Re38bc60fee5d43f6" /><Relationship Type="http://schemas.openxmlformats.org/officeDocument/2006/relationships/slide" Target="/ppt/slides/slide41.xml" Id="R21480611b3054023" /><Relationship Type="http://schemas.openxmlformats.org/officeDocument/2006/relationships/slide" Target="/ppt/slides/slide42.xml" Id="R6e79f33c2c65480c" /><Relationship Type="http://schemas.openxmlformats.org/officeDocument/2006/relationships/slide" Target="/ppt/slides/slide43.xml" Id="R4eb97a9cbb22430a" /><Relationship Type="http://schemas.openxmlformats.org/officeDocument/2006/relationships/slide" Target="/ppt/slides/slide44.xml" Id="R646aed636bae4185" /><Relationship Type="http://schemas.openxmlformats.org/officeDocument/2006/relationships/slide" Target="/ppt/slides/slide45.xml" Id="R740dedfd80cb4508" /><Relationship Type="http://schemas.openxmlformats.org/officeDocument/2006/relationships/slide" Target="/ppt/slides/slide46.xml" Id="R24df9236f4e14540" /><Relationship Type="http://schemas.openxmlformats.org/officeDocument/2006/relationships/slide" Target="/ppt/slides/slide47.xml" Id="Rf8602f1598424eea" /><Relationship Type="http://schemas.openxmlformats.org/officeDocument/2006/relationships/slide" Target="/ppt/slides/slide48.xml" Id="R1bc3697afc744d6b" /><Relationship Type="http://schemas.openxmlformats.org/officeDocument/2006/relationships/slide" Target="/ppt/slides/slide49.xml" Id="Rd9fcdfd58c93462f" /><Relationship Type="http://schemas.openxmlformats.org/officeDocument/2006/relationships/slide" Target="/ppt/slides/slide50.xml" Id="R67b8573457524773" /><Relationship Type="http://schemas.openxmlformats.org/officeDocument/2006/relationships/slide" Target="/ppt/slides/slide51.xml" Id="R91f92f76dafd4b33" /><Relationship Type="http://schemas.openxmlformats.org/officeDocument/2006/relationships/slide" Target="/ppt/slides/slide52.xml" Id="R7d2c7e1ace234446" /><Relationship Type="http://schemas.openxmlformats.org/officeDocument/2006/relationships/slide" Target="/ppt/slides/slide53.xml" Id="R1ad81a7b5ad4456c" /><Relationship Type="http://schemas.openxmlformats.org/officeDocument/2006/relationships/slide" Target="/ppt/slides/slide54.xml" Id="R0fed465e292948b1" /><Relationship Type="http://schemas.openxmlformats.org/officeDocument/2006/relationships/slide" Target="/ppt/slides/slide55.xml" Id="R087a4cccafc442b5" /><Relationship Type="http://schemas.openxmlformats.org/officeDocument/2006/relationships/slide" Target="/ppt/slides/slide56.xml" Id="Rcc992d0fe1b942e4" /><Relationship Type="http://schemas.openxmlformats.org/officeDocument/2006/relationships/slide" Target="/ppt/slides/slide57.xml" Id="R244e7c87084a45c2" /><Relationship Type="http://schemas.openxmlformats.org/officeDocument/2006/relationships/slide" Target="/ppt/slides/slide58.xml" Id="R6a26e35fab0d4620" /><Relationship Type="http://schemas.openxmlformats.org/officeDocument/2006/relationships/slide" Target="/ppt/slides/slide59.xml" Id="R9192ba1fbf8c4588" /><Relationship Type="http://schemas.openxmlformats.org/officeDocument/2006/relationships/slide" Target="/ppt/slides/slide60.xml" Id="R3056ba92d6eb4c09" /><Relationship Type="http://schemas.openxmlformats.org/officeDocument/2006/relationships/slide" Target="/ppt/slides/slide61.xml" Id="Rd986ed523d944566" /><Relationship Type="http://schemas.openxmlformats.org/officeDocument/2006/relationships/slide" Target="/ppt/slides/slide62.xml" Id="R7e9c05c0977c4656" /><Relationship Type="http://schemas.openxmlformats.org/officeDocument/2006/relationships/slide" Target="/ppt/slides/slide63.xml" Id="R62a894898d5c4772" /><Relationship Type="http://schemas.openxmlformats.org/officeDocument/2006/relationships/slide" Target="/ppt/slides/slide64.xml" Id="Rf079496593ff467b" /><Relationship Type="http://schemas.openxmlformats.org/officeDocument/2006/relationships/slide" Target="/ppt/slides/slide65.xml" Id="Rabe605aa409b4587" /><Relationship Type="http://schemas.openxmlformats.org/officeDocument/2006/relationships/slide" Target="/ppt/slides/slide66.xml" Id="Rdf4913c73c194b52" /><Relationship Type="http://schemas.openxmlformats.org/officeDocument/2006/relationships/slide" Target="/ppt/slides/slide67.xml" Id="R8a809387612046a7" /><Relationship Type="http://schemas.openxmlformats.org/officeDocument/2006/relationships/slide" Target="/ppt/slides/slide68.xml" Id="R46ada686735842e0" /><Relationship Type="http://schemas.openxmlformats.org/officeDocument/2006/relationships/slide" Target="/ppt/slides/slide69.xml" Id="Rbb656398001c4d0b" /><Relationship Type="http://schemas.openxmlformats.org/officeDocument/2006/relationships/slide" Target="/ppt/slides/slide70.xml" Id="R3b05397f6eb34659" /><Relationship Type="http://schemas.openxmlformats.org/officeDocument/2006/relationships/slide" Target="/ppt/slides/slide71.xml" Id="Ra8048903687e4647" /><Relationship Type="http://schemas.openxmlformats.org/officeDocument/2006/relationships/slide" Target="/ppt/slides/slide72.xml" Id="R0586053966f14cb0" /><Relationship Type="http://schemas.openxmlformats.org/officeDocument/2006/relationships/slide" Target="/ppt/slides/slide73.xml" Id="R40a63d1a06d6419b" /><Relationship Type="http://schemas.openxmlformats.org/officeDocument/2006/relationships/slide" Target="/ppt/slides/slide74.xml" Id="R684dd4c3ccf443f9" /><Relationship Type="http://schemas.openxmlformats.org/officeDocument/2006/relationships/slide" Target="/ppt/slides/slide75.xml" Id="Re8e4e6f9893b4f45" /><Relationship Type="http://schemas.openxmlformats.org/officeDocument/2006/relationships/slide" Target="/ppt/slides/slide76.xml" Id="Rf508e0c794134188" /><Relationship Type="http://schemas.openxmlformats.org/officeDocument/2006/relationships/slide" Target="/ppt/slides/slide77.xml" Id="R6cfcedef34e94bed" /><Relationship Type="http://schemas.openxmlformats.org/officeDocument/2006/relationships/slide" Target="/ppt/slides/slide78.xml" Id="Red8e4fa064fe4366" /><Relationship Type="http://schemas.openxmlformats.org/officeDocument/2006/relationships/slide" Target="/ppt/slides/slide79.xml" Id="R90f461d88db94fca" /><Relationship Type="http://schemas.openxmlformats.org/officeDocument/2006/relationships/slide" Target="/ppt/slides/slide80.xml" Id="R4fc7c4f68f5442d3" /><Relationship Type="http://schemas.openxmlformats.org/officeDocument/2006/relationships/slide" Target="/ppt/slides/slide81.xml" Id="R7135b1a63fed42dc" /><Relationship Type="http://schemas.openxmlformats.org/officeDocument/2006/relationships/slide" Target="/ppt/slides/slide82.xml" Id="Rb56ef61a0d4a4852" /><Relationship Type="http://schemas.openxmlformats.org/officeDocument/2006/relationships/slide" Target="/ppt/slides/slide83.xml" Id="Rdb75bd5fd93e461b" /><Relationship Type="http://schemas.openxmlformats.org/officeDocument/2006/relationships/slide" Target="/ppt/slides/slide84.xml" Id="R9d453e15079e475c" /><Relationship Type="http://schemas.openxmlformats.org/officeDocument/2006/relationships/slide" Target="/ppt/slides/slide85.xml" Id="R2417eb50ad30447f" /><Relationship Type="http://schemas.openxmlformats.org/officeDocument/2006/relationships/slide" Target="/ppt/slides/slide86.xml" Id="R04774b4920f04578" /><Relationship Type="http://schemas.openxmlformats.org/officeDocument/2006/relationships/slide" Target="/ppt/slides/slide87.xml" Id="R202b87c4cb4348cd" /><Relationship Type="http://schemas.openxmlformats.org/officeDocument/2006/relationships/slide" Target="/ppt/slides/slide88.xml" Id="Re9448419bb8e402e" /><Relationship Type="http://schemas.openxmlformats.org/officeDocument/2006/relationships/slide" Target="/ppt/slides/slide89.xml" Id="R7e2f6c2803394edb" /><Relationship Type="http://schemas.openxmlformats.org/officeDocument/2006/relationships/slide" Target="/ppt/slides/slide90.xml" Id="Rcf58bd8049014eb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9d51d5248ae4c9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669d7a1317d42d7" /><Relationship Type="http://schemas.openxmlformats.org/officeDocument/2006/relationships/notesMaster" Target="/ppt/notesMasters/notesMaster1.xml" Id="Ree6d1bdda27b4403" /></Relationships>
</file>

<file path=ppt/notesSlides/_rels/notesSlide2.xml.rels>&#65279;<?xml version="1.0" encoding="utf-8"?><Relationships xmlns="http://schemas.openxmlformats.org/package/2006/relationships"><Relationship Type="http://schemas.openxmlformats.org/officeDocument/2006/relationships/slide" Target="/ppt/slides/slide2.xml" Id="R1d70352d70ec4e29" /><Relationship Type="http://schemas.openxmlformats.org/officeDocument/2006/relationships/notesMaster" Target="/ppt/notesMasters/notesMaster1.xml" Id="R9704fa1d2dec4816" /></Relationships>
</file>

<file path=ppt/notesSlides/_rels/notesSlide3.xml.rels>&#65279;<?xml version="1.0" encoding="utf-8"?><Relationships xmlns="http://schemas.openxmlformats.org/package/2006/relationships"><Relationship Type="http://schemas.openxmlformats.org/officeDocument/2006/relationships/slide" Target="/ppt/slides/slide3.xml" Id="Rb2d794ff88724a00" /><Relationship Type="http://schemas.openxmlformats.org/officeDocument/2006/relationships/notesMaster" Target="/ppt/notesMasters/notesMaster1.xml" Id="R143fc3bc48e54365" /></Relationships>
</file>

<file path=ppt/notesSlides/_rels/notesSlide4.xml.rels>&#65279;<?xml version="1.0" encoding="utf-8"?><Relationships xmlns="http://schemas.openxmlformats.org/package/2006/relationships"><Relationship Type="http://schemas.openxmlformats.org/officeDocument/2006/relationships/slide" Target="/ppt/slides/slide4.xml" Id="R1ce38674ea3e48a0" /><Relationship Type="http://schemas.openxmlformats.org/officeDocument/2006/relationships/notesMaster" Target="/ppt/notesMasters/notesMaster1.xml" Id="R26c7b64bfb9d4279" /></Relationships>
</file>

<file path=ppt/notesSlides/_rels/notesSlide5.xml.rels>&#65279;<?xml version="1.0" encoding="utf-8"?><Relationships xmlns="http://schemas.openxmlformats.org/package/2006/relationships"><Relationship Type="http://schemas.openxmlformats.org/officeDocument/2006/relationships/slide" Target="/ppt/slides/slide5.xml" Id="R6c7f95cfad1645c9" /><Relationship Type="http://schemas.openxmlformats.org/officeDocument/2006/relationships/notesMaster" Target="/ppt/notesMasters/notesMaster1.xml" Id="R2a9978f85fbb4ae0" /></Relationships>
</file>

<file path=ppt/notesSlides/_rels/notesSlide6.xml.rels>&#65279;<?xml version="1.0" encoding="utf-8"?><Relationships xmlns="http://schemas.openxmlformats.org/package/2006/relationships"><Relationship Type="http://schemas.openxmlformats.org/officeDocument/2006/relationships/slide" Target="/ppt/slides/slide6.xml" Id="Rbd130b9a0357459a" /><Relationship Type="http://schemas.openxmlformats.org/officeDocument/2006/relationships/notesMaster" Target="/ppt/notesMasters/notesMaster1.xml" Id="R41bd61d281c645d6" /></Relationships>
</file>

<file path=ppt/notesSlides/_rels/notesSlide7.xml.rels>&#65279;<?xml version="1.0" encoding="utf-8"?><Relationships xmlns="http://schemas.openxmlformats.org/package/2006/relationships"><Relationship Type="http://schemas.openxmlformats.org/officeDocument/2006/relationships/slide" Target="/ppt/slides/slide7.xml" Id="R8640c9a941124997" /><Relationship Type="http://schemas.openxmlformats.org/officeDocument/2006/relationships/notesMaster" Target="/ppt/notesMasters/notesMaster1.xml" Id="Rc9431421e5ad4423" /></Relationships>
</file>

<file path=ppt/notesSlides/_rels/notesSlide8.xml.rels>&#65279;<?xml version="1.0" encoding="utf-8"?><Relationships xmlns="http://schemas.openxmlformats.org/package/2006/relationships"><Relationship Type="http://schemas.openxmlformats.org/officeDocument/2006/relationships/slide" Target="/ppt/slides/slide8.xml" Id="R72b1216f7bf749a9" /><Relationship Type="http://schemas.openxmlformats.org/officeDocument/2006/relationships/notesMaster" Target="/ppt/notesMasters/notesMaster1.xml" Id="Ra7eaed09e8da49d0" /></Relationships>
</file>

<file path=ppt/notesSlides/_rels/notesSlide9.xml.rels>&#65279;<?xml version="1.0" encoding="utf-8"?><Relationships xmlns="http://schemas.openxmlformats.org/package/2006/relationships"><Relationship Type="http://schemas.openxmlformats.org/officeDocument/2006/relationships/slide" Target="/ppt/slides/slide9.xml" Id="R86510fbbf7f949bd" /><Relationship Type="http://schemas.openxmlformats.org/officeDocument/2006/relationships/notesMaster" Target="/ppt/notesMasters/notesMaster1.xml" Id="R9a47c36b2e6f477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d5805486e0b4830" /><Relationship Type="http://schemas.openxmlformats.org/officeDocument/2006/relationships/notesMaster" Target="/ppt/notesMasters/notesMaster1.xml" Id="R276b17dc2b85411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bb318c216064565" /><Relationship Type="http://schemas.openxmlformats.org/officeDocument/2006/relationships/notesMaster" Target="/ppt/notesMasters/notesMaster1.xml" Id="Rae724828902945e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e01b97cf0c54f33" /><Relationship Type="http://schemas.openxmlformats.org/officeDocument/2006/relationships/notesMaster" Target="/ppt/notesMasters/notesMaster1.xml" Id="R18fc0638bb7c464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969edbda7424054" /><Relationship Type="http://schemas.openxmlformats.org/officeDocument/2006/relationships/notesMaster" Target="/ppt/notesMasters/notesMaster1.xml" Id="Rc09979c246fc459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af82c7664fe4766" /><Relationship Type="http://schemas.openxmlformats.org/officeDocument/2006/relationships/notesMaster" Target="/ppt/notesMasters/notesMaster1.xml" Id="Rb52337b5f51847c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770d6848a3e4fd8" /><Relationship Type="http://schemas.openxmlformats.org/officeDocument/2006/relationships/notesMaster" Target="/ppt/notesMasters/notesMaster1.xml" Id="R311bdff1f8fc479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111081b2e7546cb" /><Relationship Type="http://schemas.openxmlformats.org/officeDocument/2006/relationships/notesMaster" Target="/ppt/notesMasters/notesMaster1.xml" Id="R8a552ae6d0104c9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89960b7ce2b4a31" /><Relationship Type="http://schemas.openxmlformats.org/officeDocument/2006/relationships/notesMaster" Target="/ppt/notesMasters/notesMaster1.xml" Id="R36e38bf5cfae49b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4e884f588e84c04" /><Relationship Type="http://schemas.openxmlformats.org/officeDocument/2006/relationships/notesMaster" Target="/ppt/notesMasters/notesMaster1.xml" Id="Rbc1392c76e664aa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f9f7e04e0c44a59" /><Relationship Type="http://schemas.openxmlformats.org/officeDocument/2006/relationships/notesMaster" Target="/ppt/notesMasters/notesMaster1.xml" Id="R2c951f02b4ab417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543b69678eb4946" /><Relationship Type="http://schemas.openxmlformats.org/officeDocument/2006/relationships/notesMaster" Target="/ppt/notesMasters/notesMaster1.xml" Id="R85016cf245714a3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db4fa4c322e40ec" /><Relationship Type="http://schemas.openxmlformats.org/officeDocument/2006/relationships/notesMaster" Target="/ppt/notesMasters/notesMaster1.xml" Id="Ra6c817ae51f6420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4acdb8c8ac94c92" /><Relationship Type="http://schemas.openxmlformats.org/officeDocument/2006/relationships/notesMaster" Target="/ppt/notesMasters/notesMaster1.xml" Id="R1fd532e8565441b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9c248fee0054e0d" /><Relationship Type="http://schemas.openxmlformats.org/officeDocument/2006/relationships/notesMaster" Target="/ppt/notesMasters/notesMaster1.xml" Id="R287aef3e36514af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cc28a418f4447da" /><Relationship Type="http://schemas.openxmlformats.org/officeDocument/2006/relationships/notesMaster" Target="/ppt/notesMasters/notesMaster1.xml" Id="R97faade7c5504b4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61f41e25fb04aec" /><Relationship Type="http://schemas.openxmlformats.org/officeDocument/2006/relationships/notesMaster" Target="/ppt/notesMasters/notesMaster1.xml" Id="R0b3a7ecbf60e4afc"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4d306f862c2480e" /><Relationship Type="http://schemas.openxmlformats.org/officeDocument/2006/relationships/notesMaster" Target="/ppt/notesMasters/notesMaster1.xml" Id="R060626a83f03421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93e8bb2d71a41db" /><Relationship Type="http://schemas.openxmlformats.org/officeDocument/2006/relationships/notesMaster" Target="/ppt/notesMasters/notesMaster1.xml" Id="R4d622943e6414a5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8aaa676ee1f74037" /><Relationship Type="http://schemas.openxmlformats.org/officeDocument/2006/relationships/notesMaster" Target="/ppt/notesMasters/notesMaster1.xml" Id="R5f702ca77aec44b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8b542de33094965" /><Relationship Type="http://schemas.openxmlformats.org/officeDocument/2006/relationships/notesMaster" Target="/ppt/notesMasters/notesMaster1.xml" Id="R8d7c18d97984440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912ed8f0db54d85" /><Relationship Type="http://schemas.openxmlformats.org/officeDocument/2006/relationships/notesMaster" Target="/ppt/notesMasters/notesMaster1.xml" Id="Rbad17c71f3fb4de1"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5e395aeba1d495d" /><Relationship Type="http://schemas.openxmlformats.org/officeDocument/2006/relationships/notesMaster" Target="/ppt/notesMasters/notesMaster1.xml" Id="R825834a4bb524f49"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9642d0acbfa7478f" /><Relationship Type="http://schemas.openxmlformats.org/officeDocument/2006/relationships/notesMaster" Target="/ppt/notesMasters/notesMaster1.xml" Id="R44c3ca284e4d4855"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ec3d1c8be8734c20" /><Relationship Type="http://schemas.openxmlformats.org/officeDocument/2006/relationships/notesMaster" Target="/ppt/notesMasters/notesMaster1.xml" Id="R5f4fa0e1461149ad"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96fe8244ff1b43fd" /><Relationship Type="http://schemas.openxmlformats.org/officeDocument/2006/relationships/notesMaster" Target="/ppt/notesMasters/notesMaster1.xml" Id="R959eaea3dcf2492d"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0a5633578b554e71" /><Relationship Type="http://schemas.openxmlformats.org/officeDocument/2006/relationships/notesMaster" Target="/ppt/notesMasters/notesMaster1.xml" Id="Rc92dde337b6347a6"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874645027e747d7" /><Relationship Type="http://schemas.openxmlformats.org/officeDocument/2006/relationships/notesMaster" Target="/ppt/notesMasters/notesMaster1.xml" Id="R5b01027ad90f4694"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9c7ecc38d3084d3c" /><Relationship Type="http://schemas.openxmlformats.org/officeDocument/2006/relationships/notesMaster" Target="/ppt/notesMasters/notesMaster1.xml" Id="R9854eee98a06498f"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378b735550c5430e" /><Relationship Type="http://schemas.openxmlformats.org/officeDocument/2006/relationships/notesMaster" Target="/ppt/notesMasters/notesMaster1.xml" Id="R82d259835f0f433a"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a5d6248cd61f47a1" /><Relationship Type="http://schemas.openxmlformats.org/officeDocument/2006/relationships/notesMaster" Target="/ppt/notesMasters/notesMaster1.xml" Id="R793c0cfa72ab4ce4"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6eb3d4d653e94776" /><Relationship Type="http://schemas.openxmlformats.org/officeDocument/2006/relationships/notesMaster" Target="/ppt/notesMasters/notesMaster1.xml" Id="R28a24a6887c4406a"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e8663b9d39414423" /><Relationship Type="http://schemas.openxmlformats.org/officeDocument/2006/relationships/notesMaster" Target="/ppt/notesMasters/notesMaster1.xml" Id="Rf8cff4d5503347b4"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c16a22d6e68a41b3" /><Relationship Type="http://schemas.openxmlformats.org/officeDocument/2006/relationships/notesMaster" Target="/ppt/notesMasters/notesMaster1.xml" Id="R3570079a322243da"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46bc120b2f974ecd" /><Relationship Type="http://schemas.openxmlformats.org/officeDocument/2006/relationships/notesMaster" Target="/ppt/notesMasters/notesMaster1.xml" Id="Rf0f57d59a1e14ab7"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239cb3c045bc49be" /><Relationship Type="http://schemas.openxmlformats.org/officeDocument/2006/relationships/notesMaster" Target="/ppt/notesMasters/notesMaster1.xml" Id="Rba4d30b49eb543ef"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59845d1dcd754a30" /><Relationship Type="http://schemas.openxmlformats.org/officeDocument/2006/relationships/notesMaster" Target="/ppt/notesMasters/notesMaster1.xml" Id="R70333c679a3d499c"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9cf55dd2c93c49e3" /><Relationship Type="http://schemas.openxmlformats.org/officeDocument/2006/relationships/notesMaster" Target="/ppt/notesMasters/notesMaster1.xml" Id="Rd8ad3bac4495487a"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ce4f0bcecfe74dde" /><Relationship Type="http://schemas.openxmlformats.org/officeDocument/2006/relationships/notesMaster" Target="/ppt/notesMasters/notesMaster1.xml" Id="R5cedb2a0b4334153"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268130472274456e" /><Relationship Type="http://schemas.openxmlformats.org/officeDocument/2006/relationships/notesMaster" Target="/ppt/notesMasters/notesMaster1.xml" Id="Rb06e1a21117e4cf5"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0a48f2f7f3534362" /><Relationship Type="http://schemas.openxmlformats.org/officeDocument/2006/relationships/notesMaster" Target="/ppt/notesMasters/notesMaster1.xml" Id="Rf2d88cf572b34cfd"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fc62eb0276894815" /><Relationship Type="http://schemas.openxmlformats.org/officeDocument/2006/relationships/notesMaster" Target="/ppt/notesMasters/notesMaster1.xml" Id="R013e04bb054b4d9a"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263d8571a32842c8" /><Relationship Type="http://schemas.openxmlformats.org/officeDocument/2006/relationships/notesMaster" Target="/ppt/notesMasters/notesMaster1.xml" Id="R82cd1b3df1344b4a"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1703cd31aa48484a" /><Relationship Type="http://schemas.openxmlformats.org/officeDocument/2006/relationships/notesMaster" Target="/ppt/notesMasters/notesMaster1.xml" Id="Rf964cd7c9f9745fe"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eee2f4f2011f4f49" /><Relationship Type="http://schemas.openxmlformats.org/officeDocument/2006/relationships/notesMaster" Target="/ppt/notesMasters/notesMaster1.xml" Id="R14dadf28c911466a"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e30133b6a1fe4ab0" /><Relationship Type="http://schemas.openxmlformats.org/officeDocument/2006/relationships/notesMaster" Target="/ppt/notesMasters/notesMaster1.xml" Id="R3787ac59b41b4160"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7ca19d7b9fc24edc" /><Relationship Type="http://schemas.openxmlformats.org/officeDocument/2006/relationships/notesMaster" Target="/ppt/notesMasters/notesMaster1.xml" Id="R4664c9d93f864353"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6df5822c8258427a" /><Relationship Type="http://schemas.openxmlformats.org/officeDocument/2006/relationships/notesMaster" Target="/ppt/notesMasters/notesMaster1.xml" Id="R143c0cda5f6446b3"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f51f8ba2bc8a4a63" /><Relationship Type="http://schemas.openxmlformats.org/officeDocument/2006/relationships/notesMaster" Target="/ppt/notesMasters/notesMaster1.xml" Id="Ra98f6ca77135431f"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74134ce233114d06" /><Relationship Type="http://schemas.openxmlformats.org/officeDocument/2006/relationships/notesMaster" Target="/ppt/notesMasters/notesMaster1.xml" Id="R3462d29759424358"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5ddc1bcd27e547b6" /><Relationship Type="http://schemas.openxmlformats.org/officeDocument/2006/relationships/notesMaster" Target="/ppt/notesMasters/notesMaster1.xml" Id="Rb4f2fe1c81c44c56"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46464dec36c845bd" /><Relationship Type="http://schemas.openxmlformats.org/officeDocument/2006/relationships/notesMaster" Target="/ppt/notesMasters/notesMaster1.xml" Id="R27709e32b5b74dac"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caa61cc112b64cce" /><Relationship Type="http://schemas.openxmlformats.org/officeDocument/2006/relationships/notesMaster" Target="/ppt/notesMasters/notesMaster1.xml" Id="R856b1705872f4a82"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8327b87a52294b4c" /><Relationship Type="http://schemas.openxmlformats.org/officeDocument/2006/relationships/notesMaster" Target="/ppt/notesMasters/notesMaster1.xml" Id="R2fe4d25e0c664393"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26e1d4b8cfb644bd" /><Relationship Type="http://schemas.openxmlformats.org/officeDocument/2006/relationships/notesMaster" Target="/ppt/notesMasters/notesMaster1.xml" Id="Rbe2e644787e843ab"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d8a45dc84f3b48d0" /><Relationship Type="http://schemas.openxmlformats.org/officeDocument/2006/relationships/notesMaster" Target="/ppt/notesMasters/notesMaster1.xml" Id="Ree5783d506754a2b"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d83930a8ea844f18" /><Relationship Type="http://schemas.openxmlformats.org/officeDocument/2006/relationships/notesMaster" Target="/ppt/notesMasters/notesMaster1.xml" Id="Rcd437b1c05fc44e5"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28beea67d8674d41" /><Relationship Type="http://schemas.openxmlformats.org/officeDocument/2006/relationships/notesMaster" Target="/ppt/notesMasters/notesMaster1.xml" Id="R2dcb8ba0e8fd460b"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0fef50125ae646ed" /><Relationship Type="http://schemas.openxmlformats.org/officeDocument/2006/relationships/notesMaster" Target="/ppt/notesMasters/notesMaster1.xml" Id="Rdbd9533e4e71431c"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4c0657d059384cd2" /><Relationship Type="http://schemas.openxmlformats.org/officeDocument/2006/relationships/notesMaster" Target="/ppt/notesMasters/notesMaster1.xml" Id="R4c7e6f683f514dab"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8521483fb6c94429" /><Relationship Type="http://schemas.openxmlformats.org/officeDocument/2006/relationships/notesMaster" Target="/ppt/notesMasters/notesMaster1.xml" Id="Re42074336e654daa"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08b3157237194a63" /><Relationship Type="http://schemas.openxmlformats.org/officeDocument/2006/relationships/notesMaster" Target="/ppt/notesMasters/notesMaster1.xml" Id="R53d9af7426f94970"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ab6c856ef5cf4ed0" /><Relationship Type="http://schemas.openxmlformats.org/officeDocument/2006/relationships/notesMaster" Target="/ppt/notesMasters/notesMaster1.xml" Id="Rf6a10ff80fee4589"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4ce3705d10ae4cb8" /><Relationship Type="http://schemas.openxmlformats.org/officeDocument/2006/relationships/notesMaster" Target="/ppt/notesMasters/notesMaster1.xml" Id="R2e996c33d9c245b3"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098456c25c524518" /><Relationship Type="http://schemas.openxmlformats.org/officeDocument/2006/relationships/notesMaster" Target="/ppt/notesMasters/notesMaster1.xml" Id="R946291ef188d4457"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782f7ca3a67e4239" /><Relationship Type="http://schemas.openxmlformats.org/officeDocument/2006/relationships/notesMaster" Target="/ppt/notesMasters/notesMaster1.xml" Id="R4d159374f20b4ce6"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3f29366e06124b1d" /><Relationship Type="http://schemas.openxmlformats.org/officeDocument/2006/relationships/notesMaster" Target="/ppt/notesMasters/notesMaster1.xml" Id="Re4a3e1e6a66f4d25"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77e3b6c65b9a4471" /><Relationship Type="http://schemas.openxmlformats.org/officeDocument/2006/relationships/notesMaster" Target="/ppt/notesMasters/notesMaster1.xml" Id="R5bbf7a429552403d"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3f170c77156b4713" /><Relationship Type="http://schemas.openxmlformats.org/officeDocument/2006/relationships/notesMaster" Target="/ppt/notesMasters/notesMaster1.xml" Id="Rf0a9529b06bf40ea"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9cfbe61b089147bb" /><Relationship Type="http://schemas.openxmlformats.org/officeDocument/2006/relationships/notesMaster" Target="/ppt/notesMasters/notesMaster1.xml" Id="Rdfcc7b018bf549ea"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01ef3c02bda146eb" /><Relationship Type="http://schemas.openxmlformats.org/officeDocument/2006/relationships/notesMaster" Target="/ppt/notesMasters/notesMaster1.xml" Id="Ra69b0c0cf1074a39"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9fabbb9409ec4036" /><Relationship Type="http://schemas.openxmlformats.org/officeDocument/2006/relationships/notesMaster" Target="/ppt/notesMasters/notesMaster1.xml" Id="R8c482823729244ef"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2e56400374cc40e9" /><Relationship Type="http://schemas.openxmlformats.org/officeDocument/2006/relationships/notesMaster" Target="/ppt/notesMasters/notesMaster1.xml" Id="R80d762561c714cc1"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8aeb9acbb5bf4292" /><Relationship Type="http://schemas.openxmlformats.org/officeDocument/2006/relationships/notesMaster" Target="/ppt/notesMasters/notesMaster1.xml" Id="Rcb601bd55a2a4d19"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06acedb849934426" /><Relationship Type="http://schemas.openxmlformats.org/officeDocument/2006/relationships/notesMaster" Target="/ppt/notesMasters/notesMaster1.xml" Id="R4f6e98a5bbda42e0"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0886cea770b44e0f" /><Relationship Type="http://schemas.openxmlformats.org/officeDocument/2006/relationships/notesMaster" Target="/ppt/notesMasters/notesMaster1.xml" Id="R0244f5a5a2834bc4"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a4deb86a5c7f428e" /><Relationship Type="http://schemas.openxmlformats.org/officeDocument/2006/relationships/notesMaster" Target="/ppt/notesMasters/notesMaster1.xml" Id="R774b75104d3749c0"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f7d3bb37131e4dd9" /><Relationship Type="http://schemas.openxmlformats.org/officeDocument/2006/relationships/notesMaster" Target="/ppt/notesMasters/notesMaster1.xml" Id="R5d90cec2c33447a7"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2590f3ecbdb24974" /><Relationship Type="http://schemas.openxmlformats.org/officeDocument/2006/relationships/notesMaster" Target="/ppt/notesMasters/notesMaster1.xml" Id="Rda0453dec5404c35"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7c5eade9351642cb" /><Relationship Type="http://schemas.openxmlformats.org/officeDocument/2006/relationships/notesMaster" Target="/ppt/notesMasters/notesMaster1.xml" Id="Re7e9a62320bc46d3"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4f7b7c1aae0d4404" /><Relationship Type="http://schemas.openxmlformats.org/officeDocument/2006/relationships/notesMaster" Target="/ppt/notesMasters/notesMaster1.xml" Id="Rf89a0923e8ab4fbe"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55377569242a4f0e" /><Relationship Type="http://schemas.openxmlformats.org/officeDocument/2006/relationships/notesMaster" Target="/ppt/notesMasters/notesMaster1.xml" Id="R89c9829ac6f6438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S34의 실제 기록을 회수하고, 이번 목표와 여러 작업에서 다시 사용할 정보의 범위·수명을 구분한다.</a:t>
            </a:r>
          </a:p>
          <a:p xmlns:a="http://schemas.openxmlformats.org/drawingml/2006/main">
            <a:r>
              <a:t>2. (1:00–2:30) 왼쪽 테두리와 화살표를 따라 프롬프트창을 가리킨다. crop 수정과 이번 README-only는 서로 다른 작업별 요청 예다. 두 문장을 합친 실제 Prompt나 추가 Trial로 설명하지 않는다.</a:t>
            </a:r>
          </a:p>
          <a:p xmlns:a="http://schemas.openxmlformats.org/drawingml/2006/main">
            <a:r>
              <a:t>3. (2:30–4:00) 오른쪽 테두리와 화살표를 따라 AGENTS.md 문서를 가리킨다. 테스트 명령과 근거 기반 의존성 정책은 여러 작업에서 다시 참고할 프로젝트 정보다. AGENTS.md는 저장 방식의 예시이며 모든 Context를 이 파일 하나에 넣으라는 뜻은 아니다.</a:t>
            </a:r>
          </a:p>
          <a:p xmlns:a="http://schemas.openxmlformats.org/drawingml/2006/main">
            <a:r>
              <a:t>4. (4:00–5:00) 하단의 ‘다음 작업에서는 목표가 달라짐’과 ‘여러 작업에서 다시 참고’를 비교한다. C++의 공통 제약과 이번 알고리즘 변경 조건도 범위가 다를 수 있다는 짧은 예만 들고 S36의 정보 증가 질문으로 넘긴다.</a:t>
            </a:r>
          </a:p>
          <a:p xmlns:a="http://schemas.openxmlformats.org/drawingml/2006/main">
            <a:r>
              <a:t/>
            </a:r>
          </a:p>
          <a:p xmlns:a="http://schemas.openxmlformats.org/drawingml/2006/main">
            <a:r>
              <a:t>화면 진행: 두 열에서 각각 예시 테두리 → 화살표 → 저장·전달 위치를 짚고 하단의 수명 차이를 회수한다. 창과 문서는 교육용 생성 이미지이고 내용·화살표·파일명은 native 편집 요소다. 실제 제품 UI나 실행 캡처가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This is a teaching model for scope, lifetime and information placement, not a formal OpenAI taxonomy, an exclusive Context storage rule, observed UI or proof that one layer is always better. The prompt-window and Markdown images are generated teaching illustrations. Preserve the source Trial and its limits.</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ALIGNED — DEC-0047의 예시 테두리·대상 이미지·화살표와 두 열의 수명 비교를 반영했다. 로컬 최종 렌더와 Notes parity는 production/evaluation/S35_CONTEXT_PLACEMENT_REVISION.md를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프로젝트가 진행되며 AGENTS.md에 필요한 정보가 더해졌다. 정보가 늘어난 사실 자체를 실패로 판단하지 않고 이번 Task에서 모두 필요한지 묻는다.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ALIGNED — DEC-0048의 청중용 시점 이름과 AGENTS.md 정보 축적 도식을 반영했다. 최종 렌더·Notes parity는 production/evaluation/S36_CONTEXT_GROWTH_REVISION.md를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AGENTS.md 안에도 이번 README 작업에 관련된 공통 지침과 불필요했던 이미지 상세가 함께 있었다.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DEC-0050에 따라 우측 두 영역을 AGENTS.md 내부 지침·정보 기준으로 수정하고 왼쪽 실제 요청을 보존했다. 최종 렌더·Notes parity는 production/evaluation/S37_AGENTS_CONTEXT_REVISION.md를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S37에서는 AGENTS.md의 정확한 내용 중 이번 README 작업에 필요한 지침과 불필요한 상세가 함께 있었다고 회수한다. 지금은 실제 Trial의 추가 결과가 아니라 정보의 범위·제공 시점과 수행 방법을 생각하는 교육용 도식임을 밝힌다.</a:t>
            </a:r>
          </a:p>
          <a:p xmlns:a="http://schemas.openxmlformats.org/drawingml/2006/main">
            <a:r>
              <a:t>2. (0:30–1:30) 왼쪽 README 수정/crop 수정/성능 조사에서 연결선을 따라 공통 안내로 내려간다. 프로젝트 목적·기본 제약·범위 준수·관련 검증처럼 여러 작업에서 참고할 기본 안내다. 실제 AGENTS.md 전체가 모든 작업에 필요하다는 뜻은 아니다.</a:t>
            </a:r>
          </a:p>
          <a:p xmlns:a="http://schemas.openxmlformats.org/drawingml/2006/main">
            <a:r>
              <a:t>3. (1:30–2:30) 가운데 README 수정은 빌드 안내, crop 수정은 이미지 명세로 향하는 화살표를 비교한다. 질문이 바뀌면 필요한 상세도 바뀐다는 배치 예이며 실제 자동 선택·검색 성공을 관찰한 결과가 아니다. 파일 위치나 제품 Routing 조작을 새로 가르치지 않는다.</a:t>
            </a:r>
          </a:p>
          <a:p xmlns:a="http://schemas.openxmlformats.org/drawingml/2006/main">
            <a:r>
              <a:t>4. (2:30–3:30) 오른쪽 두 성능 조사 예가 같은 변경 전 측정→조사→검증 절차를 함께 쓰는 모습을 가리킨다. 사실의 내용과 일을 수행하는 방법은 책임이 다르다. 성능 조사 A/B는 교육용 작업 예이며 실제 TRIAL-006/007의 화면이나 당시 저장된 Skill이 아니다. Skill·Harness 기능 설명과 실제 재사용 결과는 후속 ACT에 남긴다.</a:t>
            </a:r>
          </a:p>
          <a:p xmlns:a="http://schemas.openxmlformats.org/drawingml/2006/main">
            <a:r>
              <a:t>5. (3:30–4:00) 앞의 두 도식은 정보의 범위·제공 시점, 마지막은 수행 절차의 책임이며 서로 배타적인 제품 분류가 아니라고 정리한다. 재사용 절차도 작업에 따라 찾아 쓸 수 있다. ‘필요한 때 찾는 대신 모두 넣어두면 충분할까?’를 질문하고 S39의 제한된 Long Context 연구 근거로 넘긴다.</a:t>
            </a:r>
          </a:p>
          <a:p xmlns:a="http://schemas.openxmlformats.org/drawingml/2006/main">
            <a:r>
              <a:t/>
            </a:r>
          </a:p>
          <a:p xmlns:a="http://schemas.openxmlformats.org/drawingml/2006/main">
            <a:r>
              <a:t>화면 진행: 공통 안내를 함께 쓰는 관계 → 요청별로 다른 상세를 찾는 관계 → 동종 작업이 하나의 절차를 재사용하는 관계. 세 열 사이에 발전 단계나 순서를 뜻하는 화살표는 없다. 전체가 native 편집 도식이며 실제 제품 UI·실행 캡처가 아니다.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Always-on / On-demand / Workflow is a course model, not an official OpenAI classification or a mutually exclusive product taxonomy. The first two views describe information scope/timing; the third describes a reusable work method, which can also be consulted on demand. The arrows do not prove perfect automatic routing. The performance procedure was not stored or executed in STATE-02.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DEC-0051의 기본 안내/상세 정보/재사용 절차 도식과 S37→S38→S39 연결을 반영했다. 최종 렌더·Notes parity는 production/evaluation/S38_CONTEXT_MODEL_REVISION.md를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Long Context 연구가 말해주는 범위</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두 연구가 확인한 과제·조건과 관찰을 먼저 읽는다. 특정 과제의 연구 관찰은 필요한 근거를 실제로 활용했는지 확인할 질문을 주지만, 현재 Codex의 보편 한계나 이 Demo의 Routing 효과를 입증하지 않는다.</a:t>
            </a:r>
          </a:p>
          <a:p xmlns:a="http://schemas.openxmlformats.org/drawingml/2006/main">
            <a:r>
              <a:t/>
            </a:r>
          </a:p>
          <a:p xmlns:a="http://schemas.openxmlformats.org/drawingml/2006/main">
            <a:r>
              <a:t>Opening Question: “앞에서 정보의 범위와 제공 시점을 나눴습니다. 대신 많은 정보를 한 번에 넣으면 필요한 근거도 잘 찾아 쓸까요?”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S38의 기본 안내/필요한 상세/반복 절차를 회수한 뒤 ‘양만 늘리면 충분한가?’로 질문을 좁힌다. 두 도식은 논문 과제의 재구성이며 실제 제품 실행 화면이 아님을 밝힌다.</a:t>
            </a:r>
          </a:p>
          <a:p xmlns:a="http://schemas.openxmlformats.org/drawingml/2006/main">
            <a:r>
              <a:t>2. (0:30–1:45) 왼쪽 Lost in the Middle을 짚는다. 여러 문서의 질문 답변과 합성 key-value 검색에서 정답 근거의 위치를 바꾸어 비교했다. 앞/중간/뒤의 블록은 위치만 나타내며 실제 문서 수나 점수 그래프가 아니다. 일부 당시 모델·과제에서 중간 근거의 정답률이 낮아졌다고 설명한다. 모든 모델·과제가 같은 현상을 보인 것은 아니다.</a:t>
            </a:r>
          </a:p>
          <a:p xmlns:a="http://schemas.openxmlformats.org/drawingml/2006/main">
            <a:r>
              <a:t>3. (1:45–3:00) 오른쪽 RepoQA는 기능 설명과 코드 입력을 보고 설명에 맞는 함수 코드를 반환한 뒤 정답 함수와 유사도를 비교하는 과제다. 50개 저장소/5개 언어/500개 과제가 포함됐고 주 실험의 코드 입력은 CodeLlama tokenizer 기준16K토큰이다. 전체 Prompt 길이나 현재 Codex 한도라는 뜻이 아니다. 모델·언어별 함수 찾기 성능 차이를 관찰했으며 저장소 수정·도구 검색·테스트 실행을 평가한 것은 아니다.</a:t>
            </a:r>
          </a:p>
          <a:p xmlns:a="http://schemas.openxmlformats.org/drawingml/2006/main">
            <a:r>
              <a:t>4. (3:00–4:00) 하단의 ‘업무에 적용할 질문’과 ‘이 연구만으론 미입증’을 따로 가리킨다. 필요한 근거를 실제로 찾아 활용했는지 작업별로 확인하자는 것은 교육적 적용 질문이다. 현재 Codex 실패율·보편 한계·Routing 성능 개선은 이 연구로 확인하지 않았다. S40의 필요한 상세 정보에 도달하는 설계 질문으로 돌아간다.</a:t>
            </a:r>
          </a:p>
          <a:p xmlns:a="http://schemas.openxmlformats.org/drawingml/2006/main">
            <a:r>
              <a:t/>
            </a:r>
          </a:p>
          <a:p xmlns:a="http://schemas.openxmlformats.org/drawingml/2006/main">
            <a:r>
              <a:t>Evidence / Source: RESEARCH. CLM-0014/CLM-0015, SRC-0201/SRC-0204, DEC-0052. Liu et al., “Lost in the Middle: How Language Models Use Long Contexts,” TACL 2024,12:157–173, https://aclanthology.org/2024.tacl-1.9/ . RepoQA: Evaluating Long Context Code Understanding,2024, arXiv:2406.06025, https://arxiv.org/abs/2406.06025 ; primary task/setting: https://arxiv.org/html/2406.06025v1 ; official project/citation: https://evalplus.github.io/repoqa.html . The official citation names First Workshop on Long-Context Foundation Models @ ICML2024, not the ICML main conference. Primary records rechecked2026-10-22.</a:t>
            </a:r>
          </a:p>
          <a:p xmlns:a="http://schemas.openxmlformats.org/drawingml/2006/main">
            <a:r>
              <a:t/>
            </a:r>
          </a:p>
          <a:p xmlns:a="http://schemas.openxmlformats.org/drawingml/2006/main">
            <a:r>
              <a:t>Claim Boundary: 두 논문의 역사적 모델·과제·조건에 한정한다. 현재 Codex의 Repository coding 실패, 보편적인 중간 정보 무시, 토큰 임계값, 정보를 더 주면 항상 나빠짐, Routing의 우월성·토큰 절약·성능 향상을 주장하지 않는다. RepoQA는 Lost in the Middle의 위치별 곡선을 재현한 연구로 표현하지 않는다. 업무상 확인 질문은 현재 제품에서 측정된 효과가 아니다.</a:t>
            </a:r>
          </a:p>
          <a:p xmlns:a="http://schemas.openxmlformats.org/drawingml/2006/main">
            <a:r>
              <a:t/>
            </a:r>
          </a:p>
          <a:p xmlns:a="http://schemas.openxmlformats.org/drawingml/2006/main">
            <a:r>
              <a:t>Beginner Explanation: 왼쪽은 ‘같은 근거가 어디에 있느냐’, 오른쪽은 ‘설명에 맞는 함수를 코드에서 찾느냐’를 평가했다. 넣은 정보량과 필요한 근거를 실제로 활용했는지는 별도로 확인한다.</a:t>
            </a:r>
          </a:p>
          <a:p xmlns:a="http://schemas.openxmlformats.org/drawingml/2006/main">
            <a:r>
              <a:t/>
            </a:r>
          </a:p>
          <a:p xmlns:a="http://schemas.openxmlformats.org/drawingml/2006/main">
            <a:r>
              <a:t>Advanced Insight: RepoQA의 고정된 코드 입력 조건과 함수 유사도 평가는 live agent의 탐색·수정·검증 전체와 다르다. Lost in the Middle에도 과제·모델별 차이가 있다. 연구 관찰, 업무상 설계 판단, 현재 제품의 검증을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첫 질문에 잠깐 예측하게 한 뒤 두 도식의 입력·조작·평가를 순서대로 짚는다. 새 토론 시간이나 실습을 추가하지 않는다.</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도입30초, Lost in the Middle75초, RepoQA75초, 적용 범위60초로4분을 유지한다. 시간이 부족하면 데이터셋 세부 수와 채점 구현 설명을 생략하고 과제·관찰·현재 제품 미입증 경계를 남긴다.</a:t>
            </a:r>
          </a:p>
          <a:p xmlns:a="http://schemas.openxmlformats.org/drawingml/2006/main">
            <a:r>
              <a:t/>
            </a:r>
          </a:p>
          <a:p xmlns:a="http://schemas.openxmlformats.org/drawingml/2006/main">
            <a:r>
              <a:t>Fallback: LOCAL STATIC ARTIFACT — production/ACT_2.pptx의 S39 또는 production/preview/act2/S39.png를 사용한다. 최종 패키지·PNG·Notes 일치는 production/evaluation/S39_RESEARCH_SCOPE_REVISION.md와 검증 JSON을 따른다. 실제 실행 캡처나 현재 제품 결과로 표현하지 않는다.</a:t>
            </a:r>
          </a:p>
          <a:p xmlns:a="http://schemas.openxmlformats.org/drawingml/2006/main">
            <a:r>
              <a:t/>
            </a:r>
          </a:p>
          <a:p xmlns:a="http://schemas.openxmlformats.org/drawingml/2006/main">
            <a:r>
              <a:t>Validation Status: ALIGNED — DEC-0052의 연구별 과제 도식/관찰/현재 Codex 적용 범위와 S38→S39→S40 연결을 반영했다. 최종 렌더·Notes parity는 production/evaluation/S39_RESEARCH_SCOPE_REVISION.md를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필요한 상세 정보로 가는 길</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필요한 상세 정보의 위치를 Project 안내에서 알려줄 수 있다. 작업 요청을 보고 AGENTS.md의 안내를 거쳐 관련 문서의 명세를 확인하는 관계를 설계한다.</a:t>
            </a:r>
          </a:p>
          <a:p xmlns:a="http://schemas.openxmlformats.org/drawingml/2006/main">
            <a:r>
              <a:t/>
            </a:r>
          </a:p>
          <a:p xmlns:a="http://schemas.openxmlformats.org/drawingml/2006/main">
            <a:r>
              <a:t>Opening Question: “필요한 근거를 찾아 활용했는지 확인해야 한다면, 그 근거까지 가는 길은 어디에 안내할까요?”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S39의 연구가 현재 Codex나 Routing 효과를 입증한 것은 아님을 유지하고 정보 설계로 돌아온다. ‘많이 넣기’ 다음 질문으로 필요한 상세의 위치를 어디서 알려줄지 제시한다.</a:t>
            </a:r>
          </a:p>
          <a:p xmlns:a="http://schemas.openxmlformats.org/drawingml/2006/main">
            <a:r>
              <a:t>2. (0:30–2:10) 왼쪽 교육용 crop 끝 좌표 요청을 읽고, 가운데 AGENTS.md의 ‘이미지 동작/crop은 docs/image-contracts.md 참조’ 안내를 따라 오른쪽 문서의 crop 명세를 짚는다. 화면의 `[x_start, x_end)`는 시작 열 포함·끝 좌표 제외를 뜻한다. 가운데는 위치 안내, 오른쪽은 답에 필요한 명세다. Prompt 문장과 안내 요약은 설명용 구성이며 실제 Trial 원문이나 Agent의 읽기 순서를 재현한 것이 아니다.</a:t>
            </a:r>
          </a:p>
          <a:p xmlns:a="http://schemas.openxmlformats.org/drawingml/2006/main">
            <a:r>
              <a:t>3. (2:10–3:00) 하단의 ‘AGENTS.md가 필요한 상세 문서의 위치를 안내한다’를 회수한다. C++에서도 공통 제약을 확인하고 해당 알고리즘 명세로 이동하는 같은 패턴을 쓸 수 있다고 짧게 연결한다. 구체적인 CMake/hardware/IDE 명령은 넣지 않는다. 다음 장은 출발점인 Core에 무엇을 남길지 정한다고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화살표는 설계한 문서 안내 관계다. 실제 읽기 순서, 필요한 문서만 읽는 자동 검색, 항상 같은 경로의 선택, AGENTS.md 단독 인과성을 뜻하지 않는다. TRIAL-005A/B의 접근 결과를 이 장에서 성공으로 제시하지 않는다. 현재 Codex Desktop 동작, 완벽한 Routing, 성능·정확도·속도 향상, 토큰 절약, Lost in the Middle 완화는 주장하지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production/ACT_2.pptx의 S40 또는 production/preview/act2/S40.png를 사용한다. 최종 패키지·PNG·Notes 일치는 production/evaluation/S40_CONTEXT_PATH_REVISION.md와 검증 JSON을 따른다. 실제 실행 Screenshot이나 현재 제품의 탐색 결과로 표현하지 않는다.</a:t>
            </a:r>
          </a:p>
          <a:p xmlns:a="http://schemas.openxmlformats.org/drawingml/2006/main">
            <a:r>
              <a:t/>
            </a:r>
          </a:p>
          <a:p xmlns:a="http://schemas.openxmlformats.org/drawingml/2006/main">
            <a:r>
              <a:t>Validation Status: ALIGNED — DEC-0053의 요청/AGENTS.md 안내/상세 명세 도식과 S39→S40→S41 연결을 반영했다. 최종 렌더·Notes parity는 production/evaluation/S40_CONTEXT_PATH_REVISION.md를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AGENTS.md에는 무엇을 남길까?</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AGENTS.md에는 여러 작업에 공통인 목적·제약·진입 안내와 상세 문서 위치를 남긴다. 처리 순서·이미지 명세·관련 테스트 같은 세부사항은 관련 작업에서 연결된 문서로 확인하는 정보 배치 모델이다.</a:t>
            </a:r>
          </a:p>
          <a:p xmlns:a="http://schemas.openxmlformats.org/drawingml/2006/main">
            <a:r>
              <a:t/>
            </a:r>
          </a:p>
          <a:p xmlns:a="http://schemas.openxmlformats.org/drawingml/2006/main">
            <a:r>
              <a:t>Opening Question: “앞 장의 AGENTS.md가 상세 문서 위치를 안내했습니다. 그 출발점에는 무엇을 남기고, 무엇을 상세 문서로 나눠둘까요?”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S40의 crop 요청→AGENTS.md 안내→상세 명세 경로를 회수한다. 이번 장은 경로를 다시 따라가는 장이 아니라 출발점과 상세 문서에 놓을 정보의 범위를 정하는 장이라고 설명한다.</a:t>
            </a:r>
          </a:p>
          <a:p xmlns:a="http://schemas.openxmlformats.org/drawingml/2006/main">
            <a:r>
              <a:t>2. (0:30–1:30) 왼쪽 AGENTS.md를 짚는다. 목적은 로컬 흑백 이미지 처리 CLI, 공통 제약은 요청 밖의 기존 동작 보존, 안내는 빌드·검증 시작점과 관련 상세 문서 위치다. ‘항상 남길’은 공통 안내에 유지할 정보의 범위를 뜻하며 제품이 매 turn 강제로 읽는다는 뜻이 아니다. 화면은 전체 지침 원문이 아닌 요약이다.</a:t>
            </a:r>
          </a:p>
          <a:p xmlns:a="http://schemas.openxmlformats.org/drawingml/2006/main">
            <a:r>
              <a:t>3. (1:30–3:00) 오른쪽 상세 문서 묶음을 위에서부터 짚는다. 구조를 확인할 때 처리 순서·모듈 역할, 이미지 동작을 확인할 때 crop·resize 명세, 검증 범위를 정할 때 관련 테스트 위치를 본다. 모두 모든 작업에서 읽어야 하는 목록으로 설명하지 않는다. 왼쪽의 위치 안내와 오른쪽의 자세한 규칙은 역할이 다르다.</a:t>
            </a:r>
          </a:p>
          <a:p xmlns:a="http://schemas.openxmlformats.org/drawingml/2006/main">
            <a:r>
              <a:t>4. (3:00–4:00) C++에서도 빌드·검증 진입점과 공통 제약은 기본 안내에, 알고리즘 명세·하드웨어 조건은 필요한 상세로 둘 수 있다는 패턴을 짧게 연결한다. 구체적 CMake/IDE/shell 명령이나 실제 C++ 실행 결과는 추가하지 않는다. 다음 장에서 Demo Repository의 실제 문서 분리 전후를 본다고 넘긴다.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S42 이후에 구분한다.</a:t>
            </a:r>
          </a:p>
          <a:p xmlns:a="http://schemas.openxmlformats.org/drawingml/2006/main">
            <a:r>
              <a:t/>
            </a:r>
          </a:p>
          <a:p xmlns:a="http://schemas.openxmlformats.org/drawingml/2006/main">
            <a:r>
              <a:t>Claim Boundary: 공통 안내와 작업별 상세를 나눈 교육용 배치 기준이다. 매 turn 자동 재읽기, 필요한 문서만 자동 로딩, 같은 탐색 순서, 항상 올바른 선택·지침 준수·AGENTS.md 단독 인과성을 보장하지 않는다. Routing 품질·토큰 절약·성능 향상은 별도 검증 문제다. 전체 테스트 지침도 모든 작업에서 무조건 같은 검사를 실행해야 한다는 보편 규칙으로 확대하지 않는다. 현재 Codex Desktop/계정 동작이나 회사 정책으로 일반화하지 않는다.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S42, 문서 접근의 관찰과 한계는 S43–45에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production/evaluation/S41_CORE_DETAIL_REVISION.md와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ALIGNED — DEC-0054의 AGENTS.md 기본 안내/작업별 상세 도식과 S40→S41→S42 연결을 반영했다. 최종 렌더·Notes parity는 production/evaluation/S41_CORE_DETAIL_REVISION.md를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정보를 지우지 않고 위치를 나누기</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S42 또는 `production/preview/act2/S42.png`다.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서로 다른 두 Task가 무엇을 읽을까?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S43 또는 `production/preview/act2/S43.png`다.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Crop Task에서 관찰한 접근</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S44 또는 `production/preview/act2/S44.png`다.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Task별 접근은 달랐지만 완벽하지는 않다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S45 또는 `production/preview/act2/S45.png`다.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지식은 정리됐지만 절차는 반복된다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S46 또는 `production/preview/act2/S46.png`다.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서로 다른 Performance Task, 반복되는 절차</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production/preview/act3/S47.png와 production/preview/full/S47.png다.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Project 사실과 작업 절차는 다르다</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Task, Context, Workflow의 역할</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S48의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50에서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반복 절차를 Skill로 옮길 수 있을까?</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51에서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Skill을 어떻게 발견하고 호출할까?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절차의 책임이 Prompt에서 Repository로 이동</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S52 또는 `production/preview/act3/S52.png`다.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답을 담지 않는 Workflow</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S53 또는 `production/preview/act3/S53.png`다.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측정으로 후보를 고르다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S55의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S55에서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S54 또는 `production/preview/act3/S54.png`다.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Working Harness Success</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S55 및 `production/preview/act3/S55.png`의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S55 또는 `production/preview/act3/S55.png`다.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이 작업에 Subagent가 필요했을까?</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S56 또는 `production/preview/act3/S56.png`다.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Subagent를 고려할 조건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S57 또는 `production/preview/act3/S57.png`다.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무엇이 다시 찾기 어려운 지식인가?</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S58 또는 `production/preview/act3/S58.png`다.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Memory는 재발견 비용으로 판단</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S59 또는 `production/preview/act3/S59.png`다.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Minimum Effective Harness</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61–63에서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S60 또는 `production/preview/act3/S60.png`다.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Harness는 작업 환경 설계다</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63에서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S61 또는 `production/preview/act3/S61.png`다.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Repository 밖의 환경도 결과에 영향을 준다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S62 또는 `production/preview/act3/S62.png`의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Engineering Pattern은 C++에도 전이된다</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production/preview/act3/S63.png와 production/preview/full/S63.png다.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필요한 구조부터 질문하기</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S64 또는 `production/preview/act3/S64.png`다.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여기까지는 잘 동작했다</a:t>
            </a:r>
          </a:p>
          <a:p xmlns:a="http://schemas.openxmlformats.org/drawingml/2006/main">
            <a:r>
              <a:t/>
            </a:r>
          </a:p>
          <a:p xmlns:a="http://schemas.openxmlformats.org/drawingml/2006/main">
            <a:r>
              <a:t>**Slide ID:**</a:t>
            </a:r>
          </a:p>
          <a:p xmlns:a="http://schemas.openxmlformats.org/drawingml/2006/main">
            <a:r>
              <a:t>S65</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S66으로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S65와 production/preview/act4/S65.png를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개념 사례: Project와 Workflow는 현재 맞다</a:t>
            </a:r>
          </a:p>
          <a:p xmlns:a="http://schemas.openxmlformats.org/drawingml/2006/main">
            <a:r>
              <a:t/>
            </a:r>
          </a:p>
          <a:p xmlns:a="http://schemas.openxmlformats.org/drawingml/2006/main">
            <a:r>
              <a:t>**Slide ID:**</a:t>
            </a:r>
          </a:p>
          <a:p xmlns:a="http://schemas.openxmlformats.org/drawingml/2006/main">
            <a:r>
              <a:t>S66</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S65의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S66와 production/preview/act4/S66.png를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Project는 바뀌고 Workflow는 남았다</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S67와 production/preview/act4/S67.png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S68로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S67와 production/preview/act4/S67.png를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Task 해결과 System 문제는 다르다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원인에 맞는 Layer를 고르기</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S70으로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실패 지점과 원인 Layer 구분하기</a:t>
            </a:r>
          </a:p>
          <a:p xmlns:a="http://schemas.openxmlformats.org/drawingml/2006/main">
            <a:r>
              <a:t/>
            </a:r>
          </a:p>
          <a:p xmlns:a="http://schemas.openxmlformats.org/drawingml/2006/main">
            <a:r>
              <a:t>**Slide ID:**</a:t>
            </a:r>
          </a:p>
          <a:p xmlns:a="http://schemas.openxmlformats.org/drawingml/2006/main">
            <a:r>
              <a:t>S70</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S69의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S71에서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먼저 관찰하고, 그다음 가설을 세운다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Cause가 지지하는 최소 변경</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같은 Task의 재실행만으로 충분할까?</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대표 작업으로 변경 범위를 확인하기</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Harness도 특정 실패에 맞춰 과적합될 수 있다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S76으로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Feedback을 System Change와 Evaluation으로 잇기</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S71의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S77로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실제 제작 기록: TRIAL-006</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결과의 타당성과 원인 귀속은 별개다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S55의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평가와 보고 규칙을 Evidence에 맞추다</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후속 기록은 개선됐지만 완전하지 않았다</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S81에서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실제 Meta Loop에서 바뀐 것</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S82의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S82로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Project와 환경이 바뀌면 검증도 다시 본다</a:t>
            </a:r>
          </a:p>
          <a:p xmlns:a="http://schemas.openxmlformats.org/drawingml/2006/main">
            <a:r>
              <a:t/>
            </a:r>
          </a:p>
          <a:p xmlns:a="http://schemas.openxmlformats.org/drawingml/2006/main">
            <a:r>
              <a:t>Slide ID: S82</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S83의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S83으로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production/preview/act4/S82.png 및 production/preview/full/S82.png.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여섯 시간의 Story를 한 장으로</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여섯 시간의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S84 실제 Repository 이력→S85 선택 기준→S86 책임을 거쳐 S87에서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S84와 S86에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S87의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S84로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S83와 production/preview/act5/S83.png를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하나의 Repository가 문제에 대응해 진화했다</a:t>
            </a:r>
          </a:p>
          <a:p xmlns:a="http://schemas.openxmlformats.org/drawingml/2006/main">
            <a:r>
              <a:t/>
            </a:r>
          </a:p>
          <a:p xmlns:a="http://schemas.openxmlformats.org/drawingml/2006/main">
            <a:r>
              <a:t>Slide ID: S84</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S42 상세 문서 분리, S55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S45-source.png. 파일명은 최초80장판 캡처 시점의 번호이며 현재 대응은 S18/S42/S55다. 실제 Trial 원본 화면이 아닌 당시 production PNG 발췌다. S18은 TRIAL-002 diff 재구성, S42는 STATE-02→03 문구 발췌, S55는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S42로 Routing 우월성·토큰 절감을 주장하지 않고, S55는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S85로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S84와 production/preview/act5/S84.png를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필요성이 입증되지 않은 것은 보류했다</a:t>
            </a:r>
          </a:p>
          <a:p xmlns:a="http://schemas.openxmlformats.org/drawingml/2006/main">
            <a:r>
              <a:t/>
            </a:r>
          </a:p>
          <a:p xmlns:a="http://schemas.openxmlformats.org/drawingml/2006/main">
            <a:r>
              <a:t>**Slide ID:**</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S86으로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S85와 production/preview/act5/S85.png를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위임이 늘어도 개발자 책임은 남는다</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S85의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S87의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S87로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AI-Native Development는 이 교육의 운영 모델</a:t>
            </a:r>
          </a:p>
          <a:p xmlns:a="http://schemas.openxmlformats.org/drawingml/2006/main">
            <a:r>
              <a:t/>
            </a:r>
          </a:p>
          <a:p xmlns:a="http://schemas.openxmlformats.org/drawingml/2006/main">
            <a:r>
              <a:t>**Slide ID:**</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S88로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S88에서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S88로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어느 Layer에서 마찰이 반복되는가?</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S89의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S89로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다음 작은 행동을 개인적으로 고른다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S88에서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S90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S90으로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S90으로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Q&amp;A와 교육 마무리</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d9acf81d8c346c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05c4839ad1e474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1414c23150c410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80c89bc24fa4b1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4c31b69eea0486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348b8f922264eb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59D010E-A4C1-4574-B7BC-263A5B2CB86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4A8516F-FE8C-43B0-B527-4E4B94FFB16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AEFA88D-ADEE-4699-B662-D652AFC5BD0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D79ADE9-87D8-4CD6-99F2-599DA263F99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079A77E-5E43-463C-9493-91429DB0718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88CC201-5968-4B78-A8B5-D9BC7D4ECEA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AF99D7B-1FD2-4D65-B25C-FF47DBBD263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5946DBD-FA97-4F8B-90CE-59E710915E0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0AB3E19-B53E-40E1-98E7-48617C768FD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FF44378-5630-4BCA-9DF7-096D7843CD4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4d29c6efd694258" /><Relationship Type="http://schemas.openxmlformats.org/officeDocument/2006/relationships/slideLayout" Target="/ppt/slideLayouts/slideLayout1.xml" Id="R50a8cf47a84e4069" /><Relationship Type="http://schemas.openxmlformats.org/officeDocument/2006/relationships/slideLayout" Target="/ppt/slideLayouts/slideLayout2.xml" Id="R46ded595fc0c4aa5" /><Relationship Type="http://schemas.openxmlformats.org/officeDocument/2006/relationships/slideLayout" Target="/ppt/slideLayouts/slideLayout3.xml" Id="Rf485940f43aa4c16" /><Relationship Type="http://schemas.openxmlformats.org/officeDocument/2006/relationships/slideLayout" Target="/ppt/slideLayouts/slideLayout4.xml" Id="R280b211c374c4683" /><Relationship Type="http://schemas.openxmlformats.org/officeDocument/2006/relationships/slideLayout" Target="/ppt/slideLayouts/slideLayout5.xml" Id="Ra5fdeed2ef184b23" /><Relationship Type="http://schemas.openxmlformats.org/officeDocument/2006/relationships/slideLayout" Target="/ppt/slideLayouts/slideLayout6.xml" Id="R69d6d71653184c5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0a8cf47a84e4069"/>
    <p:sldLayoutId xmlns:r="http://schemas.openxmlformats.org/officeDocument/2006/relationships" id="2147483650" r:id="R46ded595fc0c4aa5"/>
    <p:sldLayoutId xmlns:r="http://schemas.openxmlformats.org/officeDocument/2006/relationships" id="2147483651" r:id="Rf485940f43aa4c16"/>
    <p:sldLayoutId xmlns:r="http://schemas.openxmlformats.org/officeDocument/2006/relationships" id="2147483652" r:id="R280b211c374c4683"/>
    <p:sldLayoutId xmlns:r="http://schemas.openxmlformats.org/officeDocument/2006/relationships" id="2147483653" r:id="Ra5fdeed2ef184b23"/>
    <p:sldLayoutId xmlns:r="http://schemas.openxmlformats.org/officeDocument/2006/relationships" id="2147483654" r:id="R69d6d71653184c5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00f965f0aae4f78" /><Relationship Type="http://schemas.openxmlformats.org/officeDocument/2006/relationships/image" Target="/ppt/media/image.png" Id="Ra81f431f5d3b448a" /><Relationship Type="http://schemas.openxmlformats.org/officeDocument/2006/relationships/notesSlide" Target="/ppt/notesSlides/notesSlide1.xml" Id="R5eca42fc7dd1435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a12414e18a24f55" /><Relationship Type="http://schemas.openxmlformats.org/officeDocument/2006/relationships/notesSlide" Target="/ppt/notesSlides/notesSlide2.xml" Id="Reabbfb51c6fe4d4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6e5120e4eec42a4" /><Relationship Type="http://schemas.openxmlformats.org/officeDocument/2006/relationships/notesSlide" Target="/ppt/notesSlides/notesSlide3.xml" Id="R5692af2564b440f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ccda069dc724005" /><Relationship Type="http://schemas.openxmlformats.org/officeDocument/2006/relationships/image" Target="/ppt/media/image2.png" Id="Ra055949192284259" /><Relationship Type="http://schemas.openxmlformats.org/officeDocument/2006/relationships/notesSlide" Target="/ppt/notesSlides/notesSlide4.xml" Id="Rbf18f3241ee0466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0473f4dc6ab4991" /><Relationship Type="http://schemas.openxmlformats.org/officeDocument/2006/relationships/notesSlide" Target="/ppt/notesSlides/notesSlide5.xml" Id="Rfc8504450ae74c7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11705194fb749bf" /><Relationship Type="http://schemas.openxmlformats.org/officeDocument/2006/relationships/notesSlide" Target="/ppt/notesSlides/notesSlide6.xml" Id="R3c17f157a50a449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56f2836427e4c0b" /><Relationship Type="http://schemas.openxmlformats.org/officeDocument/2006/relationships/image" Target="/ppt/media/image3.png" Id="R20cea1b265c6457c" /><Relationship Type="http://schemas.openxmlformats.org/officeDocument/2006/relationships/notesSlide" Target="/ppt/notesSlides/notesSlide7.xml" Id="Rc4a68b4c74054a0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26789daacfb4425" /><Relationship Type="http://schemas.openxmlformats.org/officeDocument/2006/relationships/notesSlide" Target="/ppt/notesSlides/notesSlide8.xml" Id="R695b60c266cb40c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8b09e0d03544f25" /><Relationship Type="http://schemas.openxmlformats.org/officeDocument/2006/relationships/image" Target="/ppt/media/image4.png" Id="Rca81be60251340f8" /><Relationship Type="http://schemas.openxmlformats.org/officeDocument/2006/relationships/image" Target="/ppt/media/image5.png" Id="R83113eb465b54b65" /><Relationship Type="http://schemas.openxmlformats.org/officeDocument/2006/relationships/image" Target="/ppt/media/image6.png" Id="R9d8ced69f24c47a7" /><Relationship Type="http://schemas.openxmlformats.org/officeDocument/2006/relationships/notesSlide" Target="/ppt/notesSlides/notesSlide9.xml" Id="Rb3d221c67d46407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75d1a769c444f53" /><Relationship Type="http://schemas.openxmlformats.org/officeDocument/2006/relationships/notesSlide" Target="/ppt/notesSlides/notesSlide10.xml" Id="R19a23f817c64489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7a5ed4ec5df464f" /><Relationship Type="http://schemas.openxmlformats.org/officeDocument/2006/relationships/image" Target="/ppt/media/image7.png" Id="R61eab79c5f9f4511" /><Relationship Type="http://schemas.openxmlformats.org/officeDocument/2006/relationships/image" Target="/ppt/media/image8.png" Id="Rbe44da90905249e7" /><Relationship Type="http://schemas.openxmlformats.org/officeDocument/2006/relationships/image" Target="/ppt/media/image9.png" Id="R573aea41d1a04a5a" /><Relationship Type="http://schemas.openxmlformats.org/officeDocument/2006/relationships/notesSlide" Target="/ppt/notesSlides/notesSlide11.xml" Id="R57a1052baf33429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b5070d26b2f40fe" /><Relationship Type="http://schemas.openxmlformats.org/officeDocument/2006/relationships/image" Target="/ppt/media/image10.png" Id="Rd8f4590f9876408b" /><Relationship Type="http://schemas.openxmlformats.org/officeDocument/2006/relationships/notesSlide" Target="/ppt/notesSlides/notesSlide12.xml" Id="R882862cb194d4f2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b248424113c411f" /><Relationship Type="http://schemas.openxmlformats.org/officeDocument/2006/relationships/image" Target="/ppt/media/image11.png" Id="R14147b13aaa14959" /><Relationship Type="http://schemas.openxmlformats.org/officeDocument/2006/relationships/notesSlide" Target="/ppt/notesSlides/notesSlide13.xml" Id="Ra2dbdda14b214a3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585c8d67eb64b91" /><Relationship Type="http://schemas.openxmlformats.org/officeDocument/2006/relationships/notesSlide" Target="/ppt/notesSlides/notesSlide14.xml" Id="R6a07e17ab34249c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fadbeaa0c9e45e9" /><Relationship Type="http://schemas.openxmlformats.org/officeDocument/2006/relationships/notesSlide" Target="/ppt/notesSlides/notesSlide15.xml" Id="R62547822228a4f1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f3cb013b700f42b4" /><Relationship Type="http://schemas.openxmlformats.org/officeDocument/2006/relationships/notesSlide" Target="/ppt/notesSlides/notesSlide16.xml" Id="Rfce0d64f8135470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8511b4f0e434f1d" /><Relationship Type="http://schemas.openxmlformats.org/officeDocument/2006/relationships/notesSlide" Target="/ppt/notesSlides/notesSlide17.xml" Id="R8ea85f6d0709446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b9a0596847524ecd" /><Relationship Type="http://schemas.openxmlformats.org/officeDocument/2006/relationships/notesSlide" Target="/ppt/notesSlides/notesSlide18.xml" Id="R2c854cb19f6e4ae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026360075d854760" /><Relationship Type="http://schemas.openxmlformats.org/officeDocument/2006/relationships/notesSlide" Target="/ppt/notesSlides/notesSlide19.xml" Id="R80c18f31db2c475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d08e0a043b5047a2" /><Relationship Type="http://schemas.openxmlformats.org/officeDocument/2006/relationships/notesSlide" Target="/ppt/notesSlides/notesSlide20.xml" Id="Rfece79138209458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393e03b60d62452e" /><Relationship Type="http://schemas.openxmlformats.org/officeDocument/2006/relationships/notesSlide" Target="/ppt/notesSlides/notesSlide21.xml" Id="R339781538c95470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9de0cc039e164319" /><Relationship Type="http://schemas.openxmlformats.org/officeDocument/2006/relationships/notesSlide" Target="/ppt/notesSlides/notesSlide22.xml" Id="R0625866019e0435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6d8e31008adb4651" /><Relationship Type="http://schemas.openxmlformats.org/officeDocument/2006/relationships/notesSlide" Target="/ppt/notesSlides/notesSlide23.xml" Id="R9612dd367d73459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9062f6269f024dd4" /><Relationship Type="http://schemas.openxmlformats.org/officeDocument/2006/relationships/notesSlide" Target="/ppt/notesSlides/notesSlide24.xml" Id="R7771078367414e3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54483bab361c473a" /><Relationship Type="http://schemas.openxmlformats.org/officeDocument/2006/relationships/notesSlide" Target="/ppt/notesSlides/notesSlide25.xml" Id="Rc12f1917c52b43c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0c4ec3e08e1c4d5c" /><Relationship Type="http://schemas.openxmlformats.org/officeDocument/2006/relationships/notesSlide" Target="/ppt/notesSlides/notesSlide26.xml" Id="Rac9003ff79294473"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4b8896dd1b08430e" /><Relationship Type="http://schemas.openxmlformats.org/officeDocument/2006/relationships/notesSlide" Target="/ppt/notesSlides/notesSlide27.xml" Id="Rad65152f4b6c479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28fc62935f4944ce" /><Relationship Type="http://schemas.openxmlformats.org/officeDocument/2006/relationships/notesSlide" Target="/ppt/notesSlides/notesSlide28.xml" Id="Rdebce6639fb64d5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ad60e5691e2f47d2" /><Relationship Type="http://schemas.openxmlformats.org/officeDocument/2006/relationships/notesSlide" Target="/ppt/notesSlides/notesSlide29.xml" Id="R544cbd96d6d54bf8"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d782d2d457d94425" /><Relationship Type="http://schemas.openxmlformats.org/officeDocument/2006/relationships/notesSlide" Target="/ppt/notesSlides/notesSlide30.xml" Id="R2b43c7506b6f4ea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c8ee13dc0ab44ca4" /><Relationship Type="http://schemas.openxmlformats.org/officeDocument/2006/relationships/notesSlide" Target="/ppt/notesSlides/notesSlide31.xml" Id="Ra2bdd50a140c4d8f"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997b9e77fd8c4e76" /><Relationship Type="http://schemas.openxmlformats.org/officeDocument/2006/relationships/notesSlide" Target="/ppt/notesSlides/notesSlide32.xml" Id="R0bb9109b828d42d5"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3e1a8f7334e24b7d" /><Relationship Type="http://schemas.openxmlformats.org/officeDocument/2006/relationships/notesSlide" Target="/ppt/notesSlides/notesSlide33.xml" Id="Rad1142cd5a8942ba"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49c60dfbb4764629" /><Relationship Type="http://schemas.openxmlformats.org/officeDocument/2006/relationships/notesSlide" Target="/ppt/notesSlides/notesSlide34.xml" Id="Rd476b4e588164573"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f6cd799ad1084f73" /><Relationship Type="http://schemas.openxmlformats.org/officeDocument/2006/relationships/image" Target="/ppt/media/image12.png" Id="Rcb9a1e38f7e4409d" /><Relationship Type="http://schemas.openxmlformats.org/officeDocument/2006/relationships/image" Target="/ppt/media/image13.png" Id="Rcb90428f762246d8" /><Relationship Type="http://schemas.openxmlformats.org/officeDocument/2006/relationships/notesSlide" Target="/ppt/notesSlides/notesSlide35.xml" Id="R51d6fe384b3345ef"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dcfea4b8cdfe4fc0" /><Relationship Type="http://schemas.openxmlformats.org/officeDocument/2006/relationships/image" Target="/ppt/media/image14.png" Id="Rf4f37b1f2fd34554" /><Relationship Type="http://schemas.openxmlformats.org/officeDocument/2006/relationships/notesSlide" Target="/ppt/notesSlides/notesSlide36.xml" Id="R1284b22a9e894058"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56fe4a6082124b65" /><Relationship Type="http://schemas.openxmlformats.org/officeDocument/2006/relationships/notesSlide" Target="/ppt/notesSlides/notesSlide37.xml" Id="R0223805718ed4ba0"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7e814dd839034918" /><Relationship Type="http://schemas.openxmlformats.org/officeDocument/2006/relationships/notesSlide" Target="/ppt/notesSlides/notesSlide38.xml" Id="R05266428d2b24b3f"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109481c6027a4eaf" /><Relationship Type="http://schemas.openxmlformats.org/officeDocument/2006/relationships/notesSlide" Target="/ppt/notesSlides/notesSlide39.xml" Id="R0be5e75abc6e4177"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ee056b9bdd364d7e" /><Relationship Type="http://schemas.openxmlformats.org/officeDocument/2006/relationships/notesSlide" Target="/ppt/notesSlides/notesSlide40.xml" Id="R42b399fc44b74aac"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527472e5bafc4f0c" /><Relationship Type="http://schemas.openxmlformats.org/officeDocument/2006/relationships/notesSlide" Target="/ppt/notesSlides/notesSlide41.xml" Id="R5d98460ba2864032"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6d46e7ace96b4182" /><Relationship Type="http://schemas.openxmlformats.org/officeDocument/2006/relationships/notesSlide" Target="/ppt/notesSlides/notesSlide42.xml" Id="R10870c89a2d544de"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750450e60f5149dc" /><Relationship Type="http://schemas.openxmlformats.org/officeDocument/2006/relationships/notesSlide" Target="/ppt/notesSlides/notesSlide43.xml" Id="Rc1693001218e4053"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342dbd3818994ca7" /><Relationship Type="http://schemas.openxmlformats.org/officeDocument/2006/relationships/notesSlide" Target="/ppt/notesSlides/notesSlide44.xml" Id="R6f1569144dad458f"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785d57a0e7de4517" /><Relationship Type="http://schemas.openxmlformats.org/officeDocument/2006/relationships/notesSlide" Target="/ppt/notesSlides/notesSlide45.xml" Id="Rd2f02a02c3f04210"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d7cc8e213d8042e7" /><Relationship Type="http://schemas.openxmlformats.org/officeDocument/2006/relationships/notesSlide" Target="/ppt/notesSlides/notesSlide46.xml" Id="Rd60aacb899fc450e"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45a5e0e882124e19" /><Relationship Type="http://schemas.openxmlformats.org/officeDocument/2006/relationships/image" Target="/ppt/media/image15.png" Id="R603962884d774010" /><Relationship Type="http://schemas.openxmlformats.org/officeDocument/2006/relationships/image" Target="/ppt/media/image16.png" Id="R39f338cde5424d1c" /><Relationship Type="http://schemas.openxmlformats.org/officeDocument/2006/relationships/image" Target="/ppt/media/image17.png" Id="R8dd7d0a08c58495f" /><Relationship Type="http://schemas.openxmlformats.org/officeDocument/2006/relationships/image" Target="/ppt/media/image18.png" Id="R72fcf699841e41fd" /><Relationship Type="http://schemas.openxmlformats.org/officeDocument/2006/relationships/notesSlide" Target="/ppt/notesSlides/notesSlide47.xml" Id="Rea5a291b7e574fb0"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18c6854cd065464e" /><Relationship Type="http://schemas.openxmlformats.org/officeDocument/2006/relationships/notesSlide" Target="/ppt/notesSlides/notesSlide48.xml" Id="Rd68394a5952b4b4c"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18dcb26d537a47b0" /><Relationship Type="http://schemas.openxmlformats.org/officeDocument/2006/relationships/notesSlide" Target="/ppt/notesSlides/notesSlide49.xml" Id="Rb0e5d103a02948da"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b06fef2f413c4416" /><Relationship Type="http://schemas.openxmlformats.org/officeDocument/2006/relationships/notesSlide" Target="/ppt/notesSlides/notesSlide50.xml" Id="R44ae73a73a1f4545"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f255fac404184881" /><Relationship Type="http://schemas.openxmlformats.org/officeDocument/2006/relationships/notesSlide" Target="/ppt/notesSlides/notesSlide51.xml" Id="R54b4e0b133794711"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b2231960b9fb453a" /><Relationship Type="http://schemas.openxmlformats.org/officeDocument/2006/relationships/notesSlide" Target="/ppt/notesSlides/notesSlide52.xml" Id="Re2652dcf38914cb2"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87c3e76350fe4a4b" /><Relationship Type="http://schemas.openxmlformats.org/officeDocument/2006/relationships/notesSlide" Target="/ppt/notesSlides/notesSlide53.xml" Id="Re6f3e32d63a743e7"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cd94e3eec09945c5" /><Relationship Type="http://schemas.openxmlformats.org/officeDocument/2006/relationships/notesSlide" Target="/ppt/notesSlides/notesSlide54.xml" Id="R78e1042e678e44e5"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bacaa818850d4784" /><Relationship Type="http://schemas.openxmlformats.org/officeDocument/2006/relationships/chart" Target="/ppt/slides/charts/chart1.xml" Id="R65801d5c3d944450" /><Relationship Type="http://schemas.openxmlformats.org/officeDocument/2006/relationships/notesSlide" Target="/ppt/notesSlides/notesSlide55.xml" Id="R4f08c0dcc9f645cb"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9f741ead23b64615" /><Relationship Type="http://schemas.openxmlformats.org/officeDocument/2006/relationships/notesSlide" Target="/ppt/notesSlides/notesSlide56.xml" Id="Rcfeee294b7ec43fd"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f62d1f2345d64a57" /><Relationship Type="http://schemas.openxmlformats.org/officeDocument/2006/relationships/notesSlide" Target="/ppt/notesSlides/notesSlide57.xml" Id="R305ab0bc924e4fee"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196ac1a9bb3f4a9c" /><Relationship Type="http://schemas.openxmlformats.org/officeDocument/2006/relationships/notesSlide" Target="/ppt/notesSlides/notesSlide58.xml" Id="R5f645f80ac744663"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74624bdf7fe74ac3" /><Relationship Type="http://schemas.openxmlformats.org/officeDocument/2006/relationships/notesSlide" Target="/ppt/notesSlides/notesSlide59.xml" Id="R8cbc10379a3b442a"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bdf0fd4568b34514" /><Relationship Type="http://schemas.openxmlformats.org/officeDocument/2006/relationships/notesSlide" Target="/ppt/notesSlides/notesSlide60.xml" Id="Rc4b944eff0b1496e"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2d7f38625eed4caa" /><Relationship Type="http://schemas.openxmlformats.org/officeDocument/2006/relationships/notesSlide" Target="/ppt/notesSlides/notesSlide61.xml" Id="Rca48a3c7cd5a491f"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16b019a3e2134bc4" /><Relationship Type="http://schemas.openxmlformats.org/officeDocument/2006/relationships/notesSlide" Target="/ppt/notesSlides/notesSlide62.xml" Id="R9283b00c89974ea1"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04f5d177915144f7" /><Relationship Type="http://schemas.openxmlformats.org/officeDocument/2006/relationships/image" Target="/ppt/media/image19.png" Id="Re7c8424fc2814903" /><Relationship Type="http://schemas.openxmlformats.org/officeDocument/2006/relationships/notesSlide" Target="/ppt/notesSlides/notesSlide63.xml" Id="R13b5cd95e21b4e6f"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e20350b9217047b7" /><Relationship Type="http://schemas.openxmlformats.org/officeDocument/2006/relationships/notesSlide" Target="/ppt/notesSlides/notesSlide64.xml" Id="R920abd3f6ca544c3"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3724afff19944229" /><Relationship Type="http://schemas.openxmlformats.org/officeDocument/2006/relationships/notesSlide" Target="/ppt/notesSlides/notesSlide65.xml" Id="R23735ecc0ce14a54"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fc751ed5a0ab4683" /><Relationship Type="http://schemas.openxmlformats.org/officeDocument/2006/relationships/notesSlide" Target="/ppt/notesSlides/notesSlide66.xml" Id="Rfff0a2c7952f46bb"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4e38def6521b4989" /><Relationship Type="http://schemas.openxmlformats.org/officeDocument/2006/relationships/notesSlide" Target="/ppt/notesSlides/notesSlide67.xml" Id="Rd7229dc4eb194459"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f1cd31b3c0e2426b" /><Relationship Type="http://schemas.openxmlformats.org/officeDocument/2006/relationships/notesSlide" Target="/ppt/notesSlides/notesSlide68.xml" Id="Rfca560131df84b03"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be8e795cd60d4028" /><Relationship Type="http://schemas.openxmlformats.org/officeDocument/2006/relationships/notesSlide" Target="/ppt/notesSlides/notesSlide69.xml" Id="R60a9d34968a042b8"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6b0d06b680854055" /><Relationship Type="http://schemas.openxmlformats.org/officeDocument/2006/relationships/notesSlide" Target="/ppt/notesSlides/notesSlide70.xml" Id="R6cffb426d2564acf"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589129771c3340bb" /><Relationship Type="http://schemas.openxmlformats.org/officeDocument/2006/relationships/notesSlide" Target="/ppt/notesSlides/notesSlide71.xml" Id="Rf3a59a0e8f6142cd"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c3fb68d50b4f423d" /><Relationship Type="http://schemas.openxmlformats.org/officeDocument/2006/relationships/notesSlide" Target="/ppt/notesSlides/notesSlide72.xml" Id="R70d33636afe340d2"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2f2d3f2ff9e44f22" /><Relationship Type="http://schemas.openxmlformats.org/officeDocument/2006/relationships/notesSlide" Target="/ppt/notesSlides/notesSlide73.xml" Id="R64853fb65a7e4158"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dbca716f150747e5" /><Relationship Type="http://schemas.openxmlformats.org/officeDocument/2006/relationships/notesSlide" Target="/ppt/notesSlides/notesSlide74.xml" Id="Rce7e99735dc043e7"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7fd121da70644104" /><Relationship Type="http://schemas.openxmlformats.org/officeDocument/2006/relationships/notesSlide" Target="/ppt/notesSlides/notesSlide75.xml" Id="R664414d0b0184c8d"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332ff3e87a2246a8" /><Relationship Type="http://schemas.openxmlformats.org/officeDocument/2006/relationships/notesSlide" Target="/ppt/notesSlides/notesSlide76.xml" Id="Rbd1fd33af76e47c4"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426797526e194304" /><Relationship Type="http://schemas.openxmlformats.org/officeDocument/2006/relationships/notesSlide" Target="/ppt/notesSlides/notesSlide77.xml" Id="R60b92d152870435f"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6f26cf2d6c434f28" /><Relationship Type="http://schemas.openxmlformats.org/officeDocument/2006/relationships/notesSlide" Target="/ppt/notesSlides/notesSlide78.xml" Id="R4ac0510b44194581"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cd295698831648a6" /><Relationship Type="http://schemas.openxmlformats.org/officeDocument/2006/relationships/notesSlide" Target="/ppt/notesSlides/notesSlide79.xml" Id="Rab4c035c1a024858"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e44c77c2544a47bb" /><Relationship Type="http://schemas.openxmlformats.org/officeDocument/2006/relationships/notesSlide" Target="/ppt/notesSlides/notesSlide80.xml" Id="R70ee855ce6ee4e79"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5b1dc4ea7b254b2a" /><Relationship Type="http://schemas.openxmlformats.org/officeDocument/2006/relationships/notesSlide" Target="/ppt/notesSlides/notesSlide81.xml" Id="Rf17537a7a42c4015"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11f921e975464c36" /><Relationship Type="http://schemas.openxmlformats.org/officeDocument/2006/relationships/image" Target="/ppt/media/image20.png" Id="Rf207cb6b0039412f" /><Relationship Type="http://schemas.openxmlformats.org/officeDocument/2006/relationships/notesSlide" Target="/ppt/notesSlides/notesSlide82.xml" Id="Rcd56cdc9272e4207"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63904b0932ba4bcf" /><Relationship Type="http://schemas.openxmlformats.org/officeDocument/2006/relationships/notesSlide" Target="/ppt/notesSlides/notesSlide83.xml" Id="Rcd2c714c0a8748fb"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13a33a1a41504817" /><Relationship Type="http://schemas.openxmlformats.org/officeDocument/2006/relationships/image" Target="/ppt/media/image21.png" Id="R79ac786b36954bd0" /><Relationship Type="http://schemas.openxmlformats.org/officeDocument/2006/relationships/image" Target="/ppt/media/image22.png" Id="Re3ca1bda1a01467e" /><Relationship Type="http://schemas.openxmlformats.org/officeDocument/2006/relationships/image" Target="/ppt/media/image23.png" Id="Rdfe23ad6c8f24052" /><Relationship Type="http://schemas.openxmlformats.org/officeDocument/2006/relationships/notesSlide" Target="/ppt/notesSlides/notesSlide84.xml" Id="R3e06053601434fa4"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d4e6dd9dac584efb" /><Relationship Type="http://schemas.openxmlformats.org/officeDocument/2006/relationships/notesSlide" Target="/ppt/notesSlides/notesSlide85.xml" Id="R459c5554ab0744a3"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61d3575d8af9485e" /><Relationship Type="http://schemas.openxmlformats.org/officeDocument/2006/relationships/notesSlide" Target="/ppt/notesSlides/notesSlide86.xml" Id="Racb7f023a0aa4a61"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b95e56ff40984760" /><Relationship Type="http://schemas.openxmlformats.org/officeDocument/2006/relationships/notesSlide" Target="/ppt/notesSlides/notesSlide87.xml" Id="Rd9d49f1187e34222"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8c05b66785ed4dc8" /><Relationship Type="http://schemas.openxmlformats.org/officeDocument/2006/relationships/notesSlide" Target="/ppt/notesSlides/notesSlide88.xml" Id="Rfc6d3cfd0d1248b0"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c4e70bd96ba340e2" /><Relationship Type="http://schemas.openxmlformats.org/officeDocument/2006/relationships/notesSlide" Target="/ppt/notesSlides/notesSlide89.xml" Id="Ra3099b6788444ffe"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f82758c425a04e29" /><Relationship Type="http://schemas.openxmlformats.org/officeDocument/2006/relationships/notesSlide" Target="/ppt/notesSlides/notesSlide90.xml" Id="Rb0c07cbc378041b5"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49521F82-1459-4765-AD79-46DC1F1E85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DB920216-9557-4773-ADE0-E0C594F070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F9E53BAE-608B-4EEA-B6C0-15BAD31A9D4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4415C0EA-DBEA-4D79-8FFE-F8BC46CA9F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577FCEB9-A837-47AE-B30B-7C7A9924BBF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4D6B37C2-B9C5-43BC-8525-3AB7ECB503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239B0A67-E951-4FC9-A15B-DF65D88865A9}"/>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DA29C8A8-9DE2-437A-BAD5-781CBC9D85FA}"/>
              </a:ext>
            </a:extLst>
          </p:cNvPr>
          <p:cNvPicPr>
            <a:picLocks xmlns:a="http://schemas.openxmlformats.org/drawingml/2006/main" noChangeAspect="1"/>
          </p:cNvPicPr>
          <p:nvPr/>
        </p:nvPicPr>
        <p:blipFill>
          <a:blip xmlns:r="http://schemas.openxmlformats.org/officeDocument/2006/relationships" xmlns:a="http://schemas.openxmlformats.org/drawingml/2006/main" r:embed="Ra81f431f5d3b448a"/>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382436A6-892F-4303-B501-9C8AF41A34C4}"/>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C730283C-91EE-4EE5-8E44-1D4615F06278}"/>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6AAA9E90-638A-4332-9B29-5B0794B891C4}"/>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318636B4-A0E8-49F4-957F-D255824CCA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85307905"/>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E3FF8D3E-151A-4AD6-A8C7-EABED63E802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AAF39A48-2DCD-4568-AC5D-08187F35A4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BECE6735-B648-4AD5-A739-605D554286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59F6655D-D07B-4971-BA7C-0C640F0DD6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BD78A065-E153-4A4F-9E27-4E6DE98ED4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134108C5-38F0-4171-A357-3C1D89B2FCD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D034F696-09C4-48D7-992A-98FAFB05618B}"/>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5AFA2C40-86E4-491E-A4E2-E75013B562FB}"/>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29CEAB92-50EB-482F-8732-A5E7C401BE16}"/>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0ACD63D6-8D60-4336-9B1D-03A478F8EDF0}"/>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3AE9133-2CBA-4C31-9C24-A4F656B05D86}"/>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E1A6AE93-28B7-4C12-B4CD-8EF664DF8930}"/>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BE8B9586-4403-4746-A03B-34BC6ABF89F6}"/>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BB130648-8803-49C5-996D-6835C37F9F78}"/>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FD1E4A5E-0778-4711-92CC-FFEC2C043350}"/>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B2AC27A1-8C9F-4E6F-9AF4-0D4AD38A2202}"/>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E7ED061B-02AF-4C3F-B5DC-2E2FD0EFE19D}"/>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32FD82FF-0293-475B-9103-C3C39FA4930F}"/>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817EA3A7-C8EA-43FA-88BA-AE8CA5752B16}"/>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F990DB9-EEB1-4C20-9FCF-1575A2894691}"/>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133EA74A-8ED8-45CC-A117-23A8281550ED}"/>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D25DA7F4-CE07-4667-B22B-E4794DE9951B}"/>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C0ED79C8-4D1A-48C0-8CDE-E150E6DFE201}"/>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7254C649-6F22-42FF-B9C5-BECD0C6A348D}"/>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FFFEA723-5424-4FDC-A9E9-6E1F9C49E729}"/>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BA83FA8E-EA8E-499A-BFDF-C6B670C299A9}"/>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F42F0A0C-9864-424E-9EB2-D11A57048B49}"/>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A7295D9E-84A7-4AC7-B1B2-7FE71A19A2EC}"/>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EF959AE7-BA8F-42F0-A966-7C016B62D00B}"/>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A1D14E98-DA73-4E88-A093-02D6A68B94CA}"/>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339DFAAE-00A5-4AF6-8ECB-32045700496D}"/>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CDF7A8CF-350A-4CDC-BF3C-F97E635E7AEF}"/>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93E9FBD3-D15E-4EA9-8743-91580B9EAC04}"/>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93064C4A-6A55-4382-9A99-5F6A0C245494}"/>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1167013E-57EF-4094-9647-273AE1542F63}"/>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4774CDA5-720F-4ED9-BBB7-1B9258ED482C}"/>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2B835778-A4EE-45A3-9186-992A6CB42628}"/>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573BE353-E5B0-42A9-B083-A864EE8328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482396613"/>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E74FD882-377A-4458-951D-DFEB3F9900F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AD597219-C896-477C-A18B-86B67547E6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27F83752-B89D-41D3-B63D-984EFA0E064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0C5E0B72-C399-4925-8ABB-591DAD2029D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BC324F73-A2C4-4490-9A4B-36AEECD18D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21495100-0EE2-4848-9D56-44F789AE113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DA004D23-CE69-451C-806C-23EBA31C5C0B}"/>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B140FE07-65DC-4DBC-ADBE-77772C23D4CF}"/>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022CDD1C-171A-4DF9-BDD6-C8A12050AD9C}"/>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26403CB5-EEA4-4858-B690-D9A6321468A2}"/>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6291C96C-EC54-431E-AD98-532708967204}"/>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E9875854-1567-4D96-8BF2-06243EE182F8}"/>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A36857E1-4CD1-4219-9123-5C994BA2930A}"/>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D5C732CC-F54D-4F85-ABC7-479C6EB052B4}"/>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BDC14561-91F8-44A1-BD7B-51171A7816EB}"/>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11E22BDA-38EC-41D3-9545-FB2FF5CD5A88}"/>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7ADED490-333D-4AA4-A66D-A7F97F48BF5A}"/>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BE05AE92-40CF-4D6D-8657-50AF3D36E1C5}"/>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A544161B-7A82-425B-90D0-DF19DD4AB694}"/>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BA780FAC-2D8E-4615-851F-8EF7855DB7FE}"/>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242029CC-8167-4869-BAD2-1F00CCCCC788}"/>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4D0404BE-0658-43C7-B3EB-0E89DA4EE34F}"/>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A05792B7-8DF3-48DB-92AC-3A5F2A3DA220}"/>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A5E15257-849C-4DFA-9689-9FEE348B7DDB}"/>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7D0FD390-E4E3-4AEA-BB71-7C62F470FD2A}"/>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45B15110-851E-441D-A283-6416D8873B00}"/>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30D990A9-9EE6-479B-8E5E-76A3E6883F1D}"/>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61C79268-9FB4-4072-878E-DAE742D31210}"/>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C9A6EAAC-22D6-443C-879C-690027BE230D}"/>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C899FCBA-639F-4687-946F-C94D583FF212}"/>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C280C2E-DB88-41C2-8652-CE64B6F6B84E}"/>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4FB2EE49-1303-4B2B-ACF4-04D7CE27039F}"/>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E8AD12BA-3ECD-40E5-A053-60B985E8C5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2093686684"/>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AED84542-FA11-4D8F-8D4D-3798A781DBA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DDC10A80-B7C1-4CC2-97A8-115116211C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F1BDE7DC-A9F5-4376-A628-5C25235D56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B514DFCC-5BB5-4E20-8A74-480A6C455B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F3150C04-2B4D-40E2-9887-C2F13C7D6DA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AB7C99A3-BE05-4A2C-AE3D-E467CDA1299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777879B6-67BD-48CC-AC49-0F82F0AF4528}"/>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DABB041D-E94E-4F3E-9036-11413B9F063B}"/>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8A773F9A-FB4C-45C5-B0DA-746447B34F88}"/>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51CB1DF1-E511-4EB6-9246-8AF42B2F4BD2}"/>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087A70B3-A434-4784-A2B6-761DF0EFA344}"/>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41A4D5B8-DB6E-47BE-A448-F65E447444F6}"/>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604E4B58-955F-4215-A79F-56CF2DECE583}"/>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E9E45A9E-6ADD-4C74-A196-9491E347871A}"/>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CDD10919-FFA8-48E3-B3BA-CE42FCA1D3E3}"/>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37132C2-1812-4056-9246-192399DAC1E3}"/>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F2BAEE09-BEA4-4F5D-940A-D8B7956EBB6D}"/>
              </a:ext>
            </a:extLst>
          </p:cNvPr>
          <p:cNvPicPr>
            <a:picLocks xmlns:a="http://schemas.openxmlformats.org/drawingml/2006/main" noChangeAspect="1"/>
          </p:cNvPicPr>
          <p:nvPr/>
        </p:nvPicPr>
        <p:blipFill>
          <a:blip xmlns:r="http://schemas.openxmlformats.org/officeDocument/2006/relationships" xmlns:a="http://schemas.openxmlformats.org/drawingml/2006/main" r:embed="Ra055949192284259"/>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8E23513-EDB6-4FA8-991D-A02757A3E10E}"/>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9F28253B-EC33-4532-B202-99C8CE0A49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98639137"/>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3DAB3F7A-5772-4FC4-AD45-F83070E196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97E89C04-1AB6-40B8-88CC-22D9B2B281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F8F15266-F6A2-4E65-8AF1-5D2BB25A74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66B48230-CDBE-4429-BEBE-1CC3D94C1D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1C9AF75C-08BB-49D3-9CB8-C49B074B8D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30E6EA00-4DDC-4081-9443-5EA4429AA95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817B1D9B-25CC-4B62-A51F-F8674D3B9DD8}"/>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AE31DE8F-2C4A-4A9A-97A7-8D4C0BF917D2}"/>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9F360E3C-3773-4E53-AF66-278340D84F03}"/>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CE452373-9C9A-48D4-B926-3CAF687261B8}"/>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A66C7E49-6B27-4B05-B4D1-F232CFDAE097}"/>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EFB16CFA-EDCE-4539-A497-025A38B0449A}"/>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1C72393D-5584-4741-8656-51BB2FE78ABC}"/>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CC056D97-BD48-4134-BCEE-FCAFE1DA26B0}"/>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55F22271-3221-4BEB-9099-FB4B4C9F50DE}"/>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1ED592E4-446E-46D0-96C8-D927F9663590}"/>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042D4EEE-B1A2-4EAF-8211-8EB2263A0232}"/>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FB88C949-1057-43D1-8AC7-FC1E1B393176}"/>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3AC2366D-3691-4F51-8D1D-9113EFA69211}"/>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0B16826A-B430-4E04-BD57-F0E32CE76703}"/>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53A1D182-202D-43DD-BA19-CCED17EB1B5E}"/>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400C4D6B-3D57-4865-83DA-9D0A0EF37F4B}"/>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EADDF18B-179D-47E2-A43A-5EE293499280}"/>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24A553E0-7E5A-42C6-AB83-0593E56FBF1C}"/>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C7008259-CECF-4D30-B025-77DF82547B72}"/>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F7678410-01D9-4C0B-A988-A0AC20B4FAB7}"/>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338FFC34-8DCA-4E5D-AB07-98D24748533B}"/>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19A2ED74-A7EC-4741-A1E2-FC9E3AF169BD}"/>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BA2343B0-FCD9-49ED-AA65-323C2625D1D8}"/>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8E9C8DB4-76C6-4AAD-8BE9-47BBCDE3311F}"/>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66CD2756-53B4-4B53-9B85-882C24797805}"/>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3BB7A872-67F1-4061-A03C-470A7A616A37}"/>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C688408D-139E-4B97-BD93-8B1DB665FD10}"/>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0D8EE9B1-7B09-4EBC-8B91-446B92369827}"/>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060F2570-0818-4143-AB21-CE2221AAA426}"/>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18AB9588-4870-448E-B393-E5E6679636DE}"/>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F9F3D153-9FD4-4877-A67B-55F129B7CD71}"/>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D057F74B-1BF2-4034-9452-454835E4DFA1}"/>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79A303D7-D5F4-4B2B-9C56-9E965B658B2F}"/>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B66EA745-E083-445E-9197-7C8EA6276E83}"/>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45F88D3E-81D8-4E1D-829F-A00BC23DC1E5}"/>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D7936D3D-9F5A-4409-BAD3-47A66EDABF2F}"/>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A0C77413-C45C-4B87-A348-DF003627F67C}"/>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3013315C-FC4F-4761-8DDC-C2533EAF4518}"/>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245E6897-1DED-4F94-BE4E-FBA62853EA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32234064"/>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B370E778-9392-43B7-B336-C34405E7B60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B4B97499-57FD-4379-9ABB-81D90D1B4B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F1C7EF41-670E-4919-AE0D-A95D00BB34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6A2538FA-ECAF-4592-9C6E-B56A53305D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E25B3F54-63CC-4545-A4DF-BE34F75CCA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261F7C52-5134-4B13-873C-F30A026C8A3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4EB1AB91-AA6E-4ABE-907C-38AD08F5D5D3}"/>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3F6DDF90-1BB7-4ECD-99A0-D3A9657C60CF}"/>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1CB9E3AB-61E1-4782-946F-FF2A2E440628}"/>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6F802A6A-1B6C-4617-A532-0DAFEBEBF0F9}"/>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2B9CF33B-6BCA-48A4-96EB-2E1320C6B651}"/>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C153FA38-1892-4224-9F0B-7468F3C8BB15}"/>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F9BCB807-E9E9-49EE-913B-3BE01A375A47}"/>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9666564C-69FF-490E-93D9-8A3EF316E3B3}"/>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D2755BBC-1AEB-49BA-A667-92394F121AFD}"/>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CC4CE1E9-9932-4B58-9CBC-1F8360FA6C0A}"/>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4BDC0555-F8EC-436E-BE4F-60FFF57D579A}"/>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9366C8A7-BEA8-44DD-B9A4-DB794A49D686}"/>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9BAA1E60-83D1-4E9F-9104-0920133F8969}"/>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82722DDE-3062-4F25-AFF6-A5C8B2FA11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15057409"/>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315FFC06-4C0E-4F3B-9538-C6F358F163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8E853F73-908C-400A-9193-AE3CFE81BB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C0C9E288-E15B-4E9B-BC73-926250FBD4A6}"/>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2B394A40-352E-4F66-84F7-D6CCDBD161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C7D531A7-2616-4CF8-A5F7-9A608F5A574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3832277A-37E8-477B-8500-43B6B519A1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DAF4A5DF-97C5-40B9-A474-E64F560A8F4C}"/>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FCA21727-16A3-49B3-9D1A-0180DF399317}"/>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7345393C-BBA5-4285-9728-2ECB73E90BA4}"/>
              </a:ext>
            </a:extLst>
          </p:cNvPr>
          <p:cNvPicPr>
            <a:picLocks xmlns:a="http://schemas.openxmlformats.org/drawingml/2006/main" noChangeAspect="1"/>
          </p:cNvPicPr>
          <p:nvPr/>
        </p:nvPicPr>
        <p:blipFill>
          <a:blip xmlns:r="http://schemas.openxmlformats.org/officeDocument/2006/relationships" xmlns:a="http://schemas.openxmlformats.org/drawingml/2006/main" r:embed="R20cea1b265c6457c"/>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551CF27B-6D1B-4A3A-9FD1-BE59CA2E26DD}"/>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E80557C8-8AC3-4611-93D4-4CF6960F3269}"/>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C8C6D8CD-C08C-4778-AE68-7D6307129EAE}"/>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71851F88-A371-4134-886E-9638374A86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161397865"/>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7062430F-F201-46C0-8D77-854A2D6645C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B92927D2-1552-4BF8-995A-3ACA31D28D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8677F6AB-0883-46CD-82EF-99C05A2D8A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FEFE9D80-23ED-44E5-967B-296629B4C3B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086A9ECB-34F2-4678-B047-641F211D0E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4BB5EB98-D577-4D82-8396-6C90A1DEE0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A289BA6A-649B-4F39-A1C4-FA7292D71BAA}"/>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DE471617-FAD3-443A-B2F3-D853BA3EE7F5}"/>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5C66C2A2-7F17-4D17-8E3E-A879066227C1}"/>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12477824-2310-46BE-8428-1FEF38511988}"/>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79BB8FDB-FBF1-4B33-B67E-9B13E2E4F40F}"/>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0B329421-7180-4442-8A2A-FDE2AFFA9003}"/>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2AE115D3-F06D-40D9-A972-432F6311BFFF}"/>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0ABE32EB-89F5-49D6-98F7-9604FC62CC93}"/>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4143C46D-E100-412C-B70E-9F61EA4F37BF}"/>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54B942CE-2063-41ED-BA61-0A83E7F0A1EC}"/>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10F06D85-8A50-43BD-8439-E52BB54D9B5F}"/>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B5AE3605-2A42-4EAB-8816-ED9FBA9E6DB1}"/>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AFD6616D-A31E-46B6-B512-D75D7074B4D1}"/>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8142FACC-906E-49BE-BD4A-7CACFA792097}"/>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DA495CB5-8C7C-4CAA-AEB1-C0A86EB3E6D3}"/>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8837EA5A-0A3D-409F-843C-9A08FB1EFD77}"/>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80F8761F-DEAA-4B08-A1E5-5AF98D2A4AF6}"/>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3C59DD51-756D-4B91-B809-88CAFE773ADF}"/>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67DDA96E-82DF-474B-A6E2-7CE9180657A5}"/>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50940F57-051A-4486-B619-3DE0047BC7F5}"/>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01515C31-DDCE-42F1-8BFE-D7F6C937A14E}"/>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CAFBF6EA-BEDF-40D1-9755-96BCC79B11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354753923"/>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8111A5AD-85C2-4A35-9D17-67DFBDFF23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DA1C23F6-7A5C-41E5-80E6-E45A521BBC8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81600EAD-B018-45CB-80A4-D65BD88C16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FE3695A2-9AC0-4321-A750-080CC72EE81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3AEB8E05-8750-420A-A39C-BF34D60769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AAA36A82-EC61-4FF3-A435-91DD37ADF3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49966CBF-E9DA-4FA9-99DC-109785853465}"/>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B597FFC7-66B8-4304-B39A-567D78560907}"/>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F7FA75B2-8029-4960-A9BF-0B3561CAE9FB}"/>
              </a:ext>
            </a:extLst>
          </p:cNvPr>
          <p:cNvPicPr>
            <a:picLocks xmlns:a="http://schemas.openxmlformats.org/drawingml/2006/main" noChangeAspect="1"/>
          </p:cNvPicPr>
          <p:nvPr/>
        </p:nvPicPr>
        <p:blipFill>
          <a:blip xmlns:r="http://schemas.openxmlformats.org/officeDocument/2006/relationships" xmlns:a="http://schemas.openxmlformats.org/drawingml/2006/main" r:embed="Rca81be60251340f8"/>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285E8A32-2FDC-4611-BAA1-C297D85B0256}"/>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41AB2522-158A-4E62-8352-A5DBB9D7F793}"/>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9982AED4-A08B-4AD3-B7A6-5D7DE25BB81E}"/>
              </a:ext>
            </a:extLst>
          </p:cNvPr>
          <p:cNvPicPr>
            <a:picLocks xmlns:a="http://schemas.openxmlformats.org/drawingml/2006/main" noChangeAspect="1"/>
          </p:cNvPicPr>
          <p:nvPr/>
        </p:nvPicPr>
        <p:blipFill>
          <a:blip xmlns:r="http://schemas.openxmlformats.org/officeDocument/2006/relationships" xmlns:a="http://schemas.openxmlformats.org/drawingml/2006/main" r:embed="R83113eb465b54b65"/>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789973EB-8836-428B-BAA7-7A62528CAC72}"/>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B5A01F49-DFFE-41AA-A377-3506A9D65021}"/>
              </a:ext>
            </a:extLst>
          </p:cNvPr>
          <p:cNvPicPr>
            <a:picLocks xmlns:a="http://schemas.openxmlformats.org/drawingml/2006/main" noChangeAspect="1"/>
          </p:cNvPicPr>
          <p:nvPr/>
        </p:nvPicPr>
        <p:blipFill>
          <a:blip xmlns:r="http://schemas.openxmlformats.org/officeDocument/2006/relationships" xmlns:a="http://schemas.openxmlformats.org/drawingml/2006/main" r:embed="R9d8ced69f24c47a7"/>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B9E221B2-B2FD-4194-8A56-D429DFF3F253}"/>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CCFB91D2-FD7D-4770-83B8-397823BB02BF}"/>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E1E447DE-5120-4069-A745-DBFAF6FDCF90}"/>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9E287B2B-C1E6-4F93-BAC2-A87FF082037D}"/>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1D1FDA5C-BB2B-4014-871B-2116443FFEB4}"/>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770EDA4D-5F4A-4B0D-809A-A7D17908D630}"/>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5437621C-D141-415D-BB49-334605C08262}"/>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FA6C19CE-4037-421F-91D4-3B089FE5B4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440954655"/>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6FEE346B-271D-474D-BF34-7A044260A2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66491923-5D81-43A5-9779-A31FF2D9A91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3570AEC7-BA4F-4152-9B7F-9E8D279346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737CA677-355B-4549-B1A8-BFA79B03AA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77809E40-4E17-4AD0-8437-9CA73AD19A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4D090F02-BB97-4C9D-AAEE-BB27644B5D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8CEEC653-84C6-4BE5-AE51-3A61A3B28F5E}"/>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59B5601B-6B68-47A9-902E-B60037054DEF}"/>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3E7180F3-B7C1-453A-B3B4-604DA03F6066}"/>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F8C3AC64-7AE3-46E6-8BC4-8FAA10A59BDE}"/>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0631AC8F-3641-4236-9E88-BF46AE370E34}"/>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0D82300F-EC51-4F44-977F-E15CB6F7E285}"/>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6BE94270-0408-40DD-8685-8184064D0A49}"/>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40096DD-B3BC-425F-B330-3A017DB7EF1F}"/>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5952E7C1-2038-493E-A036-CB6D8670DFCB}"/>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3F37811B-E24D-4B4C-814E-5D5C27FC526F}"/>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A1DE66E3-3076-4AFF-A1F7-CA795E313381}"/>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DA82DB0E-971C-4A72-B102-B32048333109}"/>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846E8BB7-2F2F-4121-8DF5-C948B439E75D}"/>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A71181F0-F60A-461C-9622-F6D29266E7C7}"/>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97A18B86-7561-41D1-A7AC-258BBB00D8CB}"/>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E2F02E80-DF12-434F-9324-01962704F725}"/>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53A8A168-620C-4C5F-891D-1926E959C677}"/>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D8024328-762B-4433-84FF-12D3260A75E8}"/>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0995FEE1-D94B-42C6-A7E5-0C5956D5F706}"/>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E044403F-26C7-4EFB-8B31-6025940290FE}"/>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A6673F94-F59F-42D0-A9E9-DDEE10E9E621}"/>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F441DDCC-0A09-47FA-9054-52E89B1DBEE6}"/>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BB4010BB-3C5B-4658-A5C3-AEAA2653B82F}"/>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1EBF1459-E76E-4F41-95D5-2C0DB321C7B4}"/>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1B73D866-D9AE-4650-8C90-85B3151057CF}"/>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2D4EF010-6790-4A1B-9B38-684385117605}"/>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39DCFAD5-F2BF-41BF-9ACB-16F94CBA6C9A}"/>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7F807557-9EAD-464D-A7EC-12F54D21E66F}"/>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731181B6-9E97-4422-8433-094E23583808}"/>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3DDD6040-7C0B-4D85-A1B1-0A79065A9943}"/>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3CAD07C9-C405-4AFE-B257-35F5BDC2C41B}"/>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FB4A1BE6-6D8D-4EA5-86C8-181A91049D79}"/>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C9E17F33-393A-48E4-80D2-3853F70DEC7D}"/>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3FFFE126-25A6-43FA-8159-7C558D58DAD6}"/>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08AFF7F4-1201-4DE0-9BA8-10A8EDB382B7}"/>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7D434B2B-1D59-4312-9E86-FBB12E53D946}"/>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48F6B240-591E-4744-9D58-861135C38D66}"/>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07422619-8A09-409C-A96F-525B2EA9EF21}"/>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59839A0A-A2EF-4F0D-97CF-EAAD49D4D04F}"/>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17413821-8EEC-497C-B0C8-106EEE984498}"/>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463FFDDB-887B-40F5-A52A-C85C2959EDD0}"/>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CC3900BF-A348-4151-A467-48CB6BA13542}"/>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96ADF75E-10A7-4D12-A2EF-D2CC9E0345C3}"/>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462872E4-DC99-475E-9112-084E620DC92C}"/>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F6717968-5567-45D2-8B0C-A1EDD90C4AA6}"/>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EABF50DA-B34D-4FA1-9341-1E0C3E315B85}"/>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C412CE1E-8DE6-49FE-9D2B-E366FA65B47A}"/>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EF869434-5C7D-4336-84CF-BE0EA133A9E3}"/>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0A1A821E-F50B-44F2-826A-257060B0F20A}"/>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61CD9853-ED05-4818-999C-710893772BB4}"/>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6095758C-F24D-404F-80E6-4A0B367A98A1}"/>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E3CDFD65-CA62-4AAF-9DD9-E99F3555DE85}"/>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704555CD-7B06-41B0-BAE3-E1FDFF28D2A3}"/>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2D1A361E-F33E-40D0-8E32-FE84580F29A4}"/>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98364A65-9603-4B05-86B6-778493EB4B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398801714"/>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27D6330C-A91F-40F9-A100-EE86AADBC8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EEAA7994-1072-4196-B49B-033FC7FF8EC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87AED5DC-8722-4397-8252-9CEE8C50DD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C8CB05EF-E544-4514-A2F6-F81BE9B18F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72BBE435-BBD1-4CE5-83E6-B0D2A4B2FD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8184EA02-A7A9-42EA-9234-8F24530370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2ABF0D23-E1C0-4A1B-BE75-E447EDE88293}"/>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813CF579-8008-426F-AECC-7FC4D5851F7A}"/>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2530A06A-8BFF-44A6-A0AB-920C52ED23BC}"/>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2AD54EB5-99F7-4DCD-A7F7-03CC403C790C}"/>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FAD1DAE0-747D-4D2A-9DCD-DCCA08495CD4}"/>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E78391C4-CD86-4B9D-8B34-55A272CF5FD5}"/>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6CD51907-1BC3-4BAE-A6F5-28EA3224454F}"/>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97FE041-A6C4-41D5-BA7A-3BDF0B4DFEBB}"/>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8B154D16-58E7-4E18-BD4F-76B8698EF03E}"/>
              </a:ext>
            </a:extLst>
          </p:cNvPr>
          <p:cNvPicPr>
            <a:picLocks xmlns:a="http://schemas.openxmlformats.org/drawingml/2006/main" noChangeAspect="1"/>
          </p:cNvPicPr>
          <p:nvPr/>
        </p:nvPicPr>
        <p:blipFill>
          <a:blip xmlns:r="http://schemas.openxmlformats.org/officeDocument/2006/relationships" xmlns:a="http://schemas.openxmlformats.org/drawingml/2006/main" r:embed="R61eab79c5f9f4511"/>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8850A710-583F-4FEF-8E88-4B712A83D4E5}"/>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1EBEA3C0-9D2A-474F-BF3D-53F427B5DB79}"/>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9420AD7E-343E-4637-B660-3B64EFBC2B05}"/>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BB18EF1B-1026-4199-85BF-8918E21FBACB}"/>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0900A806-B35B-4A1A-B4B3-9259DD30BB88}"/>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EA50ACCB-CFFD-403A-82E0-55D7D5C8EBA8}"/>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E8B49BF3-3B00-4488-881E-B9D86090A4BE}"/>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34297188-1E36-4B7F-A024-9B1A52F45385}"/>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3DAB5609-198E-4374-A008-9F954C2B8F87}"/>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72A66E2E-7B40-460D-A758-62D2375D754E}"/>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0BC99269-E024-401D-949F-1992E1C85E61}"/>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21872655-BDFC-4A13-8DF1-37309F701FB6}"/>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8AA93EDF-F7BC-41DB-BE57-B0FBB4FF4AF3}"/>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23041526-58A1-41A4-A2FE-5E8AF956BA38}"/>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A5F9B0A8-341F-4EEB-9620-6A8D08AD701C}"/>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37DF6E88-8901-49A4-AAF4-183D75DBB3B4}"/>
              </a:ext>
            </a:extLst>
          </p:cNvPr>
          <p:cNvPicPr>
            <a:picLocks xmlns:a="http://schemas.openxmlformats.org/drawingml/2006/main" noChangeAspect="1"/>
          </p:cNvPicPr>
          <p:nvPr/>
        </p:nvPicPr>
        <p:blipFill>
          <a:blip xmlns:r="http://schemas.openxmlformats.org/officeDocument/2006/relationships" xmlns:a="http://schemas.openxmlformats.org/drawingml/2006/main" r:embed="Rbe44da90905249e7"/>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78D6FD2F-5978-4579-A9FA-99A5DE70E346}"/>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75EFEA24-940A-43C3-9248-754033D2A025}"/>
              </a:ext>
            </a:extLst>
          </p:cNvPr>
          <p:cNvPicPr>
            <a:picLocks xmlns:a="http://schemas.openxmlformats.org/drawingml/2006/main" noChangeAspect="1"/>
          </p:cNvPicPr>
          <p:nvPr/>
        </p:nvPicPr>
        <p:blipFill>
          <a:blip xmlns:r="http://schemas.openxmlformats.org/officeDocument/2006/relationships" xmlns:a="http://schemas.openxmlformats.org/drawingml/2006/main" r:embed="R573aea41d1a04a5a"/>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8DD8BCB6-4B89-403F-A58D-B164BA0AE7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36716521"/>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C683B23B-44FA-47C8-A689-A084129F70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C7973E65-F45A-44CB-B446-7A7B67A568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9F6D5B4D-0736-4299-BF61-B15830F197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EA9DFB77-C63E-4E5C-8907-1A89FDE407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E24F1B0D-E13C-4E6E-88F6-2053489603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38D6559E-2369-4636-8E27-7B283476877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A054FC8F-4B98-4172-9EC0-852528D89009}"/>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BDCF3E2E-7E44-4EFF-AD06-8C32D8BC7BFF}"/>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26A5C7FD-B8FA-400A-9C5F-AC033BD25D36}"/>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E9B72C3C-131D-4C05-96FA-67853F24F37B}"/>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FD552017-E023-4D2C-AA5D-97C7F880E407}"/>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41DD8F1D-4FD0-4731-A7A5-1DC1A8B9C2E9}"/>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30B7E59C-1B2C-4871-A3EF-BA5BC4CDD315}"/>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8FE50C3-BDBF-4F09-BAAB-86A57FFCEDDA}"/>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DB0B20CA-AA50-4DAA-87CC-27E46803E93E}"/>
              </a:ext>
            </a:extLst>
          </p:cNvPr>
          <p:cNvPicPr>
            <a:picLocks xmlns:a="http://schemas.openxmlformats.org/drawingml/2006/main" noChangeAspect="1"/>
          </p:cNvPicPr>
          <p:nvPr/>
        </p:nvPicPr>
        <p:blipFill>
          <a:blip xmlns:r="http://schemas.openxmlformats.org/officeDocument/2006/relationships" xmlns:a="http://schemas.openxmlformats.org/drawingml/2006/main" r:embed="Rd8f4590f9876408b"/>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04ABCF64-4E4F-427F-B876-6C6C6BC2579B}"/>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3081E6C1-A698-46E8-8DC6-808BF0B3EF9B}"/>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CEACE0AD-7E77-4846-BDF0-667A8AD5916C}"/>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308A06A0-7618-4313-84F5-7B925583FE38}"/>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13EFB98C-1EC8-4F8A-8EBE-AA301094310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FF553739-9867-499B-8DD9-1B0875EA1662}"/>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B6C78439-98E7-44CF-8213-C39160162303}"/>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C8033F8E-151F-4609-BC25-0D398019EA12}"/>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2F79DDDA-3231-4AEF-A78E-A899671CA2F1}"/>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0C12914A-40E0-4F86-9CF3-DF56765562E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12A71CF6-DB5E-418B-A16D-073264634CB5}"/>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4621FCBB-CFAE-45BC-87B2-2F26F04797BA}"/>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FF61D620-DA78-410D-A78E-EAE09B754C58}"/>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12FEC081-27C3-4AFE-BA52-EBEBFD742CC3}"/>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4C8BBB98-D98D-4F60-AB6C-C6FD68A0EF57}"/>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2C657000-2EC6-4E9F-9183-9216DC887041}"/>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63E6619B-5D1D-4118-B228-8046F24FA67F}"/>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F110BD65-30E7-4857-B57D-0C43B43A1983}"/>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16471FCE-3E46-48EE-9CEA-65A937FDB887}"/>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A285988D-246E-474F-B936-9F317E487107}"/>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9CF30330-82A4-4530-A814-0E6B66FEFCD5}"/>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F890CF72-2B86-4E6D-96B3-B1C66B03F209}"/>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E6573920-888E-4650-8BFC-26DE0C4AF1BE}"/>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B64B6267-D3D3-4D8C-87FE-1CFE4A3BC93A}"/>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DF6D118E-494C-44AD-AAB7-0FE70D0896E8}"/>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6BADE65A-994C-412E-A5AD-CC8455448E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64610602"/>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EB6B1DA2-F232-4337-9FD6-21098EA1A6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4B1E7BFA-901D-455C-91F6-470E60CC56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411729B4-CDEB-412F-B78E-4C0C18BEED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760B97E3-BB60-41D0-8A57-6250A6DF192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4635E950-9173-4BA0-9100-AD2AD70FC2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03CEB851-DCAB-473F-BF39-AEC4BAB0E0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4FC356AF-C679-46CA-BC83-1D89EFCAE22D}"/>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9CC70376-F8B9-4E21-9DB7-8EE0E6BA4FC1}"/>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E01A55C0-6092-4C38-89DB-7CE90CCF85DF}"/>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9686A5F2-64C9-4751-AAA2-F27A47972805}"/>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325854DA-185F-4FE6-8EA8-4301E3849D14}"/>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850FC799-90F1-4CE9-8B6C-CE6F083D1376}"/>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585C80E0-A3AC-4A33-AFCC-8406167F65CE}"/>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03777C7F-56DD-46C0-ACD1-F2A4C77DA824}"/>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96E69A7A-034D-4BD4-8F56-F4DD20F29EEB}"/>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A052D76E-DDE8-4AF5-9260-563941733FA5}"/>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7FAA2F84-A6DB-479A-AEA6-E3D71C322019}"/>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44FE2BDA-676F-4FC0-83F3-015EBAEBEC50}"/>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1579A08E-B3A1-4703-B090-5C682DC09916}"/>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A9D281EF-283A-438C-AB42-291813407F34}"/>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FE8B2686-E60B-47DB-BABE-EAF27FF3AEB2}"/>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EA719AC3-A2E1-40F6-86F4-DB004677B28D}"/>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93894D2A-E026-408D-B0AC-D22A31D64902}"/>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5A24F7C6-2888-4649-8668-741B800ADE15}"/>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F7E7E149-6D07-4850-9DD2-49FC1F568748}"/>
              </a:ext>
            </a:extLst>
          </p:cNvPr>
          <p:cNvPicPr>
            <a:picLocks xmlns:a="http://schemas.openxmlformats.org/drawingml/2006/main" noChangeAspect="1"/>
          </p:cNvPicPr>
          <p:nvPr/>
        </p:nvPicPr>
        <p:blipFill>
          <a:blip xmlns:r="http://schemas.openxmlformats.org/officeDocument/2006/relationships" xmlns:a="http://schemas.openxmlformats.org/drawingml/2006/main" r:embed="R14147b13aaa14959"/>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A656A77C-1297-4730-9865-A44473E2FDD7}"/>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4E7C4FFC-083A-421C-920B-6CB568988276}"/>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9341A670-B8E3-4F9D-8C33-7BEE98998A78}"/>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6ACA79B2-ECB8-4D9A-BB43-3DE9899A4AB0}"/>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C98877F5-46DC-48CD-9331-E8BA477EAF85}"/>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8812757E-901C-4AFE-8CCB-9224F958D4BC}"/>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BC64C6EC-65F8-4E17-9FB0-172D899FB705}"/>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4F9BC0E8-E1F8-416F-8948-56395662D4BA}"/>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58CC64A5-7F32-4C03-9F92-8B59722344D0}"/>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C5C05A4D-7837-46EB-A578-E12189974593}"/>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827700B4-7382-4F56-B78E-573644F6752E}"/>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B81B3FEC-25EB-4B27-B87B-CDEAE70B932B}"/>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FD675EE6-F0CD-4CC4-9A11-4508252E9362}"/>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5864C1BC-402C-4C86-9717-9440694B0BB6}"/>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93E04C66-8810-4C0F-8E60-119FEA0880D9}"/>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ED5D0FED-05BA-4314-B6B3-33A86782632D}"/>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A3EC6C2F-F5FD-4AAF-BC8E-C8015192FB12}"/>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B72DC5AF-6C32-4465-8C8B-57210167C2F9}"/>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DDC86201-58E8-45CC-94B6-CC8FE2A50F23}"/>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9C385BB9-0B71-4527-B7C3-471895C79D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85443948"/>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57D24E83-EC7E-44DF-84D6-9D46B1CEFC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D6F5A992-092C-493A-A6C8-9B0212DA9B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73D72A6B-0B14-44E0-8BF2-393480AC70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5D564CB4-A0D3-4E8B-8A7E-0B997243F3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C9CB822F-077C-4B71-9025-7A58AFA334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D2CC1F1C-156C-4C8A-888C-4F582D11F0C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6A5BCE17-7624-4EA9-8946-03D64910155D}"/>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F6AB0E79-CB2A-493F-8D78-A2DF69297983}"/>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BEDAEE63-94B8-416E-AACF-54647A2E5674}"/>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9AF6FFD8-D983-4C8B-BFF0-CA7F45F605AE}"/>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17ECB751-C0B5-494A-A183-E9A721D1916B}"/>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0637049A-2E15-47FE-84E7-3182858FE30B}"/>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944C1149-49D7-4E64-AE45-6360B955B891}"/>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F29843A7-371F-436A-AFDD-EACF3505329B}"/>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7EBD8DD7-7DF6-4A30-B5AA-A2363A718305}"/>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3F0F69F0-280A-45B3-948E-73F6A9680E0B}"/>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48BE40FA-555E-4FCF-9E44-A1483AD1A1A4}"/>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6A886D27-D4AA-400B-8AAD-DF5B298D3148}"/>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D3A13141-E5F2-4CC8-B706-6313CA1A60BE}"/>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6F29C2F0-1AC0-4185-A62A-D7E9E4CB66FA}"/>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E6F3DE62-2205-42FA-A41D-E677A7EE93B7}"/>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0F450F26-933C-457A-AB1E-DA4A4E79B49B}"/>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C91A3C43-053F-4138-AD8C-96BDB706AA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439224354"/>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EF6EA009-760E-456B-AF75-E53452BF17D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88F9D573-7A2F-4FBC-895E-C3CF8E11EF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7D5EE683-367F-4372-8C75-47CD2E15A2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C40951E1-B160-4517-8E59-7C92E89053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6F5D393B-24BD-4AC1-827E-A8F2B1B367A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C6BE45B9-509A-43AD-817C-AD01685158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EBC691C2-8B95-49EA-8D64-64CA0D824AA6}"/>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DBC36090-C70B-4BD4-B32E-FC2528D219B1}"/>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09612ABD-B602-47A4-9FCA-F22A128774B1}"/>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BA3A4C10-241D-434B-A24E-913FA2F09F7E}"/>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60AA9DAA-EEFD-4E5C-B0CE-8180984B9BE2}"/>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F6920929-B224-4905-BF08-13F182AD6C8A}"/>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3949D08E-39EB-4EB6-BF39-7CF8EE5AB107}"/>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37A603F1-AE42-4B29-989D-AC507ACD0E87}"/>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A04BD6DB-FFE2-4BFC-B866-571D84AC2CD9}"/>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74229B69-A462-4C4D-9A2C-6490E309A743}"/>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5C00604A-E119-4388-AF6A-92B43F7E7A3D}"/>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ADE8162C-95A2-4179-8A88-6C5F3DBF2703}"/>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EFC8A53F-14FE-4D52-923B-5BC8EE3CDD0A}"/>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8E4C1164-9E68-49A8-B211-DEDCB59CB812}"/>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3762F276-4DC2-44C1-94C6-972D37E7B5B6}"/>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53BC4230-6B3C-422E-A97A-411139811B5C}"/>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1181F5B4-98A4-4016-A1B3-FFAF828BE894}"/>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84FBAFBA-BDB5-46EB-8E49-D5CFEA7C2585}"/>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7948A63E-E0AC-4BA0-96E5-8150027713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4149459"/>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A76B4640-4434-4EAC-B859-CD4B366ECA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A7EB3764-7FD9-4D7E-BD09-5D98CA8FC7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65873C9D-53AE-479D-839A-E83A5ACACE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77951146-432D-4C58-BB95-182BF615E5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853E258F-DFDF-412E-ADA0-1FED078AC92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D0F1CCED-4B6A-42FE-8A90-1975F3D919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3AC44D27-B705-420F-B06C-0012426F52A7}"/>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6F83D19C-3D67-40CA-923B-9626EF91D823}"/>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FC4E70FF-A083-4B57-9044-3D2A83B452D9}"/>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9C0FD022-F375-4A63-A876-8C67B5B4F492}"/>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DC62642A-7645-4599-A2CF-9FB6CCE7039F}"/>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B3C4D965-DF7C-4E07-8AF1-6DCE23BE775A}"/>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489CE2EC-C5EC-4DB8-926E-E9E35C827AAF}"/>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C411AAA1-C87A-4A70-A734-A1862188F00E}"/>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108B9681-26CF-4FF8-AEBA-4F5F296A782C}"/>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065770CE-6B2C-4396-9985-F5DA7D2BEED5}"/>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61B8E574-3B1E-4F50-98BA-D226B08CF21E}"/>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D6B4E0C5-6B87-42D6-A5FA-772BBFEC5850}"/>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5E34D504-833D-45E4-A635-6B664F7556C9}"/>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28D0A610-F528-4310-A614-3A010D8D67D2}"/>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305F21A8-8164-4CD8-858E-39A089F76A7E}"/>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C8E4869A-8384-4F30-8546-6FBCBE2B726C}"/>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C3A6CACB-5C7C-4DAC-BA25-2D364D4A2A66}"/>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452D49CB-6BF7-4860-BD4F-EE63F6A5BFB6}"/>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922FF6E5-7758-42A8-912D-DEEEF0F60E0F}"/>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C843B64B-99EC-460B-8264-17BE07D684F6}"/>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A5A61ABB-AA39-4C25-8443-C25AB32B6069}"/>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6BE496A6-5780-494A-BF03-FAB959F59B6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B1A976A8-19D4-41B2-AB5D-0DC79FC92A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556997857"/>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67EED420-93D4-47CB-9D4B-DBB9CCB233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E6C024DF-B279-4D92-AE7D-C0DDB9316C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E95182AF-2590-4FB1-B66D-7FC85E4C7E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9DBE75A7-0638-423E-A74D-776E93EB00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D5DF9BB3-7E87-46B8-8815-DC7A816883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91B7AD05-A94D-4C41-96A6-3779B7908C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9A5AC79F-F747-41F8-9F48-FDD768B311C3}"/>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E0B561BC-0ACC-4DDE-BB85-0CFDA3ADD3BB}"/>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492670BD-F968-4286-8199-EEE363896035}"/>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0A55E53C-6C67-41E3-88CD-A07B17D81C2C}"/>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F3E3E8C5-C2BD-4EE4-91B2-CF2E0757EDAA}"/>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19B10ECB-1353-48B7-8D43-5CE97E722174}"/>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93C7895D-CD61-42C7-AD00-4236BAA3C28B}"/>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5C470FEE-2D4F-4F0B-A3C6-2766E4B04B7A}"/>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BE40BC8C-DBFE-4486-89AB-D235D7043FDC}"/>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E457E111-910A-495C-B248-25D1B2826C54}"/>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79C396C2-5724-43ED-8551-B0BBB2BBC999}"/>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8634DC8E-43A7-4714-BBAD-EA219EAA0047}"/>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C8635410-66E2-46E8-8D82-1921B11A18D2}"/>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76E5F8CF-D8A5-446C-858C-FCDF90890FE4}"/>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E744438B-2BA9-40AF-868A-CEF08BDD5736}"/>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A123DECB-EEA6-4294-A6A9-1B5D71DA2B94}"/>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3CD6F01E-0AC0-4993-AB6A-0B0283DF63E0}"/>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C6D4024C-1520-45F7-84DB-FA79685DD624}"/>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38B95160-2AFE-453A-8B19-F636A90B5625}"/>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CFE0C8B4-B924-4A63-BC07-10DE4592FE5E}"/>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48F9F9EB-AA92-4BD1-ADA9-AEEE7E767F7F}"/>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7339193A-BDEE-41E3-BE8C-231E8C18F2A5}"/>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1CC733DD-8342-4255-9DDA-D9701A1EDB7F}"/>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B90527DF-98DA-435B-85B0-637BB8698AA8}"/>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DC73F2E1-6105-4FDA-AF50-586F7204FC31}"/>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7A9F2FDB-9946-4067-9992-6C3BF33A40F7}"/>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9BFEB157-72BA-48E3-84AB-FAF2BCF3DE39}"/>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9989B42C-6AA2-471B-82BF-0726A9930F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51627996"/>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B62FD8D2-75A6-4E10-AED4-3604F4FE7D3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C62DB0B3-CB28-4F65-ACA4-E56D0E5FDA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D6437E21-B500-438B-A4B6-40AC60B0B6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5CBB10BE-62E4-49BB-BE92-55D52385A02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E903074F-8F6E-42DA-82CD-79E5FBE6CC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11AE5E1D-441F-4594-B49A-5855B2C93A7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DABD9E05-4872-4F85-B1E9-DB7D12C4AECC}"/>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C293A2FD-2101-4D0C-AA1A-CF292174A67D}"/>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D1D75083-9F9B-4362-AF41-F51DB6B5E01A}"/>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8BA23FA-3A43-444D-A070-B7EC63B532A0}"/>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D7F63838-402C-4E37-86F8-6A19F719A76D}"/>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18E1F667-80E2-4112-9A9E-71C1C40E0464}"/>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0C5BFE44-FAA5-40B5-9552-3146D58C3136}"/>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0DD1C334-982E-4BF2-85C4-131BA3C28D3D}"/>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31476A68-EDC0-424C-95B2-FEE6E9C90920}"/>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B9CF340D-343E-4F9E-9647-6EA3D90D664B}"/>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AA26BCFB-71FB-44C4-BDE7-4A85DAA7DA83}"/>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6A3F7CB3-5091-4A34-928E-F3F59723947A}"/>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52EF706D-160A-4175-B57B-1CFF4C0526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66099836"/>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7F60771C-12A0-47C3-BBF2-01E7EF1BC8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6CA953DE-F90D-459B-B401-714E9F98A98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09030701-12D6-4579-9E63-1347AB80E4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0386D551-BD09-4C69-BC2B-86826E6684C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566E9DC4-C09B-4ABD-8774-8F9D422320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EECE4C7E-DCF4-439A-BBB7-5C3A2CA8A2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4D4FFCAA-D202-4503-BFDC-BFE71FEBCF0D}"/>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B339FF95-5337-4842-BB91-E2C68F1C7B25}"/>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8E577C35-680D-4A9F-B259-2C3D85012897}"/>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1BD90F07-5A1A-4D93-895C-B2594666A208}"/>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16DC2CAC-86B2-464C-85CC-9DE8A53FB3DC}"/>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6A03309A-59C1-4C46-B692-0FC8667D8125}"/>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E0E098EE-21AF-4F37-9E94-E46EE1CED49E}"/>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ADC49B7B-4198-49A2-BA4D-674646BF4121}"/>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9D0802C2-17FF-4964-871B-6D39E5E834CA}"/>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045F3708-1639-4446-AF5C-8E6380A2C368}"/>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E6A2B82E-129F-4369-9653-86EDF7C50151}"/>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4149816C-369E-4912-B538-6FDFC3B24034}"/>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1124A919-BD40-4EFA-8F0F-A4B7CB242123}"/>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3FD60C16-2BE7-4D2E-B60E-8CB108CDEA53}"/>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1597A8B5-FC17-444A-9D3B-17C2FA00FE06}"/>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C5D81B12-63F9-40A7-824D-7824243B3B97}"/>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E1D1709A-9984-4179-8E15-8CD11EC30D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34798252"/>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9374C664-08C0-4686-9305-43622E4784B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BBF51909-D83C-4E26-8308-CBC1D0D3A0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2AF49509-5C5C-4E46-BD94-932CCECFDAC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455AE839-3CE2-4488-8142-B70FB3C91A0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8BA20472-8712-4F65-B63E-45B7332CB6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5B8BAF71-3CFA-4995-B069-89360316D3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5E2ED6C0-D2F4-49CA-A701-875A09921BD7}"/>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44E4CF5C-4B69-4F62-9CCD-AAFACA60A58F}"/>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3305FF39-122F-436F-8BE2-1D9B2AC61EA5}"/>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D070E2DF-8A55-4C5F-856C-0F1A28F11E89}"/>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2E7D3D8D-7685-4ABD-9BB6-FA04B740CE34}"/>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8B7F10C5-9CD5-49AC-B6BA-04F5A71A3A54}"/>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67F4DC9E-47BF-476B-95A8-C2AEABEEE2AF}"/>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8E25D367-CE76-475C-9E83-F4CC46D7EAAF}"/>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19F7238C-EEEA-4991-B835-DD4C3AD757E9}"/>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6D277C54-8B42-4C6F-9D0C-8A667104BCA0}"/>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55366DF7-167A-49DA-A771-5A785C30A854}"/>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85CAECA3-E644-4766-ADBC-44F1BAB59C52}"/>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E99F6082-C82C-42EB-A9B2-74162CB8EADD}"/>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3F74A337-2534-40C3-AB68-5FB9C8318702}"/>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6FC10198-D206-4EBD-B657-7418F8F0E3D4}"/>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6E526101-02DC-42A9-B32B-F5CF8F07830E}"/>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ADA920DA-7BDE-4601-9E4F-D100E25F9E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690908557"/>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F27B7E3D-9AD0-4FD6-8335-68FFED156B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4C197954-A958-4E62-8889-52AE7F564C4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EC6DCB42-130E-4844-9414-135F72B3E9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054FD4F2-2347-40B6-A78E-4BE9029EBFB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616AE680-7AEA-4681-8F30-1E6698AAC6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85565087-F38A-46E7-BC69-236DD1D58E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551F4328-9B08-4178-961A-9DD17792CCAC}"/>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3594B53B-C7DF-4F12-9903-AA619EB13911}"/>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540ECF66-E63D-4E9C-A374-BAC24919133F}"/>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DD0D8165-3EFB-4D08-B780-5CD99959153E}"/>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83275EDA-E1F4-47F0-B5AE-A46B67B70270}"/>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FB4185DD-3202-429C-845E-256BA040E4B4}"/>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4083E01E-A5F1-41E4-B612-CA2B46F49A67}"/>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7CC9FAFB-AA28-4B0C-A6D4-8E1EFCCFD958}"/>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D5D1EE05-4625-41E0-B5B6-83867524F861}"/>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C0C68D40-FD7B-4E20-871A-0CE0D859A809}"/>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8BFE9D36-FCF1-480F-8C27-2C267E8FB1F7}"/>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4E70E33F-FDB6-4A8A-ACA5-71C71FD641D9}"/>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21CE5386-D68D-44F3-90FA-F7924A0A3962}"/>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E038D486-1D01-46F1-9228-C777ADF9BF93}"/>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022BB8A1-9D88-408B-951B-FA2DDF111572}"/>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0226FB2D-2B87-4748-BF64-A19091505921}"/>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89C13BD1-79C8-4AD9-B549-9FF0D408F518}"/>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AC66447C-0D6D-4F26-B053-46CD23EC6955}"/>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F28A69AD-C591-46FB-B771-C5D7FCCE28CA}"/>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F5601BC2-A69B-43DC-9BB8-2C106B9EC26C}"/>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EAC8D533-E744-41B3-99B9-6B0736C48E01}"/>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9A262E22-D344-4C47-9BF3-E29B9BC84396}"/>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F6C65D09-19B0-4764-A141-A1CEF9115DDC}"/>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03C510DD-8641-4C28-8F9A-DF8345D77E3B}"/>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0C1040DD-0B35-416B-B82E-0034BC3B7B92}"/>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9AE2B7C8-D825-43DD-BF24-077408C1BAB5}"/>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D20329BD-F61C-443F-AC51-B1F79B37A434}"/>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6629B595-76DF-4125-AA41-292211DD6CFD}"/>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B6334BDE-0A8C-47A1-AD44-E8D20B287BBE}"/>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2C4E1B9B-C232-4CC9-B3A0-46EAECD49B62}"/>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37F41B1E-F79A-4D1B-A51A-92ECDEA7024C}"/>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90201173-8F00-42C1-8599-21BE550E92BD}"/>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31F972FB-7709-41A4-BA9B-D1735595FE3B}"/>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B2DA7896-A714-4DC0-8840-07887C2424F3}"/>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3BC85349-F12B-48A1-975F-436DB97DEA67}"/>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69522389-D19D-49A0-8A1A-24D20A30FDF1}"/>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B3AD4FB2-BA6E-4E38-9764-EC4A0D8D2CDB}"/>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6EE50903-9F6E-469B-B6BB-738DACF7DD11}"/>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8230A4EC-0B14-4820-8C19-1EBAD0297CD2}"/>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03E6B90E-1F48-4E5C-BCA7-66C390DA72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17851831"/>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A5EA81BA-0FDC-4202-810F-B266197B621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D5961B97-66B7-4F30-90B5-909262487F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DA4733FC-9A65-4124-B676-3E377FF9F59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5099544D-7775-4C1F-BEF4-69063C389B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5B6E01E7-BE1A-4A0D-A817-CCD4BBE9EB8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5DE405E1-3283-4386-8F03-59949531471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A69D4DEA-AB1B-4CDD-BDF5-FC190F1CAFDE}"/>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FF0DC176-7131-42B0-8186-1A01230F143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332959C8-3812-4CFF-9475-27930C9DDFD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6328DBF7-6635-45F2-B01D-50A779E8DA2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B0515A5E-897F-4439-957B-24394BC6AA0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CC9D409D-04F3-4D95-8D70-F7E1F49AB156}"/>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E1A4252B-9B00-4301-99D2-6F1272D8552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9F086624-52B2-4439-B724-37A878C7AD12}"/>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CF01EA2A-E3A8-405F-B8C0-5561EA0CA55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5F2F9CED-89C8-489D-8C8F-83392A56FED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F71960EC-FE88-4303-B71F-1C0BE2FF323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308FA86E-463B-4B77-8A35-6756E855217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88AFEC95-B746-418B-8004-9F69340F77B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269B99D3-3F19-42C5-B9F6-F7184A81304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C536CAAB-9819-450A-A897-A8D118140C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62141553"/>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45E30364-4227-4794-9F76-55DF6D46C5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B0AE9A61-4D91-47A6-9D92-D6D4BC4B32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F1079DBC-0382-4AF3-A10C-49EB8DE719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35E0C42F-1B86-489D-8D5A-7C2D558956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036639BB-3E51-43C9-A500-6B0C9544AE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E6891997-0C9E-4B3E-A438-150F77181F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876F77E9-B340-4D02-86A9-EBF8B0FA504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530E178A-9D6B-47DF-8412-4AF171922B0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181226D6-71B6-473E-92CA-AE9F9054582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82FCEDAF-2F3E-4FC1-907E-68FE279C033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D1AED70-C338-4FC3-8695-1659A21533C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27E8B77-6F07-4C01-B672-252EE5228BDC}"/>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4BAB685E-7636-415D-9CDB-9ED3C53403A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CC81C7BF-D789-40A2-9AE2-1B0BFB4A45C2}"/>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C143ABCA-05D7-48B0-AA2A-88FC349659A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12528681-6128-4C00-9B87-B2EF68663B42}"/>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D83C0803-DDD8-470D-A7E4-658E3401E47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EE47080D-DA4A-48B6-B7AE-BF712A300B3D}"/>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5473B0CD-3437-4762-8D86-021EC153204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4467818A-C12C-45A2-8C47-B604C47C9D9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B1B8FB6F-2462-48F6-BC08-80B219A981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69169771"/>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AC359418-9DFE-4085-B96C-558C93BA18A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80BEE24C-17E7-4FBC-AC6C-2331DD0397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1F17E1F0-5F17-41B8-AA4F-85FE56840D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C99C775D-B6E8-477A-A35B-57099F207C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B3E0AC3B-19F8-4016-8DEC-8F610ECA251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C5B7EBAC-9378-4265-B00B-1FF45DB51E1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66084880-BE4F-4FEB-80CF-1790C79618F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C7F66B4-5DC3-4F8D-9851-4428806D24C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1275F2A8-D258-491A-90EF-9024AB79B6E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AEFF0AC9-60B2-416E-90AF-00F516B59D1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B5E5FC9B-E31B-4874-BE28-C3C039147C8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04812E0-2FD2-4469-B154-82E579B8B136}"/>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4D188940-0592-4D77-B0E5-86D368E607C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E795355B-F53C-4D79-A2A0-A44169FC60D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C60D3A32-E9D1-48C0-9B8C-F240897D859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30FD76A4-A5A9-4359-AA68-CF4AC749095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62AB8C18-3438-4288-A493-E55E72D4B589}"/>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082C0E04-CBA4-4DDB-9101-BC01FAEC9E9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99CCB506-0730-44C2-84B4-18452608025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BC7933CB-DF99-4A55-ABA1-F8201CC308B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2C378537-E878-4D63-80C6-5A28D19B0F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73624188"/>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6E34F641-B47D-4F30-B90D-56800ED063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A77ABAE8-9F04-4230-9A62-6C683B0979E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5EE09FFD-6F2C-446C-9819-95CBFFF74C6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5832D32C-C2BF-43BD-9FA5-8236287B92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79A13C05-17EF-4360-B967-65682EF2DF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1F054E33-95AC-49D2-BB7E-50783BFE25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27E309E6-B3F2-455E-8B8B-E67D662FB8B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51624B4A-3F57-4B19-90D0-294675878ED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40FEAB89-6B76-420F-8C2B-15FCDCDE2831}"/>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6B4057CA-F082-4091-9FAD-5015299EF69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96F559BB-78B1-43D3-8214-32FE830138C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778165B-BD83-43E7-8980-67B52117173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7B5CB1E6-335E-44C1-968D-EE03189759B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6BFF6FFA-B758-4292-BA0F-9E8E7A570AD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002B4F41-E876-4820-AC80-22DE4BA9B49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6580491A-6816-441C-B9C8-E2D6FF63830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82F6D11D-2D70-49F6-8920-437800D01BD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E99F06AA-44D9-4DBD-BE5E-E5203C9FDD2F}"/>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BDFEF38C-EA33-4B43-81E3-3B0FDB24E1C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B46D167D-93BE-4A5B-AD50-03D3373C883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3B8CE93B-F7D6-45BB-BF28-0BE67A96F9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69702092"/>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B0F8CBB2-F487-47EA-8057-293DF36FB3F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C86AD78A-62F3-4633-BDCE-DC2DD76DCB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CF0877DE-173B-4AC3-9341-CF840BA790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3EB6BA3E-5828-4666-BDC0-918932B8660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052F36D1-2B4E-4165-8964-CE2B2C45FE6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57E959D2-F62D-4862-819A-208CD1A0D8C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04CC2E4F-02D2-4AC1-8F6A-9B1A2562819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5F3AC2B-79FD-45DB-9565-5D781882DF82}"/>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1CD28234-7831-4951-AD99-0373AB7F037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BA8932E2-9786-4C28-BB75-3A7D70EB1A9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CDE5121-1E40-43D6-A32A-2416D497037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6438B4A-F9B6-453A-8613-39E050D462C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934672E8-C55F-49DC-945A-EDF1BC10E3F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3739D394-A6C8-45E7-99C6-4CB8620830A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BCB76364-DFD5-4E5C-BFBA-97B034B6DF21}"/>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9C7D9EC6-4692-4365-AAFD-AB7A27B7E99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2E794947-4AB7-4CBB-A819-DFFF8E17F08A}"/>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2A1433DB-1A3C-4407-A602-15C73FB5C42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4FF6EE9D-678F-433A-9CD8-B1562B71EA9C}"/>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32034DF2-699D-4108-8B5F-2E7149E0C4C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B7BDE82F-2632-4810-B56A-97E9FF29C09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02650999"/>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47E87DB4-930A-48C8-A59A-0A6CAFBE3C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E3458131-CD9B-4007-8D9D-847CAECFF0A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0AC6818C-A008-4078-A944-92791B42D4F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C94A2EDF-0356-4B2B-89C0-85696DB2AD7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60163C82-BA80-4490-9220-50ED0D0F22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3A1EFC63-51FB-4F78-BA7E-53EB96ABAA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D8BC1851-C4E0-4C16-A322-24BE68C0751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8F70C62-443C-458D-8845-4EEE72C302E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AD4053B1-F58E-43B6-8C0B-C057B6369D50}"/>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48CC1AFE-9494-42B2-B0B5-789BCE8BA9EC}"/>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EFE75F1D-7498-485A-94EE-EC5B508D420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F23E53E-FCA1-42FD-B51C-87EA7FF4338B}"/>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DBD7C803-DF03-41B4-AB36-05F1BA5BBF7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A4AA2B11-1FD1-4324-8A01-4E3ADC73B4F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81934CD3-012B-428B-A2B0-32E9CA0977C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F276AA87-5F06-4CA9-8C0D-D2EBD9E95F4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33681C8A-BD7B-454F-BF7C-85D91F57F2A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A9E9905A-1889-454C-BAFF-79EFF255591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2625A9EB-8C94-41C0-B886-C8627EA96F0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F124533E-5A98-479C-873E-A9F3B8B1F29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60D62B99-8C13-4A83-8F39-4CF7FD0EA6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22875360"/>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3F39731C-F48D-4981-999D-97A4B633DA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41452452-31DF-416B-AADF-112671E32D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0C8CFA57-B782-4736-9402-3B0A5B7C23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FD688A10-ED5A-4214-8F60-21553B7F50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7D137DFF-AAD3-4B10-95EC-C43B2737CD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2EA7C3D2-8007-4224-AA02-EEC03D2F976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42581BD6-86E8-4839-A0CB-ED48047C998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354569A5-CB26-4A10-91EE-6789070B980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BF0727A8-E2C5-40FE-B3E3-61C47F4DAA2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F3D7D25A-968C-424F-8AA4-27F8420D19DA}"/>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230212A-625C-4D12-A8D4-503E6661E5A9}"/>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D686939-3DD5-4ABD-BC00-67F01A400F2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EB8F67B9-556F-4983-9A1F-92107567F71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29B37BBE-2483-4410-98AB-273815A013F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31F5ED52-C92C-444D-A5CB-6EC0E71B4EC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9BEA422C-A8B8-4962-A732-349813284D0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255DEB78-7FDB-4469-88E3-D2472C687F7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DE8AF2EE-2F57-4487-834B-D40C8954467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086853B8-B10F-4EAD-8679-9E57DBA9D63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E85DAE81-3827-4E3B-A3B3-9CC3B44D016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BE2AAC4F-61C1-4B00-B663-50E1378D92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4463780"/>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B308D2A8-212E-4F38-9466-A48EDE673D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146C3024-A651-4AA7-93F8-B3BF7584B0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6F88AEBC-0D65-40FF-AE7C-2B4484E8C0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A67EB660-E755-407D-91CF-4348051AC45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6376A6F6-9FBF-4B61-A342-80E3FC508E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96B733C8-2A2D-4145-A527-CEFAF13452A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1030ED47-EA9C-44A1-9961-714D94DDD744}"/>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56B4BFD0-E4DF-4664-8562-F86A7FE19F6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30B9F259-1DC3-4142-AE75-A4A644E50058}"/>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0CFFE484-5C6C-465C-9B52-2B7578D7F74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D293BE0-4B5F-4A31-8A89-337CE086DBD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A37C50BA-7D81-40D5-9EEA-9120A1B4F16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DA282575-71E8-411A-8DA5-55AE50B9124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AA26201B-2AE5-4B4D-946A-4D9780283CA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D1EBA103-03F9-471B-907B-F58904E97E3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0A4C24FA-32FC-4D53-B407-DCB3E78CC2A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9CFF3BFC-E2C2-433A-86F0-00B619B8C96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264AEC68-8719-49FF-8EC8-2F0A80408662}"/>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4B5CC76F-C946-4047-A2C1-EF7D7922307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7E01A13E-3A11-4D6B-8F66-6A1C7D5327B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A066DCDD-F2FD-4248-A316-1078FD4830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67640847"/>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0E1163CC-07EC-44FA-8260-8C871891DE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0A555BB0-C70C-4336-B5A1-CBD4E96B6A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BF48E5BE-63AF-43AA-833D-33F43216BD9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23387629-F4F4-4BA9-815E-7624275EB8F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71055DEC-08E2-4513-84EA-C7C383E92BD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7B625B7F-CADE-49BB-B49B-8CB4B4B4066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28E7E847-66AC-44F8-8646-9427C9D6B709}"/>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C6C71A15-492C-4760-9DB1-B65C5E1F6822}"/>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47C99013-2FEF-406B-88C9-9A4D1803C127}"/>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A633397E-97AD-4645-B206-AF127EFADC04}"/>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33EDBBA4-BC89-4307-AFA7-5EADB64CACFE}"/>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0EA10727-A8A9-4844-A145-76A28F3562A4}"/>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6F40F5B1-A456-4686-A900-CE3F69CB86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52394867"/>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932B8864-3752-4FA3-9EAC-67A7FAED79C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90029E01-8FBA-4A53-BD85-7BE6AB18C31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649941C8-AE58-48B2-84E6-D84274EE0C3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583CD70D-0F5F-4E88-9A62-AAAB2AE3F7C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D957B9BF-F30B-475C-BD46-B3A6A460D3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633B7952-5495-40D9-8B52-5B238745FA8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8E448DF9-DF18-4F4C-B2FB-8FAAB0D6865C}"/>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85D54D19-1249-480F-8C84-7933FDE3B24D}"/>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5D781036-A0D4-4EBF-AEF3-947A3A6F2394}"/>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8663F636-1CA4-4C19-BB0C-2B7FCE272DEF}"/>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7307EF41-A1D4-4599-95A3-3CB1A1CCD945}"/>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5B1E4CD7-ABF7-4FF4-A16C-BE0F7CB2491B}"/>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74ED1F00-64AD-4818-9F65-2CC066F97178}"/>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F3C24427-99D7-4E08-B733-62DE8A215E14}"/>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97107A14-ADC9-45A5-9C46-C40E4166FAD3}"/>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80E3FCB5-AE76-47ED-B551-4CB829760CC4}"/>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146AC544-70A6-43FC-9383-A294A29208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06749200"/>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A2FF2B4B-BECD-4758-BBE6-539AF9770F1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E234E701-10EC-41CB-B405-B4BE47142A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40923543-CE1A-4054-86B7-F5E8481496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2492E379-3CBD-4074-AAD5-C1380E6957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D3BDD065-8C4C-4989-9C78-FE73D40A58E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CA9170A1-DE07-41B2-B846-5F710F28E4E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431915EE-74A9-4A03-BAAF-272A69BDFC1E}"/>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C371A68E-87F6-4661-96A2-8DA3563DC132}"/>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682D4E39-5E1E-40B2-907C-8B074791ECAF}"/>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92B96AA8-B39A-4F12-A0FD-562490422DF2}"/>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C491351D-38CF-4D49-A42C-BD496950D542}"/>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36AE4516-E245-4B48-B9E5-BCB8F66DF695}"/>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C158D619-E86B-43E6-8BEE-64D52AC2C2B2}"/>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21B36368-B980-4256-960C-BEA44562E4CB}"/>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8FF0C551-21E8-48E1-B175-EDC43B7B5A0C}"/>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79714ABB-A55D-4EEB-93A3-E51D5A40F07D}"/>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E11DF9AA-4D52-45DE-90E3-2CEFF63781C4}"/>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FCD0F20D-B8A3-43F6-9484-C3FF65C3A683}"/>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CD9DDF89-EB4A-490D-A665-EA004931E9D7}"/>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7AF155F7-886A-42DB-9CE8-918B5C512855}"/>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BAE095F8-D225-4514-8964-91CBEC002305}"/>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ADA8D0D0-D13D-486B-B798-FC4906D7C264}"/>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8750D996-81C3-4CF8-AE7E-B2967E3CA4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75340724"/>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A4F9DA4E-6189-45C3-944A-E3D3D82BC4F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0A89F3BB-C6F7-4CDF-A008-1792917CCF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09082FDD-9E45-4DC4-9979-5F33A53F0A4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A111AF67-F5CF-4828-90B3-88FE5613B2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045A50FB-971E-4D86-B17B-F8287A0965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EB35EA76-66F8-4951-B096-912F4B07326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A6BBCDF1-999F-41BC-8B0D-BEB9C77B7D98}"/>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61112F85-93CE-47FB-9F34-E8A45F381BFB}"/>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81AEDDA0-0887-48D4-84DF-0AEA8A832563}"/>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36A846F1-71EC-4259-99E7-882F4E99C019}"/>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57E33827-F8D8-445F-AA0D-48C7B840830A}"/>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6AF205D4-2F6B-43FA-BA5A-615DC2AE4FAD}"/>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EB2D6178-51CB-43A1-A05E-AA6AC58B709C}"/>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E21C4426-BD3D-4BBB-95DB-84DB94EF7A56}"/>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899A59DE-6B70-4519-8BE7-B7194A858857}"/>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96AB3853-C7D2-4003-9498-55780BC44534}"/>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FDBCC268-827B-48D2-BC93-9D2E0F604274}"/>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F9CFCEA8-6B7A-40CB-A75C-65B6455FA58E}"/>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CF7999D8-050E-4BAE-B1BD-CB3F48ECC25C}"/>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14EB0E79-D76F-4E46-B5FD-3AA0248A61D8}"/>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036C75F8-E15D-4673-AADC-2335EFE88161}"/>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76741FB7-DD48-4DDF-ABAD-E33AE3046442}"/>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4B09FCF9-87B0-4ADD-A63A-AE7920A5AF81}"/>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FCD8846C-5494-41EC-800B-9711E29789C5}"/>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8B9BAE66-D9E2-45E2-95C2-9DCFA38AFA13}"/>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9F5D807B-3970-4DD1-91D9-D2C01AA26D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64004462"/>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F26C5056-10D2-4150-8824-BCA049AE38C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62C28BA2-5D53-4B22-BD00-F74B57D42A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41B5A869-4E7F-492D-B201-75D3C9A9DE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A83742FB-9AFB-43F8-954F-999963BED2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9D75B05D-B58D-47A1-BAC0-CF138D3047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370DBCDC-BF3A-4810-BD28-B4D9920652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EF6E694E-7951-4579-835F-1E241E78F7DD}"/>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E106621A-4A11-4D6D-8B04-99C53F751A40}"/>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EAB0DB53-43A9-4047-A7E0-96461AE9A426}"/>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A82303F7-5B14-40C2-B1E2-AB7896846D1F}"/>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4EEB0DEC-DBFB-4E62-BF95-5E5FC052327B}"/>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5ACA9BBD-411B-4D8E-8B0E-929CE73AF91C}"/>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4FFA77C9-8AFE-4E01-B7BF-E001DB1ACD66}"/>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5E5BAD47-9399-491B-8CCC-F1D9C7518476}"/>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9C9B6FA7-8991-4293-A185-BF374B1210AB}"/>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B7619049-92E9-4473-B8D9-FFC4374C272B}"/>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26AD4D22-EF81-4FDE-A918-E9E20BB6931B}"/>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F76F6280-F49E-430F-A1ED-C9E4B42F9DB3}"/>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11A627D3-6F02-4FBD-AE52-2437AA3E1A07}"/>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7C71839A-DF53-4FF1-BA5F-5785AACA836E}"/>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1AB4E11D-7219-4D1C-B6D0-BD850300AC6F}"/>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81E2380D-5319-4C91-AE46-69EA2224735B}"/>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E1EB2022-623E-439E-9099-52DFB5D8FA7F}"/>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F4593C62-20FA-4A43-90F5-5BA349161191}"/>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A92E500B-F248-423E-BAFA-73F29210491F}"/>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BCF008AF-297D-4AF9-9C9B-95BA1E264E45}"/>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EDD1E0A8-3DD9-4B42-9775-808FCE79A5DE}"/>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016BC2BA-EA28-4458-9E89-4FE0AF2CEE8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72421256"/>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BD8E24F0-1ECB-4DED-9B64-6E4D7A5895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FE7D6929-21B4-43FF-A9BE-7D6167E4AA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0A5181C3-837F-412F-9F46-3B9E5FF455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380B2C25-77BC-4F85-8E17-3321BAB37BA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F2458033-A0D5-4B94-9DDB-16870F228D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C53A0F44-F52C-454F-AB98-39A22FE755C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C1C9A0F9-738B-4DB5-B9AD-1C62D4EBF8EF}"/>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E62D2F46-7B89-411C-9D94-5BDF3B24CDF9}"/>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5F7ADC6C-FCB6-41E2-9B57-313A95FE4938}"/>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BCC49F6C-5B0B-4EA3-8EDB-3A898B4D03C5}"/>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참이어야 할 사실">
            <a:extLst xmlns:a="http://schemas.openxmlformats.org/drawingml/2006/main">
              <a:ext uri="{FF2B5EF4-FFF2-40B4-BE49-F238E27FC236}">
                <a16:creationId xmlns:a16="http://schemas.microsoft.com/office/drawing/2014/main" id="{2ECBFB65-AC8C-47AB-BDC2-8319948AAE3E}"/>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2" name="">
            <a:extLst xmlns:a="http://schemas.openxmlformats.org/drawingml/2006/main">
              <a:ext uri="{FF2B5EF4-FFF2-40B4-BE49-F238E27FC236}">
                <a16:creationId xmlns:a16="http://schemas.microsoft.com/office/drawing/2014/main" id="{7467AF85-EA99-43DF-81DD-E9F4DEB45F68}"/>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1274FFCA-49A8-4D2A-8B85-01EB18B47A74}"/>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004F9EA2-EB0F-4890-BE1E-0C9C2060A14F}"/>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A45FA5DD-1456-4417-9B6F-B4AA1D4DCC7B}"/>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DAEA61F5-DFE6-45C9-955D-9BF6DAE4F51E}"/>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F5343D3A-77FE-4B17-AB7E-2DE989B971FC}"/>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C307221-8E81-4770-BCE4-034F974FEDB4}"/>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B16186C5-AB3A-4563-9100-5020A62E008F}"/>
              </a:ext>
            </a:extLst>
          </p:cNvPr>
          <p:cNvPicPr>
            <a:picLocks xmlns:a="http://schemas.openxmlformats.org/drawingml/2006/main" noChangeAspect="1"/>
          </p:cNvPicPr>
          <p:nvPr/>
        </p:nvPicPr>
        <p:blipFill>
          <a:blip xmlns:r="http://schemas.openxmlformats.org/officeDocument/2006/relationships" xmlns:a="http://schemas.openxmlformats.org/drawingml/2006/main" r:embed="Rcb9a1e38f7e4409d"/>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8B5D0164-E9DC-4CF5-8F91-8AD16FC1A751}"/>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87AF6F5F-DD6A-469C-9A44-183BB76D65ED}"/>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B6606A17-BDAF-46B2-AA20-0F91C81B0403}"/>
              </a:ext>
            </a:extLst>
          </p:cNvPr>
          <p:cNvPicPr>
            <a:picLocks xmlns:a="http://schemas.openxmlformats.org/drawingml/2006/main" noChangeAspect="1"/>
          </p:cNvPicPr>
          <p:nvPr/>
        </p:nvPicPr>
        <p:blipFill>
          <a:blip xmlns:r="http://schemas.openxmlformats.org/officeDocument/2006/relationships" xmlns:a="http://schemas.openxmlformats.org/drawingml/2006/main" r:embed="Rcb90428f762246d8"/>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3359663C-3505-403F-917C-B526EE39FDED}"/>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FD4ACD2E-4218-422E-A9AC-5FD3ADEA636C}"/>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E471E613-ECCE-444B-BCBB-21FC985CC657}"/>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8A5C0A29-2795-43BB-AEBC-FD140124ACF6}"/>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6CB2171D-6302-4193-A5CC-53E523D9F708}"/>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0345FF6C-8F39-4A2E-AD69-D5243D2762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5176819"/>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795DD9B2-979C-4279-8EF4-7F2C1ABA0E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C075582C-1A0B-4748-A33F-1E49DE267CE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F3F9577C-229B-4A91-A918-DAF642336F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1C355B53-92A1-4C7A-8C48-45F5A75F3D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3466ECB1-DBF5-470C-9C58-79DE0799B9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0ACEA4D8-A54B-490F-8EAD-401B0F55E18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E74F3439-EC55-4F78-98C2-006A31F4F7CF}"/>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70A4A875-E59C-4006-9284-B347239805FD}"/>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8AB5E512-CB1E-4A27-9269-C6E0A72851E8}"/>
              </a:ext>
            </a:extLst>
          </p:cNvPr>
          <p:cNvPicPr>
            <a:picLocks xmlns:a="http://schemas.openxmlformats.org/drawingml/2006/main" noChangeAspect="1"/>
          </p:cNvPicPr>
          <p:nvPr/>
        </p:nvPicPr>
        <p:blipFill>
          <a:blip xmlns:r="http://schemas.openxmlformats.org/officeDocument/2006/relationships" xmlns:a="http://schemas.openxmlformats.org/drawingml/2006/main" r:embed="Rf4f37b1f2fd34554"/>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190933AB-6ADF-4851-90DC-9BA20FD33ECB}"/>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EF6C29F9-8BAE-4D64-B823-1ECD8724B80B}"/>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BD509202-6093-4251-9114-9A30A5899E55}"/>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C7F7DD11-61F8-4261-B37C-02348D8E40FC}"/>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F125D258-6B60-4F6E-BBC7-6D924B7807AA}"/>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3BBDB194-7102-42AC-A396-729F6E248BE4}"/>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B7942E15-9C0A-4254-9A80-C1ADA00A2327}"/>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7EC801A4-733B-4A3E-8B02-FFAFE4DE0665}"/>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DAC97FE7-2CAE-47F4-BF66-FF465B5FBBC5}"/>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8D02CE63-0863-4DC4-8684-937BD86EC233}"/>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06FF7D8D-7F3E-47F4-A057-6759977002D0}"/>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A09F0465-0B74-409F-9249-0C8243A28538}"/>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7F414B80-0566-4D97-B724-2A87ED6A294D}"/>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188C55A1-AD69-4CE3-929B-0ED4A6EC1732}"/>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A47C75BC-9469-44D6-BAD7-D018F97DD694}"/>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66BD69B7-5DFA-4758-9B12-7E0207E74144}"/>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1E81D90C-52EE-466D-AA6F-6E46C2D175F0}"/>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16C7E54B-89FC-4580-8F9C-A399DBB35DCF}"/>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CA839792-F359-4099-AC32-94850BACE034}"/>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3880DA71-27AB-4865-9864-785B23A720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98295989"/>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0873CB51-270F-4EE5-9F69-E5298D6FC5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5008747E-09E6-45B9-B77C-FEDC4E6FFA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287EBE40-4917-4D4E-B48C-D6A490082D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057A50D1-D23C-4AC0-8CBB-75C21ACA4E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DAD1FD97-C5D3-4EF0-88FB-42B6CB80789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DA0497C4-F16A-4711-9B8A-1584D69E93C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3CD68A1B-4F9F-4EBD-8BC0-32C277A120C2}"/>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424FD730-BBC5-43BD-927E-77FC0AD3D2BE}"/>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B8D1BE27-3842-4F78-8218-292674B6E662}"/>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8133275B-FCA5-405F-977B-0583A3FE52E2}"/>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2AB2994E-E38D-4D24-BD15-0966F84E7AC9}"/>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25D7E9EB-97FC-4F49-8368-BB114CEDD722}"/>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E0ED475D-562C-47F4-875B-D6A854120FB5}"/>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21C4253-5942-4564-A726-B36439ABAE8F}"/>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3D01CEA4-35E8-41AD-8CA2-0AF13A6EA64D}"/>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60413FEC-4216-4D48-BE0B-4A1700CC272C}"/>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76BED30E-4879-4D84-9CE0-42F0C97ACBD1}"/>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C043589E-9B3C-44DA-9DC9-B5BD3FC77722}"/>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5749B848-8F09-4217-8B73-B73B22CA4E01}"/>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3D3BE087-2AA5-4F76-82E4-99EEA0293745}"/>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00EDB4C4-9DAB-44CC-9B67-732DF2ECFC17}"/>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5D16010C-FEAC-4803-871B-18296FCDEAAC}"/>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B856D462-27C5-48E8-B61B-45D893487A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78749149"/>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5" name="ACT 2 · 언제 필요한 정보인가">
            <a:extLst xmlns:a="http://schemas.openxmlformats.org/drawingml/2006/main">
              <a:ext uri="{FF2B5EF4-FFF2-40B4-BE49-F238E27FC236}">
                <a16:creationId xmlns:a16="http://schemas.microsoft.com/office/drawing/2014/main" id="{C3A88F46-A342-4E4B-87E8-1178B27E1E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8">
            <a:extLst xmlns:a="http://schemas.openxmlformats.org/drawingml/2006/main">
              <a:ext uri="{FF2B5EF4-FFF2-40B4-BE49-F238E27FC236}">
                <a16:creationId xmlns:a16="http://schemas.microsoft.com/office/drawing/2014/main" id="{F1CFF1F5-C960-44AB-BE69-62FDFCC956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938341A9-230C-4AD1-9EDE-325F59BAAE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68BD5008-69F2-412C-ABB2-E7CB674C0E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모델 · OpenAI의 공식 분류·제품 기능이 아님">
            <a:extLst xmlns:a="http://schemas.openxmlformats.org/drawingml/2006/main">
              <a:ext uri="{FF2B5EF4-FFF2-40B4-BE49-F238E27FC236}">
                <a16:creationId xmlns:a16="http://schemas.microsoft.com/office/drawing/2014/main" id="{67F9EDB9-6828-4714-B387-0AD68B7D94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모델 · OpenAI의 공식 분류·제품 기능이 아님</a:t>
            </a:r>
          </a:p>
        </p:txBody>
      </p:sp>
      <p:sp>
        <p:nvSpPr>
          <p:cNvPr id="6" name="성능 조사 절차는 설명용 예시 · 실제 저장·실행 기록이나 성능 효과를 뜻하지 않음">
            <a:extLst xmlns:a="http://schemas.openxmlformats.org/drawingml/2006/main">
              <a:ext uri="{FF2B5EF4-FFF2-40B4-BE49-F238E27FC236}">
                <a16:creationId xmlns:a16="http://schemas.microsoft.com/office/drawing/2014/main" id="{216F11A8-E210-4F1A-88F1-AA2E0DE3AC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설명용 예시 · 실제 저장·실행 기록이나 성능 효과를 뜻하지 않음</a:t>
            </a:r>
          </a:p>
        </p:txBody>
      </p:sp>
      <p:sp>
        <p:nvSpPr>
          <p:cNvPr id="7" name="정보는 언제 필요하고, 작업은 어떤 절차로 수행할까?">
            <a:extLst xmlns:a="http://schemas.openxmlformats.org/drawingml/2006/main">
              <a:ext uri="{FF2B5EF4-FFF2-40B4-BE49-F238E27FC236}">
                <a16:creationId xmlns:a16="http://schemas.microsoft.com/office/drawing/2014/main" id="{13AB8DC2-2292-479D-9309-752595704679}"/>
              </a:ext>
            </a:extLst>
          </p:cNvPr>
          <p:cNvSpPr>
            <a:spLocks xmlns:a="http://schemas.openxmlformats.org/drawingml/2006/main" noGrp="1"/>
          </p:cNvSpPr>
          <p:nvPr/>
        </p:nvSpPr>
        <p:spPr>
          <a:xfrm xmlns:a="http://schemas.openxmlformats.org/drawingml/2006/main">
            <a:off x="609600" y="17145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정보는 언제 필요하고, 작업은 어떤 절차로 수행할까?</a:t>
            </a:r>
          </a:p>
        </p:txBody>
      </p:sp>
      <p:sp>
        <p:nvSpPr>
          <p:cNvPr id="8" name="항상 필요한 정보">
            <a:extLst xmlns:a="http://schemas.openxmlformats.org/drawingml/2006/main">
              <a:ext uri="{FF2B5EF4-FFF2-40B4-BE49-F238E27FC236}">
                <a16:creationId xmlns:a16="http://schemas.microsoft.com/office/drawing/2014/main" id="{6B828E15-2CB1-4747-9B6D-E60D84C9959B}"/>
              </a:ext>
            </a:extLst>
          </p:cNvPr>
          <p:cNvSpPr>
            <a:spLocks xmlns:a="http://schemas.openxmlformats.org/drawingml/2006/main" noGrp="1"/>
          </p:cNvSpPr>
          <p:nvPr/>
        </p:nvSpPr>
        <p:spPr>
          <a:xfrm xmlns:a="http://schemas.openxmlformats.org/drawingml/2006/main">
            <a:off x="60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항상 필요한 정보</a:t>
            </a:r>
          </a:p>
        </p:txBody>
      </p:sp>
      <p:sp>
        <p:nvSpPr>
          <p:cNvPr id="9" name="">
            <a:extLst xmlns:a="http://schemas.openxmlformats.org/drawingml/2006/main">
              <a:ext uri="{FF2B5EF4-FFF2-40B4-BE49-F238E27FC236}">
                <a16:creationId xmlns:a16="http://schemas.microsoft.com/office/drawing/2014/main" id="{EBD45881-F2B3-4CA5-9C56-73F788FD99BB}"/>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작업에 따라 찾아볼 상세">
            <a:extLst xmlns:a="http://schemas.openxmlformats.org/drawingml/2006/main">
              <a:ext uri="{FF2B5EF4-FFF2-40B4-BE49-F238E27FC236}">
                <a16:creationId xmlns:a16="http://schemas.microsoft.com/office/drawing/2014/main" id="{3AF9F6FE-AE5C-40FA-9EA7-5A80FCDB7DF6}"/>
              </a:ext>
            </a:extLst>
          </p:cNvPr>
          <p:cNvSpPr>
            <a:spLocks xmlns:a="http://schemas.openxmlformats.org/drawingml/2006/main" noGrp="1"/>
          </p:cNvSpPr>
          <p:nvPr/>
        </p:nvSpPr>
        <p:spPr>
          <a:xfrm xmlns:a="http://schemas.openxmlformats.org/drawingml/2006/main">
            <a:off x="441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작업에 따라 찾아볼 상세</a:t>
            </a:r>
          </a:p>
        </p:txBody>
      </p:sp>
      <p:sp>
        <p:nvSpPr>
          <p:cNvPr id="11" name="">
            <a:extLst xmlns:a="http://schemas.openxmlformats.org/drawingml/2006/main">
              <a:ext uri="{FF2B5EF4-FFF2-40B4-BE49-F238E27FC236}">
                <a16:creationId xmlns:a16="http://schemas.microsoft.com/office/drawing/2014/main" id="{181B363F-CBFE-4578-A3F0-C6BC8199A56D}"/>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반복되는 작업 절차">
            <a:extLst xmlns:a="http://schemas.openxmlformats.org/drawingml/2006/main">
              <a:ext uri="{FF2B5EF4-FFF2-40B4-BE49-F238E27FC236}">
                <a16:creationId xmlns:a16="http://schemas.microsoft.com/office/drawing/2014/main" id="{A7284EE0-9C15-4C5B-BE58-57960099F977}"/>
              </a:ext>
            </a:extLst>
          </p:cNvPr>
          <p:cNvSpPr>
            <a:spLocks xmlns:a="http://schemas.openxmlformats.org/drawingml/2006/main" noGrp="1"/>
          </p:cNvSpPr>
          <p:nvPr/>
        </p:nvSpPr>
        <p:spPr>
          <a:xfrm xmlns:a="http://schemas.openxmlformats.org/drawingml/2006/main">
            <a:off x="822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반복되는 작업 절차</a:t>
            </a:r>
          </a:p>
        </p:txBody>
      </p:sp>
      <p:sp>
        <p:nvSpPr>
          <p:cNvPr id="13" name="">
            <a:extLst xmlns:a="http://schemas.openxmlformats.org/drawingml/2006/main">
              <a:ext uri="{FF2B5EF4-FFF2-40B4-BE49-F238E27FC236}">
                <a16:creationId xmlns:a16="http://schemas.microsoft.com/office/drawing/2014/main" id="{BD37BEBA-7359-4DCE-8608-908C4C9313DA}"/>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23A3B5C2-3D4A-421E-8FA1-9697D3BC3507}"/>
              </a:ext>
            </a:extLst>
          </p:cNvPr>
          <p:cNvSpPr>
            <a:spLocks xmlns:a="http://schemas.openxmlformats.org/drawingml/2006/main" noGrp="1"/>
          </p:cNvSpPr>
          <p:nvPr/>
        </p:nvSpPr>
        <p:spPr>
          <a:xfrm xmlns:a="http://schemas.openxmlformats.org/drawingml/2006/main">
            <a:off x="60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10;수정">
            <a:extLst xmlns:a="http://schemas.openxmlformats.org/drawingml/2006/main">
              <a:ext uri="{FF2B5EF4-FFF2-40B4-BE49-F238E27FC236}">
                <a16:creationId xmlns:a16="http://schemas.microsoft.com/office/drawing/2014/main" id="{0D6324A6-C974-4BA5-B4C5-9CCF2D2F1665}"/>
              </a:ext>
            </a:extLst>
          </p:cNvPr>
          <p:cNvSpPr>
            <a:spLocks xmlns:a="http://schemas.openxmlformats.org/drawingml/2006/main" noGrp="1"/>
          </p:cNvSpPr>
          <p:nvPr/>
        </p:nvSpPr>
        <p:spPr>
          <a:xfrm xmlns:a="http://schemas.openxmlformats.org/drawingml/2006/main">
            <a:off x="60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6" name="">
            <a:extLst xmlns:a="http://schemas.openxmlformats.org/drawingml/2006/main">
              <a:ext uri="{FF2B5EF4-FFF2-40B4-BE49-F238E27FC236}">
                <a16:creationId xmlns:a16="http://schemas.microsoft.com/office/drawing/2014/main" id="{38BE2CFA-8C90-45CD-B6DD-1AB54CC4A6E2}"/>
              </a:ext>
            </a:extLst>
          </p:cNvPr>
          <p:cNvSpPr>
            <a:spLocks xmlns:a="http://schemas.openxmlformats.org/drawingml/2006/main" noGrp="1"/>
          </p:cNvSpPr>
          <p:nvPr/>
        </p:nvSpPr>
        <p:spPr>
          <a:xfrm xmlns:a="http://schemas.openxmlformats.org/drawingml/2006/main">
            <a:off x="11049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17" name="">
            <a:extLst xmlns:a="http://schemas.openxmlformats.org/drawingml/2006/main">
              <a:ext uri="{FF2B5EF4-FFF2-40B4-BE49-F238E27FC236}">
                <a16:creationId xmlns:a16="http://schemas.microsoft.com/office/drawing/2014/main" id="{BBC4E94B-5C83-4CCA-BB5C-21AC6FDBB220}"/>
              </a:ext>
            </a:extLst>
          </p:cNvPr>
          <p:cNvSpPr>
            <a:spLocks xmlns:a="http://schemas.openxmlformats.org/drawingml/2006/main" noGrp="1"/>
          </p:cNvSpPr>
          <p:nvPr/>
        </p:nvSpPr>
        <p:spPr>
          <a:xfrm xmlns:a="http://schemas.openxmlformats.org/drawingml/2006/main">
            <a:off x="17907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crop&#10;수정">
            <a:extLst xmlns:a="http://schemas.openxmlformats.org/drawingml/2006/main">
              <a:ext uri="{FF2B5EF4-FFF2-40B4-BE49-F238E27FC236}">
                <a16:creationId xmlns:a16="http://schemas.microsoft.com/office/drawing/2014/main" id="{2FDC78CB-3087-45A1-AA81-6F540425F1CD}"/>
              </a:ext>
            </a:extLst>
          </p:cNvPr>
          <p:cNvSpPr>
            <a:spLocks xmlns:a="http://schemas.openxmlformats.org/drawingml/2006/main" noGrp="1"/>
          </p:cNvSpPr>
          <p:nvPr/>
        </p:nvSpPr>
        <p:spPr>
          <a:xfrm xmlns:a="http://schemas.openxmlformats.org/drawingml/2006/main">
            <a:off x="17907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9" name="">
            <a:extLst xmlns:a="http://schemas.openxmlformats.org/drawingml/2006/main">
              <a:ext uri="{FF2B5EF4-FFF2-40B4-BE49-F238E27FC236}">
                <a16:creationId xmlns:a16="http://schemas.microsoft.com/office/drawing/2014/main" id="{E6A9679A-3DD3-4968-A1BB-5ECFA1880793}"/>
              </a:ext>
            </a:extLst>
          </p:cNvPr>
          <p:cNvSpPr>
            <a:spLocks xmlns:a="http://schemas.openxmlformats.org/drawingml/2006/main" noGrp="1"/>
          </p:cNvSpPr>
          <p:nvPr/>
        </p:nvSpPr>
        <p:spPr>
          <a:xfrm xmlns:a="http://schemas.openxmlformats.org/drawingml/2006/main">
            <a:off x="22860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0" name="">
            <a:extLst xmlns:a="http://schemas.openxmlformats.org/drawingml/2006/main">
              <a:ext uri="{FF2B5EF4-FFF2-40B4-BE49-F238E27FC236}">
                <a16:creationId xmlns:a16="http://schemas.microsoft.com/office/drawing/2014/main" id="{C22F6A14-687C-4186-9044-12A00ED5A208}"/>
              </a:ext>
            </a:extLst>
          </p:cNvPr>
          <p:cNvSpPr>
            <a:spLocks xmlns:a="http://schemas.openxmlformats.org/drawingml/2006/main" noGrp="1"/>
          </p:cNvSpPr>
          <p:nvPr/>
        </p:nvSpPr>
        <p:spPr>
          <a:xfrm xmlns:a="http://schemas.openxmlformats.org/drawingml/2006/main">
            <a:off x="29718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성능&#10;조사">
            <a:extLst xmlns:a="http://schemas.openxmlformats.org/drawingml/2006/main">
              <a:ext uri="{FF2B5EF4-FFF2-40B4-BE49-F238E27FC236}">
                <a16:creationId xmlns:a16="http://schemas.microsoft.com/office/drawing/2014/main" id="{D0F1BA13-1EA0-4BA1-B157-89EBA7CD1499}"/>
              </a:ext>
            </a:extLst>
          </p:cNvPr>
          <p:cNvSpPr>
            <a:spLocks xmlns:a="http://schemas.openxmlformats.org/drawingml/2006/main" noGrp="1"/>
          </p:cNvSpPr>
          <p:nvPr/>
        </p:nvSpPr>
        <p:spPr>
          <a:xfrm xmlns:a="http://schemas.openxmlformats.org/drawingml/2006/main">
            <a:off x="29718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성능</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조사</a:t>
            </a:r>
          </a:p>
        </p:txBody>
      </p:sp>
      <p:sp>
        <p:nvSpPr>
          <p:cNvPr id="22" name="">
            <a:extLst xmlns:a="http://schemas.openxmlformats.org/drawingml/2006/main">
              <a:ext uri="{FF2B5EF4-FFF2-40B4-BE49-F238E27FC236}">
                <a16:creationId xmlns:a16="http://schemas.microsoft.com/office/drawing/2014/main" id="{647BE677-F933-4D24-9476-E7FBD6C71FC9}"/>
              </a:ext>
            </a:extLst>
          </p:cNvPr>
          <p:cNvSpPr>
            <a:spLocks xmlns:a="http://schemas.openxmlformats.org/drawingml/2006/main" noGrp="1"/>
          </p:cNvSpPr>
          <p:nvPr/>
        </p:nvSpPr>
        <p:spPr>
          <a:xfrm xmlns:a="http://schemas.openxmlformats.org/drawingml/2006/main">
            <a:off x="34671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3" name="">
            <a:extLst xmlns:a="http://schemas.openxmlformats.org/drawingml/2006/main">
              <a:ext uri="{FF2B5EF4-FFF2-40B4-BE49-F238E27FC236}">
                <a16:creationId xmlns:a16="http://schemas.microsoft.com/office/drawing/2014/main" id="{7CE258AA-CFD8-49DE-9C50-BB7E0114F850}"/>
              </a:ext>
            </a:extLst>
          </p:cNvPr>
          <p:cNvSpPr>
            <a:spLocks xmlns:a="http://schemas.openxmlformats.org/drawingml/2006/main" noGrp="1"/>
          </p:cNvSpPr>
          <p:nvPr/>
        </p:nvSpPr>
        <p:spPr>
          <a:xfrm xmlns:a="http://schemas.openxmlformats.org/drawingml/2006/main">
            <a:off x="1104900" y="3952875"/>
            <a:ext cx="2362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
            <a:extLst xmlns:a="http://schemas.openxmlformats.org/drawingml/2006/main">
              <a:ext uri="{FF2B5EF4-FFF2-40B4-BE49-F238E27FC236}">
                <a16:creationId xmlns:a16="http://schemas.microsoft.com/office/drawing/2014/main" id="{DB350769-AA05-4441-959D-11EE685BCC12}"/>
              </a:ext>
            </a:extLst>
          </p:cNvPr>
          <p:cNvSpPr>
            <a:spLocks xmlns:a="http://schemas.openxmlformats.org/drawingml/2006/main" noGrp="1"/>
          </p:cNvSpPr>
          <p:nvPr/>
        </p:nvSpPr>
        <p:spPr>
          <a:xfrm xmlns:a="http://schemas.openxmlformats.org/drawingml/2006/main">
            <a:off x="228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5" name="">
            <a:extLst xmlns:a="http://schemas.openxmlformats.org/drawingml/2006/main">
              <a:ext uri="{FF2B5EF4-FFF2-40B4-BE49-F238E27FC236}">
                <a16:creationId xmlns:a16="http://schemas.microsoft.com/office/drawing/2014/main" id="{B3E72454-45A3-498B-B8E0-E4549ABD2603}"/>
              </a:ext>
            </a:extLst>
          </p:cNvPr>
          <p:cNvSpPr>
            <a:spLocks xmlns:a="http://schemas.openxmlformats.org/drawingml/2006/main" noGrp="1"/>
          </p:cNvSpPr>
          <p:nvPr/>
        </p:nvSpPr>
        <p:spPr>
          <a:xfrm xmlns:a="http://schemas.openxmlformats.org/drawingml/2006/main">
            <a:off x="609600" y="4162425"/>
            <a:ext cx="3352800" cy="8763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목적 · 기본 제약&#10;범위 준수 · 관련 검증">
            <a:extLst xmlns:a="http://schemas.openxmlformats.org/drawingml/2006/main">
              <a:ext uri="{FF2B5EF4-FFF2-40B4-BE49-F238E27FC236}">
                <a16:creationId xmlns:a16="http://schemas.microsoft.com/office/drawing/2014/main" id="{65EF871F-F17B-4F8E-8DDA-8736886FEA10}"/>
              </a:ext>
            </a:extLst>
          </p:cNvPr>
          <p:cNvSpPr>
            <a:spLocks xmlns:a="http://schemas.openxmlformats.org/drawingml/2006/main" noGrp="1"/>
          </p:cNvSpPr>
          <p:nvPr/>
        </p:nvSpPr>
        <p:spPr>
          <a:xfrm xmlns:a="http://schemas.openxmlformats.org/drawingml/2006/main">
            <a:off x="800100" y="4238625"/>
            <a:ext cx="2971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목적 · 기본 제약</a:t>
            </a:r>
          </a:p>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범위 준수 · 관련 검증</a:t>
            </a:r>
          </a:p>
        </p:txBody>
      </p:sp>
      <p:sp>
        <p:nvSpPr>
          <p:cNvPr id="27" name="">
            <a:extLst xmlns:a="http://schemas.openxmlformats.org/drawingml/2006/main">
              <a:ext uri="{FF2B5EF4-FFF2-40B4-BE49-F238E27FC236}">
                <a16:creationId xmlns:a16="http://schemas.microsoft.com/office/drawing/2014/main" id="{73B831DA-6468-43F3-A1CD-5D30E330ACAF}"/>
              </a:ext>
            </a:extLst>
          </p:cNvPr>
          <p:cNvSpPr>
            <a:spLocks xmlns:a="http://schemas.openxmlformats.org/drawingml/2006/main" noGrp="1"/>
          </p:cNvSpPr>
          <p:nvPr/>
        </p:nvSpPr>
        <p:spPr>
          <a:xfrm xmlns:a="http://schemas.openxmlformats.org/drawingml/2006/main">
            <a:off x="441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README&#10;수정">
            <a:extLst xmlns:a="http://schemas.openxmlformats.org/drawingml/2006/main">
              <a:ext uri="{FF2B5EF4-FFF2-40B4-BE49-F238E27FC236}">
                <a16:creationId xmlns:a16="http://schemas.microsoft.com/office/drawing/2014/main" id="{D3CD270C-4B20-4F4A-B70A-A8F515F09362}"/>
              </a:ext>
            </a:extLst>
          </p:cNvPr>
          <p:cNvSpPr>
            <a:spLocks xmlns:a="http://schemas.openxmlformats.org/drawingml/2006/main" noGrp="1"/>
          </p:cNvSpPr>
          <p:nvPr/>
        </p:nvSpPr>
        <p:spPr>
          <a:xfrm xmlns:a="http://schemas.openxmlformats.org/drawingml/2006/main">
            <a:off x="441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29" name="">
            <a:extLst xmlns:a="http://schemas.openxmlformats.org/drawingml/2006/main">
              <a:ext uri="{FF2B5EF4-FFF2-40B4-BE49-F238E27FC236}">
                <a16:creationId xmlns:a16="http://schemas.microsoft.com/office/drawing/2014/main" id="{BDA03B96-BD56-4C4F-86B7-12B302ACE428}"/>
              </a:ext>
            </a:extLst>
          </p:cNvPr>
          <p:cNvSpPr>
            <a:spLocks xmlns:a="http://schemas.openxmlformats.org/drawingml/2006/main" noGrp="1"/>
          </p:cNvSpPr>
          <p:nvPr/>
        </p:nvSpPr>
        <p:spPr>
          <a:xfrm xmlns:a="http://schemas.openxmlformats.org/drawingml/2006/main">
            <a:off x="5543550" y="3467100"/>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9A14FD19-5EBF-4736-B66F-34274DD0FED8}"/>
              </a:ext>
            </a:extLst>
          </p:cNvPr>
          <p:cNvSpPr>
            <a:spLocks xmlns:a="http://schemas.openxmlformats.org/drawingml/2006/main" noGrp="1"/>
          </p:cNvSpPr>
          <p:nvPr/>
        </p:nvSpPr>
        <p:spPr>
          <a:xfrm xmlns:a="http://schemas.openxmlformats.org/drawingml/2006/main">
            <a:off x="5943600" y="3324225"/>
            <a:ext cx="1828800" cy="457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1" name="빌드 안내">
            <a:extLst xmlns:a="http://schemas.openxmlformats.org/drawingml/2006/main">
              <a:ext uri="{FF2B5EF4-FFF2-40B4-BE49-F238E27FC236}">
                <a16:creationId xmlns:a16="http://schemas.microsoft.com/office/drawing/2014/main" id="{4CBB793F-4FD4-4E1A-AB87-F1031A11A907}"/>
              </a:ext>
            </a:extLst>
          </p:cNvPr>
          <p:cNvSpPr>
            <a:spLocks xmlns:a="http://schemas.openxmlformats.org/drawingml/2006/main" noGrp="1"/>
          </p:cNvSpPr>
          <p:nvPr/>
        </p:nvSpPr>
        <p:spPr>
          <a:xfrm xmlns:a="http://schemas.openxmlformats.org/drawingml/2006/main">
            <a:off x="5943600" y="3381375"/>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32" name="">
            <a:extLst xmlns:a="http://schemas.openxmlformats.org/drawingml/2006/main">
              <a:ext uri="{FF2B5EF4-FFF2-40B4-BE49-F238E27FC236}">
                <a16:creationId xmlns:a16="http://schemas.microsoft.com/office/drawing/2014/main" id="{BF82BD0B-AAA2-427B-A5FB-9BCDC9C02C1B}"/>
              </a:ext>
            </a:extLst>
          </p:cNvPr>
          <p:cNvSpPr>
            <a:spLocks xmlns:a="http://schemas.openxmlformats.org/drawingml/2006/main" noGrp="1"/>
          </p:cNvSpPr>
          <p:nvPr/>
        </p:nvSpPr>
        <p:spPr>
          <a:xfrm xmlns:a="http://schemas.openxmlformats.org/drawingml/2006/main">
            <a:off x="4419600" y="4286250"/>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3" name="crop&#10;수정">
            <a:extLst xmlns:a="http://schemas.openxmlformats.org/drawingml/2006/main">
              <a:ext uri="{FF2B5EF4-FFF2-40B4-BE49-F238E27FC236}">
                <a16:creationId xmlns:a16="http://schemas.microsoft.com/office/drawing/2014/main" id="{DCF08F6F-E151-4F55-84CE-14494048EFAB}"/>
              </a:ext>
            </a:extLst>
          </p:cNvPr>
          <p:cNvSpPr>
            <a:spLocks xmlns:a="http://schemas.openxmlformats.org/drawingml/2006/main" noGrp="1"/>
          </p:cNvSpPr>
          <p:nvPr/>
        </p:nvSpPr>
        <p:spPr>
          <a:xfrm xmlns:a="http://schemas.openxmlformats.org/drawingml/2006/main">
            <a:off x="4419600" y="4343400"/>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34" name="">
            <a:extLst xmlns:a="http://schemas.openxmlformats.org/drawingml/2006/main">
              <a:ext uri="{FF2B5EF4-FFF2-40B4-BE49-F238E27FC236}">
                <a16:creationId xmlns:a16="http://schemas.microsoft.com/office/drawing/2014/main" id="{1682A163-1761-43C8-8CF9-8F03A499AE80}"/>
              </a:ext>
            </a:extLst>
          </p:cNvPr>
          <p:cNvSpPr>
            <a:spLocks xmlns:a="http://schemas.openxmlformats.org/drawingml/2006/main" noGrp="1"/>
          </p:cNvSpPr>
          <p:nvPr/>
        </p:nvSpPr>
        <p:spPr>
          <a:xfrm xmlns:a="http://schemas.openxmlformats.org/drawingml/2006/main">
            <a:off x="5543550" y="4467225"/>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F539C612-797D-4FDA-A9F9-F45C10029ED5}"/>
              </a:ext>
            </a:extLst>
          </p:cNvPr>
          <p:cNvSpPr>
            <a:spLocks xmlns:a="http://schemas.openxmlformats.org/drawingml/2006/main" noGrp="1"/>
          </p:cNvSpPr>
          <p:nvPr/>
        </p:nvSpPr>
        <p:spPr>
          <a:xfrm xmlns:a="http://schemas.openxmlformats.org/drawingml/2006/main">
            <a:off x="5943600" y="4324350"/>
            <a:ext cx="1828800"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6" name="이미지 명세">
            <a:extLst xmlns:a="http://schemas.openxmlformats.org/drawingml/2006/main">
              <a:ext uri="{FF2B5EF4-FFF2-40B4-BE49-F238E27FC236}">
                <a16:creationId xmlns:a16="http://schemas.microsoft.com/office/drawing/2014/main" id="{D012E44C-DA56-4B9F-9553-620CB6E08A0B}"/>
              </a:ext>
            </a:extLst>
          </p:cNvPr>
          <p:cNvSpPr>
            <a:spLocks xmlns:a="http://schemas.openxmlformats.org/drawingml/2006/main" noGrp="1"/>
          </p:cNvSpPr>
          <p:nvPr/>
        </p:nvSpPr>
        <p:spPr>
          <a:xfrm xmlns:a="http://schemas.openxmlformats.org/drawingml/2006/main">
            <a:off x="5943600" y="4381500"/>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a:t>
            </a:r>
          </a:p>
        </p:txBody>
      </p:sp>
      <p:sp>
        <p:nvSpPr>
          <p:cNvPr id="37" name="">
            <a:extLst xmlns:a="http://schemas.openxmlformats.org/drawingml/2006/main">
              <a:ext uri="{FF2B5EF4-FFF2-40B4-BE49-F238E27FC236}">
                <a16:creationId xmlns:a16="http://schemas.microsoft.com/office/drawing/2014/main" id="{3C2FFAC0-39C2-4CF6-9119-83A6169FBDB0}"/>
              </a:ext>
            </a:extLst>
          </p:cNvPr>
          <p:cNvSpPr>
            <a:spLocks xmlns:a="http://schemas.openxmlformats.org/drawingml/2006/main" noGrp="1"/>
          </p:cNvSpPr>
          <p:nvPr/>
        </p:nvSpPr>
        <p:spPr>
          <a:xfrm xmlns:a="http://schemas.openxmlformats.org/drawingml/2006/main">
            <a:off x="82296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8" name="성능 조사 A">
            <a:extLst xmlns:a="http://schemas.openxmlformats.org/drawingml/2006/main">
              <a:ext uri="{FF2B5EF4-FFF2-40B4-BE49-F238E27FC236}">
                <a16:creationId xmlns:a16="http://schemas.microsoft.com/office/drawing/2014/main" id="{D604B0F7-659B-4FCB-B74D-E4A9F6A1160A}"/>
              </a:ext>
            </a:extLst>
          </p:cNvPr>
          <p:cNvSpPr>
            <a:spLocks xmlns:a="http://schemas.openxmlformats.org/drawingml/2006/main" noGrp="1"/>
          </p:cNvSpPr>
          <p:nvPr/>
        </p:nvSpPr>
        <p:spPr>
          <a:xfrm xmlns:a="http://schemas.openxmlformats.org/drawingml/2006/main">
            <a:off x="82296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A</a:t>
            </a:r>
          </a:p>
        </p:txBody>
      </p:sp>
      <p:sp>
        <p:nvSpPr>
          <p:cNvPr id="39" name="">
            <a:extLst xmlns:a="http://schemas.openxmlformats.org/drawingml/2006/main">
              <a:ext uri="{FF2B5EF4-FFF2-40B4-BE49-F238E27FC236}">
                <a16:creationId xmlns:a16="http://schemas.microsoft.com/office/drawing/2014/main" id="{16EF0D55-C0A3-48F0-BF92-F8F51F9416F2}"/>
              </a:ext>
            </a:extLst>
          </p:cNvPr>
          <p:cNvSpPr>
            <a:spLocks xmlns:a="http://schemas.openxmlformats.org/drawingml/2006/main" noGrp="1"/>
          </p:cNvSpPr>
          <p:nvPr/>
        </p:nvSpPr>
        <p:spPr>
          <a:xfrm xmlns:a="http://schemas.openxmlformats.org/drawingml/2006/main">
            <a:off x="100203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0" name="성능 조사 B">
            <a:extLst xmlns:a="http://schemas.openxmlformats.org/drawingml/2006/main">
              <a:ext uri="{FF2B5EF4-FFF2-40B4-BE49-F238E27FC236}">
                <a16:creationId xmlns:a16="http://schemas.microsoft.com/office/drawing/2014/main" id="{6DA8E53C-84EE-44C1-B78C-B1B5BA28C3CB}"/>
              </a:ext>
            </a:extLst>
          </p:cNvPr>
          <p:cNvSpPr>
            <a:spLocks xmlns:a="http://schemas.openxmlformats.org/drawingml/2006/main" noGrp="1"/>
          </p:cNvSpPr>
          <p:nvPr/>
        </p:nvSpPr>
        <p:spPr>
          <a:xfrm xmlns:a="http://schemas.openxmlformats.org/drawingml/2006/main">
            <a:off x="100203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B</a:t>
            </a:r>
          </a:p>
        </p:txBody>
      </p:sp>
      <p:sp>
        <p:nvSpPr>
          <p:cNvPr id="41" name="">
            <a:extLst xmlns:a="http://schemas.openxmlformats.org/drawingml/2006/main">
              <a:ext uri="{FF2B5EF4-FFF2-40B4-BE49-F238E27FC236}">
                <a16:creationId xmlns:a16="http://schemas.microsoft.com/office/drawing/2014/main" id="{CD0CF3F2-9F6D-433A-B634-C542CA99D77A}"/>
              </a:ext>
            </a:extLst>
          </p:cNvPr>
          <p:cNvSpPr>
            <a:spLocks xmlns:a="http://schemas.openxmlformats.org/drawingml/2006/main" noGrp="1"/>
          </p:cNvSpPr>
          <p:nvPr/>
        </p:nvSpPr>
        <p:spPr>
          <a:xfrm xmlns:a="http://schemas.openxmlformats.org/drawingml/2006/main">
            <a:off x="90106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2" name="">
            <a:extLst xmlns:a="http://schemas.openxmlformats.org/drawingml/2006/main">
              <a:ext uri="{FF2B5EF4-FFF2-40B4-BE49-F238E27FC236}">
                <a16:creationId xmlns:a16="http://schemas.microsoft.com/office/drawing/2014/main" id="{E3B844A4-E8AB-4626-A671-7A5629E21FEC}"/>
              </a:ext>
            </a:extLst>
          </p:cNvPr>
          <p:cNvSpPr>
            <a:spLocks xmlns:a="http://schemas.openxmlformats.org/drawingml/2006/main" noGrp="1"/>
          </p:cNvSpPr>
          <p:nvPr/>
        </p:nvSpPr>
        <p:spPr>
          <a:xfrm xmlns:a="http://schemas.openxmlformats.org/drawingml/2006/main">
            <a:off x="108013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3" name="">
            <a:extLst xmlns:a="http://schemas.openxmlformats.org/drawingml/2006/main">
              <a:ext uri="{FF2B5EF4-FFF2-40B4-BE49-F238E27FC236}">
                <a16:creationId xmlns:a16="http://schemas.microsoft.com/office/drawing/2014/main" id="{81D9878C-B2A7-4BD7-9C53-B77268649260}"/>
              </a:ext>
            </a:extLst>
          </p:cNvPr>
          <p:cNvSpPr>
            <a:spLocks xmlns:a="http://schemas.openxmlformats.org/drawingml/2006/main" noGrp="1"/>
          </p:cNvSpPr>
          <p:nvPr/>
        </p:nvSpPr>
        <p:spPr>
          <a:xfrm xmlns:a="http://schemas.openxmlformats.org/drawingml/2006/main">
            <a:off x="9010650" y="3952875"/>
            <a:ext cx="17907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A93E99F0-43B3-4390-9FE4-42B28E414506}"/>
              </a:ext>
            </a:extLst>
          </p:cNvPr>
          <p:cNvSpPr>
            <a:spLocks xmlns:a="http://schemas.openxmlformats.org/drawingml/2006/main" noGrp="1"/>
          </p:cNvSpPr>
          <p:nvPr/>
        </p:nvSpPr>
        <p:spPr>
          <a:xfrm xmlns:a="http://schemas.openxmlformats.org/drawingml/2006/main">
            <a:off x="990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5" name="">
            <a:extLst xmlns:a="http://schemas.openxmlformats.org/drawingml/2006/main">
              <a:ext uri="{FF2B5EF4-FFF2-40B4-BE49-F238E27FC236}">
                <a16:creationId xmlns:a16="http://schemas.microsoft.com/office/drawing/2014/main" id="{85644DCE-C2A9-49D4-9E4E-820A9D832C5E}"/>
              </a:ext>
            </a:extLst>
          </p:cNvPr>
          <p:cNvSpPr>
            <a:spLocks xmlns:a="http://schemas.openxmlformats.org/drawingml/2006/main" noGrp="1"/>
          </p:cNvSpPr>
          <p:nvPr/>
        </p:nvSpPr>
        <p:spPr>
          <a:xfrm xmlns:a="http://schemas.openxmlformats.org/drawingml/2006/main">
            <a:off x="8229600" y="4162425"/>
            <a:ext cx="3352800" cy="876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46" name="변경 전&#10;측정">
            <a:extLst xmlns:a="http://schemas.openxmlformats.org/drawingml/2006/main">
              <a:ext uri="{FF2B5EF4-FFF2-40B4-BE49-F238E27FC236}">
                <a16:creationId xmlns:a16="http://schemas.microsoft.com/office/drawing/2014/main" id="{0B045624-2036-45A5-B827-761AFF6F4EA3}"/>
              </a:ext>
            </a:extLst>
          </p:cNvPr>
          <p:cNvSpPr>
            <a:spLocks xmlns:a="http://schemas.openxmlformats.org/drawingml/2006/main" noGrp="1"/>
          </p:cNvSpPr>
          <p:nvPr/>
        </p:nvSpPr>
        <p:spPr>
          <a:xfrm xmlns:a="http://schemas.openxmlformats.org/drawingml/2006/main">
            <a:off x="8382000" y="4257675"/>
            <a:ext cx="89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17212B"/>
                </a:solidFill>
                <a:latin typeface="Malgun Gothic"/>
                <a:ea typeface="Malgun Gothic"/>
                <a:cs typeface="Malgun Gothic"/>
              </a:defRPr>
            </a:defPPr>
            <a:lvl1pPr algn="ctr">
              <a:defRPr sz="1800" b="1">
                <a:solidFill>
                  <a:srgbClr val="17212B"/>
                </a:solidFill>
                <a:latin typeface="Malgun Gothic"/>
                <a:ea typeface="Malgun Gothic"/>
                <a:cs typeface="Malgun Gothic"/>
              </a:defRPr>
            </a:lvl1pPr>
            <a:lvl2pPr algn="ctr">
              <a:defRPr sz="1800" b="1">
                <a:solidFill>
                  <a:srgbClr val="17212B"/>
                </a:solidFill>
                <a:latin typeface="Malgun Gothic"/>
                <a:ea typeface="Malgun Gothic"/>
                <a:cs typeface="Malgun Gothic"/>
              </a:defRPr>
            </a:lvl2pPr>
            <a:lvl3pPr algn="ctr">
              <a:defRPr sz="1800" b="1">
                <a:solidFill>
                  <a:srgbClr val="17212B"/>
                </a:solidFill>
                <a:latin typeface="Malgun Gothic"/>
                <a:ea typeface="Malgun Gothic"/>
                <a:cs typeface="Malgun Gothic"/>
              </a:defRPr>
            </a:lvl3pPr>
            <a:lvl4pPr algn="ctr">
              <a:defRPr sz="1800" b="1">
                <a:solidFill>
                  <a:srgbClr val="17212B"/>
                </a:solidFill>
                <a:latin typeface="Malgun Gothic"/>
                <a:ea typeface="Malgun Gothic"/>
                <a:cs typeface="Malgun Gothic"/>
              </a:defRPr>
            </a:lvl4pPr>
            <a:lvl5pPr algn="ctr">
              <a:defRPr sz="1800" b="1">
                <a:solidFill>
                  <a:srgbClr val="17212B"/>
                </a:solidFill>
                <a:latin typeface="Malgun Gothic"/>
                <a:ea typeface="Malgun Gothic"/>
                <a:cs typeface="Malgun Gothic"/>
              </a:defRPr>
            </a:lvl5pPr>
            <a:lvl6pPr algn="ctr">
              <a:defRPr sz="1800" b="1">
                <a:solidFill>
                  <a:srgbClr val="17212B"/>
                </a:solidFill>
                <a:latin typeface="Malgun Gothic"/>
                <a:ea typeface="Malgun Gothic"/>
                <a:cs typeface="Malgun Gothic"/>
              </a:defRPr>
            </a:lvl6pPr>
            <a:lvl7pPr algn="ctr">
              <a:defRPr sz="1800" b="1">
                <a:solidFill>
                  <a:srgbClr val="17212B"/>
                </a:solidFill>
                <a:latin typeface="Malgun Gothic"/>
                <a:ea typeface="Malgun Gothic"/>
                <a:cs typeface="Malgun Gothic"/>
              </a:defRPr>
            </a:lvl7pPr>
            <a:lvl8pPr algn="ctr">
              <a:defRPr sz="1800" b="1">
                <a:solidFill>
                  <a:srgbClr val="17212B"/>
                </a:solidFill>
                <a:latin typeface="Malgun Gothic"/>
                <a:ea typeface="Malgun Gothic"/>
                <a:cs typeface="Malgun Gothic"/>
              </a:defRPr>
            </a:lvl8pPr>
            <a:lvl9pPr algn="ctr">
              <a:defRPr sz="1800" b="1">
                <a:solidFill>
                  <a:srgbClr val="17212B"/>
                </a:solidFill>
                <a:latin typeface="Malgun Gothic"/>
                <a:ea typeface="Malgun Gothic"/>
                <a:cs typeface="Malgun Gothic"/>
              </a:defRPr>
            </a:lvl9pPr>
          </a:lstStyle>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변경 전</a:t>
            </a:r>
          </a:p>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측정</a:t>
            </a:r>
          </a:p>
        </p:txBody>
      </p:sp>
      <p:sp>
        <p:nvSpPr>
          <p:cNvPr id="47" name="">
            <a:extLst xmlns:a="http://schemas.openxmlformats.org/drawingml/2006/main">
              <a:ext uri="{FF2B5EF4-FFF2-40B4-BE49-F238E27FC236}">
                <a16:creationId xmlns:a16="http://schemas.microsoft.com/office/drawing/2014/main" id="{9CDE44D7-58F1-4B45-B434-AD7BC9810BD6}"/>
              </a:ext>
            </a:extLst>
          </p:cNvPr>
          <p:cNvSpPr>
            <a:spLocks xmlns:a="http://schemas.openxmlformats.org/drawingml/2006/main" noGrp="1"/>
          </p:cNvSpPr>
          <p:nvPr/>
        </p:nvSpPr>
        <p:spPr>
          <a:xfrm xmlns:a="http://schemas.openxmlformats.org/drawingml/2006/main">
            <a:off x="939165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48" name="조사">
            <a:extLst xmlns:a="http://schemas.openxmlformats.org/drawingml/2006/main">
              <a:ext uri="{FF2B5EF4-FFF2-40B4-BE49-F238E27FC236}">
                <a16:creationId xmlns:a16="http://schemas.microsoft.com/office/drawing/2014/main" id="{327C8BAA-0647-4F7A-AE3B-BAD77D2CDC71}"/>
              </a:ext>
            </a:extLst>
          </p:cNvPr>
          <p:cNvSpPr>
            <a:spLocks xmlns:a="http://schemas.openxmlformats.org/drawingml/2006/main" noGrp="1"/>
          </p:cNvSpPr>
          <p:nvPr/>
        </p:nvSpPr>
        <p:spPr>
          <a:xfrm xmlns:a="http://schemas.openxmlformats.org/drawingml/2006/main">
            <a:off x="96774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조사</a:t>
            </a:r>
          </a:p>
        </p:txBody>
      </p:sp>
      <p:sp>
        <p:nvSpPr>
          <p:cNvPr id="49" name="">
            <a:extLst xmlns:a="http://schemas.openxmlformats.org/drawingml/2006/main">
              <a:ext uri="{FF2B5EF4-FFF2-40B4-BE49-F238E27FC236}">
                <a16:creationId xmlns:a16="http://schemas.microsoft.com/office/drawing/2014/main" id="{012DFF84-C5B3-4EBD-9E36-16E0CE38CE1C}"/>
              </a:ext>
            </a:extLst>
          </p:cNvPr>
          <p:cNvSpPr>
            <a:spLocks xmlns:a="http://schemas.openxmlformats.org/drawingml/2006/main" noGrp="1"/>
          </p:cNvSpPr>
          <p:nvPr/>
        </p:nvSpPr>
        <p:spPr>
          <a:xfrm xmlns:a="http://schemas.openxmlformats.org/drawingml/2006/main">
            <a:off x="1043940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50" name="검증">
            <a:extLst xmlns:a="http://schemas.openxmlformats.org/drawingml/2006/main">
              <a:ext uri="{FF2B5EF4-FFF2-40B4-BE49-F238E27FC236}">
                <a16:creationId xmlns:a16="http://schemas.microsoft.com/office/drawing/2014/main" id="{BF4BF702-D556-4152-93D1-2E202474186A}"/>
              </a:ext>
            </a:extLst>
          </p:cNvPr>
          <p:cNvSpPr>
            <a:spLocks xmlns:a="http://schemas.openxmlformats.org/drawingml/2006/main" noGrp="1"/>
          </p:cNvSpPr>
          <p:nvPr/>
        </p:nvSpPr>
        <p:spPr>
          <a:xfrm xmlns:a="http://schemas.openxmlformats.org/drawingml/2006/main">
            <a:off x="107442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51" name="여러 작업에 공통 적용">
            <a:extLst xmlns:a="http://schemas.openxmlformats.org/drawingml/2006/main">
              <a:ext uri="{FF2B5EF4-FFF2-40B4-BE49-F238E27FC236}">
                <a16:creationId xmlns:a16="http://schemas.microsoft.com/office/drawing/2014/main" id="{A1C8C75A-5AB9-4EFB-95EE-109E23FCBD49}"/>
              </a:ext>
            </a:extLst>
          </p:cNvPr>
          <p:cNvSpPr>
            <a:spLocks xmlns:a="http://schemas.openxmlformats.org/drawingml/2006/main" noGrp="1"/>
          </p:cNvSpPr>
          <p:nvPr/>
        </p:nvSpPr>
        <p:spPr>
          <a:xfrm xmlns:a="http://schemas.openxmlformats.org/drawingml/2006/main">
            <a:off x="60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여러 작업에 공통 적용</a:t>
            </a:r>
          </a:p>
        </p:txBody>
      </p:sp>
      <p:sp>
        <p:nvSpPr>
          <p:cNvPr id="52" name="해당 작업에 맞춰 상세 확인">
            <a:extLst xmlns:a="http://schemas.openxmlformats.org/drawingml/2006/main">
              <a:ext uri="{FF2B5EF4-FFF2-40B4-BE49-F238E27FC236}">
                <a16:creationId xmlns:a16="http://schemas.microsoft.com/office/drawing/2014/main" id="{052DA083-2ED9-4D42-84CB-A1D8DAE28F33}"/>
              </a:ext>
            </a:extLst>
          </p:cNvPr>
          <p:cNvSpPr>
            <a:spLocks xmlns:a="http://schemas.openxmlformats.org/drawingml/2006/main" noGrp="1"/>
          </p:cNvSpPr>
          <p:nvPr/>
        </p:nvSpPr>
        <p:spPr>
          <a:xfrm xmlns:a="http://schemas.openxmlformats.org/drawingml/2006/main">
            <a:off x="441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해당 작업에 맞춰 상세 확인</a:t>
            </a:r>
          </a:p>
        </p:txBody>
      </p:sp>
      <p:sp>
        <p:nvSpPr>
          <p:cNvPr id="53" name="같은 종류의 작업마다 재사용">
            <a:extLst xmlns:a="http://schemas.openxmlformats.org/drawingml/2006/main">
              <a:ext uri="{FF2B5EF4-FFF2-40B4-BE49-F238E27FC236}">
                <a16:creationId xmlns:a16="http://schemas.microsoft.com/office/drawing/2014/main" id="{5F0BF01E-82D7-4907-8644-813A07C297E0}"/>
              </a:ext>
            </a:extLst>
          </p:cNvPr>
          <p:cNvSpPr>
            <a:spLocks xmlns:a="http://schemas.openxmlformats.org/drawingml/2006/main" noGrp="1"/>
          </p:cNvSpPr>
          <p:nvPr/>
        </p:nvSpPr>
        <p:spPr>
          <a:xfrm xmlns:a="http://schemas.openxmlformats.org/drawingml/2006/main">
            <a:off x="822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같은 종류의 작업마다 재사용</a:t>
            </a:r>
          </a:p>
        </p:txBody>
      </p:sp>
      <p:sp>
        <p:nvSpPr>
          <p:cNvPr id="54" name="Legacy module connection">
            <a:extLst xmlns:a="http://schemas.openxmlformats.org/drawingml/2006/main">
              <a:ext uri="{FF2B5EF4-FFF2-40B4-BE49-F238E27FC236}">
                <a16:creationId xmlns:a16="http://schemas.microsoft.com/office/drawing/2014/main" id="{8739962B-C343-481F-B103-AD231E85CF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1551404"/>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2 · 정보의 양을 다시 묻는 연구">
            <a:extLst xmlns:a="http://schemas.openxmlformats.org/drawingml/2006/main">
              <a:ext uri="{FF2B5EF4-FFF2-40B4-BE49-F238E27FC236}">
                <a16:creationId xmlns:a16="http://schemas.microsoft.com/office/drawing/2014/main" id="{8B2D72DC-89DE-43F7-BCB3-07FF7DDDA3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9">
            <a:extLst xmlns:a="http://schemas.openxmlformats.org/drawingml/2006/main">
              <a:ext uri="{FF2B5EF4-FFF2-40B4-BE49-F238E27FC236}">
                <a16:creationId xmlns:a16="http://schemas.microsoft.com/office/drawing/2014/main" id="{55FF9D98-CA44-4262-935B-ED7F926F4C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Long Context 연구가 말해주는 범위">
            <a:extLst xmlns:a="http://schemas.openxmlformats.org/drawingml/2006/main">
              <a:ext uri="{FF2B5EF4-FFF2-40B4-BE49-F238E27FC236}">
                <a16:creationId xmlns:a16="http://schemas.microsoft.com/office/drawing/2014/main" id="{1DB71FB0-CB0C-4990-92C4-DE3C579819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EFA83CEB-9F6D-4D55-92C6-53F2790260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aclanthology.org/2024.tacl-1.9/ · Rep">
            <a:extLst xmlns:a="http://schemas.openxmlformats.org/drawingml/2006/main">
              <a:ext uri="{FF2B5EF4-FFF2-40B4-BE49-F238E27FC236}">
                <a16:creationId xmlns:a16="http://schemas.microsoft.com/office/drawing/2014/main" id="{FBDD19DC-A858-44A3-8CAE-80535F7819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aclanthology.org/2024.tacl-1.9/ · RepoQA 2024: arxiv.org/abs/2406.06025</a:t>
            </a:r>
          </a:p>
        </p:txBody>
      </p:sp>
      <p:sp>
        <p:nvSpPr>
          <p:cNvPr id="6" name="연구 과제의 재구성 · 현재 Codex의 Repository 작업을 직접 평가한 근거가 아님">
            <a:extLst xmlns:a="http://schemas.openxmlformats.org/drawingml/2006/main">
              <a:ext uri="{FF2B5EF4-FFF2-40B4-BE49-F238E27FC236}">
                <a16:creationId xmlns:a16="http://schemas.microsoft.com/office/drawing/2014/main" id="{99B08FE3-EB2D-448A-8E6C-DABC2AF07F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과제의 재구성 · 현재 Codex의 Repository 작업을 직접 평가한 근거가 아님</a:t>
            </a:r>
          </a:p>
        </p:txBody>
      </p:sp>
      <p:sp>
        <p:nvSpPr>
          <p:cNvPr id="7" name="많은 정보를 넣으면, 필요한 근거도 잘 찾아 쓸까?">
            <a:extLst xmlns:a="http://schemas.openxmlformats.org/drawingml/2006/main">
              <a:ext uri="{FF2B5EF4-FFF2-40B4-BE49-F238E27FC236}">
                <a16:creationId xmlns:a16="http://schemas.microsoft.com/office/drawing/2014/main" id="{830607A4-7C22-4140-8D69-DCD3E0CEF908}"/>
              </a:ext>
            </a:extLst>
          </p:cNvPr>
          <p:cNvSpPr>
            <a:spLocks xmlns:a="http://schemas.openxmlformats.org/drawingml/2006/main" noGrp="1"/>
          </p:cNvSpPr>
          <p:nvPr/>
        </p:nvSpPr>
        <p:spPr>
          <a:xfrm xmlns:a="http://schemas.openxmlformats.org/drawingml/2006/main">
            <a:off x="609600" y="16764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많은 정보를 넣으면, 필요한 근거도 잘 찾아 쓸까?</a:t>
            </a:r>
          </a:p>
        </p:txBody>
      </p:sp>
      <p:sp>
        <p:nvSpPr>
          <p:cNvPr id="8" name="Lost in the Middle">
            <a:extLst xmlns:a="http://schemas.openxmlformats.org/drawingml/2006/main">
              <a:ext uri="{FF2B5EF4-FFF2-40B4-BE49-F238E27FC236}">
                <a16:creationId xmlns:a16="http://schemas.microsoft.com/office/drawing/2014/main" id="{25001BB2-F5DC-478B-9C08-C70C472BF5E9}"/>
              </a:ext>
            </a:extLst>
          </p:cNvPr>
          <p:cNvSpPr>
            <a:spLocks xmlns:a="http://schemas.openxmlformats.org/drawingml/2006/main" noGrp="1"/>
          </p:cNvSpPr>
          <p:nvPr/>
        </p:nvSpPr>
        <p:spPr>
          <a:xfrm xmlns:a="http://schemas.openxmlformats.org/drawingml/2006/main">
            <a:off x="609600" y="2257425"/>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688F0944-497D-497D-8A4E-687ABF661A52}"/>
              </a:ext>
            </a:extLst>
          </p:cNvPr>
          <p:cNvSpPr>
            <a:spLocks xmlns:a="http://schemas.openxmlformats.org/drawingml/2006/main" noGrp="1"/>
          </p:cNvSpPr>
          <p:nvPr/>
        </p:nvSpPr>
        <p:spPr>
          <a:xfrm xmlns:a="http://schemas.openxmlformats.org/drawingml/2006/main">
            <a:off x="6705600" y="22574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문서 질문 답변 · 합성 key-value 검색">
            <a:extLst xmlns:a="http://schemas.openxmlformats.org/drawingml/2006/main">
              <a:ext uri="{FF2B5EF4-FFF2-40B4-BE49-F238E27FC236}">
                <a16:creationId xmlns:a16="http://schemas.microsoft.com/office/drawing/2014/main" id="{81EA23F6-E3CB-4CF3-A618-B014CD6F8DBC}"/>
              </a:ext>
            </a:extLst>
          </p:cNvPr>
          <p:cNvSpPr>
            <a:spLocks xmlns:a="http://schemas.openxmlformats.org/drawingml/2006/main" noGrp="1"/>
          </p:cNvSpPr>
          <p:nvPr/>
        </p:nvSpPr>
        <p:spPr>
          <a:xfrm xmlns:a="http://schemas.openxmlformats.org/drawingml/2006/main">
            <a:off x="609600" y="2667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문서 질문 답변 · 합성 key-value 검색</a:t>
            </a:r>
          </a:p>
        </p:txBody>
      </p:sp>
      <p:sp>
        <p:nvSpPr>
          <p:cNvPr id="11" name="정답 근거의 위치만 바꿔 비교">
            <a:extLst xmlns:a="http://schemas.openxmlformats.org/drawingml/2006/main">
              <a:ext uri="{FF2B5EF4-FFF2-40B4-BE49-F238E27FC236}">
                <a16:creationId xmlns:a16="http://schemas.microsoft.com/office/drawing/2014/main" id="{84CDEC51-6C4B-4913-9EA1-DFDB67D1BAD4}"/>
              </a:ext>
            </a:extLst>
          </p:cNvPr>
          <p:cNvSpPr>
            <a:spLocks xmlns:a="http://schemas.openxmlformats.org/drawingml/2006/main" noGrp="1"/>
          </p:cNvSpPr>
          <p:nvPr/>
        </p:nvSpPr>
        <p:spPr>
          <a:xfrm xmlns:a="http://schemas.openxmlformats.org/drawingml/2006/main">
            <a:off x="609600" y="3009900"/>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정답 근거의 위치만 바꿔 비교</a:t>
            </a:r>
          </a:p>
        </p:txBody>
      </p:sp>
      <p:sp>
        <p:nvSpPr>
          <p:cNvPr id="12" name="앞">
            <a:extLst xmlns:a="http://schemas.openxmlformats.org/drawingml/2006/main">
              <a:ext uri="{FF2B5EF4-FFF2-40B4-BE49-F238E27FC236}">
                <a16:creationId xmlns:a16="http://schemas.microsoft.com/office/drawing/2014/main" id="{D2B69E95-6562-45B0-B1A8-4F4941D6D8EB}"/>
              </a:ext>
            </a:extLst>
          </p:cNvPr>
          <p:cNvSpPr>
            <a:spLocks xmlns:a="http://schemas.openxmlformats.org/drawingml/2006/main" noGrp="1"/>
          </p:cNvSpPr>
          <p:nvPr/>
        </p:nvSpPr>
        <p:spPr>
          <a:xfrm xmlns:a="http://schemas.openxmlformats.org/drawingml/2006/main">
            <a:off x="609600" y="332422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앞</a:t>
            </a:r>
          </a:p>
        </p:txBody>
      </p:sp>
      <p:sp>
        <p:nvSpPr>
          <p:cNvPr id="13" name="">
            <a:extLst xmlns:a="http://schemas.openxmlformats.org/drawingml/2006/main">
              <a:ext uri="{FF2B5EF4-FFF2-40B4-BE49-F238E27FC236}">
                <a16:creationId xmlns:a16="http://schemas.microsoft.com/office/drawing/2014/main" id="{8C4FC8C0-3A5A-4FFE-96B7-08A6500501A3}"/>
              </a:ext>
            </a:extLst>
          </p:cNvPr>
          <p:cNvSpPr>
            <a:spLocks xmlns:a="http://schemas.openxmlformats.org/drawingml/2006/main" noGrp="1"/>
          </p:cNvSpPr>
          <p:nvPr/>
        </p:nvSpPr>
        <p:spPr>
          <a:xfrm xmlns:a="http://schemas.openxmlformats.org/drawingml/2006/main">
            <a:off x="1352550" y="334327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4" name="근거">
            <a:extLst xmlns:a="http://schemas.openxmlformats.org/drawingml/2006/main">
              <a:ext uri="{FF2B5EF4-FFF2-40B4-BE49-F238E27FC236}">
                <a16:creationId xmlns:a16="http://schemas.microsoft.com/office/drawing/2014/main" id="{C812BF4E-BB70-4FCA-9B64-00F99A940DC5}"/>
              </a:ext>
            </a:extLst>
          </p:cNvPr>
          <p:cNvSpPr>
            <a:spLocks xmlns:a="http://schemas.openxmlformats.org/drawingml/2006/main" noGrp="1"/>
          </p:cNvSpPr>
          <p:nvPr/>
        </p:nvSpPr>
        <p:spPr>
          <a:xfrm xmlns:a="http://schemas.openxmlformats.org/drawingml/2006/main">
            <a:off x="1352550" y="334327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15" name="">
            <a:extLst xmlns:a="http://schemas.openxmlformats.org/drawingml/2006/main">
              <a:ext uri="{FF2B5EF4-FFF2-40B4-BE49-F238E27FC236}">
                <a16:creationId xmlns:a16="http://schemas.microsoft.com/office/drawing/2014/main" id="{9E1A9DF5-5A38-4991-AAA1-5916A896ADD3}"/>
              </a:ext>
            </a:extLst>
          </p:cNvPr>
          <p:cNvSpPr>
            <a:spLocks xmlns:a="http://schemas.openxmlformats.org/drawingml/2006/main" noGrp="1"/>
          </p:cNvSpPr>
          <p:nvPr/>
        </p:nvSpPr>
        <p:spPr>
          <a:xfrm xmlns:a="http://schemas.openxmlformats.org/drawingml/2006/main">
            <a:off x="217170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7A139042-55DD-49EF-84F1-B9B2493C0BA1}"/>
              </a:ext>
            </a:extLst>
          </p:cNvPr>
          <p:cNvSpPr>
            <a:spLocks xmlns:a="http://schemas.openxmlformats.org/drawingml/2006/main" noGrp="1"/>
          </p:cNvSpPr>
          <p:nvPr/>
        </p:nvSpPr>
        <p:spPr>
          <a:xfrm xmlns:a="http://schemas.openxmlformats.org/drawingml/2006/main">
            <a:off x="299085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526FFDAC-4C8B-4F5C-8BA1-9602E875CF53}"/>
              </a:ext>
            </a:extLst>
          </p:cNvPr>
          <p:cNvSpPr>
            <a:spLocks xmlns:a="http://schemas.openxmlformats.org/drawingml/2006/main" noGrp="1"/>
          </p:cNvSpPr>
          <p:nvPr/>
        </p:nvSpPr>
        <p:spPr>
          <a:xfrm xmlns:a="http://schemas.openxmlformats.org/drawingml/2006/main">
            <a:off x="381000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193B6C46-35E8-4B92-906C-2022E8CA9B53}"/>
              </a:ext>
            </a:extLst>
          </p:cNvPr>
          <p:cNvSpPr>
            <a:spLocks xmlns:a="http://schemas.openxmlformats.org/drawingml/2006/main" noGrp="1"/>
          </p:cNvSpPr>
          <p:nvPr/>
        </p:nvSpPr>
        <p:spPr>
          <a:xfrm xmlns:a="http://schemas.openxmlformats.org/drawingml/2006/main">
            <a:off x="462915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중간">
            <a:extLst xmlns:a="http://schemas.openxmlformats.org/drawingml/2006/main">
              <a:ext uri="{FF2B5EF4-FFF2-40B4-BE49-F238E27FC236}">
                <a16:creationId xmlns:a16="http://schemas.microsoft.com/office/drawing/2014/main" id="{4C96BC98-662D-41BA-B2E6-68E5CE1A0746}"/>
              </a:ext>
            </a:extLst>
          </p:cNvPr>
          <p:cNvSpPr>
            <a:spLocks xmlns:a="http://schemas.openxmlformats.org/drawingml/2006/main" noGrp="1"/>
          </p:cNvSpPr>
          <p:nvPr/>
        </p:nvSpPr>
        <p:spPr>
          <a:xfrm xmlns:a="http://schemas.openxmlformats.org/drawingml/2006/main">
            <a:off x="609600" y="360997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중간</a:t>
            </a:r>
          </a:p>
        </p:txBody>
      </p:sp>
      <p:sp>
        <p:nvSpPr>
          <p:cNvPr id="20" name="">
            <a:extLst xmlns:a="http://schemas.openxmlformats.org/drawingml/2006/main">
              <a:ext uri="{FF2B5EF4-FFF2-40B4-BE49-F238E27FC236}">
                <a16:creationId xmlns:a16="http://schemas.microsoft.com/office/drawing/2014/main" id="{C7321502-6BF7-4F83-8D8C-E88CC20F2107}"/>
              </a:ext>
            </a:extLst>
          </p:cNvPr>
          <p:cNvSpPr>
            <a:spLocks xmlns:a="http://schemas.openxmlformats.org/drawingml/2006/main" noGrp="1"/>
          </p:cNvSpPr>
          <p:nvPr/>
        </p:nvSpPr>
        <p:spPr>
          <a:xfrm xmlns:a="http://schemas.openxmlformats.org/drawingml/2006/main">
            <a:off x="135255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30F0E1A4-B73E-48DA-8DB0-8C023EE6248E}"/>
              </a:ext>
            </a:extLst>
          </p:cNvPr>
          <p:cNvSpPr>
            <a:spLocks xmlns:a="http://schemas.openxmlformats.org/drawingml/2006/main" noGrp="1"/>
          </p:cNvSpPr>
          <p:nvPr/>
        </p:nvSpPr>
        <p:spPr>
          <a:xfrm xmlns:a="http://schemas.openxmlformats.org/drawingml/2006/main">
            <a:off x="217170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135CC501-D39B-4235-85F6-1633746689C0}"/>
              </a:ext>
            </a:extLst>
          </p:cNvPr>
          <p:cNvSpPr>
            <a:spLocks xmlns:a="http://schemas.openxmlformats.org/drawingml/2006/main" noGrp="1"/>
          </p:cNvSpPr>
          <p:nvPr/>
        </p:nvSpPr>
        <p:spPr>
          <a:xfrm xmlns:a="http://schemas.openxmlformats.org/drawingml/2006/main">
            <a:off x="2990850" y="362902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3" name="근거">
            <a:extLst xmlns:a="http://schemas.openxmlformats.org/drawingml/2006/main">
              <a:ext uri="{FF2B5EF4-FFF2-40B4-BE49-F238E27FC236}">
                <a16:creationId xmlns:a16="http://schemas.microsoft.com/office/drawing/2014/main" id="{D979CE91-21DC-4858-8FF4-9393FBAC1726}"/>
              </a:ext>
            </a:extLst>
          </p:cNvPr>
          <p:cNvSpPr>
            <a:spLocks xmlns:a="http://schemas.openxmlformats.org/drawingml/2006/main" noGrp="1"/>
          </p:cNvSpPr>
          <p:nvPr/>
        </p:nvSpPr>
        <p:spPr>
          <a:xfrm xmlns:a="http://schemas.openxmlformats.org/drawingml/2006/main">
            <a:off x="2990850" y="362902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24" name="">
            <a:extLst xmlns:a="http://schemas.openxmlformats.org/drawingml/2006/main">
              <a:ext uri="{FF2B5EF4-FFF2-40B4-BE49-F238E27FC236}">
                <a16:creationId xmlns:a16="http://schemas.microsoft.com/office/drawing/2014/main" id="{F19249A9-E5B2-4327-900E-154C63ABC2A7}"/>
              </a:ext>
            </a:extLst>
          </p:cNvPr>
          <p:cNvSpPr>
            <a:spLocks xmlns:a="http://schemas.openxmlformats.org/drawingml/2006/main" noGrp="1"/>
          </p:cNvSpPr>
          <p:nvPr/>
        </p:nvSpPr>
        <p:spPr>
          <a:xfrm xmlns:a="http://schemas.openxmlformats.org/drawingml/2006/main">
            <a:off x="381000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A3DDE41B-1907-4FAC-AB00-3BF0F2F976F5}"/>
              </a:ext>
            </a:extLst>
          </p:cNvPr>
          <p:cNvSpPr>
            <a:spLocks xmlns:a="http://schemas.openxmlformats.org/drawingml/2006/main" noGrp="1"/>
          </p:cNvSpPr>
          <p:nvPr/>
        </p:nvSpPr>
        <p:spPr>
          <a:xfrm xmlns:a="http://schemas.openxmlformats.org/drawingml/2006/main">
            <a:off x="462915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뒤">
            <a:extLst xmlns:a="http://schemas.openxmlformats.org/drawingml/2006/main">
              <a:ext uri="{FF2B5EF4-FFF2-40B4-BE49-F238E27FC236}">
                <a16:creationId xmlns:a16="http://schemas.microsoft.com/office/drawing/2014/main" id="{F95DC547-EF58-48D9-AE89-552174AE9896}"/>
              </a:ext>
            </a:extLst>
          </p:cNvPr>
          <p:cNvSpPr>
            <a:spLocks xmlns:a="http://schemas.openxmlformats.org/drawingml/2006/main" noGrp="1"/>
          </p:cNvSpPr>
          <p:nvPr/>
        </p:nvSpPr>
        <p:spPr>
          <a:xfrm xmlns:a="http://schemas.openxmlformats.org/drawingml/2006/main">
            <a:off x="609600" y="389572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뒤</a:t>
            </a:r>
          </a:p>
        </p:txBody>
      </p:sp>
      <p:sp>
        <p:nvSpPr>
          <p:cNvPr id="27" name="">
            <a:extLst xmlns:a="http://schemas.openxmlformats.org/drawingml/2006/main">
              <a:ext uri="{FF2B5EF4-FFF2-40B4-BE49-F238E27FC236}">
                <a16:creationId xmlns:a16="http://schemas.microsoft.com/office/drawing/2014/main" id="{CB9ECC74-D4DB-492D-862D-5BA8B4948D6C}"/>
              </a:ext>
            </a:extLst>
          </p:cNvPr>
          <p:cNvSpPr>
            <a:spLocks xmlns:a="http://schemas.openxmlformats.org/drawingml/2006/main" noGrp="1"/>
          </p:cNvSpPr>
          <p:nvPr/>
        </p:nvSpPr>
        <p:spPr>
          <a:xfrm xmlns:a="http://schemas.openxmlformats.org/drawingml/2006/main">
            <a:off x="135255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63066B82-A4B2-44AF-BA5A-0123EE454907}"/>
              </a:ext>
            </a:extLst>
          </p:cNvPr>
          <p:cNvSpPr>
            <a:spLocks xmlns:a="http://schemas.openxmlformats.org/drawingml/2006/main" noGrp="1"/>
          </p:cNvSpPr>
          <p:nvPr/>
        </p:nvSpPr>
        <p:spPr>
          <a:xfrm xmlns:a="http://schemas.openxmlformats.org/drawingml/2006/main">
            <a:off x="217170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241ABF3F-33A3-402F-A877-A064D58D3615}"/>
              </a:ext>
            </a:extLst>
          </p:cNvPr>
          <p:cNvSpPr>
            <a:spLocks xmlns:a="http://schemas.openxmlformats.org/drawingml/2006/main" noGrp="1"/>
          </p:cNvSpPr>
          <p:nvPr/>
        </p:nvSpPr>
        <p:spPr>
          <a:xfrm xmlns:a="http://schemas.openxmlformats.org/drawingml/2006/main">
            <a:off x="299085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
            <a:extLst xmlns:a="http://schemas.openxmlformats.org/drawingml/2006/main">
              <a:ext uri="{FF2B5EF4-FFF2-40B4-BE49-F238E27FC236}">
                <a16:creationId xmlns:a16="http://schemas.microsoft.com/office/drawing/2014/main" id="{94687282-6DE7-4763-9DEF-4615B5A8C655}"/>
              </a:ext>
            </a:extLst>
          </p:cNvPr>
          <p:cNvSpPr>
            <a:spLocks xmlns:a="http://schemas.openxmlformats.org/drawingml/2006/main" noGrp="1"/>
          </p:cNvSpPr>
          <p:nvPr/>
        </p:nvSpPr>
        <p:spPr>
          <a:xfrm xmlns:a="http://schemas.openxmlformats.org/drawingml/2006/main">
            <a:off x="381000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834CF655-0957-4C3F-950C-1A4A3635D128}"/>
              </a:ext>
            </a:extLst>
          </p:cNvPr>
          <p:cNvSpPr>
            <a:spLocks xmlns:a="http://schemas.openxmlformats.org/drawingml/2006/main" noGrp="1"/>
          </p:cNvSpPr>
          <p:nvPr/>
        </p:nvSpPr>
        <p:spPr>
          <a:xfrm xmlns:a="http://schemas.openxmlformats.org/drawingml/2006/main">
            <a:off x="4629150" y="391477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2" name="근거">
            <a:extLst xmlns:a="http://schemas.openxmlformats.org/drawingml/2006/main">
              <a:ext uri="{FF2B5EF4-FFF2-40B4-BE49-F238E27FC236}">
                <a16:creationId xmlns:a16="http://schemas.microsoft.com/office/drawing/2014/main" id="{994C47BC-BA83-483D-9913-BE37F0293D1A}"/>
              </a:ext>
            </a:extLst>
          </p:cNvPr>
          <p:cNvSpPr>
            <a:spLocks xmlns:a="http://schemas.openxmlformats.org/drawingml/2006/main" noGrp="1"/>
          </p:cNvSpPr>
          <p:nvPr/>
        </p:nvSpPr>
        <p:spPr>
          <a:xfrm xmlns:a="http://schemas.openxmlformats.org/drawingml/2006/main">
            <a:off x="4629150" y="391477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33" name="50개 저장소 · 설명에 맞는 함수 찾기&#10;주 평가: 코드 입력 16K 토큰">
            <a:extLst xmlns:a="http://schemas.openxmlformats.org/drawingml/2006/main">
              <a:ext uri="{FF2B5EF4-FFF2-40B4-BE49-F238E27FC236}">
                <a16:creationId xmlns:a16="http://schemas.microsoft.com/office/drawing/2014/main" id="{24CA8D0D-05A5-453F-96AA-2442E125400E}"/>
              </a:ext>
            </a:extLst>
          </p:cNvPr>
          <p:cNvSpPr>
            <a:spLocks xmlns:a="http://schemas.openxmlformats.org/drawingml/2006/main" noGrp="1"/>
          </p:cNvSpPr>
          <p:nvPr/>
        </p:nvSpPr>
        <p:spPr>
          <a:xfrm xmlns:a="http://schemas.openxmlformats.org/drawingml/2006/main">
            <a:off x="6705600" y="2667000"/>
            <a:ext cx="4876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50개 저장소 · 설명에 맞는 함수 찾기</a:t>
            </a:r>
          </a:p>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주 평가: 코드 입력 16K 토큰</a:t>
            </a:r>
          </a:p>
        </p:txBody>
      </p:sp>
      <p:sp>
        <p:nvSpPr>
          <p:cNvPr id="34" name="">
            <a:extLst xmlns:a="http://schemas.openxmlformats.org/drawingml/2006/main">
              <a:ext uri="{FF2B5EF4-FFF2-40B4-BE49-F238E27FC236}">
                <a16:creationId xmlns:a16="http://schemas.microsoft.com/office/drawing/2014/main" id="{2B3B8460-D565-49CC-A583-609F0485D3BB}"/>
              </a:ext>
            </a:extLst>
          </p:cNvPr>
          <p:cNvSpPr>
            <a:spLocks xmlns:a="http://schemas.openxmlformats.org/drawingml/2006/main" noGrp="1"/>
          </p:cNvSpPr>
          <p:nvPr/>
        </p:nvSpPr>
        <p:spPr>
          <a:xfrm xmlns:a="http://schemas.openxmlformats.org/drawingml/2006/main">
            <a:off x="6705600" y="3295650"/>
            <a:ext cx="1390650" cy="838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5" name="기능 설명&#10;+ 코드 입력">
            <a:extLst xmlns:a="http://schemas.openxmlformats.org/drawingml/2006/main">
              <a:ext uri="{FF2B5EF4-FFF2-40B4-BE49-F238E27FC236}">
                <a16:creationId xmlns:a16="http://schemas.microsoft.com/office/drawing/2014/main" id="{746D85A7-3A30-4997-BFC7-425E5E798561}"/>
              </a:ext>
            </a:extLst>
          </p:cNvPr>
          <p:cNvSpPr>
            <a:spLocks xmlns:a="http://schemas.openxmlformats.org/drawingml/2006/main" noGrp="1"/>
          </p:cNvSpPr>
          <p:nvPr/>
        </p:nvSpPr>
        <p:spPr>
          <a:xfrm xmlns:a="http://schemas.openxmlformats.org/drawingml/2006/main">
            <a:off x="6781800" y="3419475"/>
            <a:ext cx="1238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기능 설명</a:t>
            </a:r>
          </a:p>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 코드 입력</a:t>
            </a:r>
          </a:p>
        </p:txBody>
      </p:sp>
      <p:sp>
        <p:nvSpPr>
          <p:cNvPr id="36" name="">
            <a:extLst xmlns:a="http://schemas.openxmlformats.org/drawingml/2006/main">
              <a:ext uri="{FF2B5EF4-FFF2-40B4-BE49-F238E27FC236}">
                <a16:creationId xmlns:a16="http://schemas.microsoft.com/office/drawing/2014/main" id="{4F9C6C98-C015-4F0A-9063-A797D3D19B4F}"/>
              </a:ext>
            </a:extLst>
          </p:cNvPr>
          <p:cNvSpPr>
            <a:spLocks xmlns:a="http://schemas.openxmlformats.org/drawingml/2006/main" noGrp="1"/>
          </p:cNvSpPr>
          <p:nvPr/>
        </p:nvSpPr>
        <p:spPr>
          <a:xfrm xmlns:a="http://schemas.openxmlformats.org/drawingml/2006/main">
            <a:off x="8229600" y="3619500"/>
            <a:ext cx="2095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32019675-2D16-4B18-8DAD-254CB01F04B7}"/>
              </a:ext>
            </a:extLst>
          </p:cNvPr>
          <p:cNvSpPr>
            <a:spLocks xmlns:a="http://schemas.openxmlformats.org/drawingml/2006/main" noGrp="1"/>
          </p:cNvSpPr>
          <p:nvPr/>
        </p:nvSpPr>
        <p:spPr>
          <a:xfrm xmlns:a="http://schemas.openxmlformats.org/drawingml/2006/main">
            <a:off x="8553450" y="3295650"/>
            <a:ext cx="1276350" cy="838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8" name="함수 코드&#10;반환">
            <a:extLst xmlns:a="http://schemas.openxmlformats.org/drawingml/2006/main">
              <a:ext uri="{FF2B5EF4-FFF2-40B4-BE49-F238E27FC236}">
                <a16:creationId xmlns:a16="http://schemas.microsoft.com/office/drawing/2014/main" id="{08E3FF0A-AAA9-42D2-9905-6E496A3861B8}"/>
              </a:ext>
            </a:extLst>
          </p:cNvPr>
          <p:cNvSpPr>
            <a:spLocks xmlns:a="http://schemas.openxmlformats.org/drawingml/2006/main" noGrp="1"/>
          </p:cNvSpPr>
          <p:nvPr/>
        </p:nvSpPr>
        <p:spPr>
          <a:xfrm xmlns:a="http://schemas.openxmlformats.org/drawingml/2006/main">
            <a:off x="8610600" y="3419475"/>
            <a:ext cx="11620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함수 코드</a:t>
            </a:r>
          </a:p>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반환</a:t>
            </a:r>
          </a:p>
        </p:txBody>
      </p:sp>
      <p:sp>
        <p:nvSpPr>
          <p:cNvPr id="39" name="">
            <a:extLst xmlns:a="http://schemas.openxmlformats.org/drawingml/2006/main">
              <a:ext uri="{FF2B5EF4-FFF2-40B4-BE49-F238E27FC236}">
                <a16:creationId xmlns:a16="http://schemas.microsoft.com/office/drawing/2014/main" id="{D6972800-999B-4182-ABA8-188E6013EC43}"/>
              </a:ext>
            </a:extLst>
          </p:cNvPr>
          <p:cNvSpPr>
            <a:spLocks xmlns:a="http://schemas.openxmlformats.org/drawingml/2006/main" noGrp="1"/>
          </p:cNvSpPr>
          <p:nvPr/>
        </p:nvSpPr>
        <p:spPr>
          <a:xfrm xmlns:a="http://schemas.openxmlformats.org/drawingml/2006/main">
            <a:off x="9982200" y="3619500"/>
            <a:ext cx="2095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6AE39059-AF27-4BF4-8F6D-483746A0BB41}"/>
              </a:ext>
            </a:extLst>
          </p:cNvPr>
          <p:cNvSpPr>
            <a:spLocks xmlns:a="http://schemas.openxmlformats.org/drawingml/2006/main" noGrp="1"/>
          </p:cNvSpPr>
          <p:nvPr/>
        </p:nvSpPr>
        <p:spPr>
          <a:xfrm xmlns:a="http://schemas.openxmlformats.org/drawingml/2006/main">
            <a:off x="10306050" y="3295650"/>
            <a:ext cx="1276350" cy="838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41" name="정답 함수와&#10;유사도 비교">
            <a:extLst xmlns:a="http://schemas.openxmlformats.org/drawingml/2006/main">
              <a:ext uri="{FF2B5EF4-FFF2-40B4-BE49-F238E27FC236}">
                <a16:creationId xmlns:a16="http://schemas.microsoft.com/office/drawing/2014/main" id="{51620F4D-8E44-4C2F-A106-1D70511DD57F}"/>
              </a:ext>
            </a:extLst>
          </p:cNvPr>
          <p:cNvSpPr>
            <a:spLocks xmlns:a="http://schemas.openxmlformats.org/drawingml/2006/main" noGrp="1"/>
          </p:cNvSpPr>
          <p:nvPr/>
        </p:nvSpPr>
        <p:spPr>
          <a:xfrm xmlns:a="http://schemas.openxmlformats.org/drawingml/2006/main">
            <a:off x="10363200" y="3419475"/>
            <a:ext cx="11620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정답 함수와</a:t>
            </a:r>
          </a:p>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유사도 비교</a:t>
            </a:r>
          </a:p>
        </p:txBody>
      </p:sp>
      <p:sp>
        <p:nvSpPr>
          <p:cNvPr id="42" name="일부 당시 모델·과제에서&#10;중간 근거에 대한 정답률 저하">
            <a:extLst xmlns:a="http://schemas.openxmlformats.org/drawingml/2006/main">
              <a:ext uri="{FF2B5EF4-FFF2-40B4-BE49-F238E27FC236}">
                <a16:creationId xmlns:a16="http://schemas.microsoft.com/office/drawing/2014/main" id="{6E9629EF-73D1-4037-9B69-98E45F4FFB65}"/>
              </a:ext>
            </a:extLst>
          </p:cNvPr>
          <p:cNvSpPr>
            <a:spLocks xmlns:a="http://schemas.openxmlformats.org/drawingml/2006/main" noGrp="1"/>
          </p:cNvSpPr>
          <p:nvPr/>
        </p:nvSpPr>
        <p:spPr>
          <a:xfrm xmlns:a="http://schemas.openxmlformats.org/drawingml/2006/main">
            <a:off x="609600" y="4267200"/>
            <a:ext cx="5238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일부 당시 모델·과제에서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중간 근거에 대한 정답률 저하</a:t>
            </a:r>
          </a:p>
        </p:txBody>
      </p:sp>
      <p:sp>
        <p:nvSpPr>
          <p:cNvPr id="43" name="모델·언어별로&#10;함수 찾기 성능이 달랐음">
            <a:extLst xmlns:a="http://schemas.openxmlformats.org/drawingml/2006/main">
              <a:ext uri="{FF2B5EF4-FFF2-40B4-BE49-F238E27FC236}">
                <a16:creationId xmlns:a16="http://schemas.microsoft.com/office/drawing/2014/main" id="{2D1D6614-713C-49CF-9A17-071CDB495F4F}"/>
              </a:ext>
            </a:extLst>
          </p:cNvPr>
          <p:cNvSpPr>
            <a:spLocks xmlns:a="http://schemas.openxmlformats.org/drawingml/2006/main" noGrp="1"/>
          </p:cNvSpPr>
          <p:nvPr/>
        </p:nvSpPr>
        <p:spPr>
          <a:xfrm xmlns:a="http://schemas.openxmlformats.org/drawingml/2006/main">
            <a:off x="6705600" y="4267200"/>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모델·언어별로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함수 찾기 성능이 달랐음</a:t>
            </a:r>
          </a:p>
        </p:txBody>
      </p:sp>
      <p:sp>
        <p:nvSpPr>
          <p:cNvPr id="44" name="">
            <a:extLst xmlns:a="http://schemas.openxmlformats.org/drawingml/2006/main">
              <a:ext uri="{FF2B5EF4-FFF2-40B4-BE49-F238E27FC236}">
                <a16:creationId xmlns:a16="http://schemas.microsoft.com/office/drawing/2014/main" id="{2AB41389-E2D5-49FE-84E8-5FEC094B2181}"/>
              </a:ext>
            </a:extLst>
          </p:cNvPr>
          <p:cNvSpPr>
            <a:spLocks xmlns:a="http://schemas.openxmlformats.org/drawingml/2006/main" noGrp="1"/>
          </p:cNvSpPr>
          <p:nvPr/>
        </p:nvSpPr>
        <p:spPr>
          <a:xfrm xmlns:a="http://schemas.openxmlformats.org/drawingml/2006/main">
            <a:off x="609600" y="4962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5" name="업무에 적용할 질문">
            <a:extLst xmlns:a="http://schemas.openxmlformats.org/drawingml/2006/main">
              <a:ext uri="{FF2B5EF4-FFF2-40B4-BE49-F238E27FC236}">
                <a16:creationId xmlns:a16="http://schemas.microsoft.com/office/drawing/2014/main" id="{13876FFB-2BCB-46AB-9E70-DA67E68C13CA}"/>
              </a:ext>
            </a:extLst>
          </p:cNvPr>
          <p:cNvSpPr>
            <a:spLocks xmlns:a="http://schemas.openxmlformats.org/drawingml/2006/main" noGrp="1"/>
          </p:cNvSpPr>
          <p:nvPr/>
        </p:nvSpPr>
        <p:spPr>
          <a:xfrm xmlns:a="http://schemas.openxmlformats.org/drawingml/2006/main">
            <a:off x="609600" y="5038725"/>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업무에 적용할 질문</a:t>
            </a:r>
          </a:p>
        </p:txBody>
      </p:sp>
      <p:sp>
        <p:nvSpPr>
          <p:cNvPr id="46" name="필요한 근거를 실제로 찾아 활용했는지 작업별로 확인">
            <a:extLst xmlns:a="http://schemas.openxmlformats.org/drawingml/2006/main">
              <a:ext uri="{FF2B5EF4-FFF2-40B4-BE49-F238E27FC236}">
                <a16:creationId xmlns:a16="http://schemas.microsoft.com/office/drawing/2014/main" id="{212C3D8B-F32B-4A15-AE62-0C906B00C644}"/>
              </a:ext>
            </a:extLst>
          </p:cNvPr>
          <p:cNvSpPr>
            <a:spLocks xmlns:a="http://schemas.openxmlformats.org/drawingml/2006/main" noGrp="1"/>
          </p:cNvSpPr>
          <p:nvPr/>
        </p:nvSpPr>
        <p:spPr>
          <a:xfrm xmlns:a="http://schemas.openxmlformats.org/drawingml/2006/main">
            <a:off x="3048000" y="5038725"/>
            <a:ext cx="853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필요한 근거를 실제로 찾아 활용했는지 작업별로 확인</a:t>
            </a:r>
          </a:p>
        </p:txBody>
      </p:sp>
      <p:sp>
        <p:nvSpPr>
          <p:cNvPr id="47" name="이 연구만으론 미입증">
            <a:extLst xmlns:a="http://schemas.openxmlformats.org/drawingml/2006/main">
              <a:ext uri="{FF2B5EF4-FFF2-40B4-BE49-F238E27FC236}">
                <a16:creationId xmlns:a16="http://schemas.microsoft.com/office/drawing/2014/main" id="{58FDA9AF-A8CE-4AA5-BD3A-23EA6058E229}"/>
              </a:ext>
            </a:extLst>
          </p:cNvPr>
          <p:cNvSpPr>
            <a:spLocks xmlns:a="http://schemas.openxmlformats.org/drawingml/2006/main" noGrp="1"/>
          </p:cNvSpPr>
          <p:nvPr/>
        </p:nvSpPr>
        <p:spPr>
          <a:xfrm xmlns:a="http://schemas.openxmlformats.org/drawingml/2006/main">
            <a:off x="609600" y="5391150"/>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이 연구만으론 미입증</a:t>
            </a:r>
          </a:p>
        </p:txBody>
      </p:sp>
      <p:sp>
        <p:nvSpPr>
          <p:cNvPr id="48" name="현재 Codex의 실패율·보편 한계·Routing 개선 효과">
            <a:extLst xmlns:a="http://schemas.openxmlformats.org/drawingml/2006/main">
              <a:ext uri="{FF2B5EF4-FFF2-40B4-BE49-F238E27FC236}">
                <a16:creationId xmlns:a16="http://schemas.microsoft.com/office/drawing/2014/main" id="{D9080BEE-AE3B-4527-A77D-38895A1CE3F8}"/>
              </a:ext>
            </a:extLst>
          </p:cNvPr>
          <p:cNvSpPr>
            <a:spLocks xmlns:a="http://schemas.openxmlformats.org/drawingml/2006/main" noGrp="1"/>
          </p:cNvSpPr>
          <p:nvPr/>
        </p:nvSpPr>
        <p:spPr>
          <a:xfrm xmlns:a="http://schemas.openxmlformats.org/drawingml/2006/main">
            <a:off x="3048000" y="5391150"/>
            <a:ext cx="853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Codex의 실패율·보편 한계·Routing 개선 효과</a:t>
            </a:r>
          </a:p>
        </p:txBody>
      </p:sp>
      <p:sp>
        <p:nvSpPr>
          <p:cNvPr id="49" name="Legacy module connection">
            <a:extLst xmlns:a="http://schemas.openxmlformats.org/drawingml/2006/main">
              <a:ext uri="{FF2B5EF4-FFF2-40B4-BE49-F238E27FC236}">
                <a16:creationId xmlns:a16="http://schemas.microsoft.com/office/drawing/2014/main" id="{A2FCD1EB-6842-48A0-B7B3-B452D7BD35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36000607"/>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필요한 상세 정보의 탐색 경로">
            <a:extLst xmlns:a="http://schemas.openxmlformats.org/drawingml/2006/main">
              <a:ext uri="{FF2B5EF4-FFF2-40B4-BE49-F238E27FC236}">
                <a16:creationId xmlns:a16="http://schemas.microsoft.com/office/drawing/2014/main" id="{5FCF2C72-85E2-4BDA-82A8-47E60DD577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40">
            <a:extLst xmlns:a="http://schemas.openxmlformats.org/drawingml/2006/main">
              <a:ext uri="{FF2B5EF4-FFF2-40B4-BE49-F238E27FC236}">
                <a16:creationId xmlns:a16="http://schemas.microsoft.com/office/drawing/2014/main" id="{CAEBD4DE-34A5-4341-A18E-0340E62DA0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필요한 상세 정보로 가는 길">
            <a:extLst xmlns:a="http://schemas.openxmlformats.org/drawingml/2006/main">
              <a:ext uri="{FF2B5EF4-FFF2-40B4-BE49-F238E27FC236}">
                <a16:creationId xmlns:a16="http://schemas.microsoft.com/office/drawing/2014/main" id="{6FE5A98E-6F2E-416B-92F6-E65A98A5F2B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739745E0-EB30-421A-90A6-33085BB5F94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모델 · 저장된 명세 기반 재구성 · 실제 읽기 순서가 아님">
            <a:extLst xmlns:a="http://schemas.openxmlformats.org/drawingml/2006/main">
              <a:ext uri="{FF2B5EF4-FFF2-40B4-BE49-F238E27FC236}">
                <a16:creationId xmlns:a16="http://schemas.microsoft.com/office/drawing/2014/main" id="{DC8908A0-3EB5-49EF-A977-8C35BAC14F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모델 · 저장된 명세 기반 재구성 · 실제 읽기 순서가 아님</a:t>
            </a:r>
          </a:p>
        </p:txBody>
      </p:sp>
      <p:sp>
        <p:nvSpPr>
          <p:cNvPr id="6" name="자동 탐색 성공·성능 향상·토큰 절약을 입증한 그림이 아님">
            <a:extLst xmlns:a="http://schemas.openxmlformats.org/drawingml/2006/main">
              <a:ext uri="{FF2B5EF4-FFF2-40B4-BE49-F238E27FC236}">
                <a16:creationId xmlns:a16="http://schemas.microsoft.com/office/drawing/2014/main" id="{6BB321EE-CCAE-4260-BB45-FD143543AD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 성공·성능 향상·토큰 절약을 입증한 그림이 아님</a:t>
            </a:r>
          </a:p>
        </p:txBody>
      </p:sp>
      <p:sp>
        <p:nvSpPr>
          <p:cNvPr id="7" name="필요한 근거까지 가는 길은 어디에 안내할까?">
            <a:extLst xmlns:a="http://schemas.openxmlformats.org/drawingml/2006/main">
              <a:ext uri="{FF2B5EF4-FFF2-40B4-BE49-F238E27FC236}">
                <a16:creationId xmlns:a16="http://schemas.microsoft.com/office/drawing/2014/main" id="{21BD870D-28A7-4E83-BECF-E196D30E1218}"/>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근거까지 가는 길은 어디에 안내할까?</a:t>
            </a:r>
          </a:p>
        </p:txBody>
      </p:sp>
      <p:sp>
        <p:nvSpPr>
          <p:cNvPr id="8" name="01  작업 요청">
            <a:extLst xmlns:a="http://schemas.openxmlformats.org/drawingml/2006/main">
              <a:ext uri="{FF2B5EF4-FFF2-40B4-BE49-F238E27FC236}">
                <a16:creationId xmlns:a16="http://schemas.microsoft.com/office/drawing/2014/main" id="{2DE051AC-4C5B-4059-9463-4B724CA6AA23}"/>
              </a:ext>
            </a:extLst>
          </p:cNvPr>
          <p:cNvSpPr>
            <a:spLocks xmlns:a="http://schemas.openxmlformats.org/drawingml/2006/main" noGrp="1"/>
          </p:cNvSpPr>
          <p:nvPr/>
        </p:nvSpPr>
        <p:spPr>
          <a:xfrm xmlns:a="http://schemas.openxmlformats.org/drawingml/2006/main">
            <a:off x="609600" y="2438400"/>
            <a:ext cx="285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작업 요청</a:t>
            </a:r>
          </a:p>
        </p:txBody>
      </p:sp>
      <p:sp>
        <p:nvSpPr>
          <p:cNvPr id="9" name="02  기본 안내">
            <a:extLst xmlns:a="http://schemas.openxmlformats.org/drawingml/2006/main">
              <a:ext uri="{FF2B5EF4-FFF2-40B4-BE49-F238E27FC236}">
                <a16:creationId xmlns:a16="http://schemas.microsoft.com/office/drawing/2014/main" id="{7C9E5A5E-056C-40B8-9CAF-ED1AB3C60FDA}"/>
              </a:ext>
            </a:extLst>
          </p:cNvPr>
          <p:cNvSpPr>
            <a:spLocks xmlns:a="http://schemas.openxmlformats.org/drawingml/2006/main" noGrp="1"/>
          </p:cNvSpPr>
          <p:nvPr/>
        </p:nvSpPr>
        <p:spPr>
          <a:xfrm xmlns:a="http://schemas.openxmlformats.org/drawingml/2006/main">
            <a:off x="4229100" y="2438400"/>
            <a:ext cx="3581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기본 안내</a:t>
            </a:r>
          </a:p>
        </p:txBody>
      </p:sp>
      <p:sp>
        <p:nvSpPr>
          <p:cNvPr id="10" name="03  관련 상세 문서">
            <a:extLst xmlns:a="http://schemas.openxmlformats.org/drawingml/2006/main">
              <a:ext uri="{FF2B5EF4-FFF2-40B4-BE49-F238E27FC236}">
                <a16:creationId xmlns:a16="http://schemas.microsoft.com/office/drawing/2014/main" id="{7CB6F964-68CD-420D-BF8E-CFC783E3EF34}"/>
              </a:ext>
            </a:extLst>
          </p:cNvPr>
          <p:cNvSpPr>
            <a:spLocks xmlns:a="http://schemas.openxmlformats.org/drawingml/2006/main" noGrp="1"/>
          </p:cNvSpPr>
          <p:nvPr/>
        </p:nvSpPr>
        <p:spPr>
          <a:xfrm xmlns:a="http://schemas.openxmlformats.org/drawingml/2006/main">
            <a:off x="8572500" y="2438400"/>
            <a:ext cx="3009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관련 상세 문서</a:t>
            </a:r>
          </a:p>
        </p:txBody>
      </p:sp>
      <p:sp>
        <p:nvSpPr>
          <p:cNvPr id="11" name="">
            <a:extLst xmlns:a="http://schemas.openxmlformats.org/drawingml/2006/main">
              <a:ext uri="{FF2B5EF4-FFF2-40B4-BE49-F238E27FC236}">
                <a16:creationId xmlns:a16="http://schemas.microsoft.com/office/drawing/2014/main" id="{D47A09DF-3C5E-44BA-B8C9-3C51AA19DF17}"/>
              </a:ext>
            </a:extLst>
          </p:cNvPr>
          <p:cNvSpPr>
            <a:spLocks xmlns:a="http://schemas.openxmlformats.org/drawingml/2006/main" noGrp="1"/>
          </p:cNvSpPr>
          <p:nvPr/>
        </p:nvSpPr>
        <p:spPr>
          <a:xfrm xmlns:a="http://schemas.openxmlformats.org/drawingml/2006/main">
            <a:off x="609600" y="2876550"/>
            <a:ext cx="285750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crop 끝 좌표가&#10;포함되는지&#10;명세를 확인해줘.">
            <a:extLst xmlns:a="http://schemas.openxmlformats.org/drawingml/2006/main">
              <a:ext uri="{FF2B5EF4-FFF2-40B4-BE49-F238E27FC236}">
                <a16:creationId xmlns:a16="http://schemas.microsoft.com/office/drawing/2014/main" id="{EFE3178B-3174-4D97-B4F7-5D38A4B97EBD}"/>
              </a:ext>
            </a:extLst>
          </p:cNvPr>
          <p:cNvSpPr>
            <a:spLocks xmlns:a="http://schemas.openxmlformats.org/drawingml/2006/main" noGrp="1"/>
          </p:cNvSpPr>
          <p:nvPr/>
        </p:nvSpPr>
        <p:spPr>
          <a:xfrm xmlns:a="http://schemas.openxmlformats.org/drawingml/2006/main">
            <a:off x="800100" y="3105150"/>
            <a:ext cx="24765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crop 끝 좌표가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포함되는지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명세를 확인해줘.</a:t>
            </a:r>
          </a:p>
        </p:txBody>
      </p:sp>
      <p:sp>
        <p:nvSpPr>
          <p:cNvPr id="13" name="지금 해결할 질문">
            <a:extLst xmlns:a="http://schemas.openxmlformats.org/drawingml/2006/main">
              <a:ext uri="{FF2B5EF4-FFF2-40B4-BE49-F238E27FC236}">
                <a16:creationId xmlns:a16="http://schemas.microsoft.com/office/drawing/2014/main" id="{ED6A0E2C-B5A7-40B0-9E38-29EFD542389A}"/>
              </a:ext>
            </a:extLst>
          </p:cNvPr>
          <p:cNvSpPr>
            <a:spLocks xmlns:a="http://schemas.openxmlformats.org/drawingml/2006/main" noGrp="1"/>
          </p:cNvSpPr>
          <p:nvPr/>
        </p:nvSpPr>
        <p:spPr>
          <a:xfrm xmlns:a="http://schemas.openxmlformats.org/drawingml/2006/main">
            <a:off x="800100" y="4495800"/>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지금 해결할 질문</a:t>
            </a:r>
          </a:p>
        </p:txBody>
      </p:sp>
      <p:sp>
        <p:nvSpPr>
          <p:cNvPr id="14" name="">
            <a:extLst xmlns:a="http://schemas.openxmlformats.org/drawingml/2006/main">
              <a:ext uri="{FF2B5EF4-FFF2-40B4-BE49-F238E27FC236}">
                <a16:creationId xmlns:a16="http://schemas.microsoft.com/office/drawing/2014/main" id="{792E2069-3D46-4878-A016-864CADC61B5A}"/>
              </a:ext>
            </a:extLst>
          </p:cNvPr>
          <p:cNvSpPr>
            <a:spLocks xmlns:a="http://schemas.openxmlformats.org/drawingml/2006/main" noGrp="1"/>
          </p:cNvSpPr>
          <p:nvPr/>
        </p:nvSpPr>
        <p:spPr>
          <a:xfrm xmlns:a="http://schemas.openxmlformats.org/drawingml/2006/main">
            <a:off x="3676650" y="37528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507BD23-31A3-45F6-AD9B-806D554A9625}"/>
              </a:ext>
            </a:extLst>
          </p:cNvPr>
          <p:cNvSpPr>
            <a:spLocks xmlns:a="http://schemas.openxmlformats.org/drawingml/2006/main" noGrp="1"/>
          </p:cNvSpPr>
          <p:nvPr/>
        </p:nvSpPr>
        <p:spPr>
          <a:xfrm xmlns:a="http://schemas.openxmlformats.org/drawingml/2006/main">
            <a:off x="4229100" y="2876550"/>
            <a:ext cx="3581400" cy="20383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6" name="AGENTS.md">
            <a:extLst xmlns:a="http://schemas.openxmlformats.org/drawingml/2006/main">
              <a:ext uri="{FF2B5EF4-FFF2-40B4-BE49-F238E27FC236}">
                <a16:creationId xmlns:a16="http://schemas.microsoft.com/office/drawing/2014/main" id="{266BE967-354F-4708-8BE6-BC4BED59E4A8}"/>
              </a:ext>
            </a:extLst>
          </p:cNvPr>
          <p:cNvSpPr>
            <a:spLocks xmlns:a="http://schemas.openxmlformats.org/drawingml/2006/main" noGrp="1"/>
          </p:cNvSpPr>
          <p:nvPr/>
        </p:nvSpPr>
        <p:spPr>
          <a:xfrm xmlns:a="http://schemas.openxmlformats.org/drawingml/2006/main">
            <a:off x="4438650" y="3019425"/>
            <a:ext cx="316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7" name="이미지 동작 · crop →">
            <a:extLst xmlns:a="http://schemas.openxmlformats.org/drawingml/2006/main">
              <a:ext uri="{FF2B5EF4-FFF2-40B4-BE49-F238E27FC236}">
                <a16:creationId xmlns:a16="http://schemas.microsoft.com/office/drawing/2014/main" id="{939C517D-8F52-4BC4-AE6F-F282A44E2483}"/>
              </a:ext>
            </a:extLst>
          </p:cNvPr>
          <p:cNvSpPr>
            <a:spLocks xmlns:a="http://schemas.openxmlformats.org/drawingml/2006/main" noGrp="1"/>
          </p:cNvSpPr>
          <p:nvPr/>
        </p:nvSpPr>
        <p:spPr>
          <a:xfrm xmlns:a="http://schemas.openxmlformats.org/drawingml/2006/main">
            <a:off x="4438650" y="3552825"/>
            <a:ext cx="31623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동작 · crop →</a:t>
            </a:r>
          </a:p>
        </p:txBody>
      </p:sp>
      <p:sp>
        <p:nvSpPr>
          <p:cNvPr id="18" name="docs/image-contracts.md">
            <a:extLst xmlns:a="http://schemas.openxmlformats.org/drawingml/2006/main">
              <a:ext uri="{FF2B5EF4-FFF2-40B4-BE49-F238E27FC236}">
                <a16:creationId xmlns:a16="http://schemas.microsoft.com/office/drawing/2014/main" id="{2FC8BA6C-0843-41BD-99C4-4B8520FDF1EE}"/>
              </a:ext>
            </a:extLst>
          </p:cNvPr>
          <p:cNvSpPr>
            <a:spLocks xmlns:a="http://schemas.openxmlformats.org/drawingml/2006/main" noGrp="1"/>
          </p:cNvSpPr>
          <p:nvPr/>
        </p:nvSpPr>
        <p:spPr>
          <a:xfrm xmlns:a="http://schemas.openxmlformats.org/drawingml/2006/main">
            <a:off x="443865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9" name="관련 상세의 위치 안내">
            <a:extLst xmlns:a="http://schemas.openxmlformats.org/drawingml/2006/main">
              <a:ext uri="{FF2B5EF4-FFF2-40B4-BE49-F238E27FC236}">
                <a16:creationId xmlns:a16="http://schemas.microsoft.com/office/drawing/2014/main" id="{C3DFB124-FC16-4668-91C0-2BB0293F4460}"/>
              </a:ext>
            </a:extLst>
          </p:cNvPr>
          <p:cNvSpPr>
            <a:spLocks xmlns:a="http://schemas.openxmlformats.org/drawingml/2006/main" noGrp="1"/>
          </p:cNvSpPr>
          <p:nvPr/>
        </p:nvSpPr>
        <p:spPr>
          <a:xfrm xmlns:a="http://schemas.openxmlformats.org/drawingml/2006/main">
            <a:off x="4438650" y="4495800"/>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관련 상세의 위치 안내</a:t>
            </a:r>
          </a:p>
        </p:txBody>
      </p:sp>
      <p:sp>
        <p:nvSpPr>
          <p:cNvPr id="20" name="">
            <a:extLst xmlns:a="http://schemas.openxmlformats.org/drawingml/2006/main">
              <a:ext uri="{FF2B5EF4-FFF2-40B4-BE49-F238E27FC236}">
                <a16:creationId xmlns:a16="http://schemas.microsoft.com/office/drawing/2014/main" id="{6831BEDC-267A-49F6-9D87-5DB96BFB46A6}"/>
              </a:ext>
            </a:extLst>
          </p:cNvPr>
          <p:cNvSpPr>
            <a:spLocks xmlns:a="http://schemas.openxmlformats.org/drawingml/2006/main" noGrp="1"/>
          </p:cNvSpPr>
          <p:nvPr/>
        </p:nvSpPr>
        <p:spPr>
          <a:xfrm xmlns:a="http://schemas.openxmlformats.org/drawingml/2006/main">
            <a:off x="8020050" y="37528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BDA836C7-B9B9-4443-94A8-166CE806DD3E}"/>
              </a:ext>
            </a:extLst>
          </p:cNvPr>
          <p:cNvSpPr>
            <a:spLocks xmlns:a="http://schemas.openxmlformats.org/drawingml/2006/main" noGrp="1"/>
          </p:cNvSpPr>
          <p:nvPr/>
        </p:nvSpPr>
        <p:spPr>
          <a:xfrm xmlns:a="http://schemas.openxmlformats.org/drawingml/2006/main">
            <a:off x="8572500" y="2876550"/>
            <a:ext cx="300990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2" name="docs/&#10;image-contracts.md">
            <a:extLst xmlns:a="http://schemas.openxmlformats.org/drawingml/2006/main">
              <a:ext uri="{FF2B5EF4-FFF2-40B4-BE49-F238E27FC236}">
                <a16:creationId xmlns:a16="http://schemas.microsoft.com/office/drawing/2014/main" id="{E70D0C1C-3884-491B-9A98-C0152AC449C1}"/>
              </a:ext>
            </a:extLst>
          </p:cNvPr>
          <p:cNvSpPr>
            <a:spLocks xmlns:a="http://schemas.openxmlformats.org/drawingml/2006/main" noGrp="1"/>
          </p:cNvSpPr>
          <p:nvPr/>
        </p:nvSpPr>
        <p:spPr>
          <a:xfrm xmlns:a="http://schemas.openxmlformats.org/drawingml/2006/main">
            <a:off x="8763000" y="3019425"/>
            <a:ext cx="26289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t>
            </a:r>
          </a:p>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image-contracts.md</a:t>
            </a:r>
          </a:p>
        </p:txBody>
      </p:sp>
      <p:sp>
        <p:nvSpPr>
          <p:cNvPr id="23" name="crop 좌표 명세">
            <a:extLst xmlns:a="http://schemas.openxmlformats.org/drawingml/2006/main">
              <a:ext uri="{FF2B5EF4-FFF2-40B4-BE49-F238E27FC236}">
                <a16:creationId xmlns:a16="http://schemas.microsoft.com/office/drawing/2014/main" id="{5541A500-ADC7-4701-A1F1-05D354727D9B}"/>
              </a:ext>
            </a:extLst>
          </p:cNvPr>
          <p:cNvSpPr>
            <a:spLocks xmlns:a="http://schemas.openxmlformats.org/drawingml/2006/main" noGrp="1"/>
          </p:cNvSpPr>
          <p:nvPr/>
        </p:nvSpPr>
        <p:spPr>
          <a:xfrm xmlns:a="http://schemas.openxmlformats.org/drawingml/2006/main">
            <a:off x="8763000" y="3733800"/>
            <a:ext cx="2628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좌표 명세</a:t>
            </a:r>
          </a:p>
        </p:txBody>
      </p:sp>
      <p:sp>
        <p:nvSpPr>
          <p:cNvPr id="24" name="[x_start, x_end)">
            <a:extLst xmlns:a="http://schemas.openxmlformats.org/drawingml/2006/main">
              <a:ext uri="{FF2B5EF4-FFF2-40B4-BE49-F238E27FC236}">
                <a16:creationId xmlns:a16="http://schemas.microsoft.com/office/drawing/2014/main" id="{9F1D5728-9890-4EAC-899F-5C93C024F7E7}"/>
              </a:ext>
            </a:extLst>
          </p:cNvPr>
          <p:cNvSpPr>
            <a:spLocks xmlns:a="http://schemas.openxmlformats.org/drawingml/2006/main" noGrp="1"/>
          </p:cNvSpPr>
          <p:nvPr/>
        </p:nvSpPr>
        <p:spPr>
          <a:xfrm xmlns:a="http://schemas.openxmlformats.org/drawingml/2006/main">
            <a:off x="8763000" y="417195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5" name="시작 포함 · 끝 제외">
            <a:extLst xmlns:a="http://schemas.openxmlformats.org/drawingml/2006/main">
              <a:ext uri="{FF2B5EF4-FFF2-40B4-BE49-F238E27FC236}">
                <a16:creationId xmlns:a16="http://schemas.microsoft.com/office/drawing/2014/main" id="{E544343D-A37B-4DD6-909C-F96AC2712AFC}"/>
              </a:ext>
            </a:extLst>
          </p:cNvPr>
          <p:cNvSpPr>
            <a:spLocks xmlns:a="http://schemas.openxmlformats.org/drawingml/2006/main" noGrp="1"/>
          </p:cNvSpPr>
          <p:nvPr/>
        </p:nvSpPr>
        <p:spPr>
          <a:xfrm xmlns:a="http://schemas.openxmlformats.org/drawingml/2006/main">
            <a:off x="8763000" y="4552950"/>
            <a:ext cx="2628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시작 포함 · 끝 제외</a:t>
            </a:r>
          </a:p>
        </p:txBody>
      </p:sp>
      <p:sp>
        <p:nvSpPr>
          <p:cNvPr id="26" name="AGENTS.md가 필요한 상세 문서의 위치를 안내한다">
            <a:extLst xmlns:a="http://schemas.openxmlformats.org/drawingml/2006/main">
              <a:ext uri="{FF2B5EF4-FFF2-40B4-BE49-F238E27FC236}">
                <a16:creationId xmlns:a16="http://schemas.microsoft.com/office/drawing/2014/main" id="{18F20FBB-45AD-4314-9EC5-7350D0D0BC96}"/>
              </a:ext>
            </a:extLst>
          </p:cNvPr>
          <p:cNvSpPr>
            <a:spLocks xmlns:a="http://schemas.openxmlformats.org/drawingml/2006/main" noGrp="1"/>
          </p:cNvSpPr>
          <p:nvPr/>
        </p:nvSpPr>
        <p:spPr>
          <a:xfrm xmlns:a="http://schemas.openxmlformats.org/drawingml/2006/main">
            <a:off x="609600" y="50673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AGENTS.md가 필요한 상세 문서의 위치를 안내한다</a:t>
            </a:r>
          </a:p>
        </p:txBody>
      </p:sp>
      <p:sp>
        <p:nvSpPr>
          <p:cNvPr id="27" name="C++도 같은 흐름: 공통 제약 확인 → 해당 알고리즘 명세">
            <a:extLst xmlns:a="http://schemas.openxmlformats.org/drawingml/2006/main">
              <a:ext uri="{FF2B5EF4-FFF2-40B4-BE49-F238E27FC236}">
                <a16:creationId xmlns:a16="http://schemas.microsoft.com/office/drawing/2014/main" id="{901D6C32-F581-4ED6-BF9E-2A940BB489AE}"/>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C++도 같은 흐름: 공통 제약 확인 → 해당 알고리즘 명세</a:t>
            </a:r>
          </a:p>
        </p:txBody>
      </p:sp>
      <p:sp>
        <p:nvSpPr>
          <p:cNvPr id="28" name="Legacy module connection">
            <a:extLst xmlns:a="http://schemas.openxmlformats.org/drawingml/2006/main">
              <a:ext uri="{FF2B5EF4-FFF2-40B4-BE49-F238E27FC236}">
                <a16:creationId xmlns:a16="http://schemas.microsoft.com/office/drawing/2014/main" id="{E3059297-4EDC-4140-94C2-78774522FE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29668026"/>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기본 안내와 작업별 상세">
            <a:extLst xmlns:a="http://schemas.openxmlformats.org/drawingml/2006/main">
              <a:ext uri="{FF2B5EF4-FFF2-40B4-BE49-F238E27FC236}">
                <a16:creationId xmlns:a16="http://schemas.microsoft.com/office/drawing/2014/main" id="{E31C18E9-A94B-4739-820D-E228150D2F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기본 안내와 작업별 상세</a:t>
            </a:r>
          </a:p>
        </p:txBody>
      </p:sp>
      <p:sp>
        <p:nvSpPr>
          <p:cNvPr id="2" name="S41">
            <a:extLst xmlns:a="http://schemas.openxmlformats.org/drawingml/2006/main">
              <a:ext uri="{FF2B5EF4-FFF2-40B4-BE49-F238E27FC236}">
                <a16:creationId xmlns:a16="http://schemas.microsoft.com/office/drawing/2014/main" id="{7BDFF0E2-189A-41A7-A8DC-5242CA9246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AGENTS.md에는 무엇을 남길까?">
            <a:extLst xmlns:a="http://schemas.openxmlformats.org/drawingml/2006/main">
              <a:ext uri="{FF2B5EF4-FFF2-40B4-BE49-F238E27FC236}">
                <a16:creationId xmlns:a16="http://schemas.microsoft.com/office/drawing/2014/main" id="{E3D216B3-53DD-4265-BF00-AEC3473A17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F970C469-0457-47BF-9017-95167FBCA2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배치 모델 · 보존된 문서의 요약 · 실제 자동 로딩 결과가 아님">
            <a:extLst xmlns:a="http://schemas.openxmlformats.org/drawingml/2006/main">
              <a:ext uri="{FF2B5EF4-FFF2-40B4-BE49-F238E27FC236}">
                <a16:creationId xmlns:a16="http://schemas.microsoft.com/office/drawing/2014/main" id="{8165B110-1553-485B-8427-85D41AC2CB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배치 모델 · 보존된 문서의 요약 · 실제 자동 로딩 결과가 아님</a:t>
            </a:r>
          </a:p>
        </p:txBody>
      </p:sp>
      <p:sp>
        <p:nvSpPr>
          <p:cNvPr id="6" name="상세 정보 접근·성능 향상·토큰 절약을 이 그림으로 검증하지 않음">
            <a:extLst xmlns:a="http://schemas.openxmlformats.org/drawingml/2006/main">
              <a:ext uri="{FF2B5EF4-FFF2-40B4-BE49-F238E27FC236}">
                <a16:creationId xmlns:a16="http://schemas.microsoft.com/office/drawing/2014/main" id="{7564CB4B-CA38-4203-AFC4-BF9278F854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상세 정보 접근·성능 향상·토큰 절약을 이 그림으로 검증하지 않음</a:t>
            </a:r>
          </a:p>
        </p:txBody>
      </p:sp>
      <p:sp>
        <p:nvSpPr>
          <p:cNvPr id="7" name="여러 작업에 공통인가, 특정 작업의 상세인가?">
            <a:extLst xmlns:a="http://schemas.openxmlformats.org/drawingml/2006/main">
              <a:ext uri="{FF2B5EF4-FFF2-40B4-BE49-F238E27FC236}">
                <a16:creationId xmlns:a16="http://schemas.microsoft.com/office/drawing/2014/main" id="{35A54864-4247-44A0-BB38-3857ED838FCE}"/>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여러 작업에 공통인가, 특정 작업의 상세인가?</a:t>
            </a:r>
          </a:p>
        </p:txBody>
      </p:sp>
      <p:sp>
        <p:nvSpPr>
          <p:cNvPr id="8" name="항상 남길 기본 안내">
            <a:extLst xmlns:a="http://schemas.openxmlformats.org/drawingml/2006/main">
              <a:ext uri="{FF2B5EF4-FFF2-40B4-BE49-F238E27FC236}">
                <a16:creationId xmlns:a16="http://schemas.microsoft.com/office/drawing/2014/main" id="{6AE11AFC-2734-4A2B-BA61-548C9548DED9}"/>
              </a:ext>
            </a:extLst>
          </p:cNvPr>
          <p:cNvSpPr>
            <a:spLocks xmlns:a="http://schemas.openxmlformats.org/drawingml/2006/main" noGrp="1"/>
          </p:cNvSpPr>
          <p:nvPr/>
        </p:nvSpPr>
        <p:spPr>
          <a:xfrm xmlns:a="http://schemas.openxmlformats.org/drawingml/2006/main">
            <a:off x="609600" y="2381250"/>
            <a:ext cx="4857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항상 남길 기본 안내</a:t>
            </a:r>
          </a:p>
        </p:txBody>
      </p:sp>
      <p:sp>
        <p:nvSpPr>
          <p:cNvPr id="9" name="관련 작업에서 확인할 상세">
            <a:extLst xmlns:a="http://schemas.openxmlformats.org/drawingml/2006/main">
              <a:ext uri="{FF2B5EF4-FFF2-40B4-BE49-F238E27FC236}">
                <a16:creationId xmlns:a16="http://schemas.microsoft.com/office/drawing/2014/main" id="{047129C6-4770-401F-B2B6-04FA33B23C6A}"/>
              </a:ext>
            </a:extLst>
          </p:cNvPr>
          <p:cNvSpPr>
            <a:spLocks xmlns:a="http://schemas.openxmlformats.org/drawingml/2006/main" noGrp="1"/>
          </p:cNvSpPr>
          <p:nvPr/>
        </p:nvSpPr>
        <p:spPr>
          <a:xfrm xmlns:a="http://schemas.openxmlformats.org/drawingml/2006/main">
            <a:off x="6419850" y="2381250"/>
            <a:ext cx="5162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작업에서 확인할 상세</a:t>
            </a:r>
          </a:p>
        </p:txBody>
      </p:sp>
      <p:sp>
        <p:nvSpPr>
          <p:cNvPr id="10" name="">
            <a:extLst xmlns:a="http://schemas.openxmlformats.org/drawingml/2006/main">
              <a:ext uri="{FF2B5EF4-FFF2-40B4-BE49-F238E27FC236}">
                <a16:creationId xmlns:a16="http://schemas.microsoft.com/office/drawing/2014/main" id="{F2224BD4-35AF-4BC7-8581-C2DC10ED8B50}"/>
              </a:ext>
            </a:extLst>
          </p:cNvPr>
          <p:cNvSpPr>
            <a:spLocks xmlns:a="http://schemas.openxmlformats.org/drawingml/2006/main" noGrp="1"/>
          </p:cNvSpPr>
          <p:nvPr/>
        </p:nvSpPr>
        <p:spPr>
          <a:xfrm xmlns:a="http://schemas.openxmlformats.org/drawingml/2006/main">
            <a:off x="609600" y="2819400"/>
            <a:ext cx="4857750" cy="21907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1" name="AGENTS.md">
            <a:extLst xmlns:a="http://schemas.openxmlformats.org/drawingml/2006/main">
              <a:ext uri="{FF2B5EF4-FFF2-40B4-BE49-F238E27FC236}">
                <a16:creationId xmlns:a16="http://schemas.microsoft.com/office/drawing/2014/main" id="{EF58E8A0-3300-4FA3-9979-90602F3C63D7}"/>
              </a:ext>
            </a:extLst>
          </p:cNvPr>
          <p:cNvSpPr>
            <a:spLocks xmlns:a="http://schemas.openxmlformats.org/drawingml/2006/main" noGrp="1"/>
          </p:cNvSpPr>
          <p:nvPr/>
        </p:nvSpPr>
        <p:spPr>
          <a:xfrm xmlns:a="http://schemas.openxmlformats.org/drawingml/2006/main">
            <a:off x="838200" y="2924175"/>
            <a:ext cx="4400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Consolas"/>
                <a:ea typeface="Consolas"/>
                <a:cs typeface="Consolas"/>
              </a:defRPr>
            </a:defPPr>
            <a:lvl1pPr algn="l">
              <a:defRPr sz="2250" b="1">
                <a:solidFill>
                  <a:srgbClr val="0B6172"/>
                </a:solidFill>
                <a:latin typeface="Consolas"/>
                <a:ea typeface="Consolas"/>
                <a:cs typeface="Consolas"/>
              </a:defRPr>
            </a:lvl1pPr>
            <a:lvl2pPr algn="l">
              <a:defRPr sz="2250" b="1">
                <a:solidFill>
                  <a:srgbClr val="0B6172"/>
                </a:solidFill>
                <a:latin typeface="Consolas"/>
                <a:ea typeface="Consolas"/>
                <a:cs typeface="Consolas"/>
              </a:defRPr>
            </a:lvl2pPr>
            <a:lvl3pPr algn="l">
              <a:defRPr sz="2250" b="1">
                <a:solidFill>
                  <a:srgbClr val="0B6172"/>
                </a:solidFill>
                <a:latin typeface="Consolas"/>
                <a:ea typeface="Consolas"/>
                <a:cs typeface="Consolas"/>
              </a:defRPr>
            </a:lvl3pPr>
            <a:lvl4pPr algn="l">
              <a:defRPr sz="2250" b="1">
                <a:solidFill>
                  <a:srgbClr val="0B6172"/>
                </a:solidFill>
                <a:latin typeface="Consolas"/>
                <a:ea typeface="Consolas"/>
                <a:cs typeface="Consolas"/>
              </a:defRPr>
            </a:lvl4pPr>
            <a:lvl5pPr algn="l">
              <a:defRPr sz="2250" b="1">
                <a:solidFill>
                  <a:srgbClr val="0B6172"/>
                </a:solidFill>
                <a:latin typeface="Consolas"/>
                <a:ea typeface="Consolas"/>
                <a:cs typeface="Consolas"/>
              </a:defRPr>
            </a:lvl5pPr>
            <a:lvl6pPr algn="l">
              <a:defRPr sz="2250" b="1">
                <a:solidFill>
                  <a:srgbClr val="0B6172"/>
                </a:solidFill>
                <a:latin typeface="Consolas"/>
                <a:ea typeface="Consolas"/>
                <a:cs typeface="Consolas"/>
              </a:defRPr>
            </a:lvl6pPr>
            <a:lvl7pPr algn="l">
              <a:defRPr sz="2250" b="1">
                <a:solidFill>
                  <a:srgbClr val="0B6172"/>
                </a:solidFill>
                <a:latin typeface="Consolas"/>
                <a:ea typeface="Consolas"/>
                <a:cs typeface="Consolas"/>
              </a:defRPr>
            </a:lvl7pPr>
            <a:lvl8pPr algn="l">
              <a:defRPr sz="2250" b="1">
                <a:solidFill>
                  <a:srgbClr val="0B6172"/>
                </a:solidFill>
                <a:latin typeface="Consolas"/>
                <a:ea typeface="Consolas"/>
                <a:cs typeface="Consolas"/>
              </a:defRPr>
            </a:lvl8pPr>
            <a:lvl9pPr algn="l">
              <a:defRPr sz="2250" b="1">
                <a:solidFill>
                  <a:srgbClr val="0B6172"/>
                </a:solidFill>
                <a:latin typeface="Consolas"/>
                <a:ea typeface="Consolas"/>
                <a:cs typeface="Consolas"/>
              </a:defRPr>
            </a:lvl9pPr>
          </a:lstStyle>
          <a:p xmlns:a="http://schemas.openxmlformats.org/drawingml/2006/main">
            <a:pPr algn="l">
              <a:defRPr sz="2250" b="1">
                <a:solidFill>
                  <a:srgbClr val="0B6172"/>
                </a:solidFill>
                <a:latin typeface="Consolas"/>
                <a:ea typeface="Consolas"/>
                <a:cs typeface="Consolas"/>
              </a:defRPr>
            </a:pPr>
            <a:r>
              <a:rPr sz="2250" b="1">
                <a:solidFill>
                  <a:srgbClr val="0B6172"/>
                </a:solidFill>
                <a:latin typeface="Consolas"/>
                <a:ea typeface="Consolas"/>
                <a:cs typeface="Consolas"/>
              </a:rPr>
              <a:t>AGENTS.md</a:t>
            </a:r>
          </a:p>
        </p:txBody>
      </p:sp>
      <p:sp>
        <p:nvSpPr>
          <p:cNvPr id="12" name="목적">
            <a:extLst xmlns:a="http://schemas.openxmlformats.org/drawingml/2006/main">
              <a:ext uri="{FF2B5EF4-FFF2-40B4-BE49-F238E27FC236}">
                <a16:creationId xmlns:a16="http://schemas.microsoft.com/office/drawing/2014/main" id="{D4D24432-3D23-47DF-9B00-588E6B743863}"/>
              </a:ext>
            </a:extLst>
          </p:cNvPr>
          <p:cNvSpPr>
            <a:spLocks xmlns:a="http://schemas.openxmlformats.org/drawingml/2006/main" noGrp="1"/>
          </p:cNvSpPr>
          <p:nvPr/>
        </p:nvSpPr>
        <p:spPr>
          <a:xfrm xmlns:a="http://schemas.openxmlformats.org/drawingml/2006/main">
            <a:off x="838200" y="34480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목적</a:t>
            </a:r>
          </a:p>
        </p:txBody>
      </p:sp>
      <p:sp>
        <p:nvSpPr>
          <p:cNvPr id="13" name="로컬 흑백 이미지 처리 CLI">
            <a:extLst xmlns:a="http://schemas.openxmlformats.org/drawingml/2006/main">
              <a:ext uri="{FF2B5EF4-FFF2-40B4-BE49-F238E27FC236}">
                <a16:creationId xmlns:a16="http://schemas.microsoft.com/office/drawing/2014/main" id="{1663AAC6-07C6-4C68-9816-304DC70CBDE4}"/>
              </a:ext>
            </a:extLst>
          </p:cNvPr>
          <p:cNvSpPr>
            <a:spLocks xmlns:a="http://schemas.openxmlformats.org/drawingml/2006/main" noGrp="1"/>
          </p:cNvSpPr>
          <p:nvPr/>
        </p:nvSpPr>
        <p:spPr>
          <a:xfrm xmlns:a="http://schemas.openxmlformats.org/drawingml/2006/main">
            <a:off x="1619250" y="3448050"/>
            <a:ext cx="361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로컬 흑백 이미지 처리 CLI</a:t>
            </a:r>
          </a:p>
        </p:txBody>
      </p:sp>
      <p:sp>
        <p:nvSpPr>
          <p:cNvPr id="14" name="제약">
            <a:extLst xmlns:a="http://schemas.openxmlformats.org/drawingml/2006/main">
              <a:ext uri="{FF2B5EF4-FFF2-40B4-BE49-F238E27FC236}">
                <a16:creationId xmlns:a16="http://schemas.microsoft.com/office/drawing/2014/main" id="{2004EFED-2039-4450-BD28-B62113AA96C4}"/>
              </a:ext>
            </a:extLst>
          </p:cNvPr>
          <p:cNvSpPr>
            <a:spLocks xmlns:a="http://schemas.openxmlformats.org/drawingml/2006/main" noGrp="1"/>
          </p:cNvSpPr>
          <p:nvPr/>
        </p:nvSpPr>
        <p:spPr>
          <a:xfrm xmlns:a="http://schemas.openxmlformats.org/drawingml/2006/main">
            <a:off x="838200" y="38671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제약</a:t>
            </a:r>
          </a:p>
        </p:txBody>
      </p:sp>
      <p:sp>
        <p:nvSpPr>
          <p:cNvPr id="15" name="요청 밖의 기존 동작 보존">
            <a:extLst xmlns:a="http://schemas.openxmlformats.org/drawingml/2006/main">
              <a:ext uri="{FF2B5EF4-FFF2-40B4-BE49-F238E27FC236}">
                <a16:creationId xmlns:a16="http://schemas.microsoft.com/office/drawing/2014/main" id="{A3D328F1-DEF1-4A3E-AFB5-45F4F2E974D1}"/>
              </a:ext>
            </a:extLst>
          </p:cNvPr>
          <p:cNvSpPr>
            <a:spLocks xmlns:a="http://schemas.openxmlformats.org/drawingml/2006/main" noGrp="1"/>
          </p:cNvSpPr>
          <p:nvPr/>
        </p:nvSpPr>
        <p:spPr>
          <a:xfrm xmlns:a="http://schemas.openxmlformats.org/drawingml/2006/main">
            <a:off x="1619250" y="3867150"/>
            <a:ext cx="361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요청 밖의 기존 동작 보존</a:t>
            </a:r>
          </a:p>
        </p:txBody>
      </p:sp>
      <p:sp>
        <p:nvSpPr>
          <p:cNvPr id="16" name="안내">
            <a:extLst xmlns:a="http://schemas.openxmlformats.org/drawingml/2006/main">
              <a:ext uri="{FF2B5EF4-FFF2-40B4-BE49-F238E27FC236}">
                <a16:creationId xmlns:a16="http://schemas.microsoft.com/office/drawing/2014/main" id="{D1E9AB90-3A37-4CD2-99E3-E3270D6FC664}"/>
              </a:ext>
            </a:extLst>
          </p:cNvPr>
          <p:cNvSpPr>
            <a:spLocks xmlns:a="http://schemas.openxmlformats.org/drawingml/2006/main" noGrp="1"/>
          </p:cNvSpPr>
          <p:nvPr/>
        </p:nvSpPr>
        <p:spPr>
          <a:xfrm xmlns:a="http://schemas.openxmlformats.org/drawingml/2006/main">
            <a:off x="838200" y="42862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안내</a:t>
            </a:r>
          </a:p>
        </p:txBody>
      </p:sp>
      <p:sp>
        <p:nvSpPr>
          <p:cNvPr id="17" name="빌드·검증 시작점&#10;관련 상세 문서 위치">
            <a:extLst xmlns:a="http://schemas.openxmlformats.org/drawingml/2006/main">
              <a:ext uri="{FF2B5EF4-FFF2-40B4-BE49-F238E27FC236}">
                <a16:creationId xmlns:a16="http://schemas.microsoft.com/office/drawing/2014/main" id="{3319FFE3-323B-4DBD-BA36-2DD374C8C4D5}"/>
              </a:ext>
            </a:extLst>
          </p:cNvPr>
          <p:cNvSpPr>
            <a:spLocks xmlns:a="http://schemas.openxmlformats.org/drawingml/2006/main" noGrp="1"/>
          </p:cNvSpPr>
          <p:nvPr/>
        </p:nvSpPr>
        <p:spPr>
          <a:xfrm xmlns:a="http://schemas.openxmlformats.org/drawingml/2006/main">
            <a:off x="1619250" y="4286250"/>
            <a:ext cx="3619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빌드·검증 시작점</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관련 상세 문서 위치</a:t>
            </a:r>
          </a:p>
        </p:txBody>
      </p:sp>
      <p:sp>
        <p:nvSpPr>
          <p:cNvPr id="18" name="">
            <a:extLst xmlns:a="http://schemas.openxmlformats.org/drawingml/2006/main">
              <a:ext uri="{FF2B5EF4-FFF2-40B4-BE49-F238E27FC236}">
                <a16:creationId xmlns:a16="http://schemas.microsoft.com/office/drawing/2014/main" id="{728C5718-7A34-44A3-9812-4876E8BB8FDC}"/>
              </a:ext>
            </a:extLst>
          </p:cNvPr>
          <p:cNvSpPr>
            <a:spLocks xmlns:a="http://schemas.openxmlformats.org/drawingml/2006/main" noGrp="1"/>
          </p:cNvSpPr>
          <p:nvPr/>
        </p:nvSpPr>
        <p:spPr>
          <a:xfrm xmlns:a="http://schemas.openxmlformats.org/drawingml/2006/main">
            <a:off x="6419850" y="2819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9" name="docs/architecture.md">
            <a:extLst xmlns:a="http://schemas.openxmlformats.org/drawingml/2006/main">
              <a:ext uri="{FF2B5EF4-FFF2-40B4-BE49-F238E27FC236}">
                <a16:creationId xmlns:a16="http://schemas.microsoft.com/office/drawing/2014/main" id="{65253BEB-D603-4133-9C05-22DD92E4E06E}"/>
              </a:ext>
            </a:extLst>
          </p:cNvPr>
          <p:cNvSpPr>
            <a:spLocks xmlns:a="http://schemas.openxmlformats.org/drawingml/2006/main" noGrp="1"/>
          </p:cNvSpPr>
          <p:nvPr/>
        </p:nvSpPr>
        <p:spPr>
          <a:xfrm xmlns:a="http://schemas.openxmlformats.org/drawingml/2006/main">
            <a:off x="6648450" y="2876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0" name="구조 확인: 처리 순서 · 모듈 역할">
            <a:extLst xmlns:a="http://schemas.openxmlformats.org/drawingml/2006/main">
              <a:ext uri="{FF2B5EF4-FFF2-40B4-BE49-F238E27FC236}">
                <a16:creationId xmlns:a16="http://schemas.microsoft.com/office/drawing/2014/main" id="{6706D14B-828B-4AA5-B1FB-3A7B0240B20A}"/>
              </a:ext>
            </a:extLst>
          </p:cNvPr>
          <p:cNvSpPr>
            <a:spLocks xmlns:a="http://schemas.openxmlformats.org/drawingml/2006/main" noGrp="1"/>
          </p:cNvSpPr>
          <p:nvPr/>
        </p:nvSpPr>
        <p:spPr>
          <a:xfrm xmlns:a="http://schemas.openxmlformats.org/drawingml/2006/main">
            <a:off x="6648450" y="3181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구조 확인: 처리 순서 · 모듈 역할</a:t>
            </a:r>
          </a:p>
        </p:txBody>
      </p:sp>
      <p:sp>
        <p:nvSpPr>
          <p:cNvPr id="21" name="">
            <a:extLst xmlns:a="http://schemas.openxmlformats.org/drawingml/2006/main">
              <a:ext uri="{FF2B5EF4-FFF2-40B4-BE49-F238E27FC236}">
                <a16:creationId xmlns:a16="http://schemas.microsoft.com/office/drawing/2014/main" id="{76683612-4F0C-4181-AE20-ABA5B75DC56B}"/>
              </a:ext>
            </a:extLst>
          </p:cNvPr>
          <p:cNvSpPr>
            <a:spLocks xmlns:a="http://schemas.openxmlformats.org/drawingml/2006/main" noGrp="1"/>
          </p:cNvSpPr>
          <p:nvPr/>
        </p:nvSpPr>
        <p:spPr>
          <a:xfrm xmlns:a="http://schemas.openxmlformats.org/drawingml/2006/main">
            <a:off x="6419850" y="3581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2" name="docs/image-contracts.md">
            <a:extLst xmlns:a="http://schemas.openxmlformats.org/drawingml/2006/main">
              <a:ext uri="{FF2B5EF4-FFF2-40B4-BE49-F238E27FC236}">
                <a16:creationId xmlns:a16="http://schemas.microsoft.com/office/drawing/2014/main" id="{62357676-5A86-488E-89DB-053173DE88F2}"/>
              </a:ext>
            </a:extLst>
          </p:cNvPr>
          <p:cNvSpPr>
            <a:spLocks xmlns:a="http://schemas.openxmlformats.org/drawingml/2006/main" noGrp="1"/>
          </p:cNvSpPr>
          <p:nvPr/>
        </p:nvSpPr>
        <p:spPr>
          <a:xfrm xmlns:a="http://schemas.openxmlformats.org/drawingml/2006/main">
            <a:off x="6648450" y="3638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23" name="이미지 동작 확인: crop·resize 명세">
            <a:extLst xmlns:a="http://schemas.openxmlformats.org/drawingml/2006/main">
              <a:ext uri="{FF2B5EF4-FFF2-40B4-BE49-F238E27FC236}">
                <a16:creationId xmlns:a16="http://schemas.microsoft.com/office/drawing/2014/main" id="{F1AA8C46-F156-40D5-AA95-E836AED89BD0}"/>
              </a:ext>
            </a:extLst>
          </p:cNvPr>
          <p:cNvSpPr>
            <a:spLocks xmlns:a="http://schemas.openxmlformats.org/drawingml/2006/main" noGrp="1"/>
          </p:cNvSpPr>
          <p:nvPr/>
        </p:nvSpPr>
        <p:spPr>
          <a:xfrm xmlns:a="http://schemas.openxmlformats.org/drawingml/2006/main">
            <a:off x="6648450" y="3943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확인: crop·resize 명세</a:t>
            </a:r>
          </a:p>
        </p:txBody>
      </p:sp>
      <p:sp>
        <p:nvSpPr>
          <p:cNvPr id="24" name="">
            <a:extLst xmlns:a="http://schemas.openxmlformats.org/drawingml/2006/main">
              <a:ext uri="{FF2B5EF4-FFF2-40B4-BE49-F238E27FC236}">
                <a16:creationId xmlns:a16="http://schemas.microsoft.com/office/drawing/2014/main" id="{432740FC-8751-4CC0-863F-3786FF0912D7}"/>
              </a:ext>
            </a:extLst>
          </p:cNvPr>
          <p:cNvSpPr>
            <a:spLocks xmlns:a="http://schemas.openxmlformats.org/drawingml/2006/main" noGrp="1"/>
          </p:cNvSpPr>
          <p:nvPr/>
        </p:nvSpPr>
        <p:spPr>
          <a:xfrm xmlns:a="http://schemas.openxmlformats.org/drawingml/2006/main">
            <a:off x="6419850" y="4343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5" name="docs/testing.md">
            <a:extLst xmlns:a="http://schemas.openxmlformats.org/drawingml/2006/main">
              <a:ext uri="{FF2B5EF4-FFF2-40B4-BE49-F238E27FC236}">
                <a16:creationId xmlns:a16="http://schemas.microsoft.com/office/drawing/2014/main" id="{9E3629F2-E429-446B-A725-5FB8F4320118}"/>
              </a:ext>
            </a:extLst>
          </p:cNvPr>
          <p:cNvSpPr>
            <a:spLocks xmlns:a="http://schemas.openxmlformats.org/drawingml/2006/main" noGrp="1"/>
          </p:cNvSpPr>
          <p:nvPr/>
        </p:nvSpPr>
        <p:spPr>
          <a:xfrm xmlns:a="http://schemas.openxmlformats.org/drawingml/2006/main">
            <a:off x="6648450" y="4400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26" name="검증 범위 확인: 관련 테스트 위치">
            <a:extLst xmlns:a="http://schemas.openxmlformats.org/drawingml/2006/main">
              <a:ext uri="{FF2B5EF4-FFF2-40B4-BE49-F238E27FC236}">
                <a16:creationId xmlns:a16="http://schemas.microsoft.com/office/drawing/2014/main" id="{CC22D9CC-3B79-4D26-AB40-35B844BABB34}"/>
              </a:ext>
            </a:extLst>
          </p:cNvPr>
          <p:cNvSpPr>
            <a:spLocks xmlns:a="http://schemas.openxmlformats.org/drawingml/2006/main" noGrp="1"/>
          </p:cNvSpPr>
          <p:nvPr/>
        </p:nvSpPr>
        <p:spPr>
          <a:xfrm xmlns:a="http://schemas.openxmlformats.org/drawingml/2006/main">
            <a:off x="6648450" y="4705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범위 확인: 관련 테스트 위치</a:t>
            </a:r>
          </a:p>
        </p:txBody>
      </p:sp>
      <p:sp>
        <p:nvSpPr>
          <p:cNvPr id="27" name="공통 안내는 AGENTS.md에, 작업별 세부사항은 연결된 문서에">
            <a:extLst xmlns:a="http://schemas.openxmlformats.org/drawingml/2006/main">
              <a:ext uri="{FF2B5EF4-FFF2-40B4-BE49-F238E27FC236}">
                <a16:creationId xmlns:a16="http://schemas.microsoft.com/office/drawing/2014/main" id="{FAC70CAE-A051-4B25-8CB2-A9BBCE7C9778}"/>
              </a:ext>
            </a:extLst>
          </p:cNvPr>
          <p:cNvSpPr>
            <a:spLocks xmlns:a="http://schemas.openxmlformats.org/drawingml/2006/main" noGrp="1"/>
          </p:cNvSpPr>
          <p:nvPr/>
        </p:nvSpPr>
        <p:spPr>
          <a:xfrm xmlns:a="http://schemas.openxmlformats.org/drawingml/2006/main">
            <a:off x="609600" y="50958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공통 안내는 AGENTS.md에, 작업별 세부사항은 연결된 문서에</a:t>
            </a:r>
          </a:p>
        </p:txBody>
      </p:sp>
      <p:sp>
        <p:nvSpPr>
          <p:cNvPr id="28" name="C++: 빌드·검증 진입점 / 공통 제약 → 알고리즘 명세 / 하드웨어 조건">
            <a:extLst xmlns:a="http://schemas.openxmlformats.org/drawingml/2006/main">
              <a:ext uri="{FF2B5EF4-FFF2-40B4-BE49-F238E27FC236}">
                <a16:creationId xmlns:a16="http://schemas.microsoft.com/office/drawing/2014/main" id="{74134822-39A8-41A3-8A79-D4D1AB64CD78}"/>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빌드·검증 진입점 / 공통 제약 → 알고리즘 명세 / 하드웨어 조건</a:t>
            </a:r>
          </a:p>
        </p:txBody>
      </p:sp>
      <p:sp>
        <p:nvSpPr>
          <p:cNvPr id="29" name="Legacy module connection">
            <a:extLst xmlns:a="http://schemas.openxmlformats.org/drawingml/2006/main">
              <a:ext uri="{FF2B5EF4-FFF2-40B4-BE49-F238E27FC236}">
                <a16:creationId xmlns:a16="http://schemas.microsoft.com/office/drawing/2014/main" id="{32105E6A-E97B-4E56-8404-6E852F29DE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52006883"/>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STATE-03의 문서 구조">
            <a:extLst xmlns:a="http://schemas.openxmlformats.org/drawingml/2006/main">
              <a:ext uri="{FF2B5EF4-FFF2-40B4-BE49-F238E27FC236}">
                <a16:creationId xmlns:a16="http://schemas.microsoft.com/office/drawing/2014/main" id="{93C23959-4380-49C3-BCB8-4F795E30730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42">
            <a:extLst xmlns:a="http://schemas.openxmlformats.org/drawingml/2006/main">
              <a:ext uri="{FF2B5EF4-FFF2-40B4-BE49-F238E27FC236}">
                <a16:creationId xmlns:a16="http://schemas.microsoft.com/office/drawing/2014/main" id="{6F1A9D04-F45F-43D5-9550-D6A4710C31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보를 지우지 않고 위치를 나누기">
            <a:extLst xmlns:a="http://schemas.openxmlformats.org/drawingml/2006/main">
              <a:ext uri="{FF2B5EF4-FFF2-40B4-BE49-F238E27FC236}">
                <a16:creationId xmlns:a16="http://schemas.microsoft.com/office/drawing/2014/main" id="{A0C30443-2DC2-4A96-A7F4-5816B858413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A3B5F69A-2468-4485-8380-34471B61B19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54216DCD-E331-4461-BD52-2805F1F19E2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84BED700-B36A-4B58-9250-122F7B54C6D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117D0F36-9B5C-4E5A-97AA-3C537759375C}"/>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8DF67FAF-8CF2-4567-9280-016FC063E5F0}"/>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239A5396-5663-4DB5-A083-F5A9F04DAFE8}"/>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5AF0EBDA-7456-4FFF-84ED-CB92DF3D2040}"/>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8ABFE02C-C0FC-497F-9A0B-AA81B82CC833}"/>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9BE7C8FD-CE80-45ED-B311-9B1D6E15B2CC}"/>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19AF39AA-E644-43AB-A67F-B44E8AC7312D}"/>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ECBA253A-CA6B-4493-9530-980E6AC48781}"/>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F917AF56-8F87-4283-8CEA-B45E64ADA58F}"/>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D9E83136-20A6-46D2-A915-7582B53FB503}"/>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B9401488-8241-4870-A94D-3B0DBC8AE1BD}"/>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244C13D6-2E30-4E93-A940-5EABF7CC3458}"/>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CBE1014D-2F49-4BC8-BA95-E8CE3C958DC8}"/>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11B38FF1-5AC1-4616-9C60-D0BE3283FED6}"/>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DDE46727-E442-4765-B375-6AD12885578E}"/>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
        <p:nvSpPr>
          <p:cNvPr id="22" name="Legacy module connection">
            <a:extLst xmlns:a="http://schemas.openxmlformats.org/drawingml/2006/main">
              <a:ext uri="{FF2B5EF4-FFF2-40B4-BE49-F238E27FC236}">
                <a16:creationId xmlns:a16="http://schemas.microsoft.com/office/drawing/2014/main" id="{AD3FC381-3BA9-4F59-84D0-BB8F92B7A9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52567689"/>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관찰하기 전에 질문하기">
            <a:extLst xmlns:a="http://schemas.openxmlformats.org/drawingml/2006/main">
              <a:ext uri="{FF2B5EF4-FFF2-40B4-BE49-F238E27FC236}">
                <a16:creationId xmlns:a16="http://schemas.microsoft.com/office/drawing/2014/main" id="{0EDCB735-E827-454D-A48A-DB288AB1F43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3">
            <a:extLst xmlns:a="http://schemas.openxmlformats.org/drawingml/2006/main">
              <a:ext uri="{FF2B5EF4-FFF2-40B4-BE49-F238E27FC236}">
                <a16:creationId xmlns:a16="http://schemas.microsoft.com/office/drawing/2014/main" id="{DD21AD82-C124-4084-8DEF-BD70B2B6D9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서로 다른 두 Task가 무엇을 읽을까?">
            <a:extLst xmlns:a="http://schemas.openxmlformats.org/drawingml/2006/main">
              <a:ext uri="{FF2B5EF4-FFF2-40B4-BE49-F238E27FC236}">
                <a16:creationId xmlns:a16="http://schemas.microsoft.com/office/drawing/2014/main" id="{CBDAEE68-59B5-4A4E-8612-491D73A635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8F339657-C71B-486E-AE22-F687BE11CD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C768F691-981B-407C-8A39-E384F0DD2A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C8394D3C-9D74-40D0-94C7-5CFFD8A81CA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FA42CA67-933F-4931-AED6-B574090B836E}"/>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40219819-EEA9-4D2C-82A1-BDC17C784452}"/>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74A2A660-2F0C-4ACA-B5A1-0FDA5E072EC8}"/>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60467323-BDD4-4461-8CD9-1B5D1A1E61CD}"/>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2BF4BB87-E1F6-4088-A9E0-B54988D76052}"/>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E7B2E2EF-959E-4344-BBEC-E2AE4F29829B}"/>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C6875390-C9DF-4937-84C4-0E350D16BA6F}"/>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
        <p:nvSpPr>
          <p:cNvPr id="14" name="Legacy module connection">
            <a:extLst xmlns:a="http://schemas.openxmlformats.org/drawingml/2006/main">
              <a:ext uri="{FF2B5EF4-FFF2-40B4-BE49-F238E27FC236}">
                <a16:creationId xmlns:a16="http://schemas.microsoft.com/office/drawing/2014/main" id="{0FFD1EA1-58E6-4FF3-81B3-52C8F9D624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40421334"/>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BE2EE7C4-2A71-4F2B-AC59-A95A6CCA45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4">
            <a:extLst xmlns:a="http://schemas.openxmlformats.org/drawingml/2006/main">
              <a:ext uri="{FF2B5EF4-FFF2-40B4-BE49-F238E27FC236}">
                <a16:creationId xmlns:a16="http://schemas.microsoft.com/office/drawing/2014/main" id="{1C81DF7F-C1BE-493F-8340-6014F97756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Crop Task에서 관찰한 접근">
            <a:extLst xmlns:a="http://schemas.openxmlformats.org/drawingml/2006/main">
              <a:ext uri="{FF2B5EF4-FFF2-40B4-BE49-F238E27FC236}">
                <a16:creationId xmlns:a16="http://schemas.microsoft.com/office/drawing/2014/main" id="{A6BAD418-2CCC-46A0-BCA7-919DDFC7E7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15B41FF6-0086-4E93-9C76-3B084BB267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FDF29982-B95A-46F3-9ACD-C0489AA2244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BB429F69-D9D3-4CD9-96D6-BF07A699357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753F2485-760B-4219-9A80-DF8B861A48C1}"/>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1CCCF409-BF3B-4F60-8142-0604F0CE6C5E}"/>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B2FDDD99-4593-4F59-A051-654F0482234F}"/>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BDC6406B-5326-48BB-AC6E-B2E05CE9C538}"/>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52D4343F-8BBA-47A8-BE44-A3C11DB8FC7F}"/>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5EC69D8B-2BCE-4E73-B3FB-A46495AE32B5}"/>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8A58B37D-45A9-496E-B15B-81198D36B870}"/>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6725B5CF-BB16-4B5C-8343-E87C5EEEDBBE}"/>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72C994C4-A758-4CA6-A547-34C7A563F3FB}"/>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B684740A-A493-44E3-8D50-C0BD09E685D6}"/>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8C711FE8-327F-4334-9238-8183041C9E51}"/>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136C284A-A6BC-49CC-B640-F659945096EB}"/>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0676BF1A-661F-4A35-81A2-11EE6C96A7E3}"/>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C92F2B58-92B1-49CD-B2B9-34A7518A880F}"/>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6EDB6FE5-C87A-433E-82D1-325AA8A64802}"/>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0EAC0468-5695-4A41-B156-EA8ED4934030}"/>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05A8A36D-E858-4F87-B53B-CFC567BA2467}"/>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F8AF8946-6D5D-4900-B20A-DB4D4B6836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067998103"/>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463B01C1-4AC4-40D5-8F9C-C4BEC5AB7B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45">
            <a:extLst xmlns:a="http://schemas.openxmlformats.org/drawingml/2006/main">
              <a:ext uri="{FF2B5EF4-FFF2-40B4-BE49-F238E27FC236}">
                <a16:creationId xmlns:a16="http://schemas.microsoft.com/office/drawing/2014/main" id="{2B727CF0-613D-4390-A406-B01F0D3CDE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Task별 접근은 달랐지만 완벽하지는 않다">
            <a:extLst xmlns:a="http://schemas.openxmlformats.org/drawingml/2006/main">
              <a:ext uri="{FF2B5EF4-FFF2-40B4-BE49-F238E27FC236}">
                <a16:creationId xmlns:a16="http://schemas.microsoft.com/office/drawing/2014/main" id="{7A9D2BD8-3B1D-492A-B062-40C991E46E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FF7BD553-2B6F-4BDC-8793-769DC3773C2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6419D33E-E82F-4D70-9ED4-E78BE2765FB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43E749E4-4861-4BB0-BB23-CD6823393A4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89EBC283-69C1-49E5-956B-6B36C807046B}"/>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B1AA0868-89B6-4A9A-BC14-B06F24913C91}"/>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0ADE2FF3-1DEA-4786-9A01-F56301BCDBCB}"/>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623EBCAF-85D6-409B-BA03-52F1B770A74D}"/>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E132C99B-FD3E-406F-9401-4ACCD473E78B}"/>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62467401-D970-4503-9C33-7D0A75CDC3EF}"/>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01AC0EFA-56F4-4A07-8503-A0068ACDE3CD}"/>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25A667DA-3FCD-4A25-B4D5-CCD1DCFCCFB5}"/>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3E311058-D8D9-4F95-8CBD-282228E12C1D}"/>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2FF4ACF3-5702-47E1-8926-9D016A8672E9}"/>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45867DD4-2FF0-441D-B875-A409380B6852}"/>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6DA46FFD-8772-4813-A119-8BD843E9EDAF}"/>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2050E131-A29B-4A64-8309-7A058F28822D}"/>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3897767C-CC85-422B-9B6E-A83A5DA66170}"/>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24DB0124-446B-4BEC-8548-DE5E2355CA99}"/>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E943AC8C-B2B9-4F5A-990E-1269829F7FB8}"/>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7586DF56-F418-4F33-B91D-343332D28C89}"/>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E47F7F40-6B84-4D2F-A93B-A05211384B9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59518104"/>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0977760C-0883-436C-8A5C-2E9135E8E8F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46">
            <a:extLst xmlns:a="http://schemas.openxmlformats.org/drawingml/2006/main">
              <a:ext uri="{FF2B5EF4-FFF2-40B4-BE49-F238E27FC236}">
                <a16:creationId xmlns:a16="http://schemas.microsoft.com/office/drawing/2014/main" id="{FA0E31BC-04E6-4632-894C-3A7AEAD199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지식은 정리됐지만 절차는 반복된다">
            <a:extLst xmlns:a="http://schemas.openxmlformats.org/drawingml/2006/main">
              <a:ext uri="{FF2B5EF4-FFF2-40B4-BE49-F238E27FC236}">
                <a16:creationId xmlns:a16="http://schemas.microsoft.com/office/drawing/2014/main" id="{2933948A-AFF9-4A33-9195-382961881A3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D5A43CAB-99BC-4852-9692-67A9F86F09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75B76778-F71E-4F5A-8357-F32A62FC3C2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5D469F5F-2E89-42A5-B46B-7CEA6F8365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D09AAF7A-52BA-4273-AEFC-C37D0E43609B}"/>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2BCD18E1-D64D-4776-923A-BBD595AEE843}"/>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9F7718D6-8803-4D47-8193-5A205173F49A}"/>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45E62F82-80B0-443B-9682-EECB1CB648D0}"/>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29CD63BC-6DDF-48FC-AC0C-F91F6253265E}"/>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ADEB0E77-A0EA-4722-A0DA-EEC588F22242}"/>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B25C49D4-702D-4709-8F12-2FC63BFCE5B6}"/>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17B5BC47-B9A9-46FA-98F8-CD81D127D41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37675923"/>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BBFF035F-DC3F-4B46-A54C-15B2BD8993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47">
            <a:extLst xmlns:a="http://schemas.openxmlformats.org/drawingml/2006/main">
              <a:ext uri="{FF2B5EF4-FFF2-40B4-BE49-F238E27FC236}">
                <a16:creationId xmlns:a16="http://schemas.microsoft.com/office/drawing/2014/main" id="{ADE32781-265C-4BC2-9CB2-3924D6EAA5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서로 다른 Performance Task,&#10;반복되는 절차">
            <a:extLst xmlns:a="http://schemas.openxmlformats.org/drawingml/2006/main">
              <a:ext uri="{FF2B5EF4-FFF2-40B4-BE49-F238E27FC236}">
                <a16:creationId xmlns:a16="http://schemas.microsoft.com/office/drawing/2014/main" id="{9890EA40-A34E-4ED8-8EF2-66A761DB72F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B302CAEF-BA4B-42CA-9711-EFFE6991820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C9F331A9-2C1C-41D8-BE46-D06D9EAB8A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0B43A243-553C-48CE-9E29-CB6487AFA50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8218FD4B-DF90-46AD-8839-703F3236C228}"/>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1B6DB901-6DED-4F6A-AD9D-00920019F4D8}"/>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66E0422B-A663-43BD-AB0F-7F2A7FEF1FE6}"/>
              </a:ext>
            </a:extLst>
          </p:cNvPr>
          <p:cNvPicPr>
            <a:picLocks xmlns:a="http://schemas.openxmlformats.org/drawingml/2006/main" noChangeAspect="1"/>
          </p:cNvPicPr>
          <p:nvPr/>
        </p:nvPicPr>
        <p:blipFill>
          <a:blip xmlns:r="http://schemas.openxmlformats.org/officeDocument/2006/relationships" xmlns:a="http://schemas.openxmlformats.org/drawingml/2006/main" r:embed="R603962884d774010"/>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EDE9539A-77DF-4DC7-B5F1-A65E0442AA08}"/>
              </a:ext>
            </a:extLst>
          </p:cNvPr>
          <p:cNvPicPr>
            <a:picLocks xmlns:a="http://schemas.openxmlformats.org/drawingml/2006/main" noChangeAspect="1"/>
          </p:cNvPicPr>
          <p:nvPr/>
        </p:nvPicPr>
        <p:blipFill>
          <a:blip xmlns:r="http://schemas.openxmlformats.org/officeDocument/2006/relationships" xmlns:a="http://schemas.openxmlformats.org/drawingml/2006/main" r:embed="R39f338cde5424d1c"/>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AED5C5C5-C381-4063-BCCF-E40A7CAFC349}"/>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0AD7C33F-BBC1-4A07-A8CB-F38962C4AFA9}"/>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8641420C-9B47-47D0-B205-2987A7E97416}"/>
              </a:ext>
            </a:extLst>
          </p:cNvPr>
          <p:cNvPicPr>
            <a:picLocks xmlns:a="http://schemas.openxmlformats.org/drawingml/2006/main" noChangeAspect="1"/>
          </p:cNvPicPr>
          <p:nvPr/>
        </p:nvPicPr>
        <p:blipFill>
          <a:blip xmlns:r="http://schemas.openxmlformats.org/officeDocument/2006/relationships" xmlns:a="http://schemas.openxmlformats.org/drawingml/2006/main" r:embed="R8dd7d0a08c58495f"/>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62FCE1ED-A37D-4771-8625-24C72464705B}"/>
              </a:ext>
            </a:extLst>
          </p:cNvPr>
          <p:cNvPicPr>
            <a:picLocks xmlns:a="http://schemas.openxmlformats.org/drawingml/2006/main" noChangeAspect="1"/>
          </p:cNvPicPr>
          <p:nvPr/>
        </p:nvPicPr>
        <p:blipFill>
          <a:blip xmlns:r="http://schemas.openxmlformats.org/officeDocument/2006/relationships" xmlns:a="http://schemas.openxmlformats.org/drawingml/2006/main" r:embed="R72fcf699841e41fd"/>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A87CECF6-987D-4517-8C68-F7739E80E5E0}"/>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85498AF5-FD52-4271-ADF3-81C8905D8B24}"/>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6F104A58-8B5C-42CF-866D-35A0536725FE}"/>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13D60532-2D44-4BCC-BA0A-DB73A398D393}"/>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ECACA125-64D2-4F5C-8368-8CEC186E05A3}"/>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EB6C2174-CFB5-4413-A451-1B587E8F6BC1}"/>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FBE009BF-CA7E-4076-901E-D351911DF4C0}"/>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3A5693F9-A87E-4498-BB30-54EC5957C988}"/>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
        <p:nvSpPr>
          <p:cNvPr id="23" name="Legacy module connection">
            <a:extLst xmlns:a="http://schemas.openxmlformats.org/drawingml/2006/main">
              <a:ext uri="{FF2B5EF4-FFF2-40B4-BE49-F238E27FC236}">
                <a16:creationId xmlns:a16="http://schemas.microsoft.com/office/drawing/2014/main" id="{F4B6A386-67CD-4C10-9B59-D2F0D08A75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557751328"/>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알아야 할 것과 따라야 할 방법">
            <a:extLst xmlns:a="http://schemas.openxmlformats.org/drawingml/2006/main">
              <a:ext uri="{FF2B5EF4-FFF2-40B4-BE49-F238E27FC236}">
                <a16:creationId xmlns:a16="http://schemas.microsoft.com/office/drawing/2014/main" id="{4E674CDB-B91E-4CF7-BC1D-0F3C268ABD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48">
            <a:extLst xmlns:a="http://schemas.openxmlformats.org/drawingml/2006/main">
              <a:ext uri="{FF2B5EF4-FFF2-40B4-BE49-F238E27FC236}">
                <a16:creationId xmlns:a16="http://schemas.microsoft.com/office/drawing/2014/main" id="{D1BEE228-D2A7-4570-B6D3-BE19B5AFAB8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Project 사실과 작업 절차는 다르다">
            <a:extLst xmlns:a="http://schemas.openxmlformats.org/drawingml/2006/main">
              <a:ext uri="{FF2B5EF4-FFF2-40B4-BE49-F238E27FC236}">
                <a16:creationId xmlns:a16="http://schemas.microsoft.com/office/drawing/2014/main" id="{FD82D39B-8EDA-4D1D-992F-65F66BAC16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5114091C-F939-47F8-8557-DD200DD229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D7695C82-393D-466B-8666-9F41A9FD2E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CCF18E83-8C2B-4B2C-8D4A-9B040A9961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D3DD118C-F4E8-4D27-8458-8B8970090270}"/>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7B23EA71-C4B9-4024-92F4-D850019A915F}"/>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67C3E5F2-8619-4250-AC6D-C541A130CF09}"/>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E34094E7-6665-4E0A-8131-EE7B7F4032DC}"/>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B2063829-A985-458A-8786-9514EDA93659}"/>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30203D0C-A90E-4FD3-B51C-1E0CD6779AC5}"/>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5F07B0A8-54F6-4A35-8C0C-B786DCEA6A13}"/>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1AE5AA29-D193-4A89-A477-534D95522B04}"/>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0C690BBB-B36A-4D52-B949-B9D6DC040BEE}"/>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79D1BD7A-412D-4400-804C-BF6A513D8678}"/>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D6F9F6C8-1337-423D-83A3-388D4BE82EFE}"/>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2BF39B9F-0B2E-468E-B620-6BAD26DF9D87}"/>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
        <p:nvSpPr>
          <p:cNvPr id="19" name="Legacy module connection">
            <a:extLst xmlns:a="http://schemas.openxmlformats.org/drawingml/2006/main">
              <a:ext uri="{FF2B5EF4-FFF2-40B4-BE49-F238E27FC236}">
                <a16:creationId xmlns:a16="http://schemas.microsoft.com/office/drawing/2014/main" id="{B34BE4B3-054F-420D-8F5C-E05E997413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39094290"/>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9E7EE29A-9967-4D47-BBD0-3F92FEFD22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49">
            <a:extLst xmlns:a="http://schemas.openxmlformats.org/drawingml/2006/main">
              <a:ext uri="{FF2B5EF4-FFF2-40B4-BE49-F238E27FC236}">
                <a16:creationId xmlns:a16="http://schemas.microsoft.com/office/drawing/2014/main" id="{1B7028D0-2CCD-4F97-B8A6-CADC296F56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Task, Context, Workflow의 역할">
            <a:extLst xmlns:a="http://schemas.openxmlformats.org/drawingml/2006/main">
              <a:ext uri="{FF2B5EF4-FFF2-40B4-BE49-F238E27FC236}">
                <a16:creationId xmlns:a16="http://schemas.microsoft.com/office/drawing/2014/main" id="{F1BCEC5C-1CE8-4597-9636-35E3F212D1D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FEE066EB-F26C-4C6D-9BB5-14A5B267FA1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787412B3-6099-4D90-89C4-5566F5290DA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2743A707-CA4F-4E23-B4C3-BF8142977E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A51B6BD1-7E08-46B2-AB4F-7B53CF50F393}"/>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10C85CE2-90DD-4DD7-AAD3-622215DF7EED}"/>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1F5EDA8E-738C-4A70-A030-B31F6BF4B264}"/>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B233DB17-420E-4260-851B-C5B5F3DFBE31}"/>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37FD4288-50F4-4772-B26E-79AFCED15673}"/>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D3C33248-3F75-4505-8C60-4E0068CC2EC6}"/>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517B5074-2CDB-491D-905D-FA68BA90944A}"/>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3F8DD9D2-FC93-469D-B54D-84E90ECE622C}"/>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6D90E71F-4045-4CE9-9ED9-A03DD35BED58}"/>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56CD3CBC-5E47-4B37-BD1F-66D9BE10C060}"/>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1B688564-2741-4113-B86D-C33759054911}"/>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217F930B-D21F-4E32-9A50-EBA7E50C5E7B}"/>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AF13374B-5D8A-4D23-B73B-CF47066D1E3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41110829"/>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20D572C2-F796-4950-9444-9393DB92CE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50">
            <a:extLst xmlns:a="http://schemas.openxmlformats.org/drawingml/2006/main">
              <a:ext uri="{FF2B5EF4-FFF2-40B4-BE49-F238E27FC236}">
                <a16:creationId xmlns:a16="http://schemas.microsoft.com/office/drawing/2014/main" id="{9139F50B-E688-4ED4-B244-AF1B0A4F75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반복 절차를 Skill로 옮길 수 있을까?">
            <a:extLst xmlns:a="http://schemas.openxmlformats.org/drawingml/2006/main">
              <a:ext uri="{FF2B5EF4-FFF2-40B4-BE49-F238E27FC236}">
                <a16:creationId xmlns:a16="http://schemas.microsoft.com/office/drawing/2014/main" id="{490D4D36-5A73-4114-A410-6D9CD28F4F9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7750F007-EEA8-46E7-A554-967106CEC8E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B4645ADC-1564-4A3C-9D47-15E557F802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3E6903C6-C5B3-4823-8E14-D8E2D83AA2F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C3CB6B12-9661-459A-BD48-A806787B6210}"/>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21970086-2F3B-4CCF-AC84-848B81D7F929}"/>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5BF9A7A1-0532-4337-B405-DA3E249CC613}"/>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CCB741BE-6F0E-4A1F-B5A2-0601A0DA434E}"/>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2E40FD3C-3988-4F4E-9B48-EE24065CE1E5}"/>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5EDC8BAA-0307-44F8-AC92-A41762323D56}"/>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4B739CF7-87DC-4E7A-A675-6F0C7E30C42F}"/>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4D7F2C6F-4926-45E9-B7A4-23E135CFA719}"/>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EA3EB41A-1580-4D82-9BE9-74EAFD49CCE2}"/>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E6EA51D7-EB7C-40FB-A41E-8D6DCA1A040C}"/>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8248BE4B-8F62-494F-AFAF-B038B09D8862}"/>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B3B0A2F6-97C6-4580-856D-1889B3A133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81260349"/>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46DA4910-4B71-4CAF-A215-07F60B3CF89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51">
            <a:extLst xmlns:a="http://schemas.openxmlformats.org/drawingml/2006/main">
              <a:ext uri="{FF2B5EF4-FFF2-40B4-BE49-F238E27FC236}">
                <a16:creationId xmlns:a16="http://schemas.microsoft.com/office/drawing/2014/main" id="{58D2C1D0-88D6-4D71-8D40-B2337E056C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Skill을 어떻게 발견하고 호출할까?">
            <a:extLst xmlns:a="http://schemas.openxmlformats.org/drawingml/2006/main">
              <a:ext uri="{FF2B5EF4-FFF2-40B4-BE49-F238E27FC236}">
                <a16:creationId xmlns:a16="http://schemas.microsoft.com/office/drawing/2014/main" id="{473C59FF-D7F5-4949-83BB-2FCA6F1C703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DA1A4528-4918-4984-832B-DC9AF8C522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7A13F904-4F8E-4F3C-8D04-F8BF8007BB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BF593C63-BB48-481D-A701-7DB1468CF8E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B4B4E19F-8937-42B7-9D93-2B40B97ABF11}"/>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5D2BEC65-8E46-48EF-80E7-2EEFF8A029B5}"/>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BAD09C00-48C9-46EC-B5D4-C848FB24847A}"/>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A18EAE63-857D-4B36-AE9C-6E60C1B493E8}"/>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7CC20E2E-7A42-46C6-8CEF-BC75B0BB1FEB}"/>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037B61DC-8B38-4AA8-A3FD-5C00C80B43E4}"/>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F8142A7C-8EAB-4F7E-9102-5875E0BF72F9}"/>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38F2AD77-9BFB-4545-8DEC-D8AC06E0D738}"/>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2963ED4F-6AF1-4383-AD68-C8EECA6AE925}"/>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2A6D6BC8-3D6C-4F41-A328-CA324E258A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01149527"/>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2A2FD0A7-38E4-4EF6-A3CA-A5E6BEECDF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52">
            <a:extLst xmlns:a="http://schemas.openxmlformats.org/drawingml/2006/main">
              <a:ext uri="{FF2B5EF4-FFF2-40B4-BE49-F238E27FC236}">
                <a16:creationId xmlns:a16="http://schemas.microsoft.com/office/drawing/2014/main" id="{4571B886-4705-4910-B882-56CA4776A1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절차의 책임이 Prompt에서&#10;Repository로 이동">
            <a:extLst xmlns:a="http://schemas.openxmlformats.org/drawingml/2006/main">
              <a:ext uri="{FF2B5EF4-FFF2-40B4-BE49-F238E27FC236}">
                <a16:creationId xmlns:a16="http://schemas.microsoft.com/office/drawing/2014/main" id="{01C387AD-8CF4-4744-8523-F4BF7547663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0C76EF9C-A1AD-4E97-BE66-B947B343C0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EC9A9730-8674-4F8E-86C7-63104EC891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25C9A8DE-8EEC-41A9-BCD3-5C53A162261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A50B9566-97C1-4928-9F8F-D66920205301}"/>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DD7C8459-90FF-4985-917B-C931ED053FBD}"/>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A4AD410B-D0F6-4C5F-9149-04998709517D}"/>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0837D373-CD20-4A02-A454-0A4FBEEAEE3F}"/>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CC5C702E-766B-416C-9FC0-5F65957F8B64}"/>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1DBECB10-5570-44F5-AE10-E097CD5A818E}"/>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E655D91B-4D22-4ED2-B9DE-58E05AA97514}"/>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CADFD570-8301-4350-9958-6DF834570276}"/>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C462438D-4B85-46B2-9C3A-4FE02C15CCD0}"/>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3E6D802F-8DA7-438E-BABC-89141A2962BE}"/>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32F044D2-F40C-4FC3-8169-275336F24736}"/>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F2F43CB6-4139-4169-900F-C4774ACA426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35407584"/>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0E38A6B3-5E45-4332-AD8D-928BDBE849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53">
            <a:extLst xmlns:a="http://schemas.openxmlformats.org/drawingml/2006/main">
              <a:ext uri="{FF2B5EF4-FFF2-40B4-BE49-F238E27FC236}">
                <a16:creationId xmlns:a16="http://schemas.microsoft.com/office/drawing/2014/main" id="{09A806C0-4AEB-4E8A-85CB-20F3AFA4034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답을 담지 않는 Workflow">
            <a:extLst xmlns:a="http://schemas.openxmlformats.org/drawingml/2006/main">
              <a:ext uri="{FF2B5EF4-FFF2-40B4-BE49-F238E27FC236}">
                <a16:creationId xmlns:a16="http://schemas.microsoft.com/office/drawing/2014/main" id="{3F37D50E-D61E-48E9-8475-812F6CF82D1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1B9896AA-2CA6-4A92-94B6-872CE9669A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3895E4F5-4469-4028-86A0-AC9DE84DAB9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9EFC3F83-488E-4978-A9D5-2DF9DA927B4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BC69E8C6-7ECA-4376-A427-71EC2456F117}"/>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27D01541-E60F-4296-8695-E1E508CD68AD}"/>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00B5FA6F-CE37-49AF-A3E7-58C3C5B0CBF1}"/>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319EE621-3721-4975-8B4B-78B16577AC3B}"/>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6998852F-4A86-4493-915E-DFB12FB02FD3}"/>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769F9248-DB1F-4E71-8C99-124F30B45561}"/>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26418316-691E-4CF0-971C-1D84CAD1F38F}"/>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A68B5132-7186-4E43-934B-EDA3F22139C2}"/>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8388DAC5-DE5C-4469-B48E-0AE4A0A25A4D}"/>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4946DD9F-AD01-45EE-918B-86CFC381312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950112704"/>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C6442A65-422D-4534-8E01-760F556867E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54">
            <a:extLst xmlns:a="http://schemas.openxmlformats.org/drawingml/2006/main">
              <a:ext uri="{FF2B5EF4-FFF2-40B4-BE49-F238E27FC236}">
                <a16:creationId xmlns:a16="http://schemas.microsoft.com/office/drawing/2014/main" id="{FA7F086E-1979-4BB4-8A57-48CF674361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측정으로 후보를 고르다">
            <a:extLst xmlns:a="http://schemas.openxmlformats.org/drawingml/2006/main">
              <a:ext uri="{FF2B5EF4-FFF2-40B4-BE49-F238E27FC236}">
                <a16:creationId xmlns:a16="http://schemas.microsoft.com/office/drawing/2014/main" id="{5A4EEB8B-1B50-4D9A-BBD6-3A0A885343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858CAD24-C3D5-4AC6-A682-0B6F623E06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DDAB5766-98F6-463F-87E0-34A80CD37AB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AF44B71A-307B-40B9-B754-623C9BED83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8CC9C376-256C-4240-ACEC-1FB84E9EADA6}"/>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F553FC9E-1A91-418F-B0EA-674205DBCE48}"/>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B90BF97B-B612-475C-96A1-84D1AC9FABFE}"/>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D28D68A3-21C0-42D0-AC64-EF565109E2A7}"/>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A799F0A1-965D-4182-8BF7-23030B00E2EE}"/>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2C0027BB-F579-4AF1-87CD-BD9EA45DE6E4}"/>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9ED05418-3A3A-47F4-A93E-A4E0F12F3F2F}"/>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83F157A6-6836-4181-AE06-FEF76583C306}"/>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EA49ACE4-3A9F-4440-9331-C43EB202A260}"/>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4935FCB3-A694-4D17-998A-59243D416CB5}"/>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7DD58E24-6FD6-4347-8095-CAE351ED197C}"/>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C816DA06-0706-4444-AA69-639C2715487C}"/>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4E62FD60-0739-4115-A69F-72DEA521E9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205036980"/>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4D1B86FC-38A3-4256-818B-C1B3C73094B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5">
            <a:extLst xmlns:a="http://schemas.openxmlformats.org/drawingml/2006/main">
              <a:ext uri="{FF2B5EF4-FFF2-40B4-BE49-F238E27FC236}">
                <a16:creationId xmlns:a16="http://schemas.microsoft.com/office/drawing/2014/main" id="{78F2E99D-D5E6-4904-BA98-193D5717DB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Working Harness Success">
            <a:extLst xmlns:a="http://schemas.openxmlformats.org/drawingml/2006/main">
              <a:ext uri="{FF2B5EF4-FFF2-40B4-BE49-F238E27FC236}">
                <a16:creationId xmlns:a16="http://schemas.microsoft.com/office/drawing/2014/main" id="{EAF01187-8238-4896-A2EA-AAF4A399955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D03E86C5-8D2B-44B8-807C-BA956E6124B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F968E929-1735-4E75-97E8-C371B700BF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613C6C84-0371-4805-A2F9-01F2DC61F7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662144B1-9B99-4815-BC23-7CFC046BAC12}"/>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833DDF1E-762C-408A-A850-64BC3E169EBB}"/>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6ED03684-4DC4-41CD-AE65-34470F047F77}"/>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F85974AC-DB86-4F56-9D13-D840714131CD}"/>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65801d5c3d944450"/>
          </a:graphicData>
        </a:graphic>
      </p:graphicFrame>
      <p:sp>
        <p:nvSpPr>
          <p:cNvPr id="11" name="">
            <a:extLst xmlns:a="http://schemas.openxmlformats.org/drawingml/2006/main">
              <a:ext uri="{FF2B5EF4-FFF2-40B4-BE49-F238E27FC236}">
                <a16:creationId xmlns:a16="http://schemas.microsoft.com/office/drawing/2014/main" id="{F8D52724-0BD3-46FD-AAB2-B907776F900D}"/>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42E613C4-4D18-4C8B-B97D-7D32A59E77BA}"/>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7ED758D9-D6C0-4D7A-B901-81CADC86662F}"/>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297ABA90-79EF-4409-8579-8812BE9C9CB4}"/>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21B63606-0C3D-4B3D-B9F3-D84BB1F2E133}"/>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A4FA5C92-F1D0-4A84-A742-5BBEDA614906}"/>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FA597207-B522-4374-AC08-E895F76C60BD}"/>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80B6376B-E0C2-4F29-AEE4-800C089228C3}"/>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8264D6B3-6D65-4AC6-9850-C0050FAB5650}"/>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A1DE93C5-F8C9-43DA-89AD-954715C698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362495579"/>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033D0DF3-50BE-4954-9263-830918FEEB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56">
            <a:extLst xmlns:a="http://schemas.openxmlformats.org/drawingml/2006/main">
              <a:ext uri="{FF2B5EF4-FFF2-40B4-BE49-F238E27FC236}">
                <a16:creationId xmlns:a16="http://schemas.microsoft.com/office/drawing/2014/main" id="{D1CFB45F-7CA7-4EE5-8FFE-2184840FF6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이 작업에 Subagent가 필요했을까?">
            <a:extLst xmlns:a="http://schemas.openxmlformats.org/drawingml/2006/main">
              <a:ext uri="{FF2B5EF4-FFF2-40B4-BE49-F238E27FC236}">
                <a16:creationId xmlns:a16="http://schemas.microsoft.com/office/drawing/2014/main" id="{F76E7BBC-B386-4F3F-90C7-C4B78F53DF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1C9168F7-C074-4A38-871E-465F694D41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8354E962-070D-467E-99A5-D33F0F8A2C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6CB11D1B-5F11-4BBF-8DE6-5F33058D943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E3ABAF7B-52C4-42ED-862D-A00B0B10A1AA}"/>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AD23AA0C-97A7-4D85-9918-C7BD6A80CFF7}"/>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5DD201E8-BA1C-4576-8B0F-9E85FB8ACA95}"/>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0D6CB310-810A-400E-9A1A-EC66D5615F30}"/>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A4AD61F-1AE2-4D78-B514-EE8681B3F0CD}"/>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4B8D9F66-FC4D-4B1C-8270-856829288338}"/>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F131AA73-0762-4ED2-9FA4-34EFF23933F2}"/>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A4477B0D-A01A-4410-A79C-E72BC1DE986D}"/>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E82757F-9961-492E-A349-AE03D23D2765}"/>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CDEA9C7F-5DB7-4EE7-89D3-1AFEDD5F8971}"/>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83149BAC-9959-414D-A412-DC3B05233B52}"/>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0332A733-ADE9-4148-994B-091473C92AAF}"/>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0C1A3D5F-CA9E-4D4A-AF35-746BDC1D92A0}"/>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EA9C560C-F81F-48BE-BD72-EBC36D57B08E}"/>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7749E0B4-78FE-4E39-804D-A010987E28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74187753"/>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CCA0E300-5636-41A7-97F8-8930A1AE5A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57">
            <a:extLst xmlns:a="http://schemas.openxmlformats.org/drawingml/2006/main">
              <a:ext uri="{FF2B5EF4-FFF2-40B4-BE49-F238E27FC236}">
                <a16:creationId xmlns:a16="http://schemas.microsoft.com/office/drawing/2014/main" id="{34917C2B-BB55-4677-A70F-6FEFC16A11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Subagent를 고려할 조건">
            <a:extLst xmlns:a="http://schemas.openxmlformats.org/drawingml/2006/main">
              <a:ext uri="{FF2B5EF4-FFF2-40B4-BE49-F238E27FC236}">
                <a16:creationId xmlns:a16="http://schemas.microsoft.com/office/drawing/2014/main" id="{2AD9A611-EE51-4FF8-9AE8-A4C049790B9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80E4334F-53D4-4794-BF2E-2B4226CA07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6CBBA4AF-F972-4AE6-97F3-FE27D405909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9C7D7A1F-70E6-4152-97ED-A6306E4360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B711D952-FE48-4810-818C-0A5E66984B2D}"/>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422DA2F9-616A-487F-8E79-E6DD18C3FBE8}"/>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E1E47D03-9ABE-42FB-B170-E8C4FBAAB1D8}"/>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E2421BB1-B403-44DF-9783-DA383683D799}"/>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D8D4A0D9-3770-468A-83FD-85948E36E861}"/>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753F3AFF-3565-416E-80E1-714044EA0EA4}"/>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AA45DCE5-D608-4AC8-8D77-D4B2C055FBEA}"/>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FFA98DE6-1E5D-4F28-9209-BCB7182B6CC3}"/>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67A7CCE5-A057-44B2-A3B6-9859AC274105}"/>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B3FF6992-3B4C-4AED-9FDC-91120743DB1E}"/>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0D2D9C1E-D7B7-44AE-B2B5-C6F70DB49925}"/>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F0B16D51-7ECB-4AB8-AEFB-745EE41A0691}"/>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FDC4BA1B-F460-416B-B067-AD01C0158D22}"/>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C4E06DCE-09D7-46A5-BDA2-7F972F0FBFD2}"/>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9732F386-3869-4337-89B1-5227C7A4D232}"/>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8D755770-02CF-4583-A48C-33F4B8C2517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10493760"/>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F37A964D-434E-4FBA-AD25-AC769D0A73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58">
            <a:extLst xmlns:a="http://schemas.openxmlformats.org/drawingml/2006/main">
              <a:ext uri="{FF2B5EF4-FFF2-40B4-BE49-F238E27FC236}">
                <a16:creationId xmlns:a16="http://schemas.microsoft.com/office/drawing/2014/main" id="{99F52B24-3916-4380-869A-5C18359361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무엇이 다시 찾기 어려운 지식인가?">
            <a:extLst xmlns:a="http://schemas.openxmlformats.org/drawingml/2006/main">
              <a:ext uri="{FF2B5EF4-FFF2-40B4-BE49-F238E27FC236}">
                <a16:creationId xmlns:a16="http://schemas.microsoft.com/office/drawing/2014/main" id="{0DB04C48-4FF0-4677-A096-5FF2249A0F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E23C7BBA-26A1-42AC-925B-E27CD3A8FE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C872961E-0AC6-4AC2-962C-A43FC20FE8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626C0284-B037-498E-83C7-1E74B5EB7F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D6C26058-0493-41AC-98FA-7F9A926979FC}"/>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67290DBC-3FE4-49CA-9347-713966B93B5B}"/>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974F76CA-581E-4085-876E-52D6FC79131C}"/>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11CDA8B0-F3E4-495C-9AA6-FDB5286DF793}"/>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CF99DB31-D520-4112-9E47-FD9A2CBBB65E}"/>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4D34C7D8-CBBE-4CBC-9C26-8331AE0DA8A3}"/>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69704938-29F4-46CB-8048-7644340DAA42}"/>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EB220F7E-F226-471B-8083-0E813B836D24}"/>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27644323-7CA9-4BD7-A068-2D5F6E699DE7}"/>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A220A57C-8A30-43A8-B02A-264E39555EFF}"/>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6F19DC82-10BF-4479-B3F3-C14803014585}"/>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EFB72DE7-6F3F-4D6D-A37B-DFFFE4220F7D}"/>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090DA52A-F919-46C2-985B-22E43179134C}"/>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551CBF81-A15F-48CC-83D2-80F83AC6C395}"/>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9F44BCC6-4B1B-4F16-BF7A-07354C1CD090}"/>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CB55ABA8-72EE-4131-8E27-16DB7ABEE115}"/>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00CD92BE-5BC3-4A27-A82E-EC2ED7D41CA4}"/>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5BC13489-4C70-47A7-AD85-539D44084D05}"/>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10397AF9-4F4B-4CC6-82BE-9E0D29A2634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15144521"/>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E0D110BE-F4B8-4B0A-8777-A0E1F016E9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59">
            <a:extLst xmlns:a="http://schemas.openxmlformats.org/drawingml/2006/main">
              <a:ext uri="{FF2B5EF4-FFF2-40B4-BE49-F238E27FC236}">
                <a16:creationId xmlns:a16="http://schemas.microsoft.com/office/drawing/2014/main" id="{E7BC9BEB-E1EF-4267-8803-42B3D7C6E3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Memory는 재발견 비용으로 판단">
            <a:extLst xmlns:a="http://schemas.openxmlformats.org/drawingml/2006/main">
              <a:ext uri="{FF2B5EF4-FFF2-40B4-BE49-F238E27FC236}">
                <a16:creationId xmlns:a16="http://schemas.microsoft.com/office/drawing/2014/main" id="{1AE95CC2-DCCD-4240-86A8-36F6849177E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30A8830D-F839-4E7A-9603-51EFF453FA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6B9B960E-D0D0-4ADB-94D2-4AF05300FC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0664DCCB-CBFC-4B4C-8702-46525E7143C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88388A14-3603-451A-8206-807535BFAB27}"/>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5EB1B39D-C7F3-4621-B20A-5D944382196C}"/>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6DF84F8C-8DBE-4E74-8B2D-5AD85843A5C8}"/>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9864D18D-CAE1-4D00-9851-E2F0300F32AA}"/>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BDFC1DD6-59F8-4C90-9F9A-AB94B73229D5}"/>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A672BC6D-D5F5-40B2-93F0-39B08706C424}"/>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7FD07912-D154-46CB-B51D-73B903A6EB92}"/>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FE84FE8B-02F7-4E5F-9ABA-61886118B7B3}"/>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E2FADB51-7D0A-4E80-93F2-B34A69FDEBED}"/>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085DE62E-E0BC-433A-8A83-C548384897A9}"/>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379B6796-A52E-4D47-B4B9-14ECBC95BDB3}"/>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56E4C98E-D3E9-4C81-AB6D-97DCBEAE1FA3}"/>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B7A6176B-E6A0-493B-939C-78657BFA538F}"/>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EE9EF093-491F-4601-A368-DF1DDF71D418}"/>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0F58430F-5291-48EB-892F-A546F647B42A}"/>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88D6DF99-96B4-490F-B60F-3D42D8FA1C4E}"/>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C9479509-4C13-4D23-8178-C427F497530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78115785"/>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772B5D72-77EB-4974-9B64-DE9F4370C42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60">
            <a:extLst xmlns:a="http://schemas.openxmlformats.org/drawingml/2006/main">
              <a:ext uri="{FF2B5EF4-FFF2-40B4-BE49-F238E27FC236}">
                <a16:creationId xmlns:a16="http://schemas.microsoft.com/office/drawing/2014/main" id="{FBECBFEF-5445-4DB5-9033-FF49869B214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Minimum Effective Harness">
            <a:extLst xmlns:a="http://schemas.openxmlformats.org/drawingml/2006/main">
              <a:ext uri="{FF2B5EF4-FFF2-40B4-BE49-F238E27FC236}">
                <a16:creationId xmlns:a16="http://schemas.microsoft.com/office/drawing/2014/main" id="{4669AA4F-620E-4BD8-8A91-0CFC964268C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8D194543-100E-4E37-BEE5-9EEBDB37528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56BE102A-D2F1-4806-B483-5C63EBEC67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C15AFA79-D960-4C12-940E-63F624B2904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64E83871-3F3D-4C10-B7DE-AF00FEB690DE}"/>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830BD2C3-2CEC-4A4D-BA6D-9E0F16B76230}"/>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74236A1E-6BB8-4072-8E21-569CB118FCF6}"/>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A710AAC1-FDDD-44F7-B4E2-84CC9D1601C9}"/>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F53CE5D9-22C4-4CF1-8FCD-0AEEE8296431}"/>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B7F85274-73D0-4E6C-B9F6-6904DA6F07CF}"/>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90ECBB19-FFBB-4C1D-AD6C-8FC9F7D4C10D}"/>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B6E801E7-A190-4F7B-9E25-2BD79A01C0A4}"/>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ECC42307-8F77-47EA-AD90-BFB411D56DDD}"/>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6EA68020-3C48-4D08-A725-13287A5D777B}"/>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78B526FD-C771-4696-B9E5-8E36DCACDA90}"/>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440F165E-2A05-4CAC-A9BE-A2F2E53AECFC}"/>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E2134B22-FD90-4286-84BE-626F10F8A553}"/>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307FA220-4766-44F3-B5B1-40A49CC7A810}"/>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2EE8DB6F-71BE-4CFC-B6F7-2DD70FF45DA7}"/>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BB002B06-9841-496E-BDF9-9D51D872C11D}"/>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4A57E721-9FAE-44FC-92F9-EC63CD28FA94}"/>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7141A458-EAA1-4C8C-A35E-530953C70B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76318726"/>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793C0F38-3B38-4D95-8EA0-F96097B584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61">
            <a:extLst xmlns:a="http://schemas.openxmlformats.org/drawingml/2006/main">
              <a:ext uri="{FF2B5EF4-FFF2-40B4-BE49-F238E27FC236}">
                <a16:creationId xmlns:a16="http://schemas.microsoft.com/office/drawing/2014/main" id="{3831D4AD-AE86-4F3D-88D1-ED3DBBAE672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Harness는 작업 환경 설계다">
            <a:extLst xmlns:a="http://schemas.openxmlformats.org/drawingml/2006/main">
              <a:ext uri="{FF2B5EF4-FFF2-40B4-BE49-F238E27FC236}">
                <a16:creationId xmlns:a16="http://schemas.microsoft.com/office/drawing/2014/main" id="{1E7A821C-9464-44D8-93B5-F8E98FFB57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7ED638CE-E60E-4EA2-9778-7FEFDFC9E61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55E15466-964A-4D17-851B-7A57E50841D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EA19A1CD-B6E4-4EC3-A4CB-4029FB1FE2B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1D16565A-920A-4304-ADFB-8DECBDE94902}"/>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59598451-FA43-4951-935B-0049D002199A}"/>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F4FF7BA9-8004-4519-A7CF-0A3141867AE9}"/>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9E2BAB08-E615-4E4F-8F71-821D86F2F7B8}"/>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5FB8DE49-EF9D-474C-A4BF-BAEBC7F7AB4A}"/>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786CD3D8-4FA7-46D1-B646-C51836E3857A}"/>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C59298E-B405-4C5A-BD0B-F5097E8754D6}"/>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CED6B0A-F360-4854-BA36-15912223531D}"/>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4051849D-289F-4BA2-BD94-074714E670FB}"/>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7BACE1EE-680E-4232-83DE-850C14570659}"/>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C2BCB775-C3A5-487B-8A52-15E4FC3A8FF5}"/>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496ACCAA-204F-472C-9FC9-13C01E38F6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27986332"/>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AEB1AC35-DD95-4513-83E7-90192E3A71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62">
            <a:extLst xmlns:a="http://schemas.openxmlformats.org/drawingml/2006/main">
              <a:ext uri="{FF2B5EF4-FFF2-40B4-BE49-F238E27FC236}">
                <a16:creationId xmlns:a16="http://schemas.microsoft.com/office/drawing/2014/main" id="{CDE835B2-F269-4A8D-AB1C-466C93C66A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Repository 밖의 환경도 결과에 영향을 준다">
            <a:extLst xmlns:a="http://schemas.openxmlformats.org/drawingml/2006/main">
              <a:ext uri="{FF2B5EF4-FFF2-40B4-BE49-F238E27FC236}">
                <a16:creationId xmlns:a16="http://schemas.microsoft.com/office/drawing/2014/main" id="{9FD0B2C7-355E-4AC1-BEA8-5BCBFA4360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20514289-55BE-48F6-BC72-34FC5BBEB4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1A98FFE-FCF7-4E33-A0AF-7A5F699A9DDF}"/>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C80D214D-9046-4919-84F9-A856465D54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489AD98D-E142-48F5-B5D9-A23252A97A0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9A573433-F142-41FB-B38A-4EB215D6C9DB}"/>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43F34487-BF63-42A6-966D-CB64AB40EA79}"/>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6D66F658-6658-4C62-ABBE-3F48FF2F92F3}"/>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6CE7075D-DE9B-49AD-B00B-DB60FF02CCE3}"/>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839E2554-77EC-49B4-A3C9-45D45A917441}"/>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53D32235-7ACF-449E-B4F3-A2E8AFCAA3CE}"/>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0E94EA47-E73C-4100-B27B-3354200B7001}"/>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0DF49EA0-5B7F-415E-AF41-EDA51ECF9A3A}"/>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8A9CF871-17AD-43CD-971F-A885D091896E}"/>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EC62B7A2-A9B9-4EA7-9C88-04C3CD566EC8}"/>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AC06DCAC-7377-4196-BB9A-731214F5B1B2}"/>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9E4283D4-EFF9-42B0-BE83-D1DC256AE5DE}"/>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3BB6C708-058F-4C13-AE1D-12705521C125}"/>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66EF8E1E-61A3-45EF-ADC0-4B2EF239D991}"/>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38AB664B-82F9-49AC-808F-4B5772A0559C}"/>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03A1E236-18CC-4A7C-8906-7450D4A8D0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51616933"/>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7DC69F4E-BBAB-45A4-B734-1D32790905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3">
            <a:extLst xmlns:a="http://schemas.openxmlformats.org/drawingml/2006/main">
              <a:ext uri="{FF2B5EF4-FFF2-40B4-BE49-F238E27FC236}">
                <a16:creationId xmlns:a16="http://schemas.microsoft.com/office/drawing/2014/main" id="{63E9FE95-90FE-4DC1-8613-CD31128D01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Engineering Pattern은 C++에도 전이된다">
            <a:extLst xmlns:a="http://schemas.openxmlformats.org/drawingml/2006/main">
              <a:ext uri="{FF2B5EF4-FFF2-40B4-BE49-F238E27FC236}">
                <a16:creationId xmlns:a16="http://schemas.microsoft.com/office/drawing/2014/main" id="{9CB0CB3F-EC9F-4C56-A10C-E101354DC9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538CA4A0-E465-484E-891C-DEED9C681DF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37AAB833-157E-4E02-9F8C-D213EA8EC12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5665DE22-D86D-40C1-B23B-0523B0F0A9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D5DE0D38-E700-423A-9846-36DEFF90586E}"/>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987886B2-275A-43CF-80FC-39A45B0872B9}"/>
              </a:ext>
            </a:extLst>
          </p:cNvPr>
          <p:cNvPicPr>
            <a:picLocks xmlns:a="http://schemas.openxmlformats.org/drawingml/2006/main" noChangeAspect="1"/>
          </p:cNvPicPr>
          <p:nvPr/>
        </p:nvPicPr>
        <p:blipFill>
          <a:blip xmlns:r="http://schemas.openxmlformats.org/officeDocument/2006/relationships" xmlns:a="http://schemas.openxmlformats.org/drawingml/2006/main" r:embed="Re7c8424fc2814903"/>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070F14B0-BDAC-4DF0-8057-F7B5C61C3EF7}"/>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12BD7F08-A982-4E44-B9C3-1B014B5073DD}"/>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C5120F18-884B-4326-AB8D-9FDACB23FF38}"/>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59D2788C-668A-442A-B290-4C8B15FF3625}"/>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5B46C273-5891-40F7-A436-27FC03F884B2}"/>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3F7D026E-B82B-420A-931B-C62EBA6B9C0E}"/>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7B9E5CF9-5BC2-4B44-A6F5-7D8C9EC47BED}"/>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E7EEFF4D-D267-4879-96E9-D8B8C08686BD}"/>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707D23A1-4B16-4BD6-984B-B622AB7A3478}"/>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B819DFB2-46D6-4F18-9B1A-158A66999BEC}"/>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FA199971-A434-42E7-A638-1BB50976F4A7}"/>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072EB2A9-6815-42B5-92DB-29D297A4517B}"/>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6ACE4996-E827-42F4-B81C-402F299688E7}"/>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EE82DF42-12E3-4F19-A108-F32DA0CC0A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64287200"/>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A37AF46F-48D2-4D99-A159-BB74D82174B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64">
            <a:extLst xmlns:a="http://schemas.openxmlformats.org/drawingml/2006/main">
              <a:ext uri="{FF2B5EF4-FFF2-40B4-BE49-F238E27FC236}">
                <a16:creationId xmlns:a16="http://schemas.microsoft.com/office/drawing/2014/main" id="{9496CFC6-E75D-4889-8035-43AF3DA98C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필요한 구조부터 질문하기">
            <a:extLst xmlns:a="http://schemas.openxmlformats.org/drawingml/2006/main">
              <a:ext uri="{FF2B5EF4-FFF2-40B4-BE49-F238E27FC236}">
                <a16:creationId xmlns:a16="http://schemas.microsoft.com/office/drawing/2014/main" id="{AEAAEA9E-C02D-4717-AF2F-D702F3C9C2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DEDCAF71-1156-4F8D-B507-5F6BC377D2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C4AE0003-DF6D-431A-ACC5-76A00A1BA9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630B7428-3153-4556-8FE5-5FF6BD1ECE2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FE2A8DA0-2B5C-42C7-9BB6-063CEAB76451}"/>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9D08180A-F94B-4642-BADE-78DF94EDA54C}"/>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B349C33C-9C74-4260-8D1F-14D47B6D253A}"/>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C69A8687-7A2E-4196-8FFA-8CC9436F3ADA}"/>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4A5EAB4E-7DBA-4DCE-862C-D9FC35885D65}"/>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845267B4-732D-42AD-91D5-1A70E802C0B2}"/>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B2DA70FE-63CC-4106-801F-93F2967F7039}"/>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88EED252-7E7B-4883-9242-5C8D9F6D6E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78189083"/>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4C549B24-4772-4C93-AAEC-3A7B3221F4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5">
            <a:extLst xmlns:a="http://schemas.openxmlformats.org/drawingml/2006/main">
              <a:ext uri="{FF2B5EF4-FFF2-40B4-BE49-F238E27FC236}">
                <a16:creationId xmlns:a16="http://schemas.microsoft.com/office/drawing/2014/main" id="{B19C1406-5DFF-44EE-BE0D-EC1A2119D3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여기까지는 잘 동작했다">
            <a:extLst xmlns:a="http://schemas.openxmlformats.org/drawingml/2006/main">
              <a:ext uri="{FF2B5EF4-FFF2-40B4-BE49-F238E27FC236}">
                <a16:creationId xmlns:a16="http://schemas.microsoft.com/office/drawing/2014/main" id="{0598F25C-EC53-4D64-A3EF-9655F040935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9E1EBC18-FF20-4C75-AD3F-D936ED17C9B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8BB2C02A-047D-46AD-87DB-BE706762177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8B0EEA4B-3883-46E8-BFA0-B6E1FEA4AF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684FC9EA-E2C3-460D-BF0E-EAD7CDABF0FA}"/>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128C60FB-94EA-410E-B75C-8DDB41DFF530}"/>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977DF56E-E2B0-4205-B34B-C48811A4D8F9}"/>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23CA9E6F-E9BC-4952-8E82-F2319D3A6D5A}"/>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62E28ACA-E5B7-4E68-83E0-9A048428B946}"/>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EB63F7D2-9CC6-4A45-A7E9-EC0E55E4DB8A}"/>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10057D3D-5F1D-4E9F-8D6C-AD4BD756450B}"/>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6B62E738-7DA7-4672-919A-3373141E642D}"/>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EB116958-187F-4C94-AD5F-E9EA1D288A5D}"/>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0D56F9A4-198F-412D-8047-4ABD1EE27680}"/>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DBB9DBFF-B988-43B6-A73D-B52374676E02}"/>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14D9BB00-A05C-4518-9998-3F11BBE0700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25138812"/>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F7C87784-36E9-4364-848E-73C6F059FE1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6">
            <a:extLst xmlns:a="http://schemas.openxmlformats.org/drawingml/2006/main">
              <a:ext uri="{FF2B5EF4-FFF2-40B4-BE49-F238E27FC236}">
                <a16:creationId xmlns:a16="http://schemas.microsoft.com/office/drawing/2014/main" id="{D0ACAB23-00CC-4A77-9708-3EABA00B58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개념 사례: Project와 Workflow는 현재 맞다">
            <a:extLst xmlns:a="http://schemas.openxmlformats.org/drawingml/2006/main">
              <a:ext uri="{FF2B5EF4-FFF2-40B4-BE49-F238E27FC236}">
                <a16:creationId xmlns:a16="http://schemas.microsoft.com/office/drawing/2014/main" id="{20172943-1345-4A53-8F43-EF4918572E4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8C5DE624-E70B-4F30-A85F-47AB8840EE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A47474AA-1933-4D22-B7E0-AAE569C8DB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3011CFD5-F5F4-4B26-8ADD-9A6E1D5F672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F527BA41-ADFD-4B44-8DCA-23906AAC1A14}"/>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4EF847EE-8465-476E-BE4B-9A246DFAC8FE}"/>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A607357E-9683-4399-982D-DFD271C2D074}"/>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33BDF42D-C7BF-4081-9251-C533F6D2B025}"/>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0E812E00-5D40-4B4A-B744-A5F5CBDA47B1}"/>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77CEB140-37A5-45FD-9E53-42A672157518}"/>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E71618AB-9F10-4151-A4DA-E2F23FC9D943}"/>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8956DFE7-E271-4C2E-B043-463F4BE6C3D1}"/>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A5F3EDC0-B886-4939-9239-3A6593FFBE4C}"/>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1478FD04-0F32-45E1-9CF8-5FC32652B1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33595105"/>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DEBFFE87-A239-4402-8D4E-4D7555ED3C0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7">
            <a:extLst xmlns:a="http://schemas.openxmlformats.org/drawingml/2006/main">
              <a:ext uri="{FF2B5EF4-FFF2-40B4-BE49-F238E27FC236}">
                <a16:creationId xmlns:a16="http://schemas.microsoft.com/office/drawing/2014/main" id="{1C58D110-A5ED-4388-828A-DAF2EF1E8E4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Project는 바뀌고 Workflow는 남았다">
            <a:extLst xmlns:a="http://schemas.openxmlformats.org/drawingml/2006/main">
              <a:ext uri="{FF2B5EF4-FFF2-40B4-BE49-F238E27FC236}">
                <a16:creationId xmlns:a16="http://schemas.microsoft.com/office/drawing/2014/main" id="{2BB3CC3E-3DC3-4C93-8BE3-29ABA20AC6B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7003D595-77C5-4AFD-B2A2-36ECD102F7FC}"/>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D1B97B23-E22C-4790-A164-F6A4C89C63E5}"/>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FC570C20-363D-4A82-BB48-1C4F69FA7086}"/>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65746937-125F-4A5A-805D-B89AA6A0448F}"/>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12D700D4-23AD-47FC-80AA-B9D38F4567E3}"/>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8AEB35D8-3DF7-4637-95EC-73D49FCB61D4}"/>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23B0E527-5A67-4DA2-A05B-68198795731A}"/>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064C6653-4DEE-4D28-A341-EB252AD173F4}"/>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95D7B10E-E6A7-48C2-9EB8-34DCFFA46FAB}"/>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06E06D77-DC0E-4126-8FD2-FC51D72C9B73}"/>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3DC470CD-6816-4EE4-998D-91F76EF5224A}"/>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B3C8585D-D6C4-4F3C-A831-4B6BDFFB519A}"/>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0B123376-7E0E-485E-8D28-B816711E6174}"/>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88CD0F2F-4394-4525-B8EE-DC485B7B7FCD}"/>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1085296F-3C05-4D1E-A79C-F37E5A10AAB7}"/>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15249545-FEAF-4750-A498-95834D50E18B}"/>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707BDEFC-4197-4BA1-98D2-4AB03E89041B}"/>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A6AE6590-644C-4FAD-B882-FBA413C22E8F}"/>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7B9D7FDF-E32B-4A6F-A512-A652CF567C82}"/>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F605CEFF-AE1A-4952-9C76-303A0E0A08B5}"/>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AEF8B1B2-CA57-4648-9083-C906CD50EA61}"/>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BBB3D679-946B-4D7B-BC38-C04BB328634A}"/>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929BFD93-F1DB-4B3C-8607-DBDBBE6403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83075158-EB4C-4B57-95BE-9CB69B39783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06E35944-2B92-451C-9313-4C18873DA24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A2372DAA-F6BD-4FEE-98AE-AD0ACBAB67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4285359"/>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F26F5476-52E3-4B94-8D3B-63444B7561B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8">
            <a:extLst xmlns:a="http://schemas.openxmlformats.org/drawingml/2006/main">
              <a:ext uri="{FF2B5EF4-FFF2-40B4-BE49-F238E27FC236}">
                <a16:creationId xmlns:a16="http://schemas.microsoft.com/office/drawing/2014/main" id="{06F07D67-02A4-40AB-9A40-8212ED9D135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Task 해결과 System 문제는 다르다">
            <a:extLst xmlns:a="http://schemas.openxmlformats.org/drawingml/2006/main">
              <a:ext uri="{FF2B5EF4-FFF2-40B4-BE49-F238E27FC236}">
                <a16:creationId xmlns:a16="http://schemas.microsoft.com/office/drawing/2014/main" id="{A0C873BB-9C61-4E72-9D40-5FE52B7BD4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5616E14F-B2E0-492C-AB2E-46BB81011D0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886A7F1C-7B26-4B33-905C-3853459725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0DDA5479-A00E-4DC4-8A3B-B5A44A474A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596702BF-B6BD-4D2D-B402-970EDD82CEE3}"/>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4BB1DFEA-2E04-4D65-8979-1BD52591C1CF}"/>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3D1D148F-AABF-4A0E-AEB9-676018BB955B}"/>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CA0A3A1E-8D31-461A-9263-1F6ABCCEDA85}"/>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A4DCF9AA-0AD4-4BA6-9FA1-3F818C895181}"/>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363240A9-ABF1-4C37-A996-82678BA26535}"/>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2245F31D-C7BA-4F5A-A344-11ABCA5DCCA4}"/>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AB80BA26-4B76-425E-A469-0069D55906FF}"/>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BB6DC14E-C553-42EE-8EB3-DBE411DCBC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045015749"/>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9296CD82-1351-434F-A80A-F6E5CCE99A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69">
            <a:extLst xmlns:a="http://schemas.openxmlformats.org/drawingml/2006/main">
              <a:ext uri="{FF2B5EF4-FFF2-40B4-BE49-F238E27FC236}">
                <a16:creationId xmlns:a16="http://schemas.microsoft.com/office/drawing/2014/main" id="{27A452F7-2C77-4A26-8033-0041B6673A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원인에 맞는 Layer를 고르기">
            <a:extLst xmlns:a="http://schemas.openxmlformats.org/drawingml/2006/main">
              <a:ext uri="{FF2B5EF4-FFF2-40B4-BE49-F238E27FC236}">
                <a16:creationId xmlns:a16="http://schemas.microsoft.com/office/drawing/2014/main" id="{B116A3FD-339F-41E4-9E87-4C3088587F0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6DA52BF1-3FE9-46F8-A976-A2F9A26524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EB579267-7DB0-4488-BBF8-2DC9B32C2D3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BCE765D9-074A-4408-9B68-2C81990856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F08B7A44-BA82-44B4-8C20-4B8828530E7C}"/>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44DB17EE-54C4-46B5-A375-E6D446F1BB8D}"/>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69A8FB26-58F3-4089-A7C0-A9F3C964FE6C}"/>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321A858B-7060-4C33-9FD9-5D0A803E673F}"/>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A4361252-9B11-4818-8DB8-4E8F95309774}"/>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31863BFE-3DF5-4C19-8869-01FDAF4CD9B4}"/>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C10BEEDC-5AE8-480B-9531-9071FE1D2214}"/>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D2687D0B-58FF-472A-AD8E-FE9FCE5D00BF}"/>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C5762FE2-3B12-4354-9A09-720DBE76DA65}"/>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6C9A39AD-8652-4023-84DA-1626D4B06A5B}"/>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0C4658CC-EC23-4A85-826E-1CD4AEB180A9}"/>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60983160-BB90-4142-A18D-B53B159F46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108243469"/>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FF43A071-8314-430D-A395-03E8D0481C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0">
            <a:extLst xmlns:a="http://schemas.openxmlformats.org/drawingml/2006/main">
              <a:ext uri="{FF2B5EF4-FFF2-40B4-BE49-F238E27FC236}">
                <a16:creationId xmlns:a16="http://schemas.microsoft.com/office/drawing/2014/main" id="{3C914C35-5A35-423F-8BF6-AEA1EC7F64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실패 지점과 원인 Layer 구분하기">
            <a:extLst xmlns:a="http://schemas.openxmlformats.org/drawingml/2006/main">
              <a:ext uri="{FF2B5EF4-FFF2-40B4-BE49-F238E27FC236}">
                <a16:creationId xmlns:a16="http://schemas.microsoft.com/office/drawing/2014/main" id="{6E937DA0-BC03-40D4-BD9C-CD0F43653D7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2A357A2F-A8AD-432E-AB53-B8316EECB3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2A95B2EE-6573-49AC-949F-3E38132F0A6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33EA12AA-81D4-445F-86AA-9B0B11B2EE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F5BF3CC1-D1E7-4F18-B24A-7C7238FE902E}"/>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7173436D-E2D8-450E-8DC0-6A60CC155061}"/>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975BD742-DAD1-4A69-8529-F717124D22E9}"/>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CEE97F12-D6A6-4697-85E9-1C0833B06D93}"/>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B783DD00-34E7-4D0F-A56C-B865BCAAAFBF}"/>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99DCE4CE-716A-44B4-8B44-6AF83A1E074D}"/>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CD789B6E-90C8-4AC0-AA3B-B0A5EE72BEC5}"/>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BDDD161E-D2E5-4111-8EDA-50B7A09264D3}"/>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B191E30F-D5DD-4D95-B8DD-C361EB8E0AD0}"/>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112E7F7F-7FE7-48B9-8994-9D07F518792B}"/>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6CFF5976-761B-4C8A-917A-85F485EF96D3}"/>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B2B33359-42BC-45CB-A9A3-7CB0A3B759A8}"/>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C4390FD9-B000-4545-BC14-ADA4CD6D36AF}"/>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9314FB40-E371-4C7A-BC87-ECD8208311A6}"/>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5CB223EA-D89E-43D4-B944-1157B8D2A49E}"/>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0B6D8A13-B36F-413C-A9A6-13C7DCF49D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10678420"/>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6E29EFA8-F99A-4096-B7F3-CF577CBF3B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1">
            <a:extLst xmlns:a="http://schemas.openxmlformats.org/drawingml/2006/main">
              <a:ext uri="{FF2B5EF4-FFF2-40B4-BE49-F238E27FC236}">
                <a16:creationId xmlns:a16="http://schemas.microsoft.com/office/drawing/2014/main" id="{2EA4EB48-DD76-4363-918F-CBCC2988D5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먼저 관찰하고, 그다음 가설을 세운다">
            <a:extLst xmlns:a="http://schemas.openxmlformats.org/drawingml/2006/main">
              <a:ext uri="{FF2B5EF4-FFF2-40B4-BE49-F238E27FC236}">
                <a16:creationId xmlns:a16="http://schemas.microsoft.com/office/drawing/2014/main" id="{866B6C13-317E-4F8F-AA87-89B56FE9AC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E7A561E0-914B-4755-ACD0-4584E10790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CC03D856-F921-4393-94B3-73F617DE03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9AF2FC2B-86A1-46D3-89E0-C74AC45008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C41D19F2-A4F1-4389-96DE-393D15DF4899}"/>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2CCB46D1-0711-4038-BDDB-7890BB875F83}"/>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FC5F9845-8F88-4CA2-A5CD-14FE622F9B5C}"/>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7232A620-83FB-4671-97AF-20C12A5ACF1E}"/>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5A2C06C0-903B-41F3-B56C-3B29F36F008B}"/>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138B4E2D-AE96-4859-8FBC-F176F7DCDD08}"/>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B22CFCDB-440B-4640-9CF5-2296A4D81309}"/>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C246D455-0712-4A28-B421-43D547C53E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78889902"/>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DE44A1F0-7FB6-491B-8504-0724DEC105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2">
            <a:extLst xmlns:a="http://schemas.openxmlformats.org/drawingml/2006/main">
              <a:ext uri="{FF2B5EF4-FFF2-40B4-BE49-F238E27FC236}">
                <a16:creationId xmlns:a16="http://schemas.microsoft.com/office/drawing/2014/main" id="{C927CBF5-0488-4608-8A80-F5940B5600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Cause가 지지하는 최소 변경">
            <a:extLst xmlns:a="http://schemas.openxmlformats.org/drawingml/2006/main">
              <a:ext uri="{FF2B5EF4-FFF2-40B4-BE49-F238E27FC236}">
                <a16:creationId xmlns:a16="http://schemas.microsoft.com/office/drawing/2014/main" id="{B85D81C4-C614-4A05-8506-1B8B7E105E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17B1DF24-81CA-4CE1-9285-D88C7DFB58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842584B0-80A3-40A1-B1BE-B7F3FC52865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9758538F-FD81-4FCD-B806-D5C4ED4B9C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878D831A-E774-4AB1-BC52-D4064430E747}"/>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DE0A811B-F00F-49C0-904C-E5E53FF54393}"/>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C3901995-F3A8-4203-9C0F-C6EDC5E6B31A}"/>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F5A8F1E5-ECDA-4314-89CD-F96E54E0DB7F}"/>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4DC5B068-FF9C-4D3C-AF01-1D922C852FF4}"/>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20584CD3-36AB-4B80-9FC9-73FECD4F1550}"/>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2058CAE3-9ADF-43B0-9133-58D59B6223CC}"/>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A7965923-AC51-45D9-A9C0-3827C6BBEFA4}"/>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A8E9C80E-6366-4BC4-A9AE-12A48E4E6DEB}"/>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C4D715E4-E131-41A5-92B5-293C319019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53445279"/>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9590B6AE-27C1-4313-A95C-42920B866E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3">
            <a:extLst xmlns:a="http://schemas.openxmlformats.org/drawingml/2006/main">
              <a:ext uri="{FF2B5EF4-FFF2-40B4-BE49-F238E27FC236}">
                <a16:creationId xmlns:a16="http://schemas.microsoft.com/office/drawing/2014/main" id="{372EDC62-FC71-4F21-A64F-880F4CC5FE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같은 Task의 재실행만으로 충분할까?">
            <a:extLst xmlns:a="http://schemas.openxmlformats.org/drawingml/2006/main">
              <a:ext uri="{FF2B5EF4-FFF2-40B4-BE49-F238E27FC236}">
                <a16:creationId xmlns:a16="http://schemas.microsoft.com/office/drawing/2014/main" id="{166E2490-A39D-474D-B71D-0991EA2294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E96B15ED-8784-4802-B2DA-7D15126D68E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D7D570DD-98BD-4A8D-8A64-255E611A99E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26043010-C7E5-468D-AC91-30DFE2425E1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CB58B3CD-63D0-4948-A700-89574F843C79}"/>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6BC1D430-7F79-45A1-AD3C-F491738A5D73}"/>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04D398FD-9D6A-4F2A-94D6-0BA23540578B}"/>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D08806D3-6B20-4E79-ACF4-722497FC5DEF}"/>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FC8E5D4C-DF70-448A-90A5-204E39ED3A32}"/>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5C2059F7-B049-4BF8-95CF-C42F71C21F1B}"/>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71C4ACDF-8372-4E45-8429-E1AB43616DCC}"/>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89E933EE-BCF6-4BE3-97CE-7C50F1F5BC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24936030"/>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F51336AC-864E-4554-A344-68D9E72CD18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4">
            <a:extLst xmlns:a="http://schemas.openxmlformats.org/drawingml/2006/main">
              <a:ext uri="{FF2B5EF4-FFF2-40B4-BE49-F238E27FC236}">
                <a16:creationId xmlns:a16="http://schemas.microsoft.com/office/drawing/2014/main" id="{4A911E9D-4EAE-4EDC-BF3E-8F51F03BD1B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대표 작업으로 변경 범위를 확인하기">
            <a:extLst xmlns:a="http://schemas.openxmlformats.org/drawingml/2006/main">
              <a:ext uri="{FF2B5EF4-FFF2-40B4-BE49-F238E27FC236}">
                <a16:creationId xmlns:a16="http://schemas.microsoft.com/office/drawing/2014/main" id="{40A97094-0A1B-421F-A251-D40FC3B434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F612C9C3-1321-4615-B92D-69D65BAC3AB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CB509B3F-A0B3-4363-BA32-A47D082389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5541F8E5-7A04-4D49-9BC1-F953C97B12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E9F39E67-2944-4799-AAA9-2B44061F3F9C}"/>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F77BA828-6645-4D96-BB0C-513BD3F31787}"/>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A67399FE-1F5B-4B06-B74B-74015581C8D0}"/>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7580EFF9-BBF1-421E-9CD1-BC27F18EAA38}"/>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96AC7BC9-A3B5-4887-98AF-005ED2FF0BC2}"/>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18DDF0D9-FFE1-4583-98F9-90F41A881B03}"/>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8DB26E70-AFDC-4646-8ACD-301CE928E7FE}"/>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A4F78558-F5E5-46D1-B195-CB7DAFAB8978}"/>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B1F7B781-D531-4591-89BA-0E5DEB33C603}"/>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4B6AA293-D32F-4EDA-9549-6888542BC602}"/>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90342C3E-7AF3-4936-85FD-184E62519315}"/>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64768F47-CA0E-46A8-AC82-8223969C12D7}"/>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F15198C3-8E74-43A7-B745-F73CE63F16A6}"/>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DE13E50C-4357-4DDD-8999-B67037338792}"/>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CDD539B4-8902-492F-8364-EA50287181F3}"/>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A087C3F0-CC1D-44CC-A849-3129B5E28155}"/>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6C368825-9875-4EE2-9A12-5FAD55B9BD67}"/>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33E78217-9CFF-4C75-8DB7-A42230E75B74}"/>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D9DED6D3-443F-4A83-902D-F9CE557F924F}"/>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04158B3A-EAA2-4ECF-8A03-D1C8C1159C5D}"/>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7B2F6712-CC2B-4709-B148-D828AAD2F45F}"/>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13A40FBC-1EAF-4DE8-B18E-EAA121CC6F8F}"/>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40D4CACA-1D9B-4588-B751-CF97A18DB18F}"/>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288C93E1-5EBA-4186-A835-DB6BBB54F32D}"/>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A0E2D1B3-3B4B-430E-8B09-D0B8A6441FE8}"/>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0DD13EFD-819C-43B4-9BB6-1B184FAA676A}"/>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88CF7A76-46A3-4436-BF1D-68DE466D17BF}"/>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DD33ACA5-5ED2-4604-900F-5538C9716D98}"/>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58E3DFE5-2A8F-4361-85D7-CF5E3E7B590B}"/>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5CA21FE7-26CB-4A2A-A656-A3761E973A36}"/>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B3C0A01A-9C97-4DC2-8190-BEAD7278C0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00320303"/>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0620912D-5DCA-456B-A759-CADF3463FBE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5">
            <a:extLst xmlns:a="http://schemas.openxmlformats.org/drawingml/2006/main">
              <a:ext uri="{FF2B5EF4-FFF2-40B4-BE49-F238E27FC236}">
                <a16:creationId xmlns:a16="http://schemas.microsoft.com/office/drawing/2014/main" id="{BB4BD2D1-2A93-457B-A8A8-8FE4EA094AA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Harness도 특정 실패에 맞춰&#10;과적합될 수 있다">
            <a:extLst xmlns:a="http://schemas.openxmlformats.org/drawingml/2006/main">
              <a:ext uri="{FF2B5EF4-FFF2-40B4-BE49-F238E27FC236}">
                <a16:creationId xmlns:a16="http://schemas.microsoft.com/office/drawing/2014/main" id="{AD3792A3-4A2F-4212-9D77-0F432CD2239D}"/>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3AD26EDA-A265-41BE-B0AC-7C0E94FC01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21A99BEF-20FF-4B48-BFCE-68C8EB9E75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83BC9285-A747-4C3B-BA3C-77F040A750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F74CD5E3-459C-4AF0-B2C4-05557C03F025}"/>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C92F8604-A80F-4719-9C0D-97E3BAC4AF87}"/>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6E534AFE-5C2A-4874-931C-F83FBC993D11}"/>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F3575A04-BA95-42EE-A808-A8EBCC91BEBA}"/>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7AE43E87-9E25-45CF-9D84-10B8684C80EE}"/>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FB39534D-DEF8-41E5-827B-40C6AEE5CF54}"/>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87D6210C-8C75-4AE5-9E59-D222D3802ACC}"/>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A012E20B-3DFC-4301-A78A-34691A5F7F59}"/>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6CD0B7C9-B95B-487F-8B2F-002DE972B158}"/>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F72BC908-1495-4230-8E38-5380D6A54A5D}"/>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8D05FDF6-DC66-41F4-810D-FFF9EC3AA249}"/>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490F3829-A347-49AB-A20F-A57E7827F76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00839285"/>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332D821E-87D7-491F-AA9B-5DF53A4A3B8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6">
            <a:extLst xmlns:a="http://schemas.openxmlformats.org/drawingml/2006/main">
              <a:ext uri="{FF2B5EF4-FFF2-40B4-BE49-F238E27FC236}">
                <a16:creationId xmlns:a16="http://schemas.microsoft.com/office/drawing/2014/main" id="{AEB9D5FB-AFAF-45D9-8DEC-1229DB96E26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Feedback을 System Change와&#10;Evaluation으로 잇기">
            <a:extLst xmlns:a="http://schemas.openxmlformats.org/drawingml/2006/main">
              <a:ext uri="{FF2B5EF4-FFF2-40B4-BE49-F238E27FC236}">
                <a16:creationId xmlns:a16="http://schemas.microsoft.com/office/drawing/2014/main" id="{8655123F-2B94-445F-ADCD-71477FF16635}"/>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FE82BB11-5FF2-4D00-A59B-FBACE49053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4AC1D3C0-4C83-41FE-9D2C-2FF546FF54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6D9D7929-196E-44BC-BEB0-67071D737C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0DAD2AAD-63F1-482C-83EC-6F700BC7B834}"/>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7AFEEFAE-6F1E-4BBF-AEE9-56AD7FFE6A85}"/>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32CEBDF3-28D5-4039-9494-09A52D52373C}"/>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1A61D0D4-806E-4AF0-B0CF-F166C8E603DE}"/>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56981D78-629D-4AA4-8DE9-CDF7BAF7DFA8}"/>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46DCE648-72FC-4479-B41B-3A764EF66F65}"/>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D9B1BB1A-9592-4991-95D0-FD8E85395866}"/>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7ECB1E1D-E28B-4294-A9E2-68932A26A631}"/>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4251A6BC-EE13-4110-8511-EE692968A78C}"/>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79AE8A81-5CBF-45C7-8059-5D7D69B1111D}"/>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2C33E81F-C9B1-49DA-870A-F55F7019D990}"/>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5F175E2D-E03C-43E9-8D0C-6C9BE3A07DF7}"/>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556E72A7-49E4-41A3-8232-34756D0EAED9}"/>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6061C7E1-2177-4981-849B-56B0A0EAA189}"/>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9CF8F771-CBB0-4E43-A9EB-0B76EA0C315E}"/>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7E416AE3-16F4-4FA1-BF0B-6A0A92B07BCD}"/>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531A962C-52DD-402A-B650-FCCC530AD6D2}"/>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865B4912-8733-44A9-8DF3-72F816BA72EA}"/>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92894564-EA2E-48AF-BDC1-47DF22CED0D3}"/>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90C9833E-89D4-4580-A416-B658AD36862D}"/>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71DBBA70-503E-4107-B33D-2FC4FF2EF091}"/>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BD94D208-FE14-43C3-977E-3508D030ACB0}"/>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B5AA63AB-494C-4E37-85B6-260F7F953FAF}"/>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ADFFD809-005E-4303-8749-FF10CFBB7430}"/>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5BF47C81-4B0D-437E-BD67-24E44FD202F8}"/>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8AB20644-2500-49DD-AFA1-27A0149FFB7C}"/>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A4B9F225-F950-43DF-88C9-7E85D3E08611}"/>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A485E4E9-E26C-4BC7-8FEB-59BAE101BF75}"/>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D92388A8-E94D-4246-A5B2-53940D13D711}"/>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022D46AD-3583-48BA-96BD-8FF1356B98BC}"/>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A9690DC0-5149-4EE3-93EB-5B668C008F8A}"/>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38EED328-B13D-4EBD-A2ED-AE5CD3E56951}"/>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051020AF-5808-4AAF-A21D-F7839AC4EC65}"/>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BD96C4D9-B460-4004-AEB9-329A47B5A30F}"/>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BA4FF19F-8DBC-4697-851E-9E39F5BE6725}"/>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E7E4B107-0BAD-4F1C-8B52-C36C46F46F8F}"/>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313C746A-FC32-40F1-BE11-61F8FD4D9DA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700953565"/>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CAD4111C-1E41-4AD2-8C36-A5D64FF00B4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77">
            <a:extLst xmlns:a="http://schemas.openxmlformats.org/drawingml/2006/main">
              <a:ext uri="{FF2B5EF4-FFF2-40B4-BE49-F238E27FC236}">
                <a16:creationId xmlns:a16="http://schemas.microsoft.com/office/drawing/2014/main" id="{E6FDF69A-E400-4730-8143-DD22999EEBD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실제 제작 기록: TRIAL-006">
            <a:extLst xmlns:a="http://schemas.openxmlformats.org/drawingml/2006/main">
              <a:ext uri="{FF2B5EF4-FFF2-40B4-BE49-F238E27FC236}">
                <a16:creationId xmlns:a16="http://schemas.microsoft.com/office/drawing/2014/main" id="{8802E8E4-2BA5-424E-8A80-EC2658CC65C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FA39580B-0988-400F-963D-7EEF9DE28A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91C07351-EE38-4268-BE0C-DC979D68D461}"/>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8DC0BF97-A9B8-4A91-B5D1-3C357E5FFC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675E6E0F-4B9B-4755-BEEB-A5F29F37EE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337F21AF-D82D-4C03-8683-326B4529CCF8}"/>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DD97F20E-4A80-4A93-BD23-D40F44934C07}"/>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20246E4A-484D-4922-9D52-35FF7A1F681D}"/>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EC0EE5DC-9F72-4DF5-8CDB-6E0252CCBB32}"/>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A82452D3-69BC-4F35-9402-1850E40B7C99}"/>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A719DCD6-2CA0-4D99-BC6A-C52C9D3A3806}"/>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1627D8FA-43EF-4C1E-9C02-CDD0A86EBEEF}"/>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B7A90C17-1237-4DE8-9AC7-E8A662E52D49}"/>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BD54A33A-49FE-401D-9F9C-34AE8C27BAD7}"/>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6863EB27-BE16-4941-8CED-1F1ED6B06F83}"/>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8A4C5AE4-2AAD-4345-89A6-AB0C526895A1}"/>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349F4BC5-FD98-4B2A-88A2-DB6A02E1118E}"/>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F05169E9-4A7A-4145-A737-FC59CECE6942}"/>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5393E192-F26D-4218-8437-C699C85A8A23}"/>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6FE61231-A3DF-4970-809E-544286D04965}"/>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9A20D9DC-982F-4F0A-8527-DED562DF4262}"/>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FA92101D-832E-4581-9FBF-87A25DA384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83461900"/>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5A985A50-8F33-4BAF-BEA6-9CA02243F5C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78">
            <a:extLst xmlns:a="http://schemas.openxmlformats.org/drawingml/2006/main">
              <a:ext uri="{FF2B5EF4-FFF2-40B4-BE49-F238E27FC236}">
                <a16:creationId xmlns:a16="http://schemas.microsoft.com/office/drawing/2014/main" id="{9DA2D46E-C823-46D0-8D71-EBA523464EF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결과의 타당성과 원인 귀속은 별개다">
            <a:extLst xmlns:a="http://schemas.openxmlformats.org/drawingml/2006/main">
              <a:ext uri="{FF2B5EF4-FFF2-40B4-BE49-F238E27FC236}">
                <a16:creationId xmlns:a16="http://schemas.microsoft.com/office/drawing/2014/main" id="{62362986-E3D7-4AA2-99AE-2C3DD39EFC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4804D0FD-42C0-42D9-B8C4-CF69324956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A7A6F3C-36BE-47F4-A0F9-C96C806C5ADE}"/>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6C7635B6-AC36-4EC9-9AAD-ABEEFA9D30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8A8FA5AD-6BC2-48B5-BAB2-76DE15B581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26AE9EA8-0C1F-46BD-9D0D-BE0DBB04B4F0}"/>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0C6D25B7-DACB-4EF0-980C-B9FF3AEC2009}"/>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E37DF54E-1D73-4D90-93C6-641E39232A11}"/>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CAAD7C59-49FB-4872-A6EA-54785BA7AB8A}"/>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E1FAA1E2-1DAE-42AF-B2E4-F5ED73652602}"/>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F7A5103D-C5CD-418D-AA05-BF722E8C7C89}"/>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DC84B307-85AD-4EFE-ACDF-EBBFD974C576}"/>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6E5CB211-8860-4E3A-9D2A-36F391AE01A5}"/>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7605F02C-468C-437C-8869-F8612862DF90}"/>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C1982E3E-DB37-4B11-B780-652446DD833A}"/>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90F2FDC2-FC33-4C57-8779-268757E37220}"/>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7403994F-AD89-47F1-AA6B-F7E68B2C82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48469186"/>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3D61BDDC-9B0B-4885-A1E0-2D7962CE052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79">
            <a:extLst xmlns:a="http://schemas.openxmlformats.org/drawingml/2006/main">
              <a:ext uri="{FF2B5EF4-FFF2-40B4-BE49-F238E27FC236}">
                <a16:creationId xmlns:a16="http://schemas.microsoft.com/office/drawing/2014/main" id="{56DC0B58-25FE-43B5-B048-72C0A37CE62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평가와 보고 규칙을 Evidence에 맞추다">
            <a:extLst xmlns:a="http://schemas.openxmlformats.org/drawingml/2006/main">
              <a:ext uri="{FF2B5EF4-FFF2-40B4-BE49-F238E27FC236}">
                <a16:creationId xmlns:a16="http://schemas.microsoft.com/office/drawing/2014/main" id="{C8F24DC8-C0EF-4BC4-A671-F9B30F504A1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06714457-B7EB-40BC-8663-10F4299467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506A55B-D4BC-4458-BC67-3F3F71457A01}"/>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63442D1E-8F0D-4004-A912-76DBC9A865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6508D260-AEA1-42EA-9064-D4B71263AB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BF2169E5-97E6-46C3-AE72-29A388EB7322}"/>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F1779A5E-969E-411C-BD6E-BB4497CE4A37}"/>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DDF2D2ED-FEB6-4067-8CDE-A32E3EAE977E}"/>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88996722-031C-4688-8C5A-BE45C294F579}"/>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CECCBDD4-C229-45A0-B0E5-BDADC368063B}"/>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68154DF1-51BE-40C0-956E-BB55448B1118}"/>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0132EEB-5B17-4FE4-96AF-48099884C552}"/>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3ED1CFD7-128E-49D6-9945-846CF81B2C1A}"/>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5A5DE340-6238-4CBC-82D2-8FAC0B4A1536}"/>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10E87289-F61F-4E57-B21A-F85A41B08D0C}"/>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9819B67-C7ED-45D9-8CC9-3CB244098EE3}"/>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7CEEE805-38F7-4068-8972-CE7A148B419C}"/>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D55ECDA6-EDED-4963-A16D-B0389F89FD8C}"/>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E0C12A19-8F51-453B-8083-42A50C8B19E9}"/>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3EB715B3-F096-4920-819C-5B551C176A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79074136"/>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2428BABE-ADD3-4B5F-AC49-FBF236C6018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0">
            <a:extLst xmlns:a="http://schemas.openxmlformats.org/drawingml/2006/main">
              <a:ext uri="{FF2B5EF4-FFF2-40B4-BE49-F238E27FC236}">
                <a16:creationId xmlns:a16="http://schemas.microsoft.com/office/drawing/2014/main" id="{B56077F3-C367-4EBC-B88A-8DD9D6158B3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후속 기록은 개선됐지만 완전하지 않았다">
            <a:extLst xmlns:a="http://schemas.openxmlformats.org/drawingml/2006/main">
              <a:ext uri="{FF2B5EF4-FFF2-40B4-BE49-F238E27FC236}">
                <a16:creationId xmlns:a16="http://schemas.microsoft.com/office/drawing/2014/main" id="{5DF784EE-0FC1-464F-B2AC-608FB43B92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8C7D999D-A697-4478-A9F5-21A1F6AA8C7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984804BA-5166-4867-91B6-E594391554FC}"/>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28AEBCD9-1AB1-4EA7-86F3-364936B4DBE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886E38C8-1C4F-4184-A543-EE55330B35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84CA9881-22D7-4345-B434-15AC5D22CABF}"/>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C50840D6-41E0-42BA-A03D-A06987AA25AA}"/>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A50F7E85-B4B0-4EC3-BBBB-A0C11FE3CDED}"/>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6983B5B0-35D2-4040-B2FC-7CD749EF1435}"/>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440458BE-9E8D-471B-9EDB-5D571616BA06}"/>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2B82732F-633F-4A19-9D53-B6DC0F4DFD86}"/>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AD50A695-EC8B-4353-8A6E-B4FAE3AB0094}"/>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546C7274-F2DF-4EF2-B579-7D3ACEB2223D}"/>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7C422CE3-4136-433F-9FD9-650D47BA4497}"/>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30EF46AF-F1F6-48B1-BDFF-D903F5E61920}"/>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F666323C-5753-47D1-ACDA-8B10652A14CA}"/>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52788570-2CCE-4359-8FED-D3F56A64D0C5}"/>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236659A7-85D7-4C52-A324-6D5769F77B9E}"/>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21149F41-6596-4DA7-97C2-97D6E9A31141}"/>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2A17D78E-7CCF-4F89-9BB7-66A657CD503D}"/>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730EDB40-1CA7-42FF-9BB3-ADB3936CA115}"/>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18E45AE0-CFCE-485C-9D8A-DEA04418B3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49304218"/>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ABA552EB-F983-41DC-93B8-23B7F19B34E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1">
            <a:extLst xmlns:a="http://schemas.openxmlformats.org/drawingml/2006/main">
              <a:ext uri="{FF2B5EF4-FFF2-40B4-BE49-F238E27FC236}">
                <a16:creationId xmlns:a16="http://schemas.microsoft.com/office/drawing/2014/main" id="{F7C01B48-6DD9-4978-8804-F6847F9C8BC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실제 Meta Loop에서 바뀐 것">
            <a:extLst xmlns:a="http://schemas.openxmlformats.org/drawingml/2006/main">
              <a:ext uri="{FF2B5EF4-FFF2-40B4-BE49-F238E27FC236}">
                <a16:creationId xmlns:a16="http://schemas.microsoft.com/office/drawing/2014/main" id="{E6203020-AE40-4429-9A15-620B1889D8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61DDDD27-B81B-40C6-B68A-92F250BF93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48783663-290F-40D2-B6A7-1BEAC2E005CF}"/>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2C7DC407-B203-41C9-AE3E-678CCEB4721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2089D4FE-D7FD-4B81-A5D3-247B0D16C0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EF1318FF-46B5-45EB-9AFB-B792E413E1DA}"/>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026D3081-B402-4C50-9B02-5A73EFDB25B4}"/>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E5967864-8337-4382-B03A-60125E34C442}"/>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4BAD8873-D3CA-417D-B2BE-E8F5C2593196}"/>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115D16AB-D1F8-413E-AD8E-71B5FF358F5C}"/>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3780F743-7545-4BE4-A6C2-594572D0A35C}"/>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5538F0D3-9C95-4600-9C48-046F59591AB7}"/>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078A95B8-10E7-4D04-B3B1-D14717BCF84B}"/>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D35C5709-786C-4017-94A6-C67065E344E0}"/>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84DDBA20-AE23-4B9E-AA63-2C8140422D64}"/>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120A539F-394A-4890-B218-C66091BAE4AE}"/>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E826934A-D618-4CD8-86F9-0461ADE73D0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74186675"/>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3B51AB81-2889-489F-9038-A86D0F054DB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2">
            <a:extLst xmlns:a="http://schemas.openxmlformats.org/drawingml/2006/main">
              <a:ext uri="{FF2B5EF4-FFF2-40B4-BE49-F238E27FC236}">
                <a16:creationId xmlns:a16="http://schemas.microsoft.com/office/drawing/2014/main" id="{5D18694C-65D6-4D55-A822-3B4D68E983E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Project와 환경이 바뀌면&#10;검증도 다시 본다">
            <a:extLst xmlns:a="http://schemas.openxmlformats.org/drawingml/2006/main">
              <a:ext uri="{FF2B5EF4-FFF2-40B4-BE49-F238E27FC236}">
                <a16:creationId xmlns:a16="http://schemas.microsoft.com/office/drawing/2014/main" id="{AD93AE26-2792-4AD8-8F53-A66B7DE65B5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645BC684-FB10-4CED-8D81-658A823077E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0402F19C-9CE5-4771-81E8-C4A8DCF8CF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4087A459-14C8-4255-B095-EF16C7B7DA9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A8263390-CF61-460C-86E2-3D37FF238E07}"/>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83FDE147-AAC5-4C27-8064-433FB9946DB3}"/>
              </a:ext>
            </a:extLst>
          </p:cNvPr>
          <p:cNvPicPr>
            <a:picLocks xmlns:a="http://schemas.openxmlformats.org/drawingml/2006/main" noChangeAspect="1"/>
          </p:cNvPicPr>
          <p:nvPr/>
        </p:nvPicPr>
        <p:blipFill>
          <a:blip xmlns:r="http://schemas.openxmlformats.org/officeDocument/2006/relationships" xmlns:a="http://schemas.openxmlformats.org/drawingml/2006/main" r:embed="Rf207cb6b0039412f"/>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43573D48-7BD1-4EF6-8733-1E738E0C0387}"/>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B18CA38D-7537-416D-BCCE-46E69B883A29}"/>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BE9715E1-AB81-4DA0-92E9-9D3FAFA9ED79}"/>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2E2A3DCC-E516-4DBD-877F-725A3194AD5E}"/>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E8CAD987-2E79-44D4-8E4E-98103F1B96D6}"/>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5F3F3BAB-6AED-4702-8256-2B36BDDFEEA6}"/>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F9CA1757-AD42-47E2-9730-B56D44F779A3}"/>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F584CE29-267B-44E1-A85F-48F545DACF32}"/>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15FD3671-7C3B-427A-84DC-E81C1C85D7FE}"/>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96EB5D43-D091-4A3B-BD58-DF481BE5AD51}"/>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118D5E7B-EE71-48F7-B4FE-7009D7114D3A}"/>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84E22718-C4C7-4352-B060-88BFB0476328}"/>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F7A73D5D-B067-48C9-BF55-BEEA3B685610}"/>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33351782-6B8D-40D6-93BF-9FE4AE33F2A9}"/>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621D5271-3C00-4756-9A16-13EB934786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80897771"/>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1BC66B1E-BD3C-4E73-8ACD-AF1CA1A469A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3">
            <a:extLst xmlns:a="http://schemas.openxmlformats.org/drawingml/2006/main">
              <a:ext uri="{FF2B5EF4-FFF2-40B4-BE49-F238E27FC236}">
                <a16:creationId xmlns:a16="http://schemas.microsoft.com/office/drawing/2014/main" id="{BAED062F-BE2E-4B07-82A4-FC7EB79C77D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여섯 시간의 Story를 한 장으로">
            <a:extLst xmlns:a="http://schemas.openxmlformats.org/drawingml/2006/main">
              <a:ext uri="{FF2B5EF4-FFF2-40B4-BE49-F238E27FC236}">
                <a16:creationId xmlns:a16="http://schemas.microsoft.com/office/drawing/2014/main" id="{C061E220-02E3-4BB1-A7D3-63B2B28D29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여섯 시간의 Story를 한 장으로</a:t>
            </a:r>
          </a:p>
        </p:txBody>
      </p:sp>
      <p:sp>
        <p:nvSpPr>
          <p:cNvPr id="4" name="">
            <a:extLst xmlns:a="http://schemas.openxmlformats.org/drawingml/2006/main">
              <a:ext uri="{FF2B5EF4-FFF2-40B4-BE49-F238E27FC236}">
                <a16:creationId xmlns:a16="http://schemas.microsoft.com/office/drawing/2014/main" id="{AA691D08-D8DC-4414-BFC9-BB7C14C86CF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33688A58-9557-4EAF-BC11-30CB53FB2F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AAF299E9-8551-45A2-BD1B-A9FEF7064D9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D0EED72A-96DC-4C42-A008-C68B9BCF3FA2}"/>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63E5EFC3-0ECD-418D-901D-C04D6EE3D20C}"/>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F03F2DEA-FB2A-4777-BB12-04A706F24CF5}"/>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6D94A7C0-D530-4AF3-BCFE-DA6B81B5F49F}"/>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F8F4DA5C-1FE4-4F31-91B9-0E0539FB5294}"/>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309DF4EA-B181-46EC-BFD4-25067D740E73}"/>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E0484DD7-234B-4E63-84A9-854132214AAD}"/>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48B46E15-77F9-4CBE-ABC1-44EAA390A7F1}"/>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DA3D7617-C70A-4404-BB19-D057EC4948BE}"/>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DC5C58CE-9B82-40C3-A0C6-99CC9772679D}"/>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2F2748EA-04BB-4C8E-A249-8BDF2AA1EE84}"/>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ABC4A649-DE37-45D7-9492-8D01B6FBAD22}"/>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BE4FDB68-02E3-4415-8D18-5971159EC299}"/>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7B3414F9-9B45-4628-AFFF-21EC997875C2}"/>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42C2E35C-58FA-4821-AAD0-E37BC225ABA1}"/>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8F7C03F1-EFB3-47A1-ABC2-12A1FE19AF47}"/>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1E4FD547-4F99-4262-96C7-A640F67B7C71}"/>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0B51078B-21D1-4223-9553-3C5216A54DA5}"/>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EE33560E-CB15-4379-A5D6-3B668CA30895}"/>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F0A9070D-F22D-4806-9DB5-AE8CFABAF13C}"/>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203F78E0-9451-45F0-B3CB-88385B191838}"/>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450540F8-8967-4F58-B588-9373E82A9760}"/>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957F7333-C48D-4B57-9FDC-3E93AE7EED01}"/>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941D1B89-54D7-4AE4-BB70-16510171ECC3}"/>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5173DAA7-D3D6-4FDC-8C2A-7182441DAE44}"/>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C0498593-EC56-4625-B2A4-899B114B842B}"/>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F17E188F-D49B-4979-909F-13D0823B8C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780765798"/>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41A44743-FEB0-43BB-BDD3-86D90A1AE3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4">
            <a:extLst xmlns:a="http://schemas.openxmlformats.org/drawingml/2006/main">
              <a:ext uri="{FF2B5EF4-FFF2-40B4-BE49-F238E27FC236}">
                <a16:creationId xmlns:a16="http://schemas.microsoft.com/office/drawing/2014/main" id="{8D7871F3-9C78-4D6C-8BA0-0FBCD6BE5D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하나의 Repository가 문제에 대응해 진화했다">
            <a:extLst xmlns:a="http://schemas.openxmlformats.org/drawingml/2006/main">
              <a:ext uri="{FF2B5EF4-FFF2-40B4-BE49-F238E27FC236}">
                <a16:creationId xmlns:a16="http://schemas.microsoft.com/office/drawing/2014/main" id="{614ED56B-6F55-4F22-87FD-4D88ADCB49F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D7AA8F0C-19F6-4F07-992F-94A1502BE1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2 / S55 발표자료 발췌">
            <a:extLst xmlns:a="http://schemas.openxmlformats.org/drawingml/2006/main">
              <a:ext uri="{FF2B5EF4-FFF2-40B4-BE49-F238E27FC236}">
                <a16:creationId xmlns:a16="http://schemas.microsoft.com/office/drawing/2014/main" id="{3D3E3685-2EE1-4F77-A82B-49DD9AED1E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S42 / S55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082A0825-9D69-425A-BCC3-E75E240CB55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F22FF83E-883F-4578-8121-63BF2C508EE9}"/>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FF44256D-5113-405D-BD99-C409D5442E06}"/>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CF9889DD-64F4-414D-B999-DD1B283FE25D}"/>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B03713F1-8498-437E-8EB1-87C62EC63F23}"/>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CBACABB5-F538-4FBE-80F3-162BF06CE56E}"/>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25BC513-B99D-4363-9BFC-5FF2CC5A2641}"/>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98545521-2C3A-49A0-8673-5F9DC94C97D2}"/>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0885DB66-F00F-4D12-B56C-A2DBA93A161D}"/>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ADF56F0C-10E2-45A9-8C1F-CF4398C56B75}"/>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532A971A-D0F0-449F-BE57-D844A6EA731D}"/>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9270D4A-0A11-4788-B008-132853DE097E}"/>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98F96DF2-013E-4C71-AE46-AD85EE45D2EC}"/>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98552D2A-7099-4FFE-AF5F-21986F6C0C89}"/>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DBD848A7-A2F0-4D14-A0B9-4F9C3731BB5C}"/>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38D62673-F5D8-4D43-9527-2B78EE6566DE}"/>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50563AF5-5CF0-4080-A00E-85262F92AF07}"/>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C02041D7-2074-4444-A89C-95B36D789A13}"/>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7CD57513-615D-424A-AFAB-AC9A45079F21}"/>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503E8A33-6F43-41F5-95C9-336F5070987C}"/>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18D832C2-4051-47AE-9149-0CC551F99DB5}"/>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A15AB62A-39B8-4582-A1CA-98C4FA3F8AE3}"/>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96D9F98E-18B1-4877-ABEE-849F0DC33493}"/>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23FEAB63-2774-4327-B9BE-A387C9F7F386}"/>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2DA247E6-9F9C-40D0-A213-2A3D30CEB564}"/>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33C6ABED-97D0-4FD9-BE5F-DA42A5309AD8}"/>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832DE094-3F96-4DC5-9754-78CB548192F4}"/>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B8815FDA-D74C-465B-8E21-5B224E7B8ADD}"/>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AEC54614-1DF8-46E2-B4DE-421F69F5CA1F}"/>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10F14826-0509-41ED-9A5F-59220986C858}"/>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56E2838D-6EDE-45ED-A7D1-C28BC5D37453}"/>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0C96A94F-944D-45EC-9B3C-EADBDA34239D}"/>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7CBC7950-F4BF-4E96-9AD0-CF709C4F734C}"/>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C1560DB8-8325-40AA-9565-6CDA7862FE06}"/>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193D128A-EE11-4492-B9FF-9CE8650DC03C}"/>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3F195EAD-AC60-4903-BC84-23B89083BC1F}"/>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2750350C-580C-4AB8-81BC-431ADA88CFD8}"/>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C3D98B75-495C-44DE-9B0B-A70B7EAEAE59}"/>
              </a:ext>
            </a:extLst>
          </p:cNvPr>
          <p:cNvPicPr>
            <a:picLocks xmlns:a="http://schemas.openxmlformats.org/drawingml/2006/main" noChangeAspect="1"/>
          </p:cNvPicPr>
          <p:nvPr/>
        </p:nvPicPr>
        <p:blipFill>
          <a:blip xmlns:r="http://schemas.openxmlformats.org/officeDocument/2006/relationships" xmlns:a="http://schemas.openxmlformats.org/drawingml/2006/main" r:embed="R79ac786b36954bd0"/>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093A9FB1-0CA8-4E84-A10D-91D9B3C94D11}"/>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5508C858-CB90-43CC-9B77-2F43BA9F2995}"/>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F867824E-DB59-4091-B367-AD566C4EC662}"/>
              </a:ext>
            </a:extLst>
          </p:cNvPr>
          <p:cNvPicPr>
            <a:picLocks xmlns:a="http://schemas.openxmlformats.org/drawingml/2006/main" noChangeAspect="1"/>
          </p:cNvPicPr>
          <p:nvPr/>
        </p:nvPicPr>
        <p:blipFill>
          <a:blip xmlns:r="http://schemas.openxmlformats.org/officeDocument/2006/relationships" xmlns:a="http://schemas.openxmlformats.org/drawingml/2006/main" r:embed="Re3ca1bda1a01467e"/>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B18B3A8A-5E1C-4390-8456-F04E2A6265DD}"/>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2 · STATE-02 → STATE-03">
            <a:extLst xmlns:a="http://schemas.openxmlformats.org/drawingml/2006/main">
              <a:ext uri="{FF2B5EF4-FFF2-40B4-BE49-F238E27FC236}">
                <a16:creationId xmlns:a16="http://schemas.microsoft.com/office/drawing/2014/main" id="{777CAB45-95FB-4700-B9F6-E80A6FA39321}"/>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S42 · STATE-02 → STATE-03</a:t>
            </a:r>
          </a:p>
        </p:txBody>
      </p:sp>
      <p:pic>
        <p:nvPicPr>
          <p:cNvPr id="49" name="">
            <a:extLst xmlns:a="http://schemas.openxmlformats.org/drawingml/2006/main">
              <a:ext uri="{FF2B5EF4-FFF2-40B4-BE49-F238E27FC236}">
                <a16:creationId xmlns:a16="http://schemas.microsoft.com/office/drawing/2014/main" id="{D4CF635A-FBA3-4EBF-AE1C-5EF3DE1762AF}"/>
              </a:ext>
            </a:extLst>
          </p:cNvPr>
          <p:cNvPicPr>
            <a:picLocks xmlns:a="http://schemas.openxmlformats.org/drawingml/2006/main" noChangeAspect="1"/>
          </p:cNvPicPr>
          <p:nvPr/>
        </p:nvPicPr>
        <p:blipFill>
          <a:blip xmlns:r="http://schemas.openxmlformats.org/officeDocument/2006/relationships" xmlns:a="http://schemas.openxmlformats.org/drawingml/2006/main" r:embed="Rdfe23ad6c8f24052"/>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B8DF90E2-21C5-4D24-BA82-90F0D14B4109}"/>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5 · STATE-04 → STATE-04-PERF">
            <a:extLst xmlns:a="http://schemas.openxmlformats.org/drawingml/2006/main">
              <a:ext uri="{FF2B5EF4-FFF2-40B4-BE49-F238E27FC236}">
                <a16:creationId xmlns:a16="http://schemas.microsoft.com/office/drawing/2014/main" id="{4ED3C219-E2D7-4D35-9839-E32FFB51E634}"/>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S55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3EEFF57F-5D74-41ED-B82C-D986DFD9831A}"/>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6FAD3E4C-D0DA-449B-B375-337C36B541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48083016"/>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9C4189FE-5BC6-421D-8C84-703E5BC8754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5">
            <a:extLst xmlns:a="http://schemas.openxmlformats.org/drawingml/2006/main">
              <a:ext uri="{FF2B5EF4-FFF2-40B4-BE49-F238E27FC236}">
                <a16:creationId xmlns:a16="http://schemas.microsoft.com/office/drawing/2014/main" id="{2B9B1BBB-359E-433A-A2D9-CF06E774D1F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필요성이 입증되지 않은 것은 보류했다">
            <a:extLst xmlns:a="http://schemas.openxmlformats.org/drawingml/2006/main">
              <a:ext uri="{FF2B5EF4-FFF2-40B4-BE49-F238E27FC236}">
                <a16:creationId xmlns:a16="http://schemas.microsoft.com/office/drawing/2014/main" id="{AD2E96AD-4761-4251-A978-03E7D90F7BC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872E8071-B956-410C-8E46-AA0B3CD659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F0898D1D-618A-41A2-B489-3E29B90485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61BD5164-1F54-4C28-A9AF-13A904F475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C7D7E078-3A93-40B7-97CE-6FAB6A9AECFA}"/>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C0BBB3EA-990E-4EA1-A65B-DCC58637765D}"/>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62AA55BF-7F0A-4D40-9EED-C0CB982FBCBD}"/>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C1BC9B14-A74E-4B1D-B06A-F4BC8ACA7634}"/>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9816803D-ADF4-4677-A82E-C7CA3A07EE6A}"/>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54F81A0A-423F-4001-9698-B407857DEECE}"/>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58AD31A6-0C06-4B95-AD6B-75BBA31141E3}"/>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F9D9CA46-1DD1-4B5B-8ED8-9B286D640915}"/>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BFCA6E56-D591-4235-8656-EA5D85DF74A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184471620"/>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26E4C365-A5BE-4FCF-9065-C229A0522B4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6">
            <a:extLst xmlns:a="http://schemas.openxmlformats.org/drawingml/2006/main">
              <a:ext uri="{FF2B5EF4-FFF2-40B4-BE49-F238E27FC236}">
                <a16:creationId xmlns:a16="http://schemas.microsoft.com/office/drawing/2014/main" id="{31B5DF93-7267-41D5-ABAD-F250F60AA06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위임이 늘어도 개발자 책임은 남는다">
            <a:extLst xmlns:a="http://schemas.openxmlformats.org/drawingml/2006/main">
              <a:ext uri="{FF2B5EF4-FFF2-40B4-BE49-F238E27FC236}">
                <a16:creationId xmlns:a16="http://schemas.microsoft.com/office/drawing/2014/main" id="{6EE41278-6E55-4157-9C2F-6322F87C72E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05824346-0E08-4B25-AFC1-1E50A5864F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F0B5C581-1442-408E-AB89-BDEA448D24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8969A829-E18F-484C-8D35-14FF5EAE7D9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751D994C-622E-496B-B732-5BD9FE06967B}"/>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F15AD261-47A2-4A36-AC61-307172ABCFAD}"/>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E5C2DE3F-6441-414F-8BD2-D599F4CCA5D2}"/>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91A83C98-CE7D-450F-A953-4C597C33BBD0}"/>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FCCBAE38-866E-4B3A-B441-03BBC3416D25}"/>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E24EEAFE-7EBC-4BF4-8322-7C0E533116AB}"/>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01587E35-172B-4C15-8D96-0287B9EE9A15}"/>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A19F96CA-A362-41AE-8A66-E92924342C65}"/>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C9EF521C-A5AC-449D-B6C4-D23140E447AB}"/>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3994B46C-3F98-45AC-80DC-C046CC4F4378}"/>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8510E119-0DC8-4DEB-AEC2-5F0C14CB52FF}"/>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3DAF7478-2CD4-4932-AD4A-D9C30BDB3688}"/>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4EF6907B-5008-4DFB-BAC4-41DA090E6FE6}"/>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CFD39010-8594-4122-966D-954F46CA5A3D}"/>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81A33600-A905-4C78-A81A-560825636BC3}"/>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9CB6CC81-00A3-4031-B28F-C2A8C5BE21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323691583"/>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A152724E-C90D-4501-9BFF-564D0369FA4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87">
            <a:extLst xmlns:a="http://schemas.openxmlformats.org/drawingml/2006/main">
              <a:ext uri="{FF2B5EF4-FFF2-40B4-BE49-F238E27FC236}">
                <a16:creationId xmlns:a16="http://schemas.microsoft.com/office/drawing/2014/main" id="{C7571A5B-AF98-49BF-9923-10BF057E55B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AI-Native Development는&#10;이 교육의 운영 모델">
            <a:extLst xmlns:a="http://schemas.openxmlformats.org/drawingml/2006/main">
              <a:ext uri="{FF2B5EF4-FFF2-40B4-BE49-F238E27FC236}">
                <a16:creationId xmlns:a16="http://schemas.microsoft.com/office/drawing/2014/main" id="{C0EAE18E-7DFC-47BD-9A79-183CC8DD2C9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75712BC6-C3D4-444C-8C04-D9B37572BEF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82794514-71FF-4027-AE6D-CA0CD23149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C4B874CE-0E6D-4A9A-BEAB-C1B25956DCA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35C83F2C-4C4B-439F-986F-CF32F8EFA572}"/>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0A183469-F20C-450B-BFC0-C4ABEE86EB7E}"/>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92FEEB56-2C9A-4784-ABA1-BD03FFDE5735}"/>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53A11094-2EE6-4004-B696-27732F20099E}"/>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663BE2B8-4EA4-4948-8572-6D1B1424B041}"/>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BAD4C44D-CBC7-46EA-9DEB-FE8930C70BBD}"/>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FD446A37-4B9A-4921-8D7C-5A630DC58EC2}"/>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3161E5FC-C7E4-4767-9FC1-518983F3E6D8}"/>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B9F16ED1-8728-4797-91DC-7DA2D386E565}"/>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5EF88492-5AF8-4146-9BF0-22E0FDAD782F}"/>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FAC59D4D-DF6D-4D7F-86CF-3C7076ACEF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1983300"/>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7C62FBBF-52B7-4612-9277-EE7F4CA3CF5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88">
            <a:extLst xmlns:a="http://schemas.openxmlformats.org/drawingml/2006/main">
              <a:ext uri="{FF2B5EF4-FFF2-40B4-BE49-F238E27FC236}">
                <a16:creationId xmlns:a16="http://schemas.microsoft.com/office/drawing/2014/main" id="{20556FF2-CCDF-4EA2-9D3B-9177D21CE5E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어느 Layer에서 마찰이 반복되는가?">
            <a:extLst xmlns:a="http://schemas.openxmlformats.org/drawingml/2006/main">
              <a:ext uri="{FF2B5EF4-FFF2-40B4-BE49-F238E27FC236}">
                <a16:creationId xmlns:a16="http://schemas.microsoft.com/office/drawing/2014/main" id="{2BB4A82B-729C-459B-AFBF-BCC3BB8390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D00A3CFC-EBB5-4ACA-8EC1-17C367456D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A424A159-6D3A-43B7-89AF-35A21B6B25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E29E5834-1256-4F03-954D-7CA1A8F28BD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6C47B339-63E6-437F-8929-783B1EBD7A5E}"/>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83DFC68D-4167-4B15-AEA6-F5437FCDE97A}"/>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4CCA4D19-FAA7-48D8-A711-8A7993D0EC30}"/>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F6ECCD6B-88B6-4223-BCBB-65F3A5AA7916}"/>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7ED4DD3D-2FFD-492A-BD57-14AFF08CE6D2}"/>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B03C1A48-07B6-4FC8-A34E-C2CA6D1256A8}"/>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55D4D61D-8BC3-4AF8-B9C0-5EDF96DB6ECC}"/>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148E5221-98A4-4E1D-B7C0-D97CF1945112}"/>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E76525DC-177E-4D56-91F8-5FA02E416F09}"/>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8167F184-63B0-4939-97EB-69342E383251}"/>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AA12D97F-F878-4AB2-A3EB-86C2CAFCB37C}"/>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98401489-DE5C-4499-A2B3-668191564530}"/>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66E56BDB-EEE6-49A7-81BD-83F014A0F9D4}"/>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F8D12575-B98C-4406-8A27-1CF7966B9A8E}"/>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D95873C9-A678-410B-B3E7-4AC0DA5E4715}"/>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55618E96-5812-453D-A413-C43235E62D06}"/>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C092E410-7BF7-457D-A80F-9E02C30ED6F6}"/>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39DDBB1A-B3C7-416B-BC9A-27C4EE64E9EE}"/>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CA0DD530-316D-4941-A167-44422F1C2404}"/>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9FF2605A-6B45-4616-9E3D-023FA717E8EF}"/>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43D6D736-C39E-444D-AA02-EC2EEEE47B34}"/>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03B92524-C26F-4C2E-8CF4-3E955121647E}"/>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0BD9B167-D5A1-4A2C-9706-B1DE207600C8}"/>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14CE0CFA-ECD8-49DD-928F-6D63D2BAD7C8}"/>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0F93BA5F-2F6E-4382-A2A2-56E6DEEF4039}"/>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22D4890E-0B43-44D6-9369-BE9BC3D2A70A}"/>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3BDD01AA-14B0-4C18-9F12-56382D3CE9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72496917"/>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D3060F0B-6F69-478F-9DDA-592363046BD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89">
            <a:extLst xmlns:a="http://schemas.openxmlformats.org/drawingml/2006/main">
              <a:ext uri="{FF2B5EF4-FFF2-40B4-BE49-F238E27FC236}">
                <a16:creationId xmlns:a16="http://schemas.microsoft.com/office/drawing/2014/main" id="{C5AAF208-328E-46D6-A692-B7D396F176F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다음 작은 행동을 개인적으로 고른다">
            <a:extLst xmlns:a="http://schemas.openxmlformats.org/drawingml/2006/main">
              <a:ext uri="{FF2B5EF4-FFF2-40B4-BE49-F238E27FC236}">
                <a16:creationId xmlns:a16="http://schemas.microsoft.com/office/drawing/2014/main" id="{869BC367-824E-4AC9-A74F-83721FC741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D033B959-9698-4AB2-BEE7-0DB5C6E53A2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A050D50D-D56D-47A5-ACB2-ACAB19CF7D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81C344B1-89AB-46A7-98EE-15E4497E5C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D0E8122C-A562-43B3-961F-BCA21141952D}"/>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63D1EA90-5EE9-40C3-A7AD-E40F3B719519}"/>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DFE5B0C9-2D61-4C7C-A69B-966AC2F21054}"/>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A765281B-0B83-45C5-B25C-109FA2D833D3}"/>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EE5A170A-2AE1-44A4-8A65-AB55C07088C5}"/>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8CF03966-D2CF-42D4-963A-EF8AD2897FC8}"/>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BF773611-179B-494E-AC62-77A21C87D94B}"/>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5E37AA4B-DAB1-4A6E-BC01-61A4E39E39AD}"/>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8FE601EB-5DA1-4EFE-AF91-FDA0311AE3C7}"/>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D9B74098-F507-4F91-B38F-3A3EF05E9762}"/>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A70BA62B-1302-4988-982C-761453DDB84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841321558"/>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35268078-19A9-4ADC-829A-79E7E65820D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0">
            <a:extLst xmlns:a="http://schemas.openxmlformats.org/drawingml/2006/main">
              <a:ext uri="{FF2B5EF4-FFF2-40B4-BE49-F238E27FC236}">
                <a16:creationId xmlns:a16="http://schemas.microsoft.com/office/drawing/2014/main" id="{1BC5AA3E-8E4F-4293-8E02-0B596F81C6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Q&amp;A와 교육 마무리">
            <a:extLst xmlns:a="http://schemas.openxmlformats.org/drawingml/2006/main">
              <a:ext uri="{FF2B5EF4-FFF2-40B4-BE49-F238E27FC236}">
                <a16:creationId xmlns:a16="http://schemas.microsoft.com/office/drawing/2014/main" id="{B8D9405A-11A9-45FD-B9D3-BACDF17872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3C2E7563-43B4-48BD-B4D3-3EEFBAF2EAC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B89B744A-9C70-4323-AA25-1DB7B79261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D88BAB18-B8F0-4EEB-8B87-6E4E9D5B2E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34E4B43A-AA45-4BC9-9AB8-3F10D4E7DF09}"/>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21F7E944-1788-43AD-A960-C0146FBE3630}"/>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03E750EB-98DB-451D-BB21-2D63A70011C2}"/>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D144FBE7-AA86-40B0-920B-70BF1CA97744}"/>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DA00A03A-08A1-4406-AA5A-EAFA2649BC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90168865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2026-10-22T00:59:15.5700000Z</dcterms:created>
  <dcterms:modified xsi:type="dcterms:W3CDTF">2026-10-22T00:59:15.5700000Z</dcterms:modified>
</coreProperties>
</file>