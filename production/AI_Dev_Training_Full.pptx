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ac48ada35cf43bb" /><Relationship Type="http://schemas.openxmlformats.org/officeDocument/2006/relationships/extended-properties" Target="/docProps/app.xml" Id="Re76de289208047ab" /><Relationship Type="http://schemas.openxmlformats.org/officeDocument/2006/relationships/officeDocument" Target="/ppt/presentation.xml" Id="R530e6ec5f06249f9" /></Relationships>
</file>

<file path=ppt/presentation.xml><?xml version="1.0" encoding="utf-8"?>
<p:presentation xmlns:p="http://schemas.openxmlformats.org/presentationml/2006/main">
  <p:sldMasterIdLst>
    <p:sldMasterId xmlns:r="http://schemas.openxmlformats.org/officeDocument/2006/relationships" id="2147483648" r:id="R8737d0e10ce54096"/>
  </p:sldMasterIdLst>
  <p:notesMasterIdLst>
    <p:notesMasterId xmlns:r="http://schemas.openxmlformats.org/officeDocument/2006/relationships" r:id="R38fc845504be4b68"/>
  </p:notesMasterIdLst>
  <p:sldIdLst>
    <p:sldId xmlns:r="http://schemas.openxmlformats.org/officeDocument/2006/relationships" id="256" r:id="R63c8eae2e7e14690"/>
    <p:sldId xmlns:r="http://schemas.openxmlformats.org/officeDocument/2006/relationships" id="257" r:id="R4e87b05dbb7e4aab"/>
    <p:sldId xmlns:r="http://schemas.openxmlformats.org/officeDocument/2006/relationships" id="258" r:id="R554b01653ae14948"/>
    <p:sldId xmlns:r="http://schemas.openxmlformats.org/officeDocument/2006/relationships" id="259" r:id="Rff60f237d91a4b78"/>
    <p:sldId xmlns:r="http://schemas.openxmlformats.org/officeDocument/2006/relationships" id="260" r:id="R03f82aafa62c4ef8"/>
    <p:sldId xmlns:r="http://schemas.openxmlformats.org/officeDocument/2006/relationships" id="261" r:id="Re069ae87769b4664"/>
    <p:sldId xmlns:r="http://schemas.openxmlformats.org/officeDocument/2006/relationships" id="262" r:id="R58121ce8ef104fc4"/>
    <p:sldId xmlns:r="http://schemas.openxmlformats.org/officeDocument/2006/relationships" id="263" r:id="Rb049d40f519e4cd0"/>
    <p:sldId xmlns:r="http://schemas.openxmlformats.org/officeDocument/2006/relationships" id="264" r:id="R20124fbf84114168"/>
    <p:sldId xmlns:r="http://schemas.openxmlformats.org/officeDocument/2006/relationships" id="265" r:id="R55caa615b28d4974"/>
    <p:sldId xmlns:r="http://schemas.openxmlformats.org/officeDocument/2006/relationships" id="266" r:id="Rcd1fb4475b9a4f82"/>
    <p:sldId xmlns:r="http://schemas.openxmlformats.org/officeDocument/2006/relationships" id="267" r:id="R2851ec3817834380"/>
    <p:sldId xmlns:r="http://schemas.openxmlformats.org/officeDocument/2006/relationships" id="268" r:id="Rf80a2d15e322453b"/>
    <p:sldId xmlns:r="http://schemas.openxmlformats.org/officeDocument/2006/relationships" id="269" r:id="R2ea60a71e0f54599"/>
    <p:sldId xmlns:r="http://schemas.openxmlformats.org/officeDocument/2006/relationships" id="270" r:id="Ra7b7715e32074705"/>
    <p:sldId xmlns:r="http://schemas.openxmlformats.org/officeDocument/2006/relationships" id="271" r:id="Re08c30dd8cb5412d"/>
    <p:sldId xmlns:r="http://schemas.openxmlformats.org/officeDocument/2006/relationships" id="272" r:id="R8e2d036558ce49c3"/>
    <p:sldId xmlns:r="http://schemas.openxmlformats.org/officeDocument/2006/relationships" id="273" r:id="R88c366416b194de5"/>
    <p:sldId xmlns:r="http://schemas.openxmlformats.org/officeDocument/2006/relationships" id="274" r:id="Rf5cad2324267427a"/>
    <p:sldId xmlns:r="http://schemas.openxmlformats.org/officeDocument/2006/relationships" id="275" r:id="R871bff04ab914099"/>
    <p:sldId xmlns:r="http://schemas.openxmlformats.org/officeDocument/2006/relationships" id="276" r:id="Rb8fff56b62174b75"/>
    <p:sldId xmlns:r="http://schemas.openxmlformats.org/officeDocument/2006/relationships" id="277" r:id="R9d7e8f51514f43cf"/>
    <p:sldId xmlns:r="http://schemas.openxmlformats.org/officeDocument/2006/relationships" id="278" r:id="Ra22669dccccc431b"/>
    <p:sldId xmlns:r="http://schemas.openxmlformats.org/officeDocument/2006/relationships" id="279" r:id="Ra16720435ae34e5e"/>
    <p:sldId xmlns:r="http://schemas.openxmlformats.org/officeDocument/2006/relationships" id="280" r:id="R5d87c49392e44f05"/>
    <p:sldId xmlns:r="http://schemas.openxmlformats.org/officeDocument/2006/relationships" id="281" r:id="Rd60d3d007db24156"/>
    <p:sldId xmlns:r="http://schemas.openxmlformats.org/officeDocument/2006/relationships" id="282" r:id="R7e48cf07e8e24d03"/>
    <p:sldId xmlns:r="http://schemas.openxmlformats.org/officeDocument/2006/relationships" id="283" r:id="Re34c4d177d2c4711"/>
    <p:sldId xmlns:r="http://schemas.openxmlformats.org/officeDocument/2006/relationships" id="284" r:id="Ra1129b2a14be420c"/>
    <p:sldId xmlns:r="http://schemas.openxmlformats.org/officeDocument/2006/relationships" id="285" r:id="R89d454ea30064f12"/>
    <p:sldId xmlns:r="http://schemas.openxmlformats.org/officeDocument/2006/relationships" id="286" r:id="R73251cd0d88f407d"/>
    <p:sldId xmlns:r="http://schemas.openxmlformats.org/officeDocument/2006/relationships" id="287" r:id="R9fad42af1b6f4e16"/>
    <p:sldId xmlns:r="http://schemas.openxmlformats.org/officeDocument/2006/relationships" id="288" r:id="R4d6ed91f2a954469"/>
    <p:sldId xmlns:r="http://schemas.openxmlformats.org/officeDocument/2006/relationships" id="289" r:id="R1a88715ab7b54c4c"/>
    <p:sldId xmlns:r="http://schemas.openxmlformats.org/officeDocument/2006/relationships" id="290" r:id="Rf3030b62993642d5"/>
    <p:sldId xmlns:r="http://schemas.openxmlformats.org/officeDocument/2006/relationships" id="291" r:id="R2eddf5b84a9545f6"/>
    <p:sldId xmlns:r="http://schemas.openxmlformats.org/officeDocument/2006/relationships" id="292" r:id="R75da567c117d44a6"/>
    <p:sldId xmlns:r="http://schemas.openxmlformats.org/officeDocument/2006/relationships" id="293" r:id="Rb1ed65bf56214ddd"/>
    <p:sldId xmlns:r="http://schemas.openxmlformats.org/officeDocument/2006/relationships" id="294" r:id="R698bcb3c918442e7"/>
    <p:sldId xmlns:r="http://schemas.openxmlformats.org/officeDocument/2006/relationships" id="295" r:id="R6595ea6233d5472d"/>
    <p:sldId xmlns:r="http://schemas.openxmlformats.org/officeDocument/2006/relationships" id="296" r:id="R591feb2f2f2242d8"/>
    <p:sldId xmlns:r="http://schemas.openxmlformats.org/officeDocument/2006/relationships" id="297" r:id="R78b2dddc2f69494e"/>
    <p:sldId xmlns:r="http://schemas.openxmlformats.org/officeDocument/2006/relationships" id="298" r:id="R981632fe53594a7b"/>
    <p:sldId xmlns:r="http://schemas.openxmlformats.org/officeDocument/2006/relationships" id="299" r:id="R87dc39c9cdfe4153"/>
    <p:sldId xmlns:r="http://schemas.openxmlformats.org/officeDocument/2006/relationships" id="300" r:id="Rc193ff154ad740c9"/>
    <p:sldId xmlns:r="http://schemas.openxmlformats.org/officeDocument/2006/relationships" id="301" r:id="R6f99794b712445f9"/>
    <p:sldId xmlns:r="http://schemas.openxmlformats.org/officeDocument/2006/relationships" id="302" r:id="R1d461577fa3845b5"/>
    <p:sldId xmlns:r="http://schemas.openxmlformats.org/officeDocument/2006/relationships" id="303" r:id="R6965be4d52eb4b3c"/>
    <p:sldId xmlns:r="http://schemas.openxmlformats.org/officeDocument/2006/relationships" id="304" r:id="R02ef3986b0ca4742"/>
    <p:sldId xmlns:r="http://schemas.openxmlformats.org/officeDocument/2006/relationships" id="305" r:id="R515ccb7fcde74ea3"/>
    <p:sldId xmlns:r="http://schemas.openxmlformats.org/officeDocument/2006/relationships" id="306" r:id="Rd8621cf601e9485d"/>
    <p:sldId xmlns:r="http://schemas.openxmlformats.org/officeDocument/2006/relationships" id="307" r:id="R492fa075ccd24091"/>
    <p:sldId xmlns:r="http://schemas.openxmlformats.org/officeDocument/2006/relationships" id="308" r:id="Reee3e23da95c44b1"/>
    <p:sldId xmlns:r="http://schemas.openxmlformats.org/officeDocument/2006/relationships" id="309" r:id="R52d95673b18b40e5"/>
    <p:sldId xmlns:r="http://schemas.openxmlformats.org/officeDocument/2006/relationships" id="310" r:id="Ra07b8310d1c34c90"/>
    <p:sldId xmlns:r="http://schemas.openxmlformats.org/officeDocument/2006/relationships" id="311" r:id="R1ed2d1ba46ad4cb9"/>
    <p:sldId xmlns:r="http://schemas.openxmlformats.org/officeDocument/2006/relationships" id="312" r:id="R327df42499534356"/>
    <p:sldId xmlns:r="http://schemas.openxmlformats.org/officeDocument/2006/relationships" id="313" r:id="R2bfa0b40e8be46ea"/>
    <p:sldId xmlns:r="http://schemas.openxmlformats.org/officeDocument/2006/relationships" id="314" r:id="R7c7ed64f89f54626"/>
    <p:sldId xmlns:r="http://schemas.openxmlformats.org/officeDocument/2006/relationships" id="315" r:id="R49928f5df49045e3"/>
    <p:sldId xmlns:r="http://schemas.openxmlformats.org/officeDocument/2006/relationships" id="316" r:id="Rcbedaa31d0914f5d"/>
    <p:sldId xmlns:r="http://schemas.openxmlformats.org/officeDocument/2006/relationships" id="317" r:id="R9732d351b47f4f6a"/>
    <p:sldId xmlns:r="http://schemas.openxmlformats.org/officeDocument/2006/relationships" id="318" r:id="R9a72a8445f3548f7"/>
    <p:sldId xmlns:r="http://schemas.openxmlformats.org/officeDocument/2006/relationships" id="319" r:id="Rceff3868f9924f7c"/>
    <p:sldId xmlns:r="http://schemas.openxmlformats.org/officeDocument/2006/relationships" id="320" r:id="Rc5a4f810238849bf"/>
    <p:sldId xmlns:r="http://schemas.openxmlformats.org/officeDocument/2006/relationships" id="321" r:id="R9ce554afbf9b40d9"/>
    <p:sldId xmlns:r="http://schemas.openxmlformats.org/officeDocument/2006/relationships" id="322" r:id="Rc656448bb91c41d0"/>
    <p:sldId xmlns:r="http://schemas.openxmlformats.org/officeDocument/2006/relationships" id="323" r:id="R8248fbc1b53c461f"/>
    <p:sldId xmlns:r="http://schemas.openxmlformats.org/officeDocument/2006/relationships" id="324" r:id="Ra43c9f38a58f482b"/>
    <p:sldId xmlns:r="http://schemas.openxmlformats.org/officeDocument/2006/relationships" id="325" r:id="R0bb852fba9b64be8"/>
    <p:sldId xmlns:r="http://schemas.openxmlformats.org/officeDocument/2006/relationships" id="326" r:id="R30225779bb3b4934"/>
    <p:sldId xmlns:r="http://schemas.openxmlformats.org/officeDocument/2006/relationships" id="327" r:id="R747ea92b048d4692"/>
    <p:sldId xmlns:r="http://schemas.openxmlformats.org/officeDocument/2006/relationships" id="328" r:id="R0e82424dcae64e95"/>
    <p:sldId xmlns:r="http://schemas.openxmlformats.org/officeDocument/2006/relationships" id="329" r:id="Rcf1f9961afee4cf8"/>
    <p:sldId xmlns:r="http://schemas.openxmlformats.org/officeDocument/2006/relationships" id="330" r:id="R86b26e8d3904451e"/>
    <p:sldId xmlns:r="http://schemas.openxmlformats.org/officeDocument/2006/relationships" id="331" r:id="Rfcfe95c8e4734d05"/>
    <p:sldId xmlns:r="http://schemas.openxmlformats.org/officeDocument/2006/relationships" id="332" r:id="R74f0ec2709d1412d"/>
    <p:sldId xmlns:r="http://schemas.openxmlformats.org/officeDocument/2006/relationships" id="333" r:id="Rddd4144a82ff42f9"/>
    <p:sldId xmlns:r="http://schemas.openxmlformats.org/officeDocument/2006/relationships" id="334" r:id="R5b43e50f0a2f484a"/>
    <p:sldId xmlns:r="http://schemas.openxmlformats.org/officeDocument/2006/relationships" id="335" r:id="R0e6c518e28d54c4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ffcf1490f84a4c" /><Relationship Type="http://schemas.openxmlformats.org/officeDocument/2006/relationships/slideMaster" Target="/ppt/slideMasters/slideMaster1.xml" Id="R8737d0e10ce54096" /><Relationship Type="http://schemas.openxmlformats.org/officeDocument/2006/relationships/notesMaster" Target="/ppt/notesMasters/notesMaster1.xml" Id="R38fc845504be4b68" /><Relationship Type="http://schemas.openxmlformats.org/officeDocument/2006/relationships/presProps" Target="/ppt/presProps.xml" Id="R343513e308974a61" /><Relationship Type="http://schemas.openxmlformats.org/officeDocument/2006/relationships/tableStyles" Target="/ppt/tableStyles.xml" Id="R33ebd16f1ea34907" /><Relationship Type="http://schemas.openxmlformats.org/officeDocument/2006/relationships/slide" Target="/ppt/slides/slide1.xml" Id="R63c8eae2e7e14690" /><Relationship Type="http://schemas.openxmlformats.org/officeDocument/2006/relationships/slide" Target="/ppt/slides/slide2.xml" Id="R4e87b05dbb7e4aab" /><Relationship Type="http://schemas.openxmlformats.org/officeDocument/2006/relationships/slide" Target="/ppt/slides/slide3.xml" Id="R554b01653ae14948" /><Relationship Type="http://schemas.openxmlformats.org/officeDocument/2006/relationships/slide" Target="/ppt/slides/slide4.xml" Id="Rff60f237d91a4b78" /><Relationship Type="http://schemas.openxmlformats.org/officeDocument/2006/relationships/slide" Target="/ppt/slides/slide5.xml" Id="R03f82aafa62c4ef8" /><Relationship Type="http://schemas.openxmlformats.org/officeDocument/2006/relationships/slide" Target="/ppt/slides/slide6.xml" Id="Re069ae87769b4664" /><Relationship Type="http://schemas.openxmlformats.org/officeDocument/2006/relationships/slide" Target="/ppt/slides/slide7.xml" Id="R58121ce8ef104fc4" /><Relationship Type="http://schemas.openxmlformats.org/officeDocument/2006/relationships/slide" Target="/ppt/slides/slide8.xml" Id="Rb049d40f519e4cd0" /><Relationship Type="http://schemas.openxmlformats.org/officeDocument/2006/relationships/slide" Target="/ppt/slides/slide9.xml" Id="R20124fbf84114168" /><Relationship Type="http://schemas.openxmlformats.org/officeDocument/2006/relationships/slide" Target="/ppt/slides/slide10.xml" Id="R55caa615b28d4974" /><Relationship Type="http://schemas.openxmlformats.org/officeDocument/2006/relationships/slide" Target="/ppt/slides/slide11.xml" Id="Rcd1fb4475b9a4f82" /><Relationship Type="http://schemas.openxmlformats.org/officeDocument/2006/relationships/slide" Target="/ppt/slides/slide12.xml" Id="R2851ec3817834380" /><Relationship Type="http://schemas.openxmlformats.org/officeDocument/2006/relationships/slide" Target="/ppt/slides/slide13.xml" Id="Rf80a2d15e322453b" /><Relationship Type="http://schemas.openxmlformats.org/officeDocument/2006/relationships/slide" Target="/ppt/slides/slide14.xml" Id="R2ea60a71e0f54599" /><Relationship Type="http://schemas.openxmlformats.org/officeDocument/2006/relationships/slide" Target="/ppt/slides/slide15.xml" Id="Ra7b7715e32074705" /><Relationship Type="http://schemas.openxmlformats.org/officeDocument/2006/relationships/slide" Target="/ppt/slides/slide16.xml" Id="Re08c30dd8cb5412d" /><Relationship Type="http://schemas.openxmlformats.org/officeDocument/2006/relationships/slide" Target="/ppt/slides/slide17.xml" Id="R8e2d036558ce49c3" /><Relationship Type="http://schemas.openxmlformats.org/officeDocument/2006/relationships/slide" Target="/ppt/slides/slide18.xml" Id="R88c366416b194de5" /><Relationship Type="http://schemas.openxmlformats.org/officeDocument/2006/relationships/slide" Target="/ppt/slides/slide19.xml" Id="Rf5cad2324267427a" /><Relationship Type="http://schemas.openxmlformats.org/officeDocument/2006/relationships/slide" Target="/ppt/slides/slide20.xml" Id="R871bff04ab914099" /><Relationship Type="http://schemas.openxmlformats.org/officeDocument/2006/relationships/slide" Target="/ppt/slides/slide21.xml" Id="Rb8fff56b62174b75" /><Relationship Type="http://schemas.openxmlformats.org/officeDocument/2006/relationships/slide" Target="/ppt/slides/slide22.xml" Id="R9d7e8f51514f43cf" /><Relationship Type="http://schemas.openxmlformats.org/officeDocument/2006/relationships/slide" Target="/ppt/slides/slide23.xml" Id="Ra22669dccccc431b" /><Relationship Type="http://schemas.openxmlformats.org/officeDocument/2006/relationships/slide" Target="/ppt/slides/slide24.xml" Id="Ra16720435ae34e5e" /><Relationship Type="http://schemas.openxmlformats.org/officeDocument/2006/relationships/slide" Target="/ppt/slides/slide25.xml" Id="R5d87c49392e44f05" /><Relationship Type="http://schemas.openxmlformats.org/officeDocument/2006/relationships/slide" Target="/ppt/slides/slide26.xml" Id="Rd60d3d007db24156" /><Relationship Type="http://schemas.openxmlformats.org/officeDocument/2006/relationships/slide" Target="/ppt/slides/slide27.xml" Id="R7e48cf07e8e24d03" /><Relationship Type="http://schemas.openxmlformats.org/officeDocument/2006/relationships/slide" Target="/ppt/slides/slide28.xml" Id="Re34c4d177d2c4711" /><Relationship Type="http://schemas.openxmlformats.org/officeDocument/2006/relationships/slide" Target="/ppt/slides/slide29.xml" Id="Ra1129b2a14be420c" /><Relationship Type="http://schemas.openxmlformats.org/officeDocument/2006/relationships/slide" Target="/ppt/slides/slide30.xml" Id="R89d454ea30064f12" /><Relationship Type="http://schemas.openxmlformats.org/officeDocument/2006/relationships/slide" Target="/ppt/slides/slide31.xml" Id="R73251cd0d88f407d" /><Relationship Type="http://schemas.openxmlformats.org/officeDocument/2006/relationships/slide" Target="/ppt/slides/slide32.xml" Id="R9fad42af1b6f4e16" /><Relationship Type="http://schemas.openxmlformats.org/officeDocument/2006/relationships/slide" Target="/ppt/slides/slide33.xml" Id="R4d6ed91f2a954469" /><Relationship Type="http://schemas.openxmlformats.org/officeDocument/2006/relationships/slide" Target="/ppt/slides/slide34.xml" Id="R1a88715ab7b54c4c" /><Relationship Type="http://schemas.openxmlformats.org/officeDocument/2006/relationships/slide" Target="/ppt/slides/slide35.xml" Id="Rf3030b62993642d5" /><Relationship Type="http://schemas.openxmlformats.org/officeDocument/2006/relationships/slide" Target="/ppt/slides/slide36.xml" Id="R2eddf5b84a9545f6" /><Relationship Type="http://schemas.openxmlformats.org/officeDocument/2006/relationships/slide" Target="/ppt/slides/slide37.xml" Id="R75da567c117d44a6" /><Relationship Type="http://schemas.openxmlformats.org/officeDocument/2006/relationships/slide" Target="/ppt/slides/slide38.xml" Id="Rb1ed65bf56214ddd" /><Relationship Type="http://schemas.openxmlformats.org/officeDocument/2006/relationships/slide" Target="/ppt/slides/slide39.xml" Id="R698bcb3c918442e7" /><Relationship Type="http://schemas.openxmlformats.org/officeDocument/2006/relationships/slide" Target="/ppt/slides/slide40.xml" Id="R6595ea6233d5472d" /><Relationship Type="http://schemas.openxmlformats.org/officeDocument/2006/relationships/slide" Target="/ppt/slides/slide41.xml" Id="R591feb2f2f2242d8" /><Relationship Type="http://schemas.openxmlformats.org/officeDocument/2006/relationships/slide" Target="/ppt/slides/slide42.xml" Id="R78b2dddc2f69494e" /><Relationship Type="http://schemas.openxmlformats.org/officeDocument/2006/relationships/slide" Target="/ppt/slides/slide43.xml" Id="R981632fe53594a7b" /><Relationship Type="http://schemas.openxmlformats.org/officeDocument/2006/relationships/slide" Target="/ppt/slides/slide44.xml" Id="R87dc39c9cdfe4153" /><Relationship Type="http://schemas.openxmlformats.org/officeDocument/2006/relationships/slide" Target="/ppt/slides/slide45.xml" Id="Rc193ff154ad740c9" /><Relationship Type="http://schemas.openxmlformats.org/officeDocument/2006/relationships/slide" Target="/ppt/slides/slide46.xml" Id="R6f99794b712445f9" /><Relationship Type="http://schemas.openxmlformats.org/officeDocument/2006/relationships/slide" Target="/ppt/slides/slide47.xml" Id="R1d461577fa3845b5" /><Relationship Type="http://schemas.openxmlformats.org/officeDocument/2006/relationships/slide" Target="/ppt/slides/slide48.xml" Id="R6965be4d52eb4b3c" /><Relationship Type="http://schemas.openxmlformats.org/officeDocument/2006/relationships/slide" Target="/ppt/slides/slide49.xml" Id="R02ef3986b0ca4742" /><Relationship Type="http://schemas.openxmlformats.org/officeDocument/2006/relationships/slide" Target="/ppt/slides/slide50.xml" Id="R515ccb7fcde74ea3" /><Relationship Type="http://schemas.openxmlformats.org/officeDocument/2006/relationships/slide" Target="/ppt/slides/slide51.xml" Id="Rd8621cf601e9485d" /><Relationship Type="http://schemas.openxmlformats.org/officeDocument/2006/relationships/slide" Target="/ppt/slides/slide52.xml" Id="R492fa075ccd24091" /><Relationship Type="http://schemas.openxmlformats.org/officeDocument/2006/relationships/slide" Target="/ppt/slides/slide53.xml" Id="Reee3e23da95c44b1" /><Relationship Type="http://schemas.openxmlformats.org/officeDocument/2006/relationships/slide" Target="/ppt/slides/slide54.xml" Id="R52d95673b18b40e5" /><Relationship Type="http://schemas.openxmlformats.org/officeDocument/2006/relationships/slide" Target="/ppt/slides/slide55.xml" Id="Ra07b8310d1c34c90" /><Relationship Type="http://schemas.openxmlformats.org/officeDocument/2006/relationships/slide" Target="/ppt/slides/slide56.xml" Id="R1ed2d1ba46ad4cb9" /><Relationship Type="http://schemas.openxmlformats.org/officeDocument/2006/relationships/slide" Target="/ppt/slides/slide57.xml" Id="R327df42499534356" /><Relationship Type="http://schemas.openxmlformats.org/officeDocument/2006/relationships/slide" Target="/ppt/slides/slide58.xml" Id="R2bfa0b40e8be46ea" /><Relationship Type="http://schemas.openxmlformats.org/officeDocument/2006/relationships/slide" Target="/ppt/slides/slide59.xml" Id="R7c7ed64f89f54626" /><Relationship Type="http://schemas.openxmlformats.org/officeDocument/2006/relationships/slide" Target="/ppt/slides/slide60.xml" Id="R49928f5df49045e3" /><Relationship Type="http://schemas.openxmlformats.org/officeDocument/2006/relationships/slide" Target="/ppt/slides/slide61.xml" Id="Rcbedaa31d0914f5d" /><Relationship Type="http://schemas.openxmlformats.org/officeDocument/2006/relationships/slide" Target="/ppt/slides/slide62.xml" Id="R9732d351b47f4f6a" /><Relationship Type="http://schemas.openxmlformats.org/officeDocument/2006/relationships/slide" Target="/ppt/slides/slide63.xml" Id="R9a72a8445f3548f7" /><Relationship Type="http://schemas.openxmlformats.org/officeDocument/2006/relationships/slide" Target="/ppt/slides/slide64.xml" Id="Rceff3868f9924f7c" /><Relationship Type="http://schemas.openxmlformats.org/officeDocument/2006/relationships/slide" Target="/ppt/slides/slide65.xml" Id="Rc5a4f810238849bf" /><Relationship Type="http://schemas.openxmlformats.org/officeDocument/2006/relationships/slide" Target="/ppt/slides/slide66.xml" Id="R9ce554afbf9b40d9" /><Relationship Type="http://schemas.openxmlformats.org/officeDocument/2006/relationships/slide" Target="/ppt/slides/slide67.xml" Id="Rc656448bb91c41d0" /><Relationship Type="http://schemas.openxmlformats.org/officeDocument/2006/relationships/slide" Target="/ppt/slides/slide68.xml" Id="R8248fbc1b53c461f" /><Relationship Type="http://schemas.openxmlformats.org/officeDocument/2006/relationships/slide" Target="/ppt/slides/slide69.xml" Id="Ra43c9f38a58f482b" /><Relationship Type="http://schemas.openxmlformats.org/officeDocument/2006/relationships/slide" Target="/ppt/slides/slide70.xml" Id="R0bb852fba9b64be8" /><Relationship Type="http://schemas.openxmlformats.org/officeDocument/2006/relationships/slide" Target="/ppt/slides/slide71.xml" Id="R30225779bb3b4934" /><Relationship Type="http://schemas.openxmlformats.org/officeDocument/2006/relationships/slide" Target="/ppt/slides/slide72.xml" Id="R747ea92b048d4692" /><Relationship Type="http://schemas.openxmlformats.org/officeDocument/2006/relationships/slide" Target="/ppt/slides/slide73.xml" Id="R0e82424dcae64e95" /><Relationship Type="http://schemas.openxmlformats.org/officeDocument/2006/relationships/slide" Target="/ppt/slides/slide74.xml" Id="Rcf1f9961afee4cf8" /><Relationship Type="http://schemas.openxmlformats.org/officeDocument/2006/relationships/slide" Target="/ppt/slides/slide75.xml" Id="R86b26e8d3904451e" /><Relationship Type="http://schemas.openxmlformats.org/officeDocument/2006/relationships/slide" Target="/ppt/slides/slide76.xml" Id="Rfcfe95c8e4734d05" /><Relationship Type="http://schemas.openxmlformats.org/officeDocument/2006/relationships/slide" Target="/ppt/slides/slide77.xml" Id="R74f0ec2709d1412d" /><Relationship Type="http://schemas.openxmlformats.org/officeDocument/2006/relationships/slide" Target="/ppt/slides/slide78.xml" Id="Rddd4144a82ff42f9" /><Relationship Type="http://schemas.openxmlformats.org/officeDocument/2006/relationships/slide" Target="/ppt/slides/slide79.xml" Id="R5b43e50f0a2f484a" /><Relationship Type="http://schemas.openxmlformats.org/officeDocument/2006/relationships/slide" Target="/ppt/slides/slide80.xml" Id="R0e6c518e28d54c4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695ba7228f4b8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0211981dfd498d" /><Relationship Type="http://schemas.openxmlformats.org/officeDocument/2006/relationships/notesMaster" Target="/ppt/notesMasters/notesMaster1.xml" Id="R1aa77a12812b407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6c0f42cc4704c20" /><Relationship Type="http://schemas.openxmlformats.org/officeDocument/2006/relationships/notesMaster" Target="/ppt/notesMasters/notesMaster1.xml" Id="Rd7cbf8d56a6f4f7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bbac2718034655" /><Relationship Type="http://schemas.openxmlformats.org/officeDocument/2006/relationships/notesMaster" Target="/ppt/notesMasters/notesMaster1.xml" Id="R1925e95e477441c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ff9f4b0e654550" /><Relationship Type="http://schemas.openxmlformats.org/officeDocument/2006/relationships/notesMaster" Target="/ppt/notesMasters/notesMaster1.xml" Id="Re5ab1e59ef8943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181f4470f54147" /><Relationship Type="http://schemas.openxmlformats.org/officeDocument/2006/relationships/notesMaster" Target="/ppt/notesMasters/notesMaster1.xml" Id="Re0115fa6369e46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4c6c8b2f0341be" /><Relationship Type="http://schemas.openxmlformats.org/officeDocument/2006/relationships/notesMaster" Target="/ppt/notesMasters/notesMaster1.xml" Id="R650e4e33fcab48f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f65b26ff89f4dd6" /><Relationship Type="http://schemas.openxmlformats.org/officeDocument/2006/relationships/notesMaster" Target="/ppt/notesMasters/notesMaster1.xml" Id="Rcac96f9207bd4d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9026e7e49343ec" /><Relationship Type="http://schemas.openxmlformats.org/officeDocument/2006/relationships/notesMaster" Target="/ppt/notesMasters/notesMaster1.xml" Id="R18d7a53b72d3449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470c1d0b66c4a74" /><Relationship Type="http://schemas.openxmlformats.org/officeDocument/2006/relationships/notesMaster" Target="/ppt/notesMasters/notesMaster1.xml" Id="R1675977c010d49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d33091cf554498" /><Relationship Type="http://schemas.openxmlformats.org/officeDocument/2006/relationships/notesMaster" Target="/ppt/notesMasters/notesMaster1.xml" Id="R9e98f4816397408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a200c612b064be6" /><Relationship Type="http://schemas.openxmlformats.org/officeDocument/2006/relationships/notesMaster" Target="/ppt/notesMasters/notesMaster1.xml" Id="Rbfa57dfb9ffb43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8bd61ced4d4408d" /><Relationship Type="http://schemas.openxmlformats.org/officeDocument/2006/relationships/notesMaster" Target="/ppt/notesMasters/notesMaster1.xml" Id="Rcb598131e7a34e8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51f321645b94bbc" /><Relationship Type="http://schemas.openxmlformats.org/officeDocument/2006/relationships/notesMaster" Target="/ppt/notesMasters/notesMaster1.xml" Id="R330ddd5829a8426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2e9e8fd58340e3" /><Relationship Type="http://schemas.openxmlformats.org/officeDocument/2006/relationships/notesMaster" Target="/ppt/notesMasters/notesMaster1.xml" Id="R5ad1cc672c50484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a1dfd75a06f4cb7" /><Relationship Type="http://schemas.openxmlformats.org/officeDocument/2006/relationships/notesMaster" Target="/ppt/notesMasters/notesMaster1.xml" Id="Rae69c27225844ad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aaef80f182e4748" /><Relationship Type="http://schemas.openxmlformats.org/officeDocument/2006/relationships/notesMaster" Target="/ppt/notesMasters/notesMaster1.xml" Id="R5649e9f13cbc483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56b903b1b1644b0" /><Relationship Type="http://schemas.openxmlformats.org/officeDocument/2006/relationships/notesMaster" Target="/ppt/notesMasters/notesMaster1.xml" Id="Rfa9516da57b24db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654c5ccb40e4b0f" /><Relationship Type="http://schemas.openxmlformats.org/officeDocument/2006/relationships/notesMaster" Target="/ppt/notesMasters/notesMaster1.xml" Id="Rd9d9686c165246f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260eb210b9f4abc" /><Relationship Type="http://schemas.openxmlformats.org/officeDocument/2006/relationships/notesMaster" Target="/ppt/notesMasters/notesMaster1.xml" Id="R2a0f822a3fd5412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34d4134a4634ead" /><Relationship Type="http://schemas.openxmlformats.org/officeDocument/2006/relationships/notesMaster" Target="/ppt/notesMasters/notesMaster1.xml" Id="R791e7ba008e74d4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b1688704eb749e5" /><Relationship Type="http://schemas.openxmlformats.org/officeDocument/2006/relationships/notesMaster" Target="/ppt/notesMasters/notesMaster1.xml" Id="R4adda21103924a5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5c342f5f46645aa" /><Relationship Type="http://schemas.openxmlformats.org/officeDocument/2006/relationships/notesMaster" Target="/ppt/notesMasters/notesMaster1.xml" Id="R0853b02f5609497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2a51cb90bd2468d" /><Relationship Type="http://schemas.openxmlformats.org/officeDocument/2006/relationships/notesMaster" Target="/ppt/notesMasters/notesMaster1.xml" Id="R128080648655465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01511536b414e23" /><Relationship Type="http://schemas.openxmlformats.org/officeDocument/2006/relationships/notesMaster" Target="/ppt/notesMasters/notesMaster1.xml" Id="R0963617434914e5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f67a4e286284de4" /><Relationship Type="http://schemas.openxmlformats.org/officeDocument/2006/relationships/notesMaster" Target="/ppt/notesMasters/notesMaster1.xml" Id="R11a611ee0290414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e1f53aa9374c25" /><Relationship Type="http://schemas.openxmlformats.org/officeDocument/2006/relationships/notesMaster" Target="/ppt/notesMasters/notesMaster1.xml" Id="R0ad55843df45462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b7e042a3b504aed" /><Relationship Type="http://schemas.openxmlformats.org/officeDocument/2006/relationships/notesMaster" Target="/ppt/notesMasters/notesMaster1.xml" Id="Re8323e214531485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0f9bf103aeb469d" /><Relationship Type="http://schemas.openxmlformats.org/officeDocument/2006/relationships/notesMaster" Target="/ppt/notesMasters/notesMaster1.xml" Id="R5c0ae7f95189459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e58f8a05abd4f93" /><Relationship Type="http://schemas.openxmlformats.org/officeDocument/2006/relationships/notesMaster" Target="/ppt/notesMasters/notesMaster1.xml" Id="Rbb3bab4dd7ef42f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591f7ffd80b42a8" /><Relationship Type="http://schemas.openxmlformats.org/officeDocument/2006/relationships/notesMaster" Target="/ppt/notesMasters/notesMaster1.xml" Id="Rfaa4ce1bc867419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d41ddd98e464125" /><Relationship Type="http://schemas.openxmlformats.org/officeDocument/2006/relationships/notesMaster" Target="/ppt/notesMasters/notesMaster1.xml" Id="Ra816faa384ba4de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355ee942f7d4534" /><Relationship Type="http://schemas.openxmlformats.org/officeDocument/2006/relationships/notesMaster" Target="/ppt/notesMasters/notesMaster1.xml" Id="R91dcacc98ea548c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7babc11a85f494c" /><Relationship Type="http://schemas.openxmlformats.org/officeDocument/2006/relationships/notesMaster" Target="/ppt/notesMasters/notesMaster1.xml" Id="R2bd11241db94410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837773e7ad245e5" /><Relationship Type="http://schemas.openxmlformats.org/officeDocument/2006/relationships/notesMaster" Target="/ppt/notesMasters/notesMaster1.xml" Id="R70105530082840f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272a188407b4211" /><Relationship Type="http://schemas.openxmlformats.org/officeDocument/2006/relationships/notesMaster" Target="/ppt/notesMasters/notesMaster1.xml" Id="Rc6de6c4544a5471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c8bb63de1a444fd" /><Relationship Type="http://schemas.openxmlformats.org/officeDocument/2006/relationships/notesMaster" Target="/ppt/notesMasters/notesMaster1.xml" Id="Rfab6b273b234441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3dabdba19c748c4" /><Relationship Type="http://schemas.openxmlformats.org/officeDocument/2006/relationships/notesMaster" Target="/ppt/notesMasters/notesMaster1.xml" Id="Rebf9b46eddf74e1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cc5102c234542b8" /><Relationship Type="http://schemas.openxmlformats.org/officeDocument/2006/relationships/notesMaster" Target="/ppt/notesMasters/notesMaster1.xml" Id="R0333f93c712545a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4238f32237e44b1" /><Relationship Type="http://schemas.openxmlformats.org/officeDocument/2006/relationships/notesMaster" Target="/ppt/notesMasters/notesMaster1.xml" Id="R0a3b5b3aeed84b0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a4aa1866dc9411d" /><Relationship Type="http://schemas.openxmlformats.org/officeDocument/2006/relationships/notesMaster" Target="/ppt/notesMasters/notesMaster1.xml" Id="Rf8eacd993ba84fb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b213ddda53c4557" /><Relationship Type="http://schemas.openxmlformats.org/officeDocument/2006/relationships/notesMaster" Target="/ppt/notesMasters/notesMaster1.xml" Id="R21816d0636d0486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aba3d02043b413e" /><Relationship Type="http://schemas.openxmlformats.org/officeDocument/2006/relationships/notesMaster" Target="/ppt/notesMasters/notesMaster1.xml" Id="R7405ab3319a34fc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7c97ee53d2b4d39" /><Relationship Type="http://schemas.openxmlformats.org/officeDocument/2006/relationships/notesMaster" Target="/ppt/notesMasters/notesMaster1.xml" Id="Ref6f53a5b7514c5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a36e78967004b6d" /><Relationship Type="http://schemas.openxmlformats.org/officeDocument/2006/relationships/notesMaster" Target="/ppt/notesMasters/notesMaster1.xml" Id="R2f2cf65e938647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85bf48e0a5341b0" /><Relationship Type="http://schemas.openxmlformats.org/officeDocument/2006/relationships/notesMaster" Target="/ppt/notesMasters/notesMaster1.xml" Id="R9b95a505186f46f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b678e63c661433f" /><Relationship Type="http://schemas.openxmlformats.org/officeDocument/2006/relationships/notesMaster" Target="/ppt/notesMasters/notesMaster1.xml" Id="R36991988daf94c3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91dc9ad9b004977" /><Relationship Type="http://schemas.openxmlformats.org/officeDocument/2006/relationships/notesMaster" Target="/ppt/notesMasters/notesMaster1.xml" Id="R62c75c1fcb08463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6193c8d55834780" /><Relationship Type="http://schemas.openxmlformats.org/officeDocument/2006/relationships/notesMaster" Target="/ppt/notesMasters/notesMaster1.xml" Id="Rb570c3873eef404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47797cb85dc42e2" /><Relationship Type="http://schemas.openxmlformats.org/officeDocument/2006/relationships/notesMaster" Target="/ppt/notesMasters/notesMaster1.xml" Id="Rc6a51e588f644a4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1ff5b9eaf8945f2" /><Relationship Type="http://schemas.openxmlformats.org/officeDocument/2006/relationships/notesMaster" Target="/ppt/notesMasters/notesMaster1.xml" Id="Rfb395d42e48a492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3bfdd316ee24061" /><Relationship Type="http://schemas.openxmlformats.org/officeDocument/2006/relationships/notesMaster" Target="/ppt/notesMasters/notesMaster1.xml" Id="R40476a9598454e4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e292be3e22a4ab0" /><Relationship Type="http://schemas.openxmlformats.org/officeDocument/2006/relationships/notesMaster" Target="/ppt/notesMasters/notesMaster1.xml" Id="R57a7cdae0a7b46f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129a881c45d4dea" /><Relationship Type="http://schemas.openxmlformats.org/officeDocument/2006/relationships/notesMaster" Target="/ppt/notesMasters/notesMaster1.xml" Id="Re8bb3f2ee520412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a7f4f5b8093d494c" /><Relationship Type="http://schemas.openxmlformats.org/officeDocument/2006/relationships/notesMaster" Target="/ppt/notesMasters/notesMaster1.xml" Id="Ra95f2e5408594b7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333e8e653f64f27" /><Relationship Type="http://schemas.openxmlformats.org/officeDocument/2006/relationships/notesMaster" Target="/ppt/notesMasters/notesMaster1.xml" Id="R6be8d30d4f3c474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eccab1afea848f5" /><Relationship Type="http://schemas.openxmlformats.org/officeDocument/2006/relationships/notesMaster" Target="/ppt/notesMasters/notesMaster1.xml" Id="Rcd58e3980617419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b09e92030404808" /><Relationship Type="http://schemas.openxmlformats.org/officeDocument/2006/relationships/notesMaster" Target="/ppt/notesMasters/notesMaster1.xml" Id="R956d06d7a0f04b1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6142f2f7e0f4327" /><Relationship Type="http://schemas.openxmlformats.org/officeDocument/2006/relationships/notesMaster" Target="/ppt/notesMasters/notesMaster1.xml" Id="Rab1bdd1bedb94e6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0f269a0967d4cc5" /><Relationship Type="http://schemas.openxmlformats.org/officeDocument/2006/relationships/notesMaster" Target="/ppt/notesMasters/notesMaster1.xml" Id="R85352adacec042c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1dcb4e34ec34f3a" /><Relationship Type="http://schemas.openxmlformats.org/officeDocument/2006/relationships/notesMaster" Target="/ppt/notesMasters/notesMaster1.xml" Id="R2f1d2fb8d8d2412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cbfc4a6508b4de5" /><Relationship Type="http://schemas.openxmlformats.org/officeDocument/2006/relationships/notesMaster" Target="/ppt/notesMasters/notesMaster1.xml" Id="R66ae2b27f6d342f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a5caabefa25479a" /><Relationship Type="http://schemas.openxmlformats.org/officeDocument/2006/relationships/notesMaster" Target="/ppt/notesMasters/notesMaster1.xml" Id="R6baa34267d7c44f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52e6fb01da048fc" /><Relationship Type="http://schemas.openxmlformats.org/officeDocument/2006/relationships/notesMaster" Target="/ppt/notesMasters/notesMaster1.xml" Id="R7195a6acf61846d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16506bca7b546d5" /><Relationship Type="http://schemas.openxmlformats.org/officeDocument/2006/relationships/notesMaster" Target="/ppt/notesMasters/notesMaster1.xml" Id="Rd9bb44012f3e4c4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5b8eb6355744384" /><Relationship Type="http://schemas.openxmlformats.org/officeDocument/2006/relationships/notesMaster" Target="/ppt/notesMasters/notesMaster1.xml" Id="Rbf432c608e7244a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7bd2678c7394985" /><Relationship Type="http://schemas.openxmlformats.org/officeDocument/2006/relationships/notesMaster" Target="/ppt/notesMasters/notesMaster1.xml" Id="R36954cd0ba004e4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919de0c0482417a" /><Relationship Type="http://schemas.openxmlformats.org/officeDocument/2006/relationships/notesMaster" Target="/ppt/notesMasters/notesMaster1.xml" Id="R690dfd3c8e9d458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bdccad1363b424e" /><Relationship Type="http://schemas.openxmlformats.org/officeDocument/2006/relationships/notesMaster" Target="/ppt/notesMasters/notesMaster1.xml" Id="R601c82656f464a6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b787d6a2c7b4036" /><Relationship Type="http://schemas.openxmlformats.org/officeDocument/2006/relationships/notesMaster" Target="/ppt/notesMasters/notesMaster1.xml" Id="Ra2becfa064154d5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926d4da273e4b1b" /><Relationship Type="http://schemas.openxmlformats.org/officeDocument/2006/relationships/notesMaster" Target="/ppt/notesMasters/notesMaster1.xml" Id="R05fdb30685b6492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2d86ffbb7dc40a7" /><Relationship Type="http://schemas.openxmlformats.org/officeDocument/2006/relationships/notesMaster" Target="/ppt/notesMasters/notesMaster1.xml" Id="R855b1cd5a939489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edef89c0897460c" /><Relationship Type="http://schemas.openxmlformats.org/officeDocument/2006/relationships/notesMaster" Target="/ppt/notesMasters/notesMaster1.xml" Id="Rfeb834b038184de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0dd66ccce0e457e" /><Relationship Type="http://schemas.openxmlformats.org/officeDocument/2006/relationships/notesMaster" Target="/ppt/notesMasters/notesMaster1.xml" Id="R662db90e327b402d"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1a66281c62f84f1b" /><Relationship Type="http://schemas.openxmlformats.org/officeDocument/2006/relationships/notesMaster" Target="/ppt/notesMasters/notesMaster1.xml" Id="Re666935b2e3b4f0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2fb121677ff49a6" /><Relationship Type="http://schemas.openxmlformats.org/officeDocument/2006/relationships/notesMaster" Target="/ppt/notesMasters/notesMaster1.xml" Id="Rd0993df625ab474c"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cfa13a79c5843d2" /><Relationship Type="http://schemas.openxmlformats.org/officeDocument/2006/relationships/notesMaster" Target="/ppt/notesMasters/notesMaster1.xml" Id="R1a112d150ac24d1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073fbfd603842d5" /><Relationship Type="http://schemas.openxmlformats.org/officeDocument/2006/relationships/notesMaster" Target="/ppt/notesMasters/notesMaster1.xml" Id="Rf30da3ce404f439c"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4b8f52b90b74878" /><Relationship Type="http://schemas.openxmlformats.org/officeDocument/2006/relationships/notesMaster" Target="/ppt/notesMasters/notesMaster1.xml" Id="R61105b543a2d4f8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6a6419a43c9408d" /><Relationship Type="http://schemas.openxmlformats.org/officeDocument/2006/relationships/notesMaster" Target="/ppt/notesMasters/notesMaster1.xml" Id="R907a984682594569"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bd27b6d06094074" /><Relationship Type="http://schemas.openxmlformats.org/officeDocument/2006/relationships/notesMaster" Target="/ppt/notesMasters/notesMaster1.xml" Id="R4986b0dbb68c4d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질문하며 S11로 넘긴다. 실제 제품 실패 사례나 관찰 결과로 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어떤 Task 정보가 빠졌는지 약한 요청 비교로 확인한다.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“Agent 입장에서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“crop test 고쳐줘”를 읽고 교육용 구성 요청임을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특정 답을 제시하지 않고 남은 결정의 주체를 S12로 넘긴다.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Slide 12에서 같은 요청을 개발자 결정 관점으로 해부한다.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“무엇을 바꾸고, 무엇을 유지하며, 어디까지 바꿔도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Slide 13에서 질문들을 실용적인 Task Specification 구조로 묶는다.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“Agent가 작업을 검토 가능하게 수행하려면 무엇을 알아야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Task Specification을 이 과정의 작업 구체화 모델로 소개한다.</a:t>
            </a:r>
          </a:p>
          <a:p xmlns:a="http://schemas.openxmlformats.org/drawingml/2006/main">
            <a:r>
              <a:t>2. (0:45–3:15) 하나의 패널에서 목표·맥락·제약·과정·검증을 위에서 아래로 짚는다. 각 행의 오른쪽 질문이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(6:00–9:00) Case 질문으로 어떤 정보가 추가됐는지 비교한다. 실제 약한/강한 Prompt 비교 실험이 아니며 길이 자체의 효과를 입증하지 않는다고 유지한다.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두 요청에서 새로 명시된 책임을 마음속으로 비교한다. 발표 응답은 요구하지 않는다.</a:t>
            </a:r>
          </a:p>
          <a:p xmlns:a="http://schemas.openxmlformats.org/drawingml/2006/main">
            <a:r>
              <a:t/>
            </a:r>
          </a:p>
          <a:p xmlns:a="http://schemas.openxmlformats.org/drawingml/2006/main">
            <a:r>
              <a:t>Transition: “이 요청을 받은 Agent는 수정부터 시작할까?”라는 질문으로 Trial 관찰에 들어간다.</a:t>
            </a:r>
          </a:p>
          <a:p xmlns:a="http://schemas.openxmlformats.org/drawingml/2006/main">
            <a:r>
              <a:t/>
            </a:r>
          </a:p>
          <a:p xmlns:a="http://schemas.openxmlformats.org/drawingml/2006/main">
            <a:r>
              <a:t>Time Management: After는 네 줄의 비교 축으로 한정한다. 전체 Trial Prompt나 코드 지시를 화면에 복사하지 않는다. 시간이 부족하면 C++ inset을 생략한다.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“이 요청을 받은 Agent가 수정부터 시작할까?”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“이 요청을 받으면 수정부터 시작할까?”를 제시한다.</a:t>
            </a:r>
          </a:p>
          <a:p xmlns:a="http://schemas.openxmlformats.org/drawingml/2006/main">
            <a:r>
              <a:t>2. (0:35–1:35) 재현 → 조사 → 계획 → 수정 → 검증의 다섯 관찰 단계를 가리킨다. 화면은 WATCH 기준이며 결과를 미리 읽어 주는 요약이 아니다.</a:t>
            </a:r>
          </a:p>
          <a:p xmlns:a="http://schemas.openxmlformats.org/drawingml/2006/main">
            <a:r>
              <a:t>3. (1:35–2:00) 단일 과거 CLI 기록의 행동을 다음 두 장에서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(0:45–1:30) 가운데 동작 테스트·샘플 실행·변경 검토를 세 판단 근거로 설명한다. S17에서 본 관찰 사실은 하단 출처의 범위로만 회수한다.</a:t>
            </a:r>
          </a:p>
          <a:p xmlns:a="http://schemas.openxmlformats.org/drawingml/2006/main">
            <a:r>
              <a:t>3. (1:30–2:30) 성능 개선을 주장하는 작업에는 해당 입력·환경의 측정도 필요할 수 있다고 설명한다. TRIAL-002에서 benchmark가 실행됐다는 뜻이 아니다.</a:t>
            </a:r>
          </a:p>
          <a:p xmlns:a="http://schemas.openxmlformats.org/drawingml/2006/main">
            <a:r>
              <a:t>4. (2:30–3:00)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Slide 19 contains the approved Supporting C++ transfer inset. Do not duplicate it here.</a:t>
            </a:r>
          </a:p>
          <a:p xmlns:a="http://schemas.openxmlformats.org/drawingml/2006/main">
            <a:r>
              <a:t/>
            </a:r>
          </a:p>
          <a:p xmlns:a="http://schemas.openxmlformats.org/drawingml/2006/main">
            <a:r>
              <a:t>Demo Operation: TRIAL-002 verification callback only; DEMO-05의 8분 구간 밖이다. 별도 관찰 카드나 새 결과를 보여 주지 않고 하단 출처로 과거 확인 범위를 회수한다.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세 분 안에 기록 사실과 Teaching Model을 분리한다. S17의 다섯 수치를 다시 읽지 않는다.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표가 특정 테스트의 만능 효과를 뜻하지 않는다고 소개한다. 실제 TRIAL-002는 집중·전체 테스트, CLI smoke, diff를 확인했다는 하단 출처를 짚는다.</a:t>
            </a:r>
          </a:p>
          <a:p xmlns:a="http://schemas.openxmlformats.org/drawingml/2006/main">
            <a:r>
              <a:t>2. (1:00–3:00) 확인 방법 → 말할 수 있는 범위의 다섯 행을 설명한다. 성능 측정 행은 교육 모델이며 TRIAL-002에서 benchmark를 실행하지 않았다고 밝힌다.</a:t>
            </a:r>
          </a:p>
          <a:p xmlns:a="http://schemas.openxmlformats.org/drawingml/2006/main">
            <a:r>
              <a:t>3. (3:00–4:00) C++의 Release 실행, API/ABI, 대상 데이터도 어떤 주장을 확인할지에 맞춰 고르는 경계로 연결한다.</a:t>
            </a:r>
          </a:p>
          <a:p xmlns:a="http://schemas.openxmlformats.org/drawingml/2006/main">
            <a:r>
              <a:t>4. (4:00–5:00) 익숙한 Check가 뒷받침하는 Claim을 개인적으로 떠올리는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Supporting Bridge: `build claim → Release build`; `compatibility claim → API / ABI review`; `performance claim → benchmark with named workload`. No Windows, shell, IDE, or hardware setup is asserted.</a:t>
            </a:r>
          </a:p>
          <a:p xmlns:a="http://schemas.openxmlformats.org/drawingml/2006/main">
            <a:r>
              <a:t/>
            </a:r>
          </a:p>
          <a:p xmlns:a="http://schemas.openxmlformats.org/drawingml/2006/main">
            <a:r>
              <a:t>Demo Operation: TRIAL-002 evidence callback outside the 8-minute Demo slot. 본문 표는 일반적인 check-to-claim 교육 모델이다. 하단 출처에는 실제 Trial에서 수행한 확인만 따로 표시한다. Benchmark 미실행 경계를 유지하고 새 수치나 실행을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다음 작업에도 반복할 정보를 청중이 구분하도록 질문을 연다.</a:t>
            </a:r>
          </a:p>
          <a:p xmlns:a="http://schemas.openxmlformats.org/drawingml/2006/main">
            <a:r>
              <a:t/>
            </a:r>
          </a:p>
          <a:p xmlns:a="http://schemas.openxmlformats.org/drawingml/2006/main">
            <a:r>
              <a:t>Time Management: Lecture 4분과 Reflection 1분을 분리한다. Advanced C++ examples are optional under time pressure; keep the scope labels.</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“매번 Prompt에 반복해서 쓰는 내용 중 이번 Task에만 필요한 것은 무엇이고, Project가 계속 유지해야 할 것은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최근 요청에 썼던 문장 하나를 떠올리고 “이번 작업에만?”과 “다음 작업에도?” 중 어디에 해당할지 개인적으로 생각한다. 화면의 두 영역은 비워 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Context 양만으로 충분한지 연구 질문으로 넘어간다.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“Context window가 크면 모든 정보가 똑같이 활용될까?”</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“Context window가 크면 모든 정보가 똑같이 활용될까?”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“필요한 정보를 Task에 맞춰 어떻게 찾게 할까?”</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“모든 정보를 한 곳에 넣지 않고 필요한 정보에 도달할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“무엇을 항상 읽고, 무엇을 필요할 때 찾게 할까?”</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기본 안내의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Demo) architecture는 둘 다 읽었고 testing은 A의 최종 실행에서만 읽었다고 확인한다. B는 설정·README·source도 확인했다. A의 더 넓은 읽기와 실행 간 변동도 남아 있다.</a:t>
            </a:r>
          </a:p>
          <a:p xmlns:a="http://schemas.openxmlformats.org/drawingml/2006/main">
            <a:r>
              <a:t>3. (3:00–4:00 / Lecture)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‘이 반복도 Context만의 문제일까?’로 질문을 받는다. 질문이 없으면 사실과 절차의 책임 차이를 짚고 ‘Agent가 Project를 알아도 왜 작업 방법은 달라질까?’를 던진다.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“Agent가 Project를 알아도 왜 작업 방법은 달라질까?”</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“작업 방법도 Repository가 재사용할 수 있을까?”</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“현재 목표, Project 사실, 반복 절차는 어디에 속하는가?”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첫 행의 normalize 성능 조사로 이번 Task 목표를 설명한다.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“호출한 뒤 작업 Prompt에서는 무엇이 달라졌을까?”</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“같은 작업 절차를 매번 Prompt에 길게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말하고 Subagent 필요성 질문으로 넘긴다.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“이 결과를 위해 Subagent도 필요했을까?”</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“성능 작업을 여러 Agent로 나누는 게 이 사례에 도움이 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 → 변경 → 검증을 왼쪽부터 가리킨다. 뒤 단계가 앞 결과를 사용하는 현재 성능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“반복 절차 말고, 다시 찾기 어려운 지식도 남길 필요가 있었을까?”</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작업에서 다시 발견하기 어려운 지식은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Project가 정당한 이유로 바뀌면 작업 Workflow도 함께 바뀔까?</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실제 graypipe 이력과 별개인 가상 사례임을 먼저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S57와 production/preview/act4/S57.png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보이는 실패 지점과 실제 원인 Layer는 항상 같을까?</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관찰·원인·변경·평가가 연결될 때 이를 어떤 Engineering 관점으로 볼까?</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“Feedback이 언제 Engineering이 되는가?”</a:t>
            </a:r>
          </a:p>
          <a:p xmlns:a="http://schemas.openxmlformats.org/drawingml/2006/main">
            <a:r>
              <a:t/>
            </a:r>
          </a:p>
          <a:p xmlns:a="http://schemas.openxmlformats.org/drawingml/2006/main">
            <a:r>
              <a:t>**Speaker Flow:**</a:t>
            </a:r>
          </a:p>
          <a:p xmlns:a="http://schemas.openxmlformats.org/drawingml/2006/main">
            <a:r>
              <a:t>1. (0:00–2:00 / Lecture) 실행과 관찰의 질문을 구분한다. 앞의 가상 사례에서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표기를 바꾸어 실제 교육 제작 기록에서의 별도 Loop를 살펴본다.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“이번에는 실제 제작 과정에서 무슨 일이 있었나?”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이 원리를 C++ Vision Project에 옮기면 무엇을 확인할까?</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S73의 여정 회수로 이동한다.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기능이 아니라, 처음의 문제에서 Loop까지 이어진 Story를 다시 연결해 보겠습니다.” ACT 5 S73으로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production/preview/act4/S72.png 및 production/preview/full/S72.png.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“이 흐름이 하나의 Repository에서는 어떤 변화로 기록됐을까요?”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일곱 이름을 위쪽 왼쪽부터 오른쪽, 다음 아래쪽 왼쪽부터 읽는다. State는 당시 문제에 대응한 이력임을 말한다.</a:t>
            </a:r>
          </a:p>
          <a:p xmlns:a="http://schemas.openxmlformats.org/drawingml/2006/main">
            <a:r>
              <a:t>2. (1:00–2:30 / VISUAL Demo) 아래 세 발췌(S16 crop 수정, S32 상세 문서 분리, S45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(기존 production PNG와 동일). S16은 TRIAL-002 diff 재구성, S32는 STATE-02→03 문구 발췌, S45는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S32로 Routing 우월성·토큰 절감을 주장하지 않고, S45는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“AI에게 더 많은 일을 맡겨도 개발자에게 남는 책임은 무엇일까요?”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Task/Context/Workflow/Verification/Feedback의 새 개념 설명은 하지 않고 S79의 개인 성찰 세 질문으로 좁혀 준다.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“마지막으로, 각자 업무에서 반복되는 마찰을 개인적으로 생각해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“내가 AI와 개발하는 방식에서 다음에 바꿀 수 있는 것은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마찰을 이어 간다.</a:t>
            </a:r>
          </a:p>
          <a:p xmlns:a="http://schemas.openxmlformats.org/drawingml/2006/main">
            <a:r>
              <a:t>2. (1:00–2:00 / Lecture) 화면의 반복 설명, 재탐색하는 프로젝트 사실, 두 번째 실패의 수정 위치 세 질문을 차례로 읽는다.</a:t>
            </a:r>
          </a:p>
          <a:p xmlns:a="http://schemas.openxmlformats.org/drawingml/2006/main">
            <a:r>
              <a:t>3. (2:00–4:00 / Reflection) 두 분 동안 조용히 개인적으로 생각할 시간을 둔다. 답변·기록·발표·제출을 요구하지 않는다. 시간 뒤 S80 질문 시간으로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공유하지 않는 개인 성찰로 진행한다.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ff6e1230ba484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7555a2f89e49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c6d6a224ee440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36d32e437f748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5ec71d01b2d4df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b867b02bb634c4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EF4588-9E16-4D9A-97C1-1D712005075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719ED2-0E82-4D5B-90FA-1805D47179B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478A601-7069-4583-BB00-B31007D4BD1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AF27314-8DC2-4AAD-9390-B557E18678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F6AEF71-8F35-43B7-B6CE-3E23C8E895B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CB7AECB-4E62-41BB-90DF-388E296664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B89CFB-33B4-4E0D-A1C1-BD3873328D7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B632E88-385D-4527-B389-E276A78DDCE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4D5141E-3332-4F27-8F91-B9E9E1CDC1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BD6CB2-BD18-4C1B-8842-1A0C9A051F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e62ea83e9444526" /><Relationship Type="http://schemas.openxmlformats.org/officeDocument/2006/relationships/slideLayout" Target="/ppt/slideLayouts/slideLayout1.xml" Id="R3cf091abce074f88" /><Relationship Type="http://schemas.openxmlformats.org/officeDocument/2006/relationships/slideLayout" Target="/ppt/slideLayouts/slideLayout2.xml" Id="Rf09036cef72548eb" /><Relationship Type="http://schemas.openxmlformats.org/officeDocument/2006/relationships/slideLayout" Target="/ppt/slideLayouts/slideLayout3.xml" Id="R20c9f94e3f184664" /><Relationship Type="http://schemas.openxmlformats.org/officeDocument/2006/relationships/slideLayout" Target="/ppt/slideLayouts/slideLayout4.xml" Id="R96a7867d3a8c422b" /><Relationship Type="http://schemas.openxmlformats.org/officeDocument/2006/relationships/slideLayout" Target="/ppt/slideLayouts/slideLayout5.xml" Id="Rc5edc10b909f4959" /><Relationship Type="http://schemas.openxmlformats.org/officeDocument/2006/relationships/slideLayout" Target="/ppt/slideLayouts/slideLayout6.xml" Id="Ree02e5971d1146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f091abce074f88"/>
    <p:sldLayoutId xmlns:r="http://schemas.openxmlformats.org/officeDocument/2006/relationships" id="2147483650" r:id="Rf09036cef72548eb"/>
    <p:sldLayoutId xmlns:r="http://schemas.openxmlformats.org/officeDocument/2006/relationships" id="2147483651" r:id="R20c9f94e3f184664"/>
    <p:sldLayoutId xmlns:r="http://schemas.openxmlformats.org/officeDocument/2006/relationships" id="2147483652" r:id="R96a7867d3a8c422b"/>
    <p:sldLayoutId xmlns:r="http://schemas.openxmlformats.org/officeDocument/2006/relationships" id="2147483653" r:id="Rc5edc10b909f4959"/>
    <p:sldLayoutId xmlns:r="http://schemas.openxmlformats.org/officeDocument/2006/relationships" id="2147483654" r:id="Ree02e5971d1146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86beb617f3649b4" /><Relationship Type="http://schemas.openxmlformats.org/officeDocument/2006/relationships/notesSlide" Target="/ppt/notesSlides/notesSlide1.xml" Id="Rb31a1e1d76444e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6f759a71ac443ca" /><Relationship Type="http://schemas.openxmlformats.org/officeDocument/2006/relationships/notesSlide" Target="/ppt/notesSlides/notesSlide2.xml" Id="R473e1c3ad79f470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bfb2a93a06348c4" /><Relationship Type="http://schemas.openxmlformats.org/officeDocument/2006/relationships/image" Target="/ppt/media/image.png" Id="R5823e8c04d1045f6" /><Relationship Type="http://schemas.openxmlformats.org/officeDocument/2006/relationships/notesSlide" Target="/ppt/notesSlides/notesSlide3.xml" Id="R2db0e7d6eb2b43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91f25231def45c4" /><Relationship Type="http://schemas.openxmlformats.org/officeDocument/2006/relationships/notesSlide" Target="/ppt/notesSlides/notesSlide4.xml" Id="R60ec600b36a946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c2226db81964ced" /><Relationship Type="http://schemas.openxmlformats.org/officeDocument/2006/relationships/notesSlide" Target="/ppt/notesSlides/notesSlide5.xml" Id="R7b645e324cab47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0958236001641e8" /><Relationship Type="http://schemas.openxmlformats.org/officeDocument/2006/relationships/notesSlide" Target="/ppt/notesSlides/notesSlide6.xml" Id="Rcdc0e322219643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b95a6fe00b642bd" /><Relationship Type="http://schemas.openxmlformats.org/officeDocument/2006/relationships/image" Target="/ppt/media/image2.png" Id="R615190474dc04f5f" /><Relationship Type="http://schemas.openxmlformats.org/officeDocument/2006/relationships/notesSlide" Target="/ppt/notesSlides/notesSlide7.xml" Id="R7b7f52dcce2f44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14cc85a17334835" /><Relationship Type="http://schemas.openxmlformats.org/officeDocument/2006/relationships/notesSlide" Target="/ppt/notesSlides/notesSlide8.xml" Id="R70045c949af0445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a8276367a0a45fd" /><Relationship Type="http://schemas.openxmlformats.org/officeDocument/2006/relationships/notesSlide" Target="/ppt/notesSlides/notesSlide9.xml" Id="R79979723799440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36a9bfb1c8c4b1c" /><Relationship Type="http://schemas.openxmlformats.org/officeDocument/2006/relationships/notesSlide" Target="/ppt/notesSlides/notesSlide10.xml" Id="R73d67a91cb8a40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57705fc352e40c9" /><Relationship Type="http://schemas.openxmlformats.org/officeDocument/2006/relationships/notesSlide" Target="/ppt/notesSlides/notesSlide11.xml" Id="Refa1753faa5f4b5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c9e6b18f57341ac" /><Relationship Type="http://schemas.openxmlformats.org/officeDocument/2006/relationships/notesSlide" Target="/ppt/notesSlides/notesSlide12.xml" Id="Rc03317dc66dc4af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6f812984a5648b5" /><Relationship Type="http://schemas.openxmlformats.org/officeDocument/2006/relationships/notesSlide" Target="/ppt/notesSlides/notesSlide13.xml" Id="R6757a9fed9c8430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bbc6a2b739141d5" /><Relationship Type="http://schemas.openxmlformats.org/officeDocument/2006/relationships/notesSlide" Target="/ppt/notesSlides/notesSlide14.xml" Id="R527308cf6c7e48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f5d50756af04aba" /><Relationship Type="http://schemas.openxmlformats.org/officeDocument/2006/relationships/notesSlide" Target="/ppt/notesSlides/notesSlide15.xml" Id="R700cb77dca6d4bf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1e8fabaf4894927" /><Relationship Type="http://schemas.openxmlformats.org/officeDocument/2006/relationships/notesSlide" Target="/ppt/notesSlides/notesSlide16.xml" Id="R59782df198d34ae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36786e6923d4da5" /><Relationship Type="http://schemas.openxmlformats.org/officeDocument/2006/relationships/notesSlide" Target="/ppt/notesSlides/notesSlide17.xml" Id="R8a0c3412031d4e1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402bb466c6f411d" /><Relationship Type="http://schemas.openxmlformats.org/officeDocument/2006/relationships/notesSlide" Target="/ppt/notesSlides/notesSlide18.xml" Id="R252b7ae3fc05410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be56f7dc32e48d2" /><Relationship Type="http://schemas.openxmlformats.org/officeDocument/2006/relationships/notesSlide" Target="/ppt/notesSlides/notesSlide19.xml" Id="R4bd8d6d7effa42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2e92a2c697c49a1" /><Relationship Type="http://schemas.openxmlformats.org/officeDocument/2006/relationships/notesSlide" Target="/ppt/notesSlides/notesSlide20.xml" Id="R8042994144aa4eb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b1e2eee54df4821" /><Relationship Type="http://schemas.openxmlformats.org/officeDocument/2006/relationships/notesSlide" Target="/ppt/notesSlides/notesSlide21.xml" Id="R9baca5d16e734f5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d706c201fe045f8" /><Relationship Type="http://schemas.openxmlformats.org/officeDocument/2006/relationships/notesSlide" Target="/ppt/notesSlides/notesSlide22.xml" Id="Rf28b4cf85d7647d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97c48e354884d2d" /><Relationship Type="http://schemas.openxmlformats.org/officeDocument/2006/relationships/notesSlide" Target="/ppt/notesSlides/notesSlide23.xml" Id="R289920ac10af4f6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a853ae21be9468a" /><Relationship Type="http://schemas.openxmlformats.org/officeDocument/2006/relationships/notesSlide" Target="/ppt/notesSlides/notesSlide24.xml" Id="Rdb1bb0af65b04f6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7308d13eb3741ee" /><Relationship Type="http://schemas.openxmlformats.org/officeDocument/2006/relationships/notesSlide" Target="/ppt/notesSlides/notesSlide25.xml" Id="R97fa9dbe3fc54cf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19c341d09074c5f" /><Relationship Type="http://schemas.openxmlformats.org/officeDocument/2006/relationships/notesSlide" Target="/ppt/notesSlides/notesSlide26.xml" Id="Rc4580b746261407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af1e29b25414ea6" /><Relationship Type="http://schemas.openxmlformats.org/officeDocument/2006/relationships/notesSlide" Target="/ppt/notesSlides/notesSlide27.xml" Id="R9b85e01f4e2b448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26eedabdccc4524" /><Relationship Type="http://schemas.openxmlformats.org/officeDocument/2006/relationships/notesSlide" Target="/ppt/notesSlides/notesSlide28.xml" Id="R3e564c9d6b1845f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459f3a2b2694cc1" /><Relationship Type="http://schemas.openxmlformats.org/officeDocument/2006/relationships/notesSlide" Target="/ppt/notesSlides/notesSlide29.xml" Id="Rba2612f9642641d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08c3cc848b64aff" /><Relationship Type="http://schemas.openxmlformats.org/officeDocument/2006/relationships/notesSlide" Target="/ppt/notesSlides/notesSlide30.xml" Id="Ra309e1db059b43d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ddab9c192584545" /><Relationship Type="http://schemas.openxmlformats.org/officeDocument/2006/relationships/notesSlide" Target="/ppt/notesSlides/notesSlide31.xml" Id="R71c0fbe951604c3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d75f22385a8432a" /><Relationship Type="http://schemas.openxmlformats.org/officeDocument/2006/relationships/notesSlide" Target="/ppt/notesSlides/notesSlide32.xml" Id="R667aaf1d6f0c4e5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2dc73a9274c41c1" /><Relationship Type="http://schemas.openxmlformats.org/officeDocument/2006/relationships/notesSlide" Target="/ppt/notesSlides/notesSlide33.xml" Id="R607d72a98826438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b64382002ee448c" /><Relationship Type="http://schemas.openxmlformats.org/officeDocument/2006/relationships/notesSlide" Target="/ppt/notesSlides/notesSlide34.xml" Id="R389aa649b76c46c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4e9dc5d38a64298" /><Relationship Type="http://schemas.openxmlformats.org/officeDocument/2006/relationships/notesSlide" Target="/ppt/notesSlides/notesSlide35.xml" Id="R04aca2bb7c374bb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7ca6cf941a94042" /><Relationship Type="http://schemas.openxmlformats.org/officeDocument/2006/relationships/notesSlide" Target="/ppt/notesSlides/notesSlide36.xml" Id="R17c03ce6626f471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bec087b28c244ab" /><Relationship Type="http://schemas.openxmlformats.org/officeDocument/2006/relationships/image" Target="/ppt/media/image3.png" Id="Rf3fd3e2fe9584034" /><Relationship Type="http://schemas.openxmlformats.org/officeDocument/2006/relationships/image" Target="/ppt/media/image4.png" Id="R0508256c9b624605" /><Relationship Type="http://schemas.openxmlformats.org/officeDocument/2006/relationships/image" Target="/ppt/media/image5.png" Id="Rbddc7e0ac19e44a5" /><Relationship Type="http://schemas.openxmlformats.org/officeDocument/2006/relationships/image" Target="/ppt/media/image6.png" Id="R4164a171db5d4e49" /><Relationship Type="http://schemas.openxmlformats.org/officeDocument/2006/relationships/notesSlide" Target="/ppt/notesSlides/notesSlide37.xml" Id="Rf50601f12e47403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b85b5f4334644c3" /><Relationship Type="http://schemas.openxmlformats.org/officeDocument/2006/relationships/notesSlide" Target="/ppt/notesSlides/notesSlide38.xml" Id="Rf75c9c36f64e4da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7029d07dc324e1a" /><Relationship Type="http://schemas.openxmlformats.org/officeDocument/2006/relationships/notesSlide" Target="/ppt/notesSlides/notesSlide39.xml" Id="R6deb8ac7ec5946d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21fe598ecef480a" /><Relationship Type="http://schemas.openxmlformats.org/officeDocument/2006/relationships/notesSlide" Target="/ppt/notesSlides/notesSlide40.xml" Id="Raec3890e4bf44f1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efe49af155543e5" /><Relationship Type="http://schemas.openxmlformats.org/officeDocument/2006/relationships/notesSlide" Target="/ppt/notesSlides/notesSlide41.xml" Id="Rb885b1cedb97453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4a2cdbb33e44461" /><Relationship Type="http://schemas.openxmlformats.org/officeDocument/2006/relationships/notesSlide" Target="/ppt/notesSlides/notesSlide42.xml" Id="R0f7a74bc5f6241a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4e0d6342eae4f0e" /><Relationship Type="http://schemas.openxmlformats.org/officeDocument/2006/relationships/notesSlide" Target="/ppt/notesSlides/notesSlide43.xml" Id="R1fd7eb9483d8489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529b12ca5a14d22" /><Relationship Type="http://schemas.openxmlformats.org/officeDocument/2006/relationships/notesSlide" Target="/ppt/notesSlides/notesSlide44.xml" Id="R170fdf1545db450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c22c2eb81b5249e7" /><Relationship Type="http://schemas.openxmlformats.org/officeDocument/2006/relationships/chart" Target="/ppt/slides/charts/chart1.xml" Id="Rb2866bd0bff0444e" /><Relationship Type="http://schemas.openxmlformats.org/officeDocument/2006/relationships/notesSlide" Target="/ppt/notesSlides/notesSlide45.xml" Id="R1eb55394fee54e5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b0d7df9b1b64c85" /><Relationship Type="http://schemas.openxmlformats.org/officeDocument/2006/relationships/notesSlide" Target="/ppt/notesSlides/notesSlide46.xml" Id="Rdbe3a2331ca54ea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2618b5c0a034250" /><Relationship Type="http://schemas.openxmlformats.org/officeDocument/2006/relationships/notesSlide" Target="/ppt/notesSlides/notesSlide47.xml" Id="Rb966769f8af24e7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47342fcb1ce43bb" /><Relationship Type="http://schemas.openxmlformats.org/officeDocument/2006/relationships/notesSlide" Target="/ppt/notesSlides/notesSlide48.xml" Id="R4d051fe6318e41a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dc56f41469c4f7a" /><Relationship Type="http://schemas.openxmlformats.org/officeDocument/2006/relationships/notesSlide" Target="/ppt/notesSlides/notesSlide49.xml" Id="Rd5589f1334c6467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a336989e9c549a2" /><Relationship Type="http://schemas.openxmlformats.org/officeDocument/2006/relationships/notesSlide" Target="/ppt/notesSlides/notesSlide50.xml" Id="Rd27ce617ec2c451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1274d3e2e16491f" /><Relationship Type="http://schemas.openxmlformats.org/officeDocument/2006/relationships/notesSlide" Target="/ppt/notesSlides/notesSlide51.xml" Id="R23e57565cb444fd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f3990bef11541cd" /><Relationship Type="http://schemas.openxmlformats.org/officeDocument/2006/relationships/notesSlide" Target="/ppt/notesSlides/notesSlide52.xml" Id="Reb0e8174e91e436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4a3780a56734626" /><Relationship Type="http://schemas.openxmlformats.org/officeDocument/2006/relationships/image" Target="/ppt/media/image7.png" Id="Ra8ae9bdf6f014d11" /><Relationship Type="http://schemas.openxmlformats.org/officeDocument/2006/relationships/notesSlide" Target="/ppt/notesSlides/notesSlide53.xml" Id="R1e0ea5aa01d8492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031f02d043d440e" /><Relationship Type="http://schemas.openxmlformats.org/officeDocument/2006/relationships/notesSlide" Target="/ppt/notesSlides/notesSlide54.xml" Id="R91243b328c5844f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29bf58d0c6994c00" /><Relationship Type="http://schemas.openxmlformats.org/officeDocument/2006/relationships/notesSlide" Target="/ppt/notesSlides/notesSlide55.xml" Id="R0726b3e69f6e494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5bdb6ee729849c9" /><Relationship Type="http://schemas.openxmlformats.org/officeDocument/2006/relationships/notesSlide" Target="/ppt/notesSlides/notesSlide56.xml" Id="Ra5db492c5e49438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6b4ee38d5ae247a3" /><Relationship Type="http://schemas.openxmlformats.org/officeDocument/2006/relationships/notesSlide" Target="/ppt/notesSlides/notesSlide57.xml" Id="Rc5f7b03ee26c4b3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91d021a2995431c" /><Relationship Type="http://schemas.openxmlformats.org/officeDocument/2006/relationships/notesSlide" Target="/ppt/notesSlides/notesSlide58.xml" Id="R7034ab48b5354dd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c1d73ec66ce49d4" /><Relationship Type="http://schemas.openxmlformats.org/officeDocument/2006/relationships/notesSlide" Target="/ppt/notesSlides/notesSlide59.xml" Id="Rfc873bea75b14b5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164bf8e33aad482e" /><Relationship Type="http://schemas.openxmlformats.org/officeDocument/2006/relationships/notesSlide" Target="/ppt/notesSlides/notesSlide60.xml" Id="Radf69ce369b1451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82e18a1cedf345b9" /><Relationship Type="http://schemas.openxmlformats.org/officeDocument/2006/relationships/notesSlide" Target="/ppt/notesSlides/notesSlide61.xml" Id="Red60619d80a4468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3a8f3bf511d54967" /><Relationship Type="http://schemas.openxmlformats.org/officeDocument/2006/relationships/notesSlide" Target="/ppt/notesSlides/notesSlide62.xml" Id="Ra818f938231c418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0c42e55710f46d4" /><Relationship Type="http://schemas.openxmlformats.org/officeDocument/2006/relationships/notesSlide" Target="/ppt/notesSlides/notesSlide63.xml" Id="R47aeea88d46e408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40ffa0b68d934976" /><Relationship Type="http://schemas.openxmlformats.org/officeDocument/2006/relationships/notesSlide" Target="/ppt/notesSlides/notesSlide64.xml" Id="R4546de88aeed4cb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de299fa5eec24728" /><Relationship Type="http://schemas.openxmlformats.org/officeDocument/2006/relationships/notesSlide" Target="/ppt/notesSlides/notesSlide65.xml" Id="R29aec2ed915d4be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a52b6b9bff724773" /><Relationship Type="http://schemas.openxmlformats.org/officeDocument/2006/relationships/notesSlide" Target="/ppt/notesSlides/notesSlide66.xml" Id="Ra9344e5b28a0421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219cdd111e84785" /><Relationship Type="http://schemas.openxmlformats.org/officeDocument/2006/relationships/notesSlide" Target="/ppt/notesSlides/notesSlide67.xml" Id="Rd96646df38cf4d2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faf72ea9a2f432c" /><Relationship Type="http://schemas.openxmlformats.org/officeDocument/2006/relationships/notesSlide" Target="/ppt/notesSlides/notesSlide68.xml" Id="Rdb54293584e8432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56d16efaf1ed4a4f" /><Relationship Type="http://schemas.openxmlformats.org/officeDocument/2006/relationships/notesSlide" Target="/ppt/notesSlides/notesSlide69.xml" Id="Rda4efd39033d431a"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b1b337200e04021" /><Relationship Type="http://schemas.openxmlformats.org/officeDocument/2006/relationships/notesSlide" Target="/ppt/notesSlides/notesSlide70.xml" Id="R4f8c2ad7b8fd490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6b50204e907546f4" /><Relationship Type="http://schemas.openxmlformats.org/officeDocument/2006/relationships/notesSlide" Target="/ppt/notesSlides/notesSlide71.xml" Id="R0d5559245b41407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d632269bf82c4242" /><Relationship Type="http://schemas.openxmlformats.org/officeDocument/2006/relationships/image" Target="/ppt/media/image8.png" Id="Rae940bb560e14812" /><Relationship Type="http://schemas.openxmlformats.org/officeDocument/2006/relationships/notesSlide" Target="/ppt/notesSlides/notesSlide72.xml" Id="Rac8c49e5b747461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74c280190d346a3" /><Relationship Type="http://schemas.openxmlformats.org/officeDocument/2006/relationships/notesSlide" Target="/ppt/notesSlides/notesSlide73.xml" Id="R8e5b1ee6ae484ec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2f1b6dc9fd74c36" /><Relationship Type="http://schemas.openxmlformats.org/officeDocument/2006/relationships/image" Target="/ppt/media/image9.png" Id="R4aca19dca3224ac7" /><Relationship Type="http://schemas.openxmlformats.org/officeDocument/2006/relationships/image" Target="/ppt/media/image10.png" Id="R9bbcf99eca984d6e" /><Relationship Type="http://schemas.openxmlformats.org/officeDocument/2006/relationships/image" Target="/ppt/media/image11.png" Id="R341654fcb4ad4af0" /><Relationship Type="http://schemas.openxmlformats.org/officeDocument/2006/relationships/notesSlide" Target="/ppt/notesSlides/notesSlide74.xml" Id="R660caf6f4be0479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5081fc15a9cd4179" /><Relationship Type="http://schemas.openxmlformats.org/officeDocument/2006/relationships/notesSlide" Target="/ppt/notesSlides/notesSlide75.xml" Id="Ra4d229c2cc71474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225f56896e5240d5" /><Relationship Type="http://schemas.openxmlformats.org/officeDocument/2006/relationships/notesSlide" Target="/ppt/notesSlides/notesSlide76.xml" Id="R762221691c4147e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e5483f08a4b9476f" /><Relationship Type="http://schemas.openxmlformats.org/officeDocument/2006/relationships/notesSlide" Target="/ppt/notesSlides/notesSlide77.xml" Id="R9e8f651635344e95"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5443e6a276d9457a" /><Relationship Type="http://schemas.openxmlformats.org/officeDocument/2006/relationships/notesSlide" Target="/ppt/notesSlides/notesSlide78.xml" Id="R3456c550a431487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f132a821f49473c" /><Relationship Type="http://schemas.openxmlformats.org/officeDocument/2006/relationships/notesSlide" Target="/ppt/notesSlides/notesSlide79.xml" Id="R457644dcfd694d7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ca2d37f4da9e4372" /><Relationship Type="http://schemas.openxmlformats.org/officeDocument/2006/relationships/notesSlide" Target="/ppt/notesSlides/notesSlide80.xml" Id="Rffbaea292153409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C0DD4473-48A5-48E1-A745-43B591498B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AE62F078-3FCC-4D39-91D6-66BFC89A76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31B24245-FDA0-489A-AFDA-2A24D70113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2E1A510-2862-43A3-B0F3-899C7D2617C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0547C01-256F-4654-A951-B56712976C1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BAD9E064-C945-4573-992D-1941BF8EDF8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12F39E5C-D899-4598-96E3-490F26FE94CF}"/>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FE5609F1-7949-4EED-9A2E-622D2E37361A}"/>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7F387210-7806-45D2-9538-726DFB0A1A6C}"/>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D5D7F5C2-BB4A-4855-83C1-476FC57DBCB0}"/>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088B9910-8A9D-48FA-B0D3-DC648E459600}"/>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132775270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DB5ABD1C-D5BD-4EFD-9091-F1DE2B928B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8FD452AC-60B2-4250-9E6D-461AA1B3FD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4081E458-F629-44CB-97C3-1E3332FBAA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9BFC839-5323-4B59-BC8B-0FBC8E4BCC6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FA7EB4F6-6D66-41E7-A52D-A81EAF2BF24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1227D90B-9083-4D8B-B991-870EF9303BA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642D2B6E-A300-4FD3-B02F-29DB2A4C90C3}"/>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ED2BB92A-028F-4A1F-8A4C-CFCF1B729D9C}"/>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96ADFDE2-5679-4129-9ECD-7809F3BCE1CB}"/>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40BDD061-0EB4-4F99-9D06-757BEE836C4C}"/>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EEF651DD-0019-4A71-A954-B870CCB8F62E}"/>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167EEF73-E79A-450D-A4C2-0CE12C252AC3}"/>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8A7FD7B9-53E9-4E71-A787-BBF5787AF86D}"/>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F487BE4B-D891-40A9-9ADF-97B0A72E197A}"/>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35297342-CE84-480C-9EDB-264227B1A7BB}"/>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17867870-1D90-46AA-9FBB-3862552422FF}"/>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9CDD3EEF-3E8A-4F74-8400-4BA2903D7583}"/>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0883A56E-BA73-468F-854F-C9E405D4708D}"/>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CEC9D11B-4838-41DE-9FD5-1ED6A4B1A707}"/>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2BA547BB-B496-4D2C-9749-D7CB94B63359}"/>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9EC58CC9-F64B-4B9E-B933-6306C7461A85}"/>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8C230679-E578-49FB-90BD-6AFE25ADC103}"/>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207189567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여러 파일을 가로지르는 질문">
            <a:extLst xmlns:a="http://schemas.openxmlformats.org/drawingml/2006/main">
              <a:ext uri="{FF2B5EF4-FFF2-40B4-BE49-F238E27FC236}">
                <a16:creationId xmlns:a16="http://schemas.microsoft.com/office/drawing/2014/main" id="{55966753-A70F-48E1-8841-F8BFFE94A6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7237A48C-8163-4CF2-B7CC-57A9CDD0EF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66DC767B-3E74-40B2-BBF9-083EEF2D39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8D729F25-0DE3-4DDA-B89B-708C3D820DD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28354A17-276A-4F8A-8E77-308EC930E4D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6ABD389C-E091-44DC-948D-E9EDCDCA9BC6}"/>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7A47000E-EE86-4CDB-B1DE-CFEE894EFDF3}"/>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F2E6CEC1-88B1-4782-BBA4-A6399855E2B1}"/>
              </a:ext>
            </a:extLst>
          </p:cNvPr>
          <p:cNvPicPr>
            <a:picLocks xmlns:a="http://schemas.openxmlformats.org/drawingml/2006/main" noChangeAspect="1"/>
          </p:cNvPicPr>
          <p:nvPr/>
        </p:nvPicPr>
        <p:blipFill>
          <a:blip xmlns:r="http://schemas.openxmlformats.org/officeDocument/2006/relationships" xmlns:a="http://schemas.openxmlformats.org/drawingml/2006/main" r:embed="R5823e8c04d1045f6"/>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4D8D69FA-4BB2-41C0-AAFD-3F77EF197972}"/>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A564A514-058F-49B8-8757-1B86C6CC3FBC}"/>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29FAEB5F-828D-49EA-A20E-91878233B43F}"/>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E823A8B8-DC41-4533-8C55-3F0D437F2586}"/>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71E6E4FE-1C38-4B6C-B732-7C6B8C00090B}"/>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5010CAE0-7BB0-471E-B359-5C9D606B55E4}"/>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EC41DCAB-BF7A-4B3A-B90A-16D2446D6EBC}"/>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Tree>
    <p:extLst>
      <p:ext uri="{BB962C8B-B14F-4D97-AF65-F5344CB8AC3E}">
        <p14:creationId xmlns:p14="http://schemas.microsoft.com/office/powerpoint/2010/main" val="35191712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4C997CF8-4AEE-48EE-BB93-B1B888F008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406EBBBA-C712-45CE-8FE6-60B152DE24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A672C76F-A72F-47BE-9A5A-1DE5AB5B8C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156288D5-CD40-47F3-81F0-ECCCFA6E896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9DC537B2-0DA6-4177-A6C2-8E028E2000F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B3195A61-CF99-4CD5-82CF-B1532812726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D947D74F-97D9-41E1-A23B-E0FD1D238172}"/>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0F7C6395-6A40-4DF8-A45E-2A100ABB9939}"/>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E8759B04-9607-400A-AFDC-7CCAA99A8E5D}"/>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C1887A11-52B9-4AC1-A757-D39AFE6B3209}"/>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212BDD6E-EEB2-403C-945D-031B7B2E4321}"/>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B68F050F-CF02-4804-985A-680FB017D06C}"/>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131191174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7B8F8B64-6602-462D-B5EB-E556F1DF8B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576EEC4C-F616-4810-8AFA-587BC4840F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DF8D8FD8-6F28-4B6B-9E80-2803DB7ACB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88830593-4219-40B2-9903-55D8CECD13F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7B247E66-C889-4958-BEB9-08B94D2B564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C980363C-6357-41C5-A3EF-724C9935F66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2CC75767-CD80-4D5E-B843-9185B78E9E6E}"/>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77D4DFB6-DAAA-4A4F-9ABC-7CC01E829D93}"/>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C41735D8-6D4B-4FA4-B9C0-677AB185A211}"/>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8E58945E-1E31-489C-ADDA-B374059A04EC}"/>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B97A84EB-00CB-4980-8578-8F5F2AFD6A7B}"/>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85BE56A3-C3D4-46DF-AEC5-F02801C7F4AE}"/>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BEFB98FE-1FB7-4608-8F5D-4D1D3B6B380B}"/>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10363EFC-2FF2-45D3-BF81-90DDA943FB60}"/>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1142199A-04CF-45DC-A7D8-67C5153A7941}"/>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50739C4F-21C8-49B1-9E46-018D7DE505A3}"/>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BE3E3379-A668-40BC-A46A-DD45AE913964}"/>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5FCA8F14-53B0-448F-963B-2E79A79C9171}"/>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21AF59C4-197E-4C38-BD01-163DDF662D4A}"/>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350CC97F-3C16-4AC9-8931-420A6AA31909}"/>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49FA5179-AD32-4812-BFF1-901516E7F4D0}"/>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B931CA60-5FC2-4958-9375-84B5FBE56A69}"/>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8E989FCE-4508-411A-BF6C-769971F3E14F}"/>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A2BFFBA3-EDE2-4B99-9D85-6316AE71C2F7}"/>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F25F1B7F-C313-45FD-8EDB-CB7338161A0D}"/>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94403AA6-B9DC-4510-9575-98F0C9E85DD0}"/>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82854FDC-443A-4BC0-9D21-22E95CEAFE21}"/>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7EB5008B-5DDF-4A1C-BCED-319B371A6E17}"/>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EC07F31B-1D4F-4F70-844D-40931AD4820B}"/>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3CE0F46E-B87C-461A-A009-D9AECE1946A9}"/>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E55A4851-B709-445D-8009-53663E6AAF23}"/>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56C8E60D-13EE-4CA2-AF41-0F7F1A3C5E48}"/>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9BBDF3ED-D55D-4016-8DAE-FE2B0EF2D7FE}"/>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2051D1E7-3AA5-40A7-B7E0-872DCB29C2EE}"/>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1F8A87E9-ED04-4411-94E7-18B9E9F4AA7E}"/>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B5F40BA8-DD6D-4054-A53A-0453E2690E98}"/>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B001A0DF-0CE4-4437-B7A2-21F99D77BDA7}"/>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A4E4DC98-5401-4D50-83A0-F23DA62200D0}"/>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E4DCD0F2-F331-43B6-8989-D1BEBD4D6F81}"/>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1ED66238-EE32-43F6-844A-3CEE11CE651F}"/>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64EE0F71-4571-4FC8-A2FC-5B5120C9623C}"/>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6F5BF459-5FE8-4C22-893D-22F64B72D3D8}"/>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16E91F16-3414-4648-A148-5EFE9B9F9028}"/>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D8A2449A-C48A-431F-9ADF-24A94EFC870C}"/>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1C2EEFB8-CAC2-4D95-BE54-3A0177C1588A}"/>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C0C5F4F9-F8BB-4D37-96B7-F986B11F0868}"/>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8C2D8158-AF56-4558-95CA-0598473EC7EC}"/>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FFADD590-64E5-470E-8D39-4AC868CD7472}"/>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677B4F79-34D0-4943-B3E8-DE21A06D8AED}"/>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7FAD897E-2A7B-4F82-B513-E364E418D091}"/>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420E8D77-3667-45E2-9C49-6F5757E544C6}"/>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A5876482-B750-49D7-8EA9-AF739A2EE51D}"/>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14281E1A-022B-4E1C-916F-CB8ACC5DC325}"/>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886545C0-16E9-4D94-ACBF-6EE6FBF1B206}"/>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4930DDD6-ED46-457E-AA07-10E3B12619C0}"/>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838A0B88-F82B-4940-86BE-71968A0BF3E5}"/>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15B74B1C-0EC4-4727-BF2E-55D26B3B7A50}"/>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A2998978-8187-42E2-B53C-50958B70FD1E}"/>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CB052762-967A-4F25-A561-699DA1FC3E1A}"/>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945DA91A-85AF-4895-8C90-CB1178DAB901}"/>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92C00C0B-A9F2-4986-96C4-F9085E89F28A}"/>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1FE9FC64-8587-4F3F-88F8-4146E10AA504}"/>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15242041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4745ABF6-2E65-40B4-A463-18319B74C9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81B199BF-79B5-4232-835D-11226A9D4F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AC2A5523-EE9D-42EA-9ACD-D4125A9060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A1AEB6D1-724C-4775-AD19-DDA44CF455B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79D16837-9A9E-40C7-A930-669C6C9F1F2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58A799F7-277F-44B7-8DDE-DA820B59997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0029E8B3-3BD7-4012-BC73-4B7B1EAEB279}"/>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A60874D7-C615-4117-9EDF-C4F3C376C6C0}"/>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612A61E6-1FF7-4E64-BE24-F74A683F5EEA}"/>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D15FF54-B0C2-4E3F-8153-A5414AD04566}"/>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BD2A8EC3-06F3-44B3-9FED-C77675187B5E}"/>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96664401-BE7D-4550-B26F-4EFD7469804F}"/>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733DF8B4-6E3F-4D94-92E2-B163936A7068}"/>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CDA3864D-0578-44B2-92D2-48824D7049B5}"/>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AB1AF116-F543-478B-BEA9-762CAF6DC477}"/>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E3018EC9-7D86-4542-A6F3-553DB2353BC2}"/>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97690940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8A9982C3-FF92-47BA-8C4F-0767A0D4CC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26441F61-9A4D-4F56-B961-C5D244EBA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80C55898-BF62-41AA-B8F8-A9FC821322D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3BB6D8D9-8627-46E6-93F1-B182D10C2C7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7458EC8-0437-44A1-AED3-2ACFA0027AC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026F97FB-73B6-4BDD-835E-2E6DABC946A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34704F2E-E3A9-40B9-AA77-D6D7F054933D}"/>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9D746A8C-225D-425B-81B3-FA74DEC8999B}"/>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F9491E11-C049-4900-9A1E-A25FA66EE299}"/>
              </a:ext>
            </a:extLst>
          </p:cNvPr>
          <p:cNvPicPr>
            <a:picLocks xmlns:a="http://schemas.openxmlformats.org/drawingml/2006/main" noChangeAspect="1"/>
          </p:cNvPicPr>
          <p:nvPr/>
        </p:nvPicPr>
        <p:blipFill>
          <a:blip xmlns:r="http://schemas.openxmlformats.org/officeDocument/2006/relationships" xmlns:a="http://schemas.openxmlformats.org/drawingml/2006/main" r:embed="R615190474dc04f5f"/>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86A863D7-8828-4904-9B0C-18402CBA4D5E}"/>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5A7EE697-EFC2-48FC-93F5-38C7882CD330}"/>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210712218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FA051D4F-3C1C-4999-8E4E-20681108A5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1C7C3590-AFBC-4EC2-A0F0-EA0850C172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AE84BFC6-0DAB-41AB-AF24-F02A61D9F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F28E4E8-CCC3-460D-8059-EA833979DF0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331E6306-BC82-4055-83E9-9F3D826A609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98F9C983-AFC9-4CCE-B59D-7C705A5453C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2348943A-9CDF-46AE-877F-7A75D73C9862}"/>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48277CB-7CB4-494B-8C0A-94330B42AF5D}"/>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1359BB66-91AF-4496-A4E5-77A139A6AB88}"/>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8E7BE2B-2325-4038-8E5D-6D4CBCD4D2CA}"/>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8DBD8EEC-50ED-411D-B93F-2F661AB74B74}"/>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BBB858FA-C1D7-4A4E-8472-902B6AA76CB2}"/>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E1293447-EF20-449F-850A-4C9580C310A2}"/>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AA6B4BD0-5AF7-4D61-AB18-AB1DE88FA7D1}"/>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02737842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494509BE-EA2A-47E2-B2BF-13F02CFFA7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95084217-FF9F-4D72-9CF9-27D1BB7194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2A0D0AE2-6BE9-486A-9A91-4F1C7407D5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2455F07B-29F0-4E6C-B979-56F42E7FC7B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A3060A45-EDAB-4BA8-BFE1-747BDB4202F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336D43D9-BDBF-4273-AD6C-AF8B18C473B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9D96AD66-59ED-4D52-A304-7852D0B9ACB5}"/>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438D03BD-C0D0-4EE9-94A3-6C37C1FFF984}"/>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F9021F6D-5E67-49D7-B676-CC04B39E7539}"/>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EB230D5F-4677-4D48-99D2-836AB57B456E}"/>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101998156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모호한 작업 요청">
            <a:extLst xmlns:a="http://schemas.openxmlformats.org/drawingml/2006/main">
              <a:ext uri="{FF2B5EF4-FFF2-40B4-BE49-F238E27FC236}">
                <a16:creationId xmlns:a16="http://schemas.microsoft.com/office/drawing/2014/main" id="{40089D42-F2F3-4E02-AA02-B514BACE0E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6A5A4A9C-0F8D-4ACF-87AE-A6C6992F2F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62BC3433-FC3B-4511-938C-FBD3ADF18A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3C5BC306-716B-4D0D-95FB-02C6E9970A3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F8A3A373-C86D-4C93-B1BE-93D5FEF6EFE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65A12BBD-3DF1-406D-B73C-E0ED9ACC9F3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751F4AFD-2A45-4224-A8B8-B1897AA359F5}"/>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FB86A987-7D9B-4C04-BCBF-116AAD6C4241}"/>
              </a:ext>
            </a:extLst>
          </p:cNvPr>
          <p:cNvSpPr>
            <a:spLocks xmlns:a="http://schemas.openxmlformats.org/drawingml/2006/main" noGrp="1"/>
          </p:cNvSpPr>
          <p:nvPr/>
        </p:nvSpPr>
        <p:spPr>
          <a:xfrm xmlns:a="http://schemas.openxmlformats.org/drawingml/2006/main">
            <a:off x="609600" y="2952750"/>
            <a:ext cx="5391150" cy="1771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filter 성능 개선해줘.”">
            <a:extLst xmlns:a="http://schemas.openxmlformats.org/drawingml/2006/main">
              <a:ext uri="{FF2B5EF4-FFF2-40B4-BE49-F238E27FC236}">
                <a16:creationId xmlns:a16="http://schemas.microsoft.com/office/drawing/2014/main" id="{C3B5D7C9-9723-43F8-B83E-D5773A1E9FBF}"/>
              </a:ext>
            </a:extLst>
          </p:cNvPr>
          <p:cNvSpPr>
            <a:spLocks xmlns:a="http://schemas.openxmlformats.org/drawingml/2006/main" noGrp="1"/>
          </p:cNvSpPr>
          <p:nvPr/>
        </p:nvSpPr>
        <p:spPr>
          <a:xfrm xmlns:a="http://schemas.openxmlformats.org/drawingml/2006/main">
            <a:off x="838200" y="3238500"/>
            <a:ext cx="49339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“filter 성능 개선해줘.”</a:t>
            </a:r>
          </a:p>
        </p:txBody>
      </p:sp>
      <p:sp>
        <p:nvSpPr>
          <p:cNvPr id="10" name="무엇을 바꿀까?">
            <a:extLst xmlns:a="http://schemas.openxmlformats.org/drawingml/2006/main">
              <a:ext uri="{FF2B5EF4-FFF2-40B4-BE49-F238E27FC236}">
                <a16:creationId xmlns:a16="http://schemas.microsoft.com/office/drawing/2014/main" id="{07BC7395-35E1-4519-AF6B-98D903905D2C}"/>
              </a:ext>
            </a:extLst>
          </p:cNvPr>
          <p:cNvSpPr>
            <a:spLocks xmlns:a="http://schemas.openxmlformats.org/drawingml/2006/main" noGrp="1"/>
          </p:cNvSpPr>
          <p:nvPr/>
        </p:nvSpPr>
        <p:spPr>
          <a:xfrm xmlns:a="http://schemas.openxmlformats.org/drawingml/2006/main">
            <a:off x="6705600" y="28479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바꿀까?</a:t>
            </a:r>
          </a:p>
        </p:txBody>
      </p:sp>
      <p:sp>
        <p:nvSpPr>
          <p:cNvPr id="11" name="">
            <a:extLst xmlns:a="http://schemas.openxmlformats.org/drawingml/2006/main">
              <a:ext uri="{FF2B5EF4-FFF2-40B4-BE49-F238E27FC236}">
                <a16:creationId xmlns:a16="http://schemas.microsoft.com/office/drawing/2014/main" id="{DE30ACE8-C098-4868-A224-2709FD3C72FC}"/>
              </a:ext>
            </a:extLst>
          </p:cNvPr>
          <p:cNvSpPr>
            <a:spLocks xmlns:a="http://schemas.openxmlformats.org/drawingml/2006/main" noGrp="1"/>
          </p:cNvSpPr>
          <p:nvPr/>
        </p:nvSpPr>
        <p:spPr>
          <a:xfrm xmlns:a="http://schemas.openxmlformats.org/drawingml/2006/main">
            <a:off x="6705600" y="34671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무엇을 그대로 지킬까?">
            <a:extLst xmlns:a="http://schemas.openxmlformats.org/drawingml/2006/main">
              <a:ext uri="{FF2B5EF4-FFF2-40B4-BE49-F238E27FC236}">
                <a16:creationId xmlns:a16="http://schemas.microsoft.com/office/drawing/2014/main" id="{A313CD26-9CCA-4DD1-8C15-2E2A0CB5BD01}"/>
              </a:ext>
            </a:extLst>
          </p:cNvPr>
          <p:cNvSpPr>
            <a:spLocks xmlns:a="http://schemas.openxmlformats.org/drawingml/2006/main" noGrp="1"/>
          </p:cNvSpPr>
          <p:nvPr/>
        </p:nvSpPr>
        <p:spPr>
          <a:xfrm xmlns:a="http://schemas.openxmlformats.org/drawingml/2006/main">
            <a:off x="6705600" y="37623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그대로 지킬까?</a:t>
            </a:r>
          </a:p>
        </p:txBody>
      </p:sp>
      <p:sp>
        <p:nvSpPr>
          <p:cNvPr id="13" name="">
            <a:extLst xmlns:a="http://schemas.openxmlformats.org/drawingml/2006/main">
              <a:ext uri="{FF2B5EF4-FFF2-40B4-BE49-F238E27FC236}">
                <a16:creationId xmlns:a16="http://schemas.microsoft.com/office/drawing/2014/main" id="{FC2E8C07-6D7F-428B-A2E3-D826DCC7F325}"/>
              </a:ext>
            </a:extLst>
          </p:cNvPr>
          <p:cNvSpPr>
            <a:spLocks xmlns:a="http://schemas.openxmlformats.org/drawingml/2006/main" noGrp="1"/>
          </p:cNvSpPr>
          <p:nvPr/>
        </p:nvSpPr>
        <p:spPr>
          <a:xfrm xmlns:a="http://schemas.openxmlformats.org/drawingml/2006/main">
            <a:off x="6705600" y="43815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을 보면 끝났다고 할까?">
            <a:extLst xmlns:a="http://schemas.openxmlformats.org/drawingml/2006/main">
              <a:ext uri="{FF2B5EF4-FFF2-40B4-BE49-F238E27FC236}">
                <a16:creationId xmlns:a16="http://schemas.microsoft.com/office/drawing/2014/main" id="{B417EA4D-D702-4B4D-9AB6-72366BDCED7C}"/>
              </a:ext>
            </a:extLst>
          </p:cNvPr>
          <p:cNvSpPr>
            <a:spLocks xmlns:a="http://schemas.openxmlformats.org/drawingml/2006/main" noGrp="1"/>
          </p:cNvSpPr>
          <p:nvPr/>
        </p:nvSpPr>
        <p:spPr>
          <a:xfrm xmlns:a="http://schemas.openxmlformats.org/drawingml/2006/main">
            <a:off x="6705600" y="46767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보면 끝났다고 할까?</a:t>
            </a:r>
          </a:p>
        </p:txBody>
      </p:sp>
      <p:sp>
        <p:nvSpPr>
          <p:cNvPr id="15" name="">
            <a:extLst xmlns:a="http://schemas.openxmlformats.org/drawingml/2006/main">
              <a:ext uri="{FF2B5EF4-FFF2-40B4-BE49-F238E27FC236}">
                <a16:creationId xmlns:a16="http://schemas.microsoft.com/office/drawing/2014/main" id="{B13EF361-4D4D-42AB-8CD3-AB35AB928CF8}"/>
              </a:ext>
            </a:extLst>
          </p:cNvPr>
          <p:cNvSpPr>
            <a:spLocks xmlns:a="http://schemas.openxmlformats.org/drawingml/2006/main" noGrp="1"/>
          </p:cNvSpPr>
          <p:nvPr/>
        </p:nvSpPr>
        <p:spPr>
          <a:xfrm xmlns:a="http://schemas.openxmlformats.org/drawingml/2006/main">
            <a:off x="6705600" y="52959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106770034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요청에 남아 있는 결정">
            <a:extLst xmlns:a="http://schemas.openxmlformats.org/drawingml/2006/main">
              <a:ext uri="{FF2B5EF4-FFF2-40B4-BE49-F238E27FC236}">
                <a16:creationId xmlns:a16="http://schemas.microsoft.com/office/drawing/2014/main" id="{4A0CFE2C-5F2E-458C-A016-6AACE947A1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남아 있는 결정</a:t>
            </a:r>
          </a:p>
        </p:txBody>
      </p:sp>
      <p:sp>
        <p:nvSpPr>
          <p:cNvPr id="2" name="S11">
            <a:extLst xmlns:a="http://schemas.openxmlformats.org/drawingml/2006/main">
              <a:ext uri="{FF2B5EF4-FFF2-40B4-BE49-F238E27FC236}">
                <a16:creationId xmlns:a16="http://schemas.microsoft.com/office/drawing/2014/main" id="{6AA58A4D-32E1-47B6-B79E-1B85BFD847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592D8389-3DDC-4255-BA1C-5EADA1DF21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244EA3C1-C48F-4EA4-A5B7-A6C9D24FDEE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C33F60DE-427A-4D01-A0EE-A55AC6067EC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A0410C6A-4940-41A7-BB08-8A240B076B4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EA30E458-9858-48B9-B2CD-5C187EDD41A0}"/>
              </a:ext>
            </a:extLst>
          </p:cNvPr>
          <p:cNvSpPr>
            <a:spLocks xmlns:a="http://schemas.openxmlformats.org/drawingml/2006/main" noGrp="1"/>
          </p:cNvSpPr>
          <p:nvPr/>
        </p:nvSpPr>
        <p:spPr>
          <a:xfrm xmlns:a="http://schemas.openxmlformats.org/drawingml/2006/main">
            <a:off x="609600" y="21717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212B"/>
                </a:solidFill>
                <a:latin typeface="Malgun Gothic"/>
                <a:ea typeface="Malgun Gothic"/>
                <a:cs typeface="Malgun Gothic"/>
              </a:defRPr>
            </a:defPPr>
            <a:lvl1pPr algn="l">
              <a:defRPr sz="3750" b="1">
                <a:solidFill>
                  <a:srgbClr val="17212B"/>
                </a:solidFill>
                <a:latin typeface="Malgun Gothic"/>
                <a:ea typeface="Malgun Gothic"/>
                <a:cs typeface="Malgun Gothic"/>
              </a:defRPr>
            </a:lvl1pPr>
            <a:lvl2pPr algn="l">
              <a:defRPr sz="3750" b="1">
                <a:solidFill>
                  <a:srgbClr val="17212B"/>
                </a:solidFill>
                <a:latin typeface="Malgun Gothic"/>
                <a:ea typeface="Malgun Gothic"/>
                <a:cs typeface="Malgun Gothic"/>
              </a:defRPr>
            </a:lvl2pPr>
            <a:lvl3pPr algn="l">
              <a:defRPr sz="3750" b="1">
                <a:solidFill>
                  <a:srgbClr val="17212B"/>
                </a:solidFill>
                <a:latin typeface="Malgun Gothic"/>
                <a:ea typeface="Malgun Gothic"/>
                <a:cs typeface="Malgun Gothic"/>
              </a:defRPr>
            </a:lvl3pPr>
            <a:lvl4pPr algn="l">
              <a:defRPr sz="3750" b="1">
                <a:solidFill>
                  <a:srgbClr val="17212B"/>
                </a:solidFill>
                <a:latin typeface="Malgun Gothic"/>
                <a:ea typeface="Malgun Gothic"/>
                <a:cs typeface="Malgun Gothic"/>
              </a:defRPr>
            </a:lvl4pPr>
            <a:lvl5pPr algn="l">
              <a:defRPr sz="3750" b="1">
                <a:solidFill>
                  <a:srgbClr val="17212B"/>
                </a:solidFill>
                <a:latin typeface="Malgun Gothic"/>
                <a:ea typeface="Malgun Gothic"/>
                <a:cs typeface="Malgun Gothic"/>
              </a:defRPr>
            </a:lvl5pPr>
            <a:lvl6pPr algn="l">
              <a:defRPr sz="3750" b="1">
                <a:solidFill>
                  <a:srgbClr val="17212B"/>
                </a:solidFill>
                <a:latin typeface="Malgun Gothic"/>
                <a:ea typeface="Malgun Gothic"/>
                <a:cs typeface="Malgun Gothic"/>
              </a:defRPr>
            </a:lvl6pPr>
            <a:lvl7pPr algn="l">
              <a:defRPr sz="3750" b="1">
                <a:solidFill>
                  <a:srgbClr val="17212B"/>
                </a:solidFill>
                <a:latin typeface="Malgun Gothic"/>
                <a:ea typeface="Malgun Gothic"/>
                <a:cs typeface="Malgun Gothic"/>
              </a:defRPr>
            </a:lvl7pPr>
            <a:lvl8pPr algn="l">
              <a:defRPr sz="3750" b="1">
                <a:solidFill>
                  <a:srgbClr val="17212B"/>
                </a:solidFill>
                <a:latin typeface="Malgun Gothic"/>
                <a:ea typeface="Malgun Gothic"/>
                <a:cs typeface="Malgun Gothic"/>
              </a:defRPr>
            </a:lvl8pPr>
            <a:lvl9pPr algn="l">
              <a:defRPr sz="3750" b="1">
                <a:solidFill>
                  <a:srgbClr val="17212B"/>
                </a:solidFill>
                <a:latin typeface="Malgun Gothic"/>
                <a:ea typeface="Malgun Gothic"/>
                <a:cs typeface="Malgun Gothic"/>
              </a:defRPr>
            </a:lvl9pPr>
          </a:lstStyle>
          <a:p xmlns:a="http://schemas.openxmlformats.org/drawingml/2006/main">
            <a:pPr algn="l">
              <a:defRPr sz="3750" b="1">
                <a:solidFill>
                  <a:srgbClr val="17212B"/>
                </a:solidFill>
                <a:latin typeface="Malgun Gothic"/>
                <a:ea typeface="Malgun Gothic"/>
                <a:cs typeface="Malgun Gothic"/>
              </a:defRPr>
            </a:pPr>
            <a:r>
              <a:rPr sz="3750" b="1">
                <a:solidFill>
                  <a:srgbClr val="17212B"/>
                </a:solidFill>
                <a:latin typeface="Malgun Gothic"/>
                <a:ea typeface="Malgun Gothic"/>
                <a:cs typeface="Malgun Gothic"/>
              </a:rPr>
              <a:t>“crop test 고쳐줘”</a:t>
            </a:r>
          </a:p>
        </p:txBody>
      </p:sp>
      <p:sp>
        <p:nvSpPr>
          <p:cNvPr id="8" name="테스트를 바꿀까?">
            <a:extLst xmlns:a="http://schemas.openxmlformats.org/drawingml/2006/main">
              <a:ext uri="{FF2B5EF4-FFF2-40B4-BE49-F238E27FC236}">
                <a16:creationId xmlns:a16="http://schemas.microsoft.com/office/drawing/2014/main" id="{8F1CE1EA-8EA8-401D-BF9B-DD7E8D77F2E6}"/>
              </a:ext>
            </a:extLst>
          </p:cNvPr>
          <p:cNvSpPr>
            <a:spLocks xmlns:a="http://schemas.openxmlformats.org/drawingml/2006/main" noGrp="1"/>
          </p:cNvSpPr>
          <p:nvPr/>
        </p:nvSpPr>
        <p:spPr>
          <a:xfrm xmlns:a="http://schemas.openxmlformats.org/drawingml/2006/main">
            <a:off x="609600" y="3276600"/>
            <a:ext cx="5200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테스트를 바꿀까?</a:t>
            </a:r>
          </a:p>
        </p:txBody>
      </p:sp>
      <p:sp>
        <p:nvSpPr>
          <p:cNvPr id="9" name="구현을 바꿀까?">
            <a:extLst xmlns:a="http://schemas.openxmlformats.org/drawingml/2006/main">
              <a:ext uri="{FF2B5EF4-FFF2-40B4-BE49-F238E27FC236}">
                <a16:creationId xmlns:a16="http://schemas.microsoft.com/office/drawing/2014/main" id="{DEE82DB1-6C9E-4160-A295-21066CF1566B}"/>
              </a:ext>
            </a:extLst>
          </p:cNvPr>
          <p:cNvSpPr>
            <a:spLocks xmlns:a="http://schemas.openxmlformats.org/drawingml/2006/main" noGrp="1"/>
          </p:cNvSpPr>
          <p:nvPr/>
        </p:nvSpPr>
        <p:spPr>
          <a:xfrm xmlns:a="http://schemas.openxmlformats.org/drawingml/2006/main">
            <a:off x="6705600" y="3276600"/>
            <a:ext cx="4876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구현을 바꿀까?</a:t>
            </a:r>
          </a:p>
        </p:txBody>
      </p:sp>
      <p:sp>
        <p:nvSpPr>
          <p:cNvPr id="10" name="">
            <a:extLst xmlns:a="http://schemas.openxmlformats.org/drawingml/2006/main">
              <a:ext uri="{FF2B5EF4-FFF2-40B4-BE49-F238E27FC236}">
                <a16:creationId xmlns:a16="http://schemas.microsoft.com/office/drawing/2014/main" id="{BB368421-8821-4BAE-AC9B-18D4CE26E76E}"/>
              </a:ext>
            </a:extLst>
          </p:cNvPr>
          <p:cNvSpPr>
            <a:spLocks xmlns:a="http://schemas.openxmlformats.org/drawingml/2006/main" noGrp="1"/>
          </p:cNvSpPr>
          <p:nvPr/>
        </p:nvSpPr>
        <p:spPr>
          <a:xfrm xmlns:a="http://schemas.openxmlformats.org/drawingml/2006/main">
            <a:off x="609600" y="4229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아직 정해지지 않은 정보">
            <a:extLst xmlns:a="http://schemas.openxmlformats.org/drawingml/2006/main">
              <a:ext uri="{FF2B5EF4-FFF2-40B4-BE49-F238E27FC236}">
                <a16:creationId xmlns:a16="http://schemas.microsoft.com/office/drawing/2014/main" id="{9430C9BA-4825-472A-BFBC-4A91D09EFBBE}"/>
              </a:ext>
            </a:extLst>
          </p:cNvPr>
          <p:cNvSpPr>
            <a:spLocks xmlns:a="http://schemas.openxmlformats.org/drawingml/2006/main" noGrp="1"/>
          </p:cNvSpPr>
          <p:nvPr/>
        </p:nvSpPr>
        <p:spPr>
          <a:xfrm xmlns:a="http://schemas.openxmlformats.org/drawingml/2006/main">
            <a:off x="609600" y="4552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정해지지 않은 정보</a:t>
            </a:r>
          </a:p>
        </p:txBody>
      </p:sp>
      <p:sp>
        <p:nvSpPr>
          <p:cNvPr id="12" name="목표의 세부 ?">
            <a:extLst xmlns:a="http://schemas.openxmlformats.org/drawingml/2006/main">
              <a:ext uri="{FF2B5EF4-FFF2-40B4-BE49-F238E27FC236}">
                <a16:creationId xmlns:a16="http://schemas.microsoft.com/office/drawing/2014/main" id="{1698A49D-1902-49BA-BC5B-493DC019D460}"/>
              </a:ext>
            </a:extLst>
          </p:cNvPr>
          <p:cNvSpPr>
            <a:spLocks xmlns:a="http://schemas.openxmlformats.org/drawingml/2006/main" noGrp="1"/>
          </p:cNvSpPr>
          <p:nvPr/>
        </p:nvSpPr>
        <p:spPr>
          <a:xfrm xmlns:a="http://schemas.openxmlformats.org/drawingml/2006/main">
            <a:off x="6096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목표의 세부 ?</a:t>
            </a:r>
          </a:p>
        </p:txBody>
      </p:sp>
      <p:sp>
        <p:nvSpPr>
          <p:cNvPr id="13" name="보존 조건 ?">
            <a:extLst xmlns:a="http://schemas.openxmlformats.org/drawingml/2006/main">
              <a:ext uri="{FF2B5EF4-FFF2-40B4-BE49-F238E27FC236}">
                <a16:creationId xmlns:a16="http://schemas.microsoft.com/office/drawing/2014/main" id="{9CA0A3CA-D26B-49CA-BE67-807CC7B603D3}"/>
              </a:ext>
            </a:extLst>
          </p:cNvPr>
          <p:cNvSpPr>
            <a:spLocks xmlns:a="http://schemas.openxmlformats.org/drawingml/2006/main" noGrp="1"/>
          </p:cNvSpPr>
          <p:nvPr/>
        </p:nvSpPr>
        <p:spPr>
          <a:xfrm xmlns:a="http://schemas.openxmlformats.org/drawingml/2006/main">
            <a:off x="283845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보존 조건 ?</a:t>
            </a:r>
          </a:p>
        </p:txBody>
      </p:sp>
      <p:sp>
        <p:nvSpPr>
          <p:cNvPr id="14" name="수정 범위 ?">
            <a:extLst xmlns:a="http://schemas.openxmlformats.org/drawingml/2006/main">
              <a:ext uri="{FF2B5EF4-FFF2-40B4-BE49-F238E27FC236}">
                <a16:creationId xmlns:a16="http://schemas.microsoft.com/office/drawing/2014/main" id="{D171F442-E61C-4F82-99E8-98CA7C2213BC}"/>
              </a:ext>
            </a:extLst>
          </p:cNvPr>
          <p:cNvSpPr>
            <a:spLocks xmlns:a="http://schemas.openxmlformats.org/drawingml/2006/main" noGrp="1"/>
          </p:cNvSpPr>
          <p:nvPr/>
        </p:nvSpPr>
        <p:spPr>
          <a:xfrm xmlns:a="http://schemas.openxmlformats.org/drawingml/2006/main">
            <a:off x="50673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수정 범위 ?</a:t>
            </a:r>
          </a:p>
        </p:txBody>
      </p:sp>
      <p:sp>
        <p:nvSpPr>
          <p:cNvPr id="15" name="확인 근거 ?">
            <a:extLst xmlns:a="http://schemas.openxmlformats.org/drawingml/2006/main">
              <a:ext uri="{FF2B5EF4-FFF2-40B4-BE49-F238E27FC236}">
                <a16:creationId xmlns:a16="http://schemas.microsoft.com/office/drawing/2014/main" id="{4FBF759A-3FE3-4A32-8A01-FEB9BBEAF150}"/>
              </a:ext>
            </a:extLst>
          </p:cNvPr>
          <p:cNvSpPr>
            <a:spLocks xmlns:a="http://schemas.openxmlformats.org/drawingml/2006/main" noGrp="1"/>
          </p:cNvSpPr>
          <p:nvPr/>
        </p:nvSpPr>
        <p:spPr>
          <a:xfrm xmlns:a="http://schemas.openxmlformats.org/drawingml/2006/main">
            <a:off x="729615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확인 근거 ?</a:t>
            </a:r>
          </a:p>
        </p:txBody>
      </p:sp>
      <p:sp>
        <p:nvSpPr>
          <p:cNvPr id="16" name="완료 조건 ?">
            <a:extLst xmlns:a="http://schemas.openxmlformats.org/drawingml/2006/main">
              <a:ext uri="{FF2B5EF4-FFF2-40B4-BE49-F238E27FC236}">
                <a16:creationId xmlns:a16="http://schemas.microsoft.com/office/drawing/2014/main" id="{30C66952-96C0-47D5-999E-0EE293274183}"/>
              </a:ext>
            </a:extLst>
          </p:cNvPr>
          <p:cNvSpPr>
            <a:spLocks xmlns:a="http://schemas.openxmlformats.org/drawingml/2006/main" noGrp="1"/>
          </p:cNvSpPr>
          <p:nvPr/>
        </p:nvSpPr>
        <p:spPr>
          <a:xfrm xmlns:a="http://schemas.openxmlformats.org/drawingml/2006/main">
            <a:off x="95250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완료 조건 ?</a:t>
            </a:r>
          </a:p>
        </p:txBody>
      </p:sp>
    </p:spTree>
    <p:extLst>
      <p:ext uri="{BB962C8B-B14F-4D97-AF65-F5344CB8AC3E}">
        <p14:creationId xmlns:p14="http://schemas.microsoft.com/office/powerpoint/2010/main" val="11696333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요청을 보내기 전의 질문">
            <a:extLst xmlns:a="http://schemas.openxmlformats.org/drawingml/2006/main">
              <a:ext uri="{FF2B5EF4-FFF2-40B4-BE49-F238E27FC236}">
                <a16:creationId xmlns:a16="http://schemas.microsoft.com/office/drawing/2014/main" id="{DA52FB31-EEFB-4AA9-9B9D-4E1CC29C8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64594921-A0CA-4171-866B-041C3CC065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B64F847E-8A2D-4D5E-962A-BD547D8055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869E2591-45AF-4AFF-B4A9-936A78A61E3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C60AFFC7-7FB2-443C-8068-28F9BC4C375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2AF2AE20-EC5E-43AD-BE42-4E4A816E260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01">
            <a:extLst xmlns:a="http://schemas.openxmlformats.org/drawingml/2006/main">
              <a:ext uri="{FF2B5EF4-FFF2-40B4-BE49-F238E27FC236}">
                <a16:creationId xmlns:a16="http://schemas.microsoft.com/office/drawing/2014/main" id="{1ADAEE3C-9C45-4333-B230-9609D124F997}"/>
              </a:ext>
            </a:extLst>
          </p:cNvPr>
          <p:cNvSpPr>
            <a:spLocks xmlns:a="http://schemas.openxmlformats.org/drawingml/2006/main" noGrp="1"/>
          </p:cNvSpPr>
          <p:nvPr/>
        </p:nvSpPr>
        <p:spPr>
          <a:xfrm xmlns:a="http://schemas.openxmlformats.org/drawingml/2006/main">
            <a:off x="609600" y="213360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8" name="무엇을 바꿀까?">
            <a:extLst xmlns:a="http://schemas.openxmlformats.org/drawingml/2006/main">
              <a:ext uri="{FF2B5EF4-FFF2-40B4-BE49-F238E27FC236}">
                <a16:creationId xmlns:a16="http://schemas.microsoft.com/office/drawing/2014/main" id="{4D61553F-F2D6-478A-9D5A-CC017A4E4684}"/>
              </a:ext>
            </a:extLst>
          </p:cNvPr>
          <p:cNvSpPr>
            <a:spLocks xmlns:a="http://schemas.openxmlformats.org/drawingml/2006/main" noGrp="1"/>
          </p:cNvSpPr>
          <p:nvPr/>
        </p:nvSpPr>
        <p:spPr>
          <a:xfrm xmlns:a="http://schemas.openxmlformats.org/drawingml/2006/main">
            <a:off x="1619250" y="213360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무엇을 바꿀까?</a:t>
            </a:r>
          </a:p>
        </p:txBody>
      </p:sp>
      <p:sp>
        <p:nvSpPr>
          <p:cNvPr id="9" name="">
            <a:extLst xmlns:a="http://schemas.openxmlformats.org/drawingml/2006/main">
              <a:ext uri="{FF2B5EF4-FFF2-40B4-BE49-F238E27FC236}">
                <a16:creationId xmlns:a16="http://schemas.microsoft.com/office/drawing/2014/main" id="{057AB3D4-C921-45EF-BF0C-F46459CAA1D6}"/>
              </a:ext>
            </a:extLst>
          </p:cNvPr>
          <p:cNvSpPr>
            <a:spLocks xmlns:a="http://schemas.openxmlformats.org/drawingml/2006/main" noGrp="1"/>
          </p:cNvSpPr>
          <p:nvPr/>
        </p:nvSpPr>
        <p:spPr>
          <a:xfrm xmlns:a="http://schemas.openxmlformats.org/drawingml/2006/main">
            <a:off x="1619250" y="2676525"/>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02">
            <a:extLst xmlns:a="http://schemas.openxmlformats.org/drawingml/2006/main">
              <a:ext uri="{FF2B5EF4-FFF2-40B4-BE49-F238E27FC236}">
                <a16:creationId xmlns:a16="http://schemas.microsoft.com/office/drawing/2014/main" id="{26236631-0F0C-48F1-AEC3-1941E495BDF0}"/>
              </a:ext>
            </a:extLst>
          </p:cNvPr>
          <p:cNvSpPr>
            <a:spLocks xmlns:a="http://schemas.openxmlformats.org/drawingml/2006/main" noGrp="1"/>
          </p:cNvSpPr>
          <p:nvPr/>
        </p:nvSpPr>
        <p:spPr>
          <a:xfrm xmlns:a="http://schemas.openxmlformats.org/drawingml/2006/main">
            <a:off x="609600" y="2809875"/>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1" name="무엇을 유지할까?">
            <a:extLst xmlns:a="http://schemas.openxmlformats.org/drawingml/2006/main">
              <a:ext uri="{FF2B5EF4-FFF2-40B4-BE49-F238E27FC236}">
                <a16:creationId xmlns:a16="http://schemas.microsoft.com/office/drawing/2014/main" id="{AC9228F4-67D2-45D4-B765-4D1BD0330F31}"/>
              </a:ext>
            </a:extLst>
          </p:cNvPr>
          <p:cNvSpPr>
            <a:spLocks xmlns:a="http://schemas.openxmlformats.org/drawingml/2006/main" noGrp="1"/>
          </p:cNvSpPr>
          <p:nvPr/>
        </p:nvSpPr>
        <p:spPr>
          <a:xfrm xmlns:a="http://schemas.openxmlformats.org/drawingml/2006/main">
            <a:off x="1619250" y="2809875"/>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무엇을 유지할까?</a:t>
            </a:r>
          </a:p>
        </p:txBody>
      </p:sp>
      <p:sp>
        <p:nvSpPr>
          <p:cNvPr id="12" name="">
            <a:extLst xmlns:a="http://schemas.openxmlformats.org/drawingml/2006/main">
              <a:ext uri="{FF2B5EF4-FFF2-40B4-BE49-F238E27FC236}">
                <a16:creationId xmlns:a16="http://schemas.microsoft.com/office/drawing/2014/main" id="{68A160A4-F3AC-4795-9A9B-D21994B67CB5}"/>
              </a:ext>
            </a:extLst>
          </p:cNvPr>
          <p:cNvSpPr>
            <a:spLocks xmlns:a="http://schemas.openxmlformats.org/drawingml/2006/main" noGrp="1"/>
          </p:cNvSpPr>
          <p:nvPr/>
        </p:nvSpPr>
        <p:spPr>
          <a:xfrm xmlns:a="http://schemas.openxmlformats.org/drawingml/2006/main">
            <a:off x="1619250" y="3352800"/>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3">
            <a:extLst xmlns:a="http://schemas.openxmlformats.org/drawingml/2006/main">
              <a:ext uri="{FF2B5EF4-FFF2-40B4-BE49-F238E27FC236}">
                <a16:creationId xmlns:a16="http://schemas.microsoft.com/office/drawing/2014/main" id="{F3F4FDE7-2444-4A37-8678-E160677C0AAA}"/>
              </a:ext>
            </a:extLst>
          </p:cNvPr>
          <p:cNvSpPr>
            <a:spLocks xmlns:a="http://schemas.openxmlformats.org/drawingml/2006/main" noGrp="1"/>
          </p:cNvSpPr>
          <p:nvPr/>
        </p:nvSpPr>
        <p:spPr>
          <a:xfrm xmlns:a="http://schemas.openxmlformats.org/drawingml/2006/main">
            <a:off x="609600" y="348615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4" name="어디까지 바꿔도 될까?">
            <a:extLst xmlns:a="http://schemas.openxmlformats.org/drawingml/2006/main">
              <a:ext uri="{FF2B5EF4-FFF2-40B4-BE49-F238E27FC236}">
                <a16:creationId xmlns:a16="http://schemas.microsoft.com/office/drawing/2014/main" id="{1BFA131B-A7C6-4D9C-A83A-AA1AA708E5C3}"/>
              </a:ext>
            </a:extLst>
          </p:cNvPr>
          <p:cNvSpPr>
            <a:spLocks xmlns:a="http://schemas.openxmlformats.org/drawingml/2006/main" noGrp="1"/>
          </p:cNvSpPr>
          <p:nvPr/>
        </p:nvSpPr>
        <p:spPr>
          <a:xfrm xmlns:a="http://schemas.openxmlformats.org/drawingml/2006/main">
            <a:off x="1619250" y="348615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어디까지 바꿔도 될까?</a:t>
            </a:r>
          </a:p>
        </p:txBody>
      </p:sp>
      <p:sp>
        <p:nvSpPr>
          <p:cNvPr id="15" name="">
            <a:extLst xmlns:a="http://schemas.openxmlformats.org/drawingml/2006/main">
              <a:ext uri="{FF2B5EF4-FFF2-40B4-BE49-F238E27FC236}">
                <a16:creationId xmlns:a16="http://schemas.microsoft.com/office/drawing/2014/main" id="{8DFFC0C4-D0A8-4306-B912-C7C6B6ED7720}"/>
              </a:ext>
            </a:extLst>
          </p:cNvPr>
          <p:cNvSpPr>
            <a:spLocks xmlns:a="http://schemas.openxmlformats.org/drawingml/2006/main" noGrp="1"/>
          </p:cNvSpPr>
          <p:nvPr/>
        </p:nvSpPr>
        <p:spPr>
          <a:xfrm xmlns:a="http://schemas.openxmlformats.org/drawingml/2006/main">
            <a:off x="1619250" y="4029075"/>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4">
            <a:extLst xmlns:a="http://schemas.openxmlformats.org/drawingml/2006/main">
              <a:ext uri="{FF2B5EF4-FFF2-40B4-BE49-F238E27FC236}">
                <a16:creationId xmlns:a16="http://schemas.microsoft.com/office/drawing/2014/main" id="{0A5FE46F-4784-4AC4-A8F7-F947EC1014F6}"/>
              </a:ext>
            </a:extLst>
          </p:cNvPr>
          <p:cNvSpPr>
            <a:spLocks xmlns:a="http://schemas.openxmlformats.org/drawingml/2006/main" noGrp="1"/>
          </p:cNvSpPr>
          <p:nvPr/>
        </p:nvSpPr>
        <p:spPr>
          <a:xfrm xmlns:a="http://schemas.openxmlformats.org/drawingml/2006/main">
            <a:off x="609600" y="4162425"/>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17" name="무슨 근거로 확인할까?">
            <a:extLst xmlns:a="http://schemas.openxmlformats.org/drawingml/2006/main">
              <a:ext uri="{FF2B5EF4-FFF2-40B4-BE49-F238E27FC236}">
                <a16:creationId xmlns:a16="http://schemas.microsoft.com/office/drawing/2014/main" id="{B3EE50C3-38C2-4418-9F3D-B452A5B53842}"/>
              </a:ext>
            </a:extLst>
          </p:cNvPr>
          <p:cNvSpPr>
            <a:spLocks xmlns:a="http://schemas.openxmlformats.org/drawingml/2006/main" noGrp="1"/>
          </p:cNvSpPr>
          <p:nvPr/>
        </p:nvSpPr>
        <p:spPr>
          <a:xfrm xmlns:a="http://schemas.openxmlformats.org/drawingml/2006/main">
            <a:off x="1619250" y="4162425"/>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무슨 근거로 확인할까?</a:t>
            </a:r>
          </a:p>
        </p:txBody>
      </p:sp>
      <p:sp>
        <p:nvSpPr>
          <p:cNvPr id="18" name="">
            <a:extLst xmlns:a="http://schemas.openxmlformats.org/drawingml/2006/main">
              <a:ext uri="{FF2B5EF4-FFF2-40B4-BE49-F238E27FC236}">
                <a16:creationId xmlns:a16="http://schemas.microsoft.com/office/drawing/2014/main" id="{DE2C6C90-76A6-4F1B-A89B-0EB91502BFB9}"/>
              </a:ext>
            </a:extLst>
          </p:cNvPr>
          <p:cNvSpPr>
            <a:spLocks xmlns:a="http://schemas.openxmlformats.org/drawingml/2006/main" noGrp="1"/>
          </p:cNvSpPr>
          <p:nvPr/>
        </p:nvSpPr>
        <p:spPr>
          <a:xfrm xmlns:a="http://schemas.openxmlformats.org/drawingml/2006/main">
            <a:off x="1619250" y="4705350"/>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5">
            <a:extLst xmlns:a="http://schemas.openxmlformats.org/drawingml/2006/main">
              <a:ext uri="{FF2B5EF4-FFF2-40B4-BE49-F238E27FC236}">
                <a16:creationId xmlns:a16="http://schemas.microsoft.com/office/drawing/2014/main" id="{1C96C228-40E0-4CE2-862A-E34D54D9A206}"/>
              </a:ext>
            </a:extLst>
          </p:cNvPr>
          <p:cNvSpPr>
            <a:spLocks xmlns:a="http://schemas.openxmlformats.org/drawingml/2006/main" noGrp="1"/>
          </p:cNvSpPr>
          <p:nvPr/>
        </p:nvSpPr>
        <p:spPr>
          <a:xfrm xmlns:a="http://schemas.openxmlformats.org/drawingml/2006/main">
            <a:off x="609600" y="483870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05</a:t>
            </a:r>
          </a:p>
        </p:txBody>
      </p:sp>
      <p:sp>
        <p:nvSpPr>
          <p:cNvPr id="20" name="언제 완료라고 할까?">
            <a:extLst xmlns:a="http://schemas.openxmlformats.org/drawingml/2006/main">
              <a:ext uri="{FF2B5EF4-FFF2-40B4-BE49-F238E27FC236}">
                <a16:creationId xmlns:a16="http://schemas.microsoft.com/office/drawing/2014/main" id="{14B7A577-F3A3-4076-885D-94E36AD884B0}"/>
              </a:ext>
            </a:extLst>
          </p:cNvPr>
          <p:cNvSpPr>
            <a:spLocks xmlns:a="http://schemas.openxmlformats.org/drawingml/2006/main" noGrp="1"/>
          </p:cNvSpPr>
          <p:nvPr/>
        </p:nvSpPr>
        <p:spPr>
          <a:xfrm xmlns:a="http://schemas.openxmlformats.org/drawingml/2006/main">
            <a:off x="1619250" y="483870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언제 완료라고 할까?</a:t>
            </a:r>
          </a:p>
        </p:txBody>
      </p:sp>
    </p:spTree>
    <p:extLst>
      <p:ext uri="{BB962C8B-B14F-4D97-AF65-F5344CB8AC3E}">
        <p14:creationId xmlns:p14="http://schemas.microsoft.com/office/powerpoint/2010/main" val="209912640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작업을 구체화하는 틀">
            <a:extLst xmlns:a="http://schemas.openxmlformats.org/drawingml/2006/main">
              <a:ext uri="{FF2B5EF4-FFF2-40B4-BE49-F238E27FC236}">
                <a16:creationId xmlns:a16="http://schemas.microsoft.com/office/drawing/2014/main" id="{02C5B1BA-D67A-4301-BABA-FED0A82CC7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03300E3D-014A-43A0-ACA3-2235AAB0A8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E316F53D-7508-499F-84A6-2AC85BC358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0478EA5B-6C94-4A05-A784-88E02F882B6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048ABF4C-6B3B-4E8C-A6F0-6BC4AAB16E6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6E0DC03C-FBDA-4A43-802C-C1453BD1262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
            <a:extLst xmlns:a="http://schemas.openxmlformats.org/drawingml/2006/main">
              <a:ext uri="{FF2B5EF4-FFF2-40B4-BE49-F238E27FC236}">
                <a16:creationId xmlns:a16="http://schemas.microsoft.com/office/drawing/2014/main" id="{59BD2AB2-9D25-4E41-9FA8-364060FC071A}"/>
              </a:ext>
            </a:extLst>
          </p:cNvPr>
          <p:cNvSpPr>
            <a:spLocks xmlns:a="http://schemas.openxmlformats.org/drawingml/2006/main" noGrp="1"/>
          </p:cNvSpPr>
          <p:nvPr/>
        </p:nvSpPr>
        <p:spPr>
          <a:xfrm xmlns:a="http://schemas.openxmlformats.org/drawingml/2006/main">
            <a:off x="609600" y="2152650"/>
            <a:ext cx="10972800" cy="3371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F0771D07-2CF3-47D5-BA9D-2278421383D1}"/>
              </a:ext>
            </a:extLst>
          </p:cNvPr>
          <p:cNvSpPr>
            <a:spLocks xmlns:a="http://schemas.openxmlformats.org/drawingml/2006/main" noGrp="1"/>
          </p:cNvSpPr>
          <p:nvPr/>
        </p:nvSpPr>
        <p:spPr>
          <a:xfrm xmlns:a="http://schemas.openxmlformats.org/drawingml/2006/main">
            <a:off x="838200" y="230505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a:t>
            </a:r>
          </a:p>
        </p:txBody>
      </p:sp>
      <p:sp>
        <p:nvSpPr>
          <p:cNvPr id="9" name="Goal">
            <a:extLst xmlns:a="http://schemas.openxmlformats.org/drawingml/2006/main">
              <a:ext uri="{FF2B5EF4-FFF2-40B4-BE49-F238E27FC236}">
                <a16:creationId xmlns:a16="http://schemas.microsoft.com/office/drawing/2014/main" id="{61EA3DCB-FE66-454C-9017-76AC189B68E4}"/>
              </a:ext>
            </a:extLst>
          </p:cNvPr>
          <p:cNvSpPr>
            <a:spLocks xmlns:a="http://schemas.openxmlformats.org/drawingml/2006/main" noGrp="1"/>
          </p:cNvSpPr>
          <p:nvPr/>
        </p:nvSpPr>
        <p:spPr>
          <a:xfrm xmlns:a="http://schemas.openxmlformats.org/drawingml/2006/main">
            <a:off x="2409825" y="230505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Goal</a:t>
            </a:r>
          </a:p>
        </p:txBody>
      </p:sp>
      <p:sp>
        <p:nvSpPr>
          <p:cNvPr id="10" name="어떤 결과를 바꿀까?">
            <a:extLst xmlns:a="http://schemas.openxmlformats.org/drawingml/2006/main">
              <a:ext uri="{FF2B5EF4-FFF2-40B4-BE49-F238E27FC236}">
                <a16:creationId xmlns:a16="http://schemas.microsoft.com/office/drawing/2014/main" id="{6EE29BBC-1C0E-47F0-9F00-CE759AC0C5A1}"/>
              </a:ext>
            </a:extLst>
          </p:cNvPr>
          <p:cNvSpPr>
            <a:spLocks xmlns:a="http://schemas.openxmlformats.org/drawingml/2006/main" noGrp="1"/>
          </p:cNvSpPr>
          <p:nvPr/>
        </p:nvSpPr>
        <p:spPr>
          <a:xfrm xmlns:a="http://schemas.openxmlformats.org/drawingml/2006/main">
            <a:off x="5429250" y="230505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결과를 바꿀까?</a:t>
            </a:r>
          </a:p>
        </p:txBody>
      </p:sp>
      <p:sp>
        <p:nvSpPr>
          <p:cNvPr id="11" name="">
            <a:extLst xmlns:a="http://schemas.openxmlformats.org/drawingml/2006/main">
              <a:ext uri="{FF2B5EF4-FFF2-40B4-BE49-F238E27FC236}">
                <a16:creationId xmlns:a16="http://schemas.microsoft.com/office/drawing/2014/main" id="{1B2243D2-6247-4548-AF69-26A32A234109}"/>
              </a:ext>
            </a:extLst>
          </p:cNvPr>
          <p:cNvSpPr>
            <a:spLocks xmlns:a="http://schemas.openxmlformats.org/drawingml/2006/main" noGrp="1"/>
          </p:cNvSpPr>
          <p:nvPr/>
        </p:nvSpPr>
        <p:spPr>
          <a:xfrm xmlns:a="http://schemas.openxmlformats.org/drawingml/2006/main">
            <a:off x="838200" y="2809875"/>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맥락">
            <a:extLst xmlns:a="http://schemas.openxmlformats.org/drawingml/2006/main">
              <a:ext uri="{FF2B5EF4-FFF2-40B4-BE49-F238E27FC236}">
                <a16:creationId xmlns:a16="http://schemas.microsoft.com/office/drawing/2014/main" id="{9833A2DE-5586-4EFE-9E43-59CF3B5AC579}"/>
              </a:ext>
            </a:extLst>
          </p:cNvPr>
          <p:cNvSpPr>
            <a:spLocks xmlns:a="http://schemas.openxmlformats.org/drawingml/2006/main" noGrp="1"/>
          </p:cNvSpPr>
          <p:nvPr/>
        </p:nvSpPr>
        <p:spPr>
          <a:xfrm xmlns:a="http://schemas.openxmlformats.org/drawingml/2006/main">
            <a:off x="838200" y="2924175"/>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맥락</a:t>
            </a:r>
          </a:p>
        </p:txBody>
      </p:sp>
      <p:sp>
        <p:nvSpPr>
          <p:cNvPr id="13" name="Context">
            <a:extLst xmlns:a="http://schemas.openxmlformats.org/drawingml/2006/main">
              <a:ext uri="{FF2B5EF4-FFF2-40B4-BE49-F238E27FC236}">
                <a16:creationId xmlns:a16="http://schemas.microsoft.com/office/drawing/2014/main" id="{D3ADADD5-63FD-4EB6-867A-767860D198B3}"/>
              </a:ext>
            </a:extLst>
          </p:cNvPr>
          <p:cNvSpPr>
            <a:spLocks xmlns:a="http://schemas.openxmlformats.org/drawingml/2006/main" noGrp="1"/>
          </p:cNvSpPr>
          <p:nvPr/>
        </p:nvSpPr>
        <p:spPr>
          <a:xfrm xmlns:a="http://schemas.openxmlformats.org/drawingml/2006/main">
            <a:off x="2409825" y="292417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Context</a:t>
            </a:r>
          </a:p>
        </p:txBody>
      </p:sp>
      <p:sp>
        <p:nvSpPr>
          <p:cNvPr id="14" name="이 작업에 필요한 사실은?">
            <a:extLst xmlns:a="http://schemas.openxmlformats.org/drawingml/2006/main">
              <a:ext uri="{FF2B5EF4-FFF2-40B4-BE49-F238E27FC236}">
                <a16:creationId xmlns:a16="http://schemas.microsoft.com/office/drawing/2014/main" id="{766A5B8C-CF24-46B6-8600-53A938F9977F}"/>
              </a:ext>
            </a:extLst>
          </p:cNvPr>
          <p:cNvSpPr>
            <a:spLocks xmlns:a="http://schemas.openxmlformats.org/drawingml/2006/main" noGrp="1"/>
          </p:cNvSpPr>
          <p:nvPr/>
        </p:nvSpPr>
        <p:spPr>
          <a:xfrm xmlns:a="http://schemas.openxmlformats.org/drawingml/2006/main">
            <a:off x="5429250" y="2924175"/>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 작업에 필요한 사실은?</a:t>
            </a:r>
          </a:p>
        </p:txBody>
      </p:sp>
      <p:sp>
        <p:nvSpPr>
          <p:cNvPr id="15" name="">
            <a:extLst xmlns:a="http://schemas.openxmlformats.org/drawingml/2006/main">
              <a:ext uri="{FF2B5EF4-FFF2-40B4-BE49-F238E27FC236}">
                <a16:creationId xmlns:a16="http://schemas.microsoft.com/office/drawing/2014/main" id="{14F3E159-EA1A-4E04-B56B-5100823FCC94}"/>
              </a:ext>
            </a:extLst>
          </p:cNvPr>
          <p:cNvSpPr>
            <a:spLocks xmlns:a="http://schemas.openxmlformats.org/drawingml/2006/main" noGrp="1"/>
          </p:cNvSpPr>
          <p:nvPr/>
        </p:nvSpPr>
        <p:spPr>
          <a:xfrm xmlns:a="http://schemas.openxmlformats.org/drawingml/2006/main">
            <a:off x="838200" y="3429000"/>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제약">
            <a:extLst xmlns:a="http://schemas.openxmlformats.org/drawingml/2006/main">
              <a:ext uri="{FF2B5EF4-FFF2-40B4-BE49-F238E27FC236}">
                <a16:creationId xmlns:a16="http://schemas.microsoft.com/office/drawing/2014/main" id="{26225DCC-0472-423F-B96E-13335BFE971B}"/>
              </a:ext>
            </a:extLst>
          </p:cNvPr>
          <p:cNvSpPr>
            <a:spLocks xmlns:a="http://schemas.openxmlformats.org/drawingml/2006/main" noGrp="1"/>
          </p:cNvSpPr>
          <p:nvPr/>
        </p:nvSpPr>
        <p:spPr>
          <a:xfrm xmlns:a="http://schemas.openxmlformats.org/drawingml/2006/main">
            <a:off x="838200" y="354330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제약</a:t>
            </a:r>
          </a:p>
        </p:txBody>
      </p:sp>
      <p:sp>
        <p:nvSpPr>
          <p:cNvPr id="17" name="Constraints">
            <a:extLst xmlns:a="http://schemas.openxmlformats.org/drawingml/2006/main">
              <a:ext uri="{FF2B5EF4-FFF2-40B4-BE49-F238E27FC236}">
                <a16:creationId xmlns:a16="http://schemas.microsoft.com/office/drawing/2014/main" id="{328CBC88-39D8-4728-802B-DB758D049520}"/>
              </a:ext>
            </a:extLst>
          </p:cNvPr>
          <p:cNvSpPr>
            <a:spLocks xmlns:a="http://schemas.openxmlformats.org/drawingml/2006/main" noGrp="1"/>
          </p:cNvSpPr>
          <p:nvPr/>
        </p:nvSpPr>
        <p:spPr>
          <a:xfrm xmlns:a="http://schemas.openxmlformats.org/drawingml/2006/main">
            <a:off x="2409825" y="354330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Constraints</a:t>
            </a:r>
          </a:p>
        </p:txBody>
      </p:sp>
      <p:sp>
        <p:nvSpPr>
          <p:cNvPr id="18" name="무엇을 보존할까?">
            <a:extLst xmlns:a="http://schemas.openxmlformats.org/drawingml/2006/main">
              <a:ext uri="{FF2B5EF4-FFF2-40B4-BE49-F238E27FC236}">
                <a16:creationId xmlns:a16="http://schemas.microsoft.com/office/drawing/2014/main" id="{BE15A4C2-E1E0-4061-ACF8-C51B263FAE44}"/>
              </a:ext>
            </a:extLst>
          </p:cNvPr>
          <p:cNvSpPr>
            <a:spLocks xmlns:a="http://schemas.openxmlformats.org/drawingml/2006/main" noGrp="1"/>
          </p:cNvSpPr>
          <p:nvPr/>
        </p:nvSpPr>
        <p:spPr>
          <a:xfrm xmlns:a="http://schemas.openxmlformats.org/drawingml/2006/main">
            <a:off x="5429250" y="354330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4DD23F76-ECAD-4CEE-A73D-10744BF2AF36}"/>
              </a:ext>
            </a:extLst>
          </p:cNvPr>
          <p:cNvSpPr>
            <a:spLocks xmlns:a="http://schemas.openxmlformats.org/drawingml/2006/main" noGrp="1"/>
          </p:cNvSpPr>
          <p:nvPr/>
        </p:nvSpPr>
        <p:spPr>
          <a:xfrm xmlns:a="http://schemas.openxmlformats.org/drawingml/2006/main">
            <a:off x="838200" y="4048125"/>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a:extLst xmlns:a="http://schemas.openxmlformats.org/drawingml/2006/main">
              <a:ext uri="{FF2B5EF4-FFF2-40B4-BE49-F238E27FC236}">
                <a16:creationId xmlns:a16="http://schemas.microsoft.com/office/drawing/2014/main" id="{0CCD3955-A8B6-45B0-A14E-B192EDF11A2E}"/>
              </a:ext>
            </a:extLst>
          </p:cNvPr>
          <p:cNvSpPr>
            <a:spLocks xmlns:a="http://schemas.openxmlformats.org/drawingml/2006/main" noGrp="1"/>
          </p:cNvSpPr>
          <p:nvPr/>
        </p:nvSpPr>
        <p:spPr>
          <a:xfrm xmlns:a="http://schemas.openxmlformats.org/drawingml/2006/main">
            <a:off x="838200" y="4162425"/>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과정</a:t>
            </a:r>
          </a:p>
        </p:txBody>
      </p:sp>
      <p:sp>
        <p:nvSpPr>
          <p:cNvPr id="21" name="Process">
            <a:extLst xmlns:a="http://schemas.openxmlformats.org/drawingml/2006/main">
              <a:ext uri="{FF2B5EF4-FFF2-40B4-BE49-F238E27FC236}">
                <a16:creationId xmlns:a16="http://schemas.microsoft.com/office/drawing/2014/main" id="{35414765-69B1-4121-A61E-E513D1E9059A}"/>
              </a:ext>
            </a:extLst>
          </p:cNvPr>
          <p:cNvSpPr>
            <a:spLocks xmlns:a="http://schemas.openxmlformats.org/drawingml/2006/main" noGrp="1"/>
          </p:cNvSpPr>
          <p:nvPr/>
        </p:nvSpPr>
        <p:spPr>
          <a:xfrm xmlns:a="http://schemas.openxmlformats.org/drawingml/2006/main">
            <a:off x="2409825" y="416242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Process</a:t>
            </a:r>
          </a:p>
        </p:txBody>
      </p:sp>
      <p:sp>
        <p:nvSpPr>
          <p:cNvPr id="22" name="어떤 순서·경계를 지킬까?">
            <a:extLst xmlns:a="http://schemas.openxmlformats.org/drawingml/2006/main">
              <a:ext uri="{FF2B5EF4-FFF2-40B4-BE49-F238E27FC236}">
                <a16:creationId xmlns:a16="http://schemas.microsoft.com/office/drawing/2014/main" id="{3BCA4C57-3905-45B2-8A09-58840495920A}"/>
              </a:ext>
            </a:extLst>
          </p:cNvPr>
          <p:cNvSpPr>
            <a:spLocks xmlns:a="http://schemas.openxmlformats.org/drawingml/2006/main" noGrp="1"/>
          </p:cNvSpPr>
          <p:nvPr/>
        </p:nvSpPr>
        <p:spPr>
          <a:xfrm xmlns:a="http://schemas.openxmlformats.org/drawingml/2006/main">
            <a:off x="5429250" y="4162425"/>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순서·경계를 지킬까?</a:t>
            </a:r>
          </a:p>
        </p:txBody>
      </p:sp>
      <p:sp>
        <p:nvSpPr>
          <p:cNvPr id="23" name="">
            <a:extLst xmlns:a="http://schemas.openxmlformats.org/drawingml/2006/main">
              <a:ext uri="{FF2B5EF4-FFF2-40B4-BE49-F238E27FC236}">
                <a16:creationId xmlns:a16="http://schemas.microsoft.com/office/drawing/2014/main" id="{AAA0E26D-66AB-4694-BC0C-7F01739F8900}"/>
              </a:ext>
            </a:extLst>
          </p:cNvPr>
          <p:cNvSpPr>
            <a:spLocks xmlns:a="http://schemas.openxmlformats.org/drawingml/2006/main" noGrp="1"/>
          </p:cNvSpPr>
          <p:nvPr/>
        </p:nvSpPr>
        <p:spPr>
          <a:xfrm xmlns:a="http://schemas.openxmlformats.org/drawingml/2006/main">
            <a:off x="838200" y="4667250"/>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9E7CFE91-0B47-4FA9-B970-EF37F1912876}"/>
              </a:ext>
            </a:extLst>
          </p:cNvPr>
          <p:cNvSpPr>
            <a:spLocks xmlns:a="http://schemas.openxmlformats.org/drawingml/2006/main" noGrp="1"/>
          </p:cNvSpPr>
          <p:nvPr/>
        </p:nvSpPr>
        <p:spPr>
          <a:xfrm xmlns:a="http://schemas.openxmlformats.org/drawingml/2006/main">
            <a:off x="838200" y="478155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25" name="Verification">
            <a:extLst xmlns:a="http://schemas.openxmlformats.org/drawingml/2006/main">
              <a:ext uri="{FF2B5EF4-FFF2-40B4-BE49-F238E27FC236}">
                <a16:creationId xmlns:a16="http://schemas.microsoft.com/office/drawing/2014/main" id="{825C99A6-180E-4399-9B15-3FB04916AF8D}"/>
              </a:ext>
            </a:extLst>
          </p:cNvPr>
          <p:cNvSpPr>
            <a:spLocks xmlns:a="http://schemas.openxmlformats.org/drawingml/2006/main" noGrp="1"/>
          </p:cNvSpPr>
          <p:nvPr/>
        </p:nvSpPr>
        <p:spPr>
          <a:xfrm xmlns:a="http://schemas.openxmlformats.org/drawingml/2006/main">
            <a:off x="2409825" y="478155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Verification</a:t>
            </a:r>
          </a:p>
        </p:txBody>
      </p:sp>
      <p:sp>
        <p:nvSpPr>
          <p:cNvPr id="26" name="무엇으로 완료를 확인할까?">
            <a:extLst xmlns:a="http://schemas.openxmlformats.org/drawingml/2006/main">
              <a:ext uri="{FF2B5EF4-FFF2-40B4-BE49-F238E27FC236}">
                <a16:creationId xmlns:a16="http://schemas.microsoft.com/office/drawing/2014/main" id="{6512E585-A68D-43F1-A166-F2A5D1A420AC}"/>
              </a:ext>
            </a:extLst>
          </p:cNvPr>
          <p:cNvSpPr>
            <a:spLocks xmlns:a="http://schemas.openxmlformats.org/drawingml/2006/main" noGrp="1"/>
          </p:cNvSpPr>
          <p:nvPr/>
        </p:nvSpPr>
        <p:spPr>
          <a:xfrm xmlns:a="http://schemas.openxmlformats.org/drawingml/2006/main">
            <a:off x="5429250" y="478155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무엇으로 완료를 확인할까?</a:t>
            </a:r>
          </a:p>
        </p:txBody>
      </p:sp>
    </p:spTree>
    <p:extLst>
      <p:ext uri="{BB962C8B-B14F-4D97-AF65-F5344CB8AC3E}">
        <p14:creationId xmlns:p14="http://schemas.microsoft.com/office/powerpoint/2010/main" val="1165157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같은 요청을 구체화하기">
            <a:extLst xmlns:a="http://schemas.openxmlformats.org/drawingml/2006/main">
              <a:ext uri="{FF2B5EF4-FFF2-40B4-BE49-F238E27FC236}">
                <a16:creationId xmlns:a16="http://schemas.microsoft.com/office/drawing/2014/main" id="{EF7A6F2C-B0E8-4CC2-A53A-33CACFEA72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5FA5A546-B4A8-47BE-8F93-419941B749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094E8B6D-41B2-4F94-ADAD-E3000864C7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667E7BB-709E-475F-969E-6D4F1A886F5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B81B4105-BC7E-4FE9-A4CA-6CECCEB7688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C++ 적용도 작업 경계를 정하는 예시입니다. 특정 Windows·빌드 환경을 검증한 것은 아닙니다.">
            <a:extLst xmlns:a="http://schemas.openxmlformats.org/drawingml/2006/main">
              <a:ext uri="{FF2B5EF4-FFF2-40B4-BE49-F238E27FC236}">
                <a16:creationId xmlns:a16="http://schemas.microsoft.com/office/drawing/2014/main" id="{5538E30D-A5B2-4A2D-A4F5-4D67DFE26F4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적용도 작업 경계를 정하는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803F2F10-D573-4F31-A48A-6E0819106AB8}"/>
              </a:ext>
            </a:extLst>
          </p:cNvPr>
          <p:cNvSpPr>
            <a:spLocks xmlns:a="http://schemas.openxmlformats.org/drawingml/2006/main" noGrp="1"/>
          </p:cNvSpPr>
          <p:nvPr/>
        </p:nvSpPr>
        <p:spPr>
          <a:xfrm xmlns:a="http://schemas.openxmlformats.org/drawingml/2006/main">
            <a:off x="609600" y="2143125"/>
            <a:ext cx="3009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FF165AD-9BD6-4B2D-88FE-875056EBB479}"/>
              </a:ext>
            </a:extLst>
          </p:cNvPr>
          <p:cNvSpPr>
            <a:spLocks xmlns:a="http://schemas.openxmlformats.org/drawingml/2006/main" noGrp="1"/>
          </p:cNvSpPr>
          <p:nvPr/>
        </p:nvSpPr>
        <p:spPr>
          <a:xfrm xmlns:a="http://schemas.openxmlformats.org/drawingml/2006/main">
            <a:off x="609600" y="2800350"/>
            <a:ext cx="285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“crop test</a:t>
            </a:r>
          </a:p>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B7C94797-8E42-452D-A8DC-30A812FE8C68}"/>
              </a:ext>
            </a:extLst>
          </p:cNvPr>
          <p:cNvSpPr>
            <a:spLocks xmlns:a="http://schemas.openxmlformats.org/drawingml/2006/main" noGrp="1"/>
          </p:cNvSpPr>
          <p:nvPr/>
        </p:nvSpPr>
        <p:spPr>
          <a:xfrm xmlns:a="http://schemas.openxmlformats.org/drawingml/2006/main">
            <a:off x="3714750" y="3286125"/>
            <a:ext cx="428625"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60501FDF-CFAC-45A1-B4E3-1F02CE350523}"/>
              </a:ext>
            </a:extLst>
          </p:cNvPr>
          <p:cNvSpPr>
            <a:spLocks xmlns:a="http://schemas.openxmlformats.org/drawingml/2006/main" noGrp="1"/>
          </p:cNvSpPr>
          <p:nvPr/>
        </p:nvSpPr>
        <p:spPr>
          <a:xfrm xmlns:a="http://schemas.openxmlformats.org/drawingml/2006/main">
            <a:off x="4476750" y="2143125"/>
            <a:ext cx="7105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7F900D45-5639-4AE3-8288-7F841726C941}"/>
              </a:ext>
            </a:extLst>
          </p:cNvPr>
          <p:cNvSpPr>
            <a:spLocks xmlns:a="http://schemas.openxmlformats.org/drawingml/2006/main" noGrp="1"/>
          </p:cNvSpPr>
          <p:nvPr/>
        </p:nvSpPr>
        <p:spPr>
          <a:xfrm xmlns:a="http://schemas.openxmlformats.org/drawingml/2006/main">
            <a:off x="4476750" y="2657475"/>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9D5B15CC-DDFB-441F-A62B-4A88025EE32B}"/>
              </a:ext>
            </a:extLst>
          </p:cNvPr>
          <p:cNvSpPr>
            <a:spLocks xmlns:a="http://schemas.openxmlformats.org/drawingml/2006/main" noGrp="1"/>
          </p:cNvSpPr>
          <p:nvPr/>
        </p:nvSpPr>
        <p:spPr>
          <a:xfrm xmlns:a="http://schemas.openxmlformats.org/drawingml/2006/main">
            <a:off x="4476750" y="2743200"/>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E426014C-B89C-4639-9BA4-73EA6FD4FCE0}"/>
              </a:ext>
            </a:extLst>
          </p:cNvPr>
          <p:cNvSpPr>
            <a:spLocks xmlns:a="http://schemas.openxmlformats.org/drawingml/2006/main" noGrp="1"/>
          </p:cNvSpPr>
          <p:nvPr/>
        </p:nvSpPr>
        <p:spPr>
          <a:xfrm xmlns:a="http://schemas.openxmlformats.org/drawingml/2006/main">
            <a:off x="5981700" y="2743200"/>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5A12047F-AB86-487C-8752-BA98AF3D0E3D}"/>
              </a:ext>
            </a:extLst>
          </p:cNvPr>
          <p:cNvSpPr>
            <a:spLocks xmlns:a="http://schemas.openxmlformats.org/drawingml/2006/main" noGrp="1"/>
          </p:cNvSpPr>
          <p:nvPr/>
        </p:nvSpPr>
        <p:spPr>
          <a:xfrm xmlns:a="http://schemas.openxmlformats.org/drawingml/2006/main">
            <a:off x="4476750" y="3276600"/>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6354F6A8-2D51-47A3-A07E-827F2193A67F}"/>
              </a:ext>
            </a:extLst>
          </p:cNvPr>
          <p:cNvSpPr>
            <a:spLocks xmlns:a="http://schemas.openxmlformats.org/drawingml/2006/main" noGrp="1"/>
          </p:cNvSpPr>
          <p:nvPr/>
        </p:nvSpPr>
        <p:spPr>
          <a:xfrm xmlns:a="http://schemas.openxmlformats.org/drawingml/2006/main">
            <a:off x="4476750" y="3362325"/>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BB67D868-F4B5-4698-9C2A-5BA4097E38E1}"/>
              </a:ext>
            </a:extLst>
          </p:cNvPr>
          <p:cNvSpPr>
            <a:spLocks xmlns:a="http://schemas.openxmlformats.org/drawingml/2006/main" noGrp="1"/>
          </p:cNvSpPr>
          <p:nvPr/>
        </p:nvSpPr>
        <p:spPr>
          <a:xfrm xmlns:a="http://schemas.openxmlformats.org/drawingml/2006/main">
            <a:off x="5981700" y="3362325"/>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9220D895-D2E9-464A-AD00-AD39C7EEC549}"/>
              </a:ext>
            </a:extLst>
          </p:cNvPr>
          <p:cNvSpPr>
            <a:spLocks xmlns:a="http://schemas.openxmlformats.org/drawingml/2006/main" noGrp="1"/>
          </p:cNvSpPr>
          <p:nvPr/>
        </p:nvSpPr>
        <p:spPr>
          <a:xfrm xmlns:a="http://schemas.openxmlformats.org/drawingml/2006/main">
            <a:off x="4476750" y="3895725"/>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C2673D8C-10C4-4544-9323-E68BB99BE4AB}"/>
              </a:ext>
            </a:extLst>
          </p:cNvPr>
          <p:cNvSpPr>
            <a:spLocks xmlns:a="http://schemas.openxmlformats.org/drawingml/2006/main" noGrp="1"/>
          </p:cNvSpPr>
          <p:nvPr/>
        </p:nvSpPr>
        <p:spPr>
          <a:xfrm xmlns:a="http://schemas.openxmlformats.org/drawingml/2006/main">
            <a:off x="4476750" y="3981450"/>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C013A68E-A56B-4CC8-AECE-4CE03F2CC077}"/>
              </a:ext>
            </a:extLst>
          </p:cNvPr>
          <p:cNvSpPr>
            <a:spLocks xmlns:a="http://schemas.openxmlformats.org/drawingml/2006/main" noGrp="1"/>
          </p:cNvSpPr>
          <p:nvPr/>
        </p:nvSpPr>
        <p:spPr>
          <a:xfrm xmlns:a="http://schemas.openxmlformats.org/drawingml/2006/main">
            <a:off x="5981700" y="3981450"/>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C8F7DB16-8C3F-435D-854D-CB9B8CE7EDBF}"/>
              </a:ext>
            </a:extLst>
          </p:cNvPr>
          <p:cNvSpPr>
            <a:spLocks xmlns:a="http://schemas.openxmlformats.org/drawingml/2006/main" noGrp="1"/>
          </p:cNvSpPr>
          <p:nvPr/>
        </p:nvSpPr>
        <p:spPr>
          <a:xfrm xmlns:a="http://schemas.openxmlformats.org/drawingml/2006/main">
            <a:off x="4476750" y="4514850"/>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412DD136-C5C1-4095-87A8-D30042583255}"/>
              </a:ext>
            </a:extLst>
          </p:cNvPr>
          <p:cNvSpPr>
            <a:spLocks xmlns:a="http://schemas.openxmlformats.org/drawingml/2006/main" noGrp="1"/>
          </p:cNvSpPr>
          <p:nvPr/>
        </p:nvSpPr>
        <p:spPr>
          <a:xfrm xmlns:a="http://schemas.openxmlformats.org/drawingml/2006/main">
            <a:off x="4476750" y="4600575"/>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1AD5B32D-9397-4759-BEC2-25FA89DE422B}"/>
              </a:ext>
            </a:extLst>
          </p:cNvPr>
          <p:cNvSpPr>
            <a:spLocks xmlns:a="http://schemas.openxmlformats.org/drawingml/2006/main" noGrp="1"/>
          </p:cNvSpPr>
          <p:nvPr/>
        </p:nvSpPr>
        <p:spPr>
          <a:xfrm xmlns:a="http://schemas.openxmlformats.org/drawingml/2006/main">
            <a:off x="5981700" y="4600575"/>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6A91B901-BFB4-42E1-B3A9-336CF069FD20}"/>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C++에도: 출력·API/ABI 보존 범위와 Release 검증 조건을 먼저 정한다.">
            <a:extLst xmlns:a="http://schemas.openxmlformats.org/drawingml/2006/main">
              <a:ext uri="{FF2B5EF4-FFF2-40B4-BE49-F238E27FC236}">
                <a16:creationId xmlns:a16="http://schemas.microsoft.com/office/drawing/2014/main" id="{15DCD17A-004A-4339-852B-E92AC015F77E}"/>
              </a:ext>
            </a:extLst>
          </p:cNvPr>
          <p:cNvSpPr>
            <a:spLocks xmlns:a="http://schemas.openxmlformats.org/drawingml/2006/main" noGrp="1"/>
          </p:cNvSpPr>
          <p:nvPr/>
        </p:nvSpPr>
        <p:spPr>
          <a:xfrm xmlns:a="http://schemas.openxmlformats.org/drawingml/2006/main">
            <a:off x="762000" y="53054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C++에도: 출력·API/ABI 보존 범위와 Release 검증 조건을 먼저 정한다.</a:t>
            </a:r>
          </a:p>
        </p:txBody>
      </p:sp>
    </p:spTree>
    <p:extLst>
      <p:ext uri="{BB962C8B-B14F-4D97-AF65-F5344CB8AC3E}">
        <p14:creationId xmlns:p14="http://schemas.microsoft.com/office/powerpoint/2010/main" val="186680016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1 · 수정 전 행동 관찰">
            <a:extLst xmlns:a="http://schemas.openxmlformats.org/drawingml/2006/main">
              <a:ext uri="{FF2B5EF4-FFF2-40B4-BE49-F238E27FC236}">
                <a16:creationId xmlns:a16="http://schemas.microsoft.com/office/drawing/2014/main" id="{9CE60837-A7CC-4F26-8ECE-79C1A46B1E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전 행동 관찰</a:t>
            </a:r>
          </a:p>
        </p:txBody>
      </p:sp>
      <p:sp>
        <p:nvSpPr>
          <p:cNvPr id="2" name="S15">
            <a:extLst xmlns:a="http://schemas.openxmlformats.org/drawingml/2006/main">
              <a:ext uri="{FF2B5EF4-FFF2-40B4-BE49-F238E27FC236}">
                <a16:creationId xmlns:a16="http://schemas.microsoft.com/office/drawing/2014/main" id="{40026DAF-E245-4117-928D-BC63F085A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6DE37558-FCF0-4639-A411-8A829F6CEA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502DFB7B-626D-4BF3-9350-7FDDBD27946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CA66C51E-A51A-4DA4-993E-6EC6F48AFDA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DDED3D19-477E-41B2-8B92-7C182734B59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이 요청을 받으면 수정부터 시작할까?”">
            <a:extLst xmlns:a="http://schemas.openxmlformats.org/drawingml/2006/main">
              <a:ext uri="{FF2B5EF4-FFF2-40B4-BE49-F238E27FC236}">
                <a16:creationId xmlns:a16="http://schemas.microsoft.com/office/drawing/2014/main" id="{4E6BC847-71B2-4F0E-B14B-358C86F25BD1}"/>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“이 요청을 받으면 수정부터 시작할까?”</a:t>
            </a:r>
          </a:p>
        </p:txBody>
      </p:sp>
      <p:sp>
        <p:nvSpPr>
          <p:cNvPr id="8" name="01">
            <a:extLst xmlns:a="http://schemas.openxmlformats.org/drawingml/2006/main">
              <a:ext uri="{FF2B5EF4-FFF2-40B4-BE49-F238E27FC236}">
                <a16:creationId xmlns:a16="http://schemas.microsoft.com/office/drawing/2014/main" id="{77AF697E-4209-4E97-8EC5-E6615723E921}"/>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626BABA9-F1BE-48E3-BD39-8C1F129C617D}"/>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2930FE90-A727-478D-B6EE-CC2F81922179}"/>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C92B67DA-8F4C-453C-8C37-EF7DC503EBD0}"/>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7394E9D9-92C3-4CCA-B5DF-2B73FEA35A05}"/>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7DF1E4C7-F278-441C-B315-B15BFE776D6E}"/>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842E440A-74AD-4444-8376-BDCD902CE59C}"/>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0A2DAEF2-860D-4A9C-B751-D194089027E0}"/>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8C926E3C-9FA0-4F31-8229-5DDF85C85EAA}"/>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4D33A0EB-BAF5-41ED-964A-E94298C2DDAC}"/>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BBC0A69E-32FF-4FD6-AE31-C94DFD8E5769}"/>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916B99C4-ACA9-4EF0-BC77-722A5A937C29}"/>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C900F05F-0CEF-4541-ABA3-B9AB5FB57AE7}"/>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6DCFDFF0-2858-4772-902E-3DA21A3E9593}"/>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A4F6D177-FDB8-48EB-A7E4-389946DC75E0}"/>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C3E2D50B-5A5E-4B99-B247-B70FA39A4320}"/>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1C29F516-8065-414C-8BC2-30B465222EDE}"/>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0D16BFDF-274B-4BF5-AC3A-939CFD0EB83B}"/>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D87797B0-442E-4D37-B444-8D31F9F0FD1A}"/>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05E3C521-590A-4C5F-B526-CAB79FAEDBAA}"/>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요청한 흐름과 기록된 행동을 대조한다.">
            <a:extLst xmlns:a="http://schemas.openxmlformats.org/drawingml/2006/main">
              <a:ext uri="{FF2B5EF4-FFF2-40B4-BE49-F238E27FC236}">
                <a16:creationId xmlns:a16="http://schemas.microsoft.com/office/drawing/2014/main" id="{12475AFC-C7F1-42F6-B089-ACAE9464F59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요청한 흐름과 기록된 행동을 대조한다.</a:t>
            </a:r>
          </a:p>
        </p:txBody>
      </p:sp>
    </p:spTree>
    <p:extLst>
      <p:ext uri="{BB962C8B-B14F-4D97-AF65-F5344CB8AC3E}">
        <p14:creationId xmlns:p14="http://schemas.microsoft.com/office/powerpoint/2010/main" val="169799938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계약을 보존하는 최소 변경">
            <a:extLst xmlns:a="http://schemas.openxmlformats.org/drawingml/2006/main">
              <a:ext uri="{FF2B5EF4-FFF2-40B4-BE49-F238E27FC236}">
                <a16:creationId xmlns:a16="http://schemas.microsoft.com/office/drawing/2014/main" id="{6F08304D-1572-4759-BB9B-A349D98B42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AFD0AC49-5780-4F2D-BA89-8599CF7A9F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D505A6A9-FF02-4A40-A3CA-97CC928107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3B398B8-37F4-489F-92C1-552F7591D5C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76A0C909-A07A-4333-95EC-CA624E41A76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8FF26C1B-62AB-4129-BD7C-2BFAF8A01F6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06C64528-5F80-40BF-A193-6A6922B9861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9D94004E-DD75-4DF2-88FC-8CDCF3DFF23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2D893BEA-5FD4-438B-A521-D0AAC7A9E7B1}"/>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7F3F52-7E25-41A7-88A2-A8C6FB210BF1}"/>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C45F2F64-26B0-4391-A7AC-F1DF6D9D66C0}"/>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87F05035-7ED7-4AFB-ABE9-8720D946D3EB}"/>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4892DB83-134D-4F64-BD4B-F8395902177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E51E57E-CECC-4BFA-8FFC-81CD7C257EC1}"/>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3FC7ED0E-D8C6-45EF-87C1-C85329CF757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0B2BC479-B646-4263-859E-DFF0EBAA33C9}"/>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E59411C8-69B6-46CB-9A7C-922FB4E8F49F}"/>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Tree>
    <p:extLst>
      <p:ext uri="{BB962C8B-B14F-4D97-AF65-F5344CB8AC3E}">
        <p14:creationId xmlns:p14="http://schemas.microsoft.com/office/powerpoint/2010/main" val="58080914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수정 뒤 확인한 것">
            <a:extLst xmlns:a="http://schemas.openxmlformats.org/drawingml/2006/main">
              <a:ext uri="{FF2B5EF4-FFF2-40B4-BE49-F238E27FC236}">
                <a16:creationId xmlns:a16="http://schemas.microsoft.com/office/drawing/2014/main" id="{5148160B-7BCC-4C42-AE9C-0AA915A7DC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109807B3-E0A5-4F7D-8CFC-83FE148F5B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E59BBD89-2A08-4C5F-94B1-657A87AB22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1F21677-6437-424B-B542-628EC014F8B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4B3E2B1E-C457-4688-8E72-899FE051145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E2574B64-3A93-493B-A8E4-0E83DDA0036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080C4D26-6656-494A-A779-3D093A614315}"/>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2F82C4D4-C049-4C32-A96E-886F46C2AB2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FF45A222-2C93-4E34-B115-E8D50091C5C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49AA5357-D889-4766-A2E6-DD35CA5EECF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7A2D05A4-DE8B-4119-8213-7C0301364C7C}"/>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A53B5668-4051-4533-86B7-1E6DB05A1588}"/>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E0650126-BCE2-4A17-9B69-CD704F083E0B}"/>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D01DA576-FE33-4F00-90AA-539E5422E7F2}"/>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F94A39F4-7E75-41B6-825D-2BC3D18C70E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15BCCA07-BA64-4920-B2F7-761AE1DA09E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24F8FBCC-F0D8-44F2-9A78-A9B64471CE18}"/>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CCA89522-A56D-4E85-AD2D-5F6CF4F3E0CC}"/>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679D69F1-149F-4596-905B-871F8D0C4110}"/>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05E94FB1-5782-4874-A578-912F0F167C73}"/>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C5B6C2B5-FF9A-493D-A893-99AD0B822EF7}"/>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Tree>
    <p:extLst>
      <p:ext uri="{BB962C8B-B14F-4D97-AF65-F5344CB8AC3E}">
        <p14:creationId xmlns:p14="http://schemas.microsoft.com/office/powerpoint/2010/main" val="210768448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생성 뒤에 남는 판단">
            <a:extLst xmlns:a="http://schemas.openxmlformats.org/drawingml/2006/main">
              <a:ext uri="{FF2B5EF4-FFF2-40B4-BE49-F238E27FC236}">
                <a16:creationId xmlns:a16="http://schemas.microsoft.com/office/drawing/2014/main" id="{CA525844-E129-4A7F-9F2B-86DBE59254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8D8D0CF6-E79D-446D-81B1-8DE4299711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C9C6A06F-1669-4DB8-A569-CB7A307335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5D56F8AD-A70C-4724-AC5C-1CE1148E36C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관찰 예: TRIAL-002에서 테스트·CLI·diff를 확인">
            <a:extLst xmlns:a="http://schemas.openxmlformats.org/drawingml/2006/main">
              <a:ext uri="{FF2B5EF4-FFF2-40B4-BE49-F238E27FC236}">
                <a16:creationId xmlns:a16="http://schemas.microsoft.com/office/drawing/2014/main" id="{15BBEB77-A88F-4DAF-9FFF-1B96466A836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관찰 예: TRIAL-002에서 테스트·CLI·diff를 확인</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7C6E7E8D-C54B-47E5-AE71-79D7B339881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8605389E-C31E-4572-8998-7ECF038706A7}"/>
              </a:ext>
            </a:extLst>
          </p:cNvPr>
          <p:cNvSpPr>
            <a:spLocks xmlns:a="http://schemas.openxmlformats.org/drawingml/2006/main" noGrp="1"/>
          </p:cNvSpPr>
          <p:nvPr/>
        </p:nvSpPr>
        <p:spPr>
          <a:xfrm xmlns:a="http://schemas.openxmlformats.org/drawingml/2006/main">
            <a:off x="609600" y="2362200"/>
            <a:ext cx="3619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코드가 나왔다</a:t>
            </a:r>
          </a:p>
        </p:txBody>
      </p:sp>
      <p:sp>
        <p:nvSpPr>
          <p:cNvPr id="8" name="완료라고 말할 수 있나?">
            <a:extLst xmlns:a="http://schemas.openxmlformats.org/drawingml/2006/main">
              <a:ext uri="{FF2B5EF4-FFF2-40B4-BE49-F238E27FC236}">
                <a16:creationId xmlns:a16="http://schemas.microsoft.com/office/drawing/2014/main" id="{8C2FBDE1-4FA5-4CCB-88D4-3F0D7A6FBCF0}"/>
              </a:ext>
            </a:extLst>
          </p:cNvPr>
          <p:cNvSpPr>
            <a:spLocks xmlns:a="http://schemas.openxmlformats.org/drawingml/2006/main" noGrp="1"/>
          </p:cNvSpPr>
          <p:nvPr/>
        </p:nvSpPr>
        <p:spPr>
          <a:xfrm xmlns:a="http://schemas.openxmlformats.org/drawingml/2006/main">
            <a:off x="6324600" y="2362200"/>
            <a:ext cx="5257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완료라고 말할 수 있나?</a:t>
            </a:r>
          </a:p>
        </p:txBody>
      </p:sp>
      <p:sp>
        <p:nvSpPr>
          <p:cNvPr id="9" name="">
            <a:extLst xmlns:a="http://schemas.openxmlformats.org/drawingml/2006/main">
              <a:ext uri="{FF2B5EF4-FFF2-40B4-BE49-F238E27FC236}">
                <a16:creationId xmlns:a16="http://schemas.microsoft.com/office/drawing/2014/main" id="{EF4C7206-CDEE-48F5-8E4E-5EB531F89416}"/>
              </a:ext>
            </a:extLst>
          </p:cNvPr>
          <p:cNvSpPr>
            <a:spLocks xmlns:a="http://schemas.openxmlformats.org/drawingml/2006/main" noGrp="1"/>
          </p:cNvSpPr>
          <p:nvPr/>
        </p:nvSpPr>
        <p:spPr>
          <a:xfrm xmlns:a="http://schemas.openxmlformats.org/drawingml/2006/main">
            <a:off x="4686300" y="249555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EE5B1AF-2F6C-4A37-B43E-32E9897B86DC}"/>
              </a:ext>
            </a:extLst>
          </p:cNvPr>
          <p:cNvSpPr>
            <a:spLocks xmlns:a="http://schemas.openxmlformats.org/drawingml/2006/main" noGrp="1"/>
          </p:cNvSpPr>
          <p:nvPr/>
        </p:nvSpPr>
        <p:spPr>
          <a:xfrm xmlns:a="http://schemas.openxmlformats.org/drawingml/2006/main">
            <a:off x="609600" y="3438525"/>
            <a:ext cx="109728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동작 테스트">
            <a:extLst xmlns:a="http://schemas.openxmlformats.org/drawingml/2006/main">
              <a:ext uri="{FF2B5EF4-FFF2-40B4-BE49-F238E27FC236}">
                <a16:creationId xmlns:a16="http://schemas.microsoft.com/office/drawing/2014/main" id="{AD1E5A65-D5C0-4D6B-95D8-D4001525D2FC}"/>
              </a:ext>
            </a:extLst>
          </p:cNvPr>
          <p:cNvSpPr>
            <a:spLocks xmlns:a="http://schemas.openxmlformats.org/drawingml/2006/main" noGrp="1"/>
          </p:cNvSpPr>
          <p:nvPr/>
        </p:nvSpPr>
        <p:spPr>
          <a:xfrm xmlns:a="http://schemas.openxmlformats.org/drawingml/2006/main">
            <a:off x="8382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동작 테스트</a:t>
            </a:r>
          </a:p>
        </p:txBody>
      </p:sp>
      <p:sp>
        <p:nvSpPr>
          <p:cNvPr id="12" name="샘플 실행">
            <a:extLst xmlns:a="http://schemas.openxmlformats.org/drawingml/2006/main">
              <a:ext uri="{FF2B5EF4-FFF2-40B4-BE49-F238E27FC236}">
                <a16:creationId xmlns:a16="http://schemas.microsoft.com/office/drawing/2014/main" id="{97185F82-DECD-4B7A-B6A1-FB10B1772900}"/>
              </a:ext>
            </a:extLst>
          </p:cNvPr>
          <p:cNvSpPr>
            <a:spLocks xmlns:a="http://schemas.openxmlformats.org/drawingml/2006/main" noGrp="1"/>
          </p:cNvSpPr>
          <p:nvPr/>
        </p:nvSpPr>
        <p:spPr>
          <a:xfrm xmlns:a="http://schemas.openxmlformats.org/drawingml/2006/main">
            <a:off x="44196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샘플 실행</a:t>
            </a:r>
          </a:p>
        </p:txBody>
      </p:sp>
      <p:sp>
        <p:nvSpPr>
          <p:cNvPr id="13" name="변경 검토">
            <a:extLst xmlns:a="http://schemas.openxmlformats.org/drawingml/2006/main">
              <a:ext uri="{FF2B5EF4-FFF2-40B4-BE49-F238E27FC236}">
                <a16:creationId xmlns:a16="http://schemas.microsoft.com/office/drawing/2014/main" id="{BE503F7C-5792-4954-8156-96CF773F5133}"/>
              </a:ext>
            </a:extLst>
          </p:cNvPr>
          <p:cNvSpPr>
            <a:spLocks xmlns:a="http://schemas.openxmlformats.org/drawingml/2006/main" noGrp="1"/>
          </p:cNvSpPr>
          <p:nvPr/>
        </p:nvSpPr>
        <p:spPr>
          <a:xfrm xmlns:a="http://schemas.openxmlformats.org/drawingml/2006/main">
            <a:off x="80010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 검토</a:t>
            </a:r>
          </a:p>
        </p:txBody>
      </p:sp>
      <p:sp>
        <p:nvSpPr>
          <p:cNvPr id="14" name="">
            <a:extLst xmlns:a="http://schemas.openxmlformats.org/drawingml/2006/main">
              <a:ext uri="{FF2B5EF4-FFF2-40B4-BE49-F238E27FC236}">
                <a16:creationId xmlns:a16="http://schemas.microsoft.com/office/drawing/2014/main" id="{C3A5C1C3-869B-4CBC-98A8-A8F8E7503DC3}"/>
              </a:ext>
            </a:extLst>
          </p:cNvPr>
          <p:cNvSpPr>
            <a:spLocks xmlns:a="http://schemas.openxmlformats.org/drawingml/2006/main" noGrp="1"/>
          </p:cNvSpPr>
          <p:nvPr/>
        </p:nvSpPr>
        <p:spPr>
          <a:xfrm xmlns:a="http://schemas.openxmlformats.org/drawingml/2006/main">
            <a:off x="609600" y="5162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더 빨라졌다”고 말하려면 → 해당 조건의 성능 측정도 필요">
            <a:extLst xmlns:a="http://schemas.openxmlformats.org/drawingml/2006/main">
              <a:ext uri="{FF2B5EF4-FFF2-40B4-BE49-F238E27FC236}">
                <a16:creationId xmlns:a16="http://schemas.microsoft.com/office/drawing/2014/main" id="{54996A3F-D5E3-4AA6-B145-1D0A73D586B5}"/>
              </a:ext>
            </a:extLst>
          </p:cNvPr>
          <p:cNvSpPr>
            <a:spLocks xmlns:a="http://schemas.openxmlformats.org/drawingml/2006/main" noGrp="1"/>
          </p:cNvSpPr>
          <p:nvPr/>
        </p:nvSpPr>
        <p:spPr>
          <a:xfrm xmlns:a="http://schemas.openxmlformats.org/drawingml/2006/main">
            <a:off x="609600" y="52673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“더 빨라졌다”고 말하려면 → 해당 조건의 성능 측정도 필요</a:t>
            </a:r>
          </a:p>
        </p:txBody>
      </p:sp>
    </p:spTree>
    <p:extLst>
      <p:ext uri="{BB962C8B-B14F-4D97-AF65-F5344CB8AC3E}">
        <p14:creationId xmlns:p14="http://schemas.microsoft.com/office/powerpoint/2010/main" val="116867486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근거에 맞춰 말하기">
            <a:extLst xmlns:a="http://schemas.openxmlformats.org/drawingml/2006/main">
              <a:ext uri="{FF2B5EF4-FFF2-40B4-BE49-F238E27FC236}">
                <a16:creationId xmlns:a16="http://schemas.microsoft.com/office/drawing/2014/main" id="{CD0DF27E-1E6B-4F2B-B762-24ED73D6D3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45EB0BFA-F2A2-407F-955D-68E12B061D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19D41A71-D4DD-4D38-B3E6-E1D56D8A3C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D0506B27-C57F-4024-BBC4-97CD7A1F6A0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2 실제 확인: 집중·전체 테스트 / CLI smoke / diff">
            <a:extLst xmlns:a="http://schemas.openxmlformats.org/drawingml/2006/main">
              <a:ext uri="{FF2B5EF4-FFF2-40B4-BE49-F238E27FC236}">
                <a16:creationId xmlns:a16="http://schemas.microsoft.com/office/drawing/2014/main" id="{96BA6D07-FAD6-48DB-A9C7-9BE84206A9C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TRIAL-002 실제 확인: 집중·전체 테스트 / CLI smoke / diff</a:t>
            </a:r>
          </a:p>
        </p:txBody>
      </p:sp>
      <p:sp>
        <p:nvSpPr>
          <p:cNvPr id="6" name="Benchmark는 이 Trial에서 미실행. C++ 적용은 도구 사용법이 아닌 검증 범위의 예시입니다.">
            <a:extLst xmlns:a="http://schemas.openxmlformats.org/drawingml/2006/main">
              <a:ext uri="{FF2B5EF4-FFF2-40B4-BE49-F238E27FC236}">
                <a16:creationId xmlns:a16="http://schemas.microsoft.com/office/drawing/2014/main" id="{74AF7531-2E85-4FFA-87CF-A9F48A776D8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C++ 적용은 도구 사용법이 아닌 검증 범위의 예시입니다.</a:t>
            </a:r>
          </a:p>
        </p:txBody>
      </p:sp>
      <p:sp>
        <p:nvSpPr>
          <p:cNvPr id="7" name="확인 방법">
            <a:extLst xmlns:a="http://schemas.openxmlformats.org/drawingml/2006/main">
              <a:ext uri="{FF2B5EF4-FFF2-40B4-BE49-F238E27FC236}">
                <a16:creationId xmlns:a16="http://schemas.microsoft.com/office/drawing/2014/main" id="{C51D3168-A13A-43FF-9D39-56F5D0FB2D3B}"/>
              </a:ext>
            </a:extLst>
          </p:cNvPr>
          <p:cNvSpPr>
            <a:spLocks xmlns:a="http://schemas.openxmlformats.org/drawingml/2006/main" noGrp="1"/>
          </p:cNvSpPr>
          <p:nvPr/>
        </p:nvSpPr>
        <p:spPr>
          <a:xfrm xmlns:a="http://schemas.openxmlformats.org/drawingml/2006/main">
            <a:off x="609600" y="20955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651F65D5-546D-45FB-8800-6E57C07044E4}"/>
              </a:ext>
            </a:extLst>
          </p:cNvPr>
          <p:cNvSpPr>
            <a:spLocks xmlns:a="http://schemas.openxmlformats.org/drawingml/2006/main" noGrp="1"/>
          </p:cNvSpPr>
          <p:nvPr/>
        </p:nvSpPr>
        <p:spPr>
          <a:xfrm xmlns:a="http://schemas.openxmlformats.org/drawingml/2006/main">
            <a:off x="4381500" y="2095500"/>
            <a:ext cx="7200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CD0E986E-2D56-4DA9-8BD7-16CD81B4382D}"/>
              </a:ext>
            </a:extLst>
          </p:cNvPr>
          <p:cNvSpPr>
            <a:spLocks xmlns:a="http://schemas.openxmlformats.org/drawingml/2006/main" noGrp="1"/>
          </p:cNvSpPr>
          <p:nvPr/>
        </p:nvSpPr>
        <p:spPr>
          <a:xfrm xmlns:a="http://schemas.openxmlformats.org/drawingml/2006/main">
            <a:off x="609600" y="2571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675963B5-4336-4C24-963B-26E5D80DE962}"/>
              </a:ext>
            </a:extLst>
          </p:cNvPr>
          <p:cNvSpPr>
            <a:spLocks xmlns:a="http://schemas.openxmlformats.org/drawingml/2006/main" noGrp="1"/>
          </p:cNvSpPr>
          <p:nvPr/>
        </p:nvSpPr>
        <p:spPr>
          <a:xfrm xmlns:a="http://schemas.openxmlformats.org/drawingml/2006/main">
            <a:off x="609600" y="26289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F25A283E-14D5-4FF6-8042-49F9A43EBA5F}"/>
              </a:ext>
            </a:extLst>
          </p:cNvPr>
          <p:cNvSpPr>
            <a:spLocks xmlns:a="http://schemas.openxmlformats.org/drawingml/2006/main" noGrp="1"/>
          </p:cNvSpPr>
          <p:nvPr/>
        </p:nvSpPr>
        <p:spPr>
          <a:xfrm xmlns:a="http://schemas.openxmlformats.org/drawingml/2006/main">
            <a:off x="4381500" y="26289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1BA6AE72-3EB4-489C-BFC8-BAA0580ED29C}"/>
              </a:ext>
            </a:extLst>
          </p:cNvPr>
          <p:cNvSpPr>
            <a:spLocks xmlns:a="http://schemas.openxmlformats.org/drawingml/2006/main" noGrp="1"/>
          </p:cNvSpPr>
          <p:nvPr/>
        </p:nvSpPr>
        <p:spPr>
          <a:xfrm xmlns:a="http://schemas.openxmlformats.org/drawingml/2006/main">
            <a:off x="609600" y="3076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92D618ED-ED26-4F52-B349-F744F055C741}"/>
              </a:ext>
            </a:extLst>
          </p:cNvPr>
          <p:cNvSpPr>
            <a:spLocks xmlns:a="http://schemas.openxmlformats.org/drawingml/2006/main" noGrp="1"/>
          </p:cNvSpPr>
          <p:nvPr/>
        </p:nvSpPr>
        <p:spPr>
          <a:xfrm xmlns:a="http://schemas.openxmlformats.org/drawingml/2006/main">
            <a:off x="609600" y="31337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70CAEB9E-51AA-4FF2-9A08-19421E705306}"/>
              </a:ext>
            </a:extLst>
          </p:cNvPr>
          <p:cNvSpPr>
            <a:spLocks xmlns:a="http://schemas.openxmlformats.org/drawingml/2006/main" noGrp="1"/>
          </p:cNvSpPr>
          <p:nvPr/>
        </p:nvSpPr>
        <p:spPr>
          <a:xfrm xmlns:a="http://schemas.openxmlformats.org/drawingml/2006/main">
            <a:off x="4381500" y="313372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222DC8B6-74A6-47FE-B169-267A3414962A}"/>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69C4B00E-D28F-4AFC-ACBF-556C4C80E20E}"/>
              </a:ext>
            </a:extLst>
          </p:cNvPr>
          <p:cNvSpPr>
            <a:spLocks xmlns:a="http://schemas.openxmlformats.org/drawingml/2006/main" noGrp="1"/>
          </p:cNvSpPr>
          <p:nvPr/>
        </p:nvSpPr>
        <p:spPr>
          <a:xfrm xmlns:a="http://schemas.openxmlformats.org/drawingml/2006/main">
            <a:off x="609600" y="363855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FD46FE99-C485-49EA-AB6E-6F366105CA0A}"/>
              </a:ext>
            </a:extLst>
          </p:cNvPr>
          <p:cNvSpPr>
            <a:spLocks xmlns:a="http://schemas.openxmlformats.org/drawingml/2006/main" noGrp="1"/>
          </p:cNvSpPr>
          <p:nvPr/>
        </p:nvSpPr>
        <p:spPr>
          <a:xfrm xmlns:a="http://schemas.openxmlformats.org/drawingml/2006/main">
            <a:off x="4381500" y="363855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C1A45166-4390-4141-B897-C02F43244C8D}"/>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8DC46717-F694-4DEF-A174-153CE9DDC603}"/>
              </a:ext>
            </a:extLst>
          </p:cNvPr>
          <p:cNvSpPr>
            <a:spLocks xmlns:a="http://schemas.openxmlformats.org/drawingml/2006/main" noGrp="1"/>
          </p:cNvSpPr>
          <p:nvPr/>
        </p:nvSpPr>
        <p:spPr>
          <a:xfrm xmlns:a="http://schemas.openxmlformats.org/drawingml/2006/main">
            <a:off x="609600" y="41433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9199DDD1-6DD2-47E6-B0B2-DF343BC57834}"/>
              </a:ext>
            </a:extLst>
          </p:cNvPr>
          <p:cNvSpPr>
            <a:spLocks xmlns:a="http://schemas.openxmlformats.org/drawingml/2006/main" noGrp="1"/>
          </p:cNvSpPr>
          <p:nvPr/>
        </p:nvSpPr>
        <p:spPr>
          <a:xfrm xmlns:a="http://schemas.openxmlformats.org/drawingml/2006/main">
            <a:off x="4381500" y="414337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0F3A4BC1-9F62-424D-B917-237D165F220A}"/>
              </a:ext>
            </a:extLst>
          </p:cNvPr>
          <p:cNvSpPr>
            <a:spLocks xmlns:a="http://schemas.openxmlformats.org/drawingml/2006/main" noGrp="1"/>
          </p:cNvSpPr>
          <p:nvPr/>
        </p:nvSpPr>
        <p:spPr>
          <a:xfrm xmlns:a="http://schemas.openxmlformats.org/drawingml/2006/main">
            <a:off x="609600" y="4591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60DE425-36A0-4444-9163-E6BED5EAC41D}"/>
              </a:ext>
            </a:extLst>
          </p:cNvPr>
          <p:cNvSpPr>
            <a:spLocks xmlns:a="http://schemas.openxmlformats.org/drawingml/2006/main" noGrp="1"/>
          </p:cNvSpPr>
          <p:nvPr/>
        </p:nvSpPr>
        <p:spPr>
          <a:xfrm xmlns:a="http://schemas.openxmlformats.org/drawingml/2006/main">
            <a:off x="609600" y="46482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C54D171A-8CD9-464D-BA2E-7A45F7355CDC}"/>
              </a:ext>
            </a:extLst>
          </p:cNvPr>
          <p:cNvSpPr>
            <a:spLocks xmlns:a="http://schemas.openxmlformats.org/drawingml/2006/main" noGrp="1"/>
          </p:cNvSpPr>
          <p:nvPr/>
        </p:nvSpPr>
        <p:spPr>
          <a:xfrm xmlns:a="http://schemas.openxmlformats.org/drawingml/2006/main">
            <a:off x="4381500" y="46482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측정한 입력·환경에서의 성능</a:t>
            </a:r>
          </a:p>
        </p:txBody>
      </p:sp>
      <p:sp>
        <p:nvSpPr>
          <p:cNvPr id="24" name="C++에서도: Release 실행·API/ABI·대상 데이터에 맞춰 근거를 고른다.">
            <a:extLst xmlns:a="http://schemas.openxmlformats.org/drawingml/2006/main">
              <a:ext uri="{FF2B5EF4-FFF2-40B4-BE49-F238E27FC236}">
                <a16:creationId xmlns:a16="http://schemas.microsoft.com/office/drawing/2014/main" id="{23E215D4-71E0-408B-AB4E-28A7CE1367D6}"/>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C++에서도: Release 실행·API/ABI·대상 데이터에 맞춰 근거를 고른다.</a:t>
            </a:r>
          </a:p>
        </p:txBody>
      </p:sp>
    </p:spTree>
    <p:extLst>
      <p:ext uri="{BB962C8B-B14F-4D97-AF65-F5344CB8AC3E}">
        <p14:creationId xmlns:p14="http://schemas.microsoft.com/office/powerpoint/2010/main" val="208602663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1 · 반복해서 쓰는 정보 돌아보기">
            <a:extLst xmlns:a="http://schemas.openxmlformats.org/drawingml/2006/main">
              <a:ext uri="{FF2B5EF4-FFF2-40B4-BE49-F238E27FC236}">
                <a16:creationId xmlns:a16="http://schemas.microsoft.com/office/drawing/2014/main" id="{6AB5BC96-E49B-41A4-90D8-4016539FE1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50B03E5A-FDB7-4399-A360-9A1D855EEA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91116D31-3071-4512-A379-0582E146329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C9FF28C7-131D-40B9-8A66-E7AED045C94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1C58E8D-8905-4477-9242-D12C5A66705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28F2AE2-8E11-4440-A600-12D74027269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최근 요청에 썼던 문장 하나를 떠올려 보세요.">
            <a:extLst xmlns:a="http://schemas.openxmlformats.org/drawingml/2006/main">
              <a:ext uri="{FF2B5EF4-FFF2-40B4-BE49-F238E27FC236}">
                <a16:creationId xmlns:a16="http://schemas.microsoft.com/office/drawing/2014/main" id="{F1FB4527-A546-4002-9D4C-044C419E98D8}"/>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최근 요청에 썼던 문장 하나를 떠올려 보세요.</a:t>
            </a:r>
          </a:p>
        </p:txBody>
      </p:sp>
      <p:sp>
        <p:nvSpPr>
          <p:cNvPr id="8" name="이번 작업에만?">
            <a:extLst xmlns:a="http://schemas.openxmlformats.org/drawingml/2006/main">
              <a:ext uri="{FF2B5EF4-FFF2-40B4-BE49-F238E27FC236}">
                <a16:creationId xmlns:a16="http://schemas.microsoft.com/office/drawing/2014/main" id="{8C6D480B-267F-4575-8697-9126B44B1B05}"/>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79262D3-07B2-452C-B997-F631EE054542}"/>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4ED64D09-72CF-44A7-B30D-7584C4924282}"/>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EEC6103E-6792-4390-A2BE-CEC8F9D229F2}"/>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3721443A-B957-4ABF-9BCB-6F9BB948D57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Tree>
    <p:extLst>
      <p:ext uri="{BB962C8B-B14F-4D97-AF65-F5344CB8AC3E}">
        <p14:creationId xmlns:p14="http://schemas.microsoft.com/office/powerpoint/2010/main" val="54303083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1 · 정보의 수명과 범위">
            <a:extLst xmlns:a="http://schemas.openxmlformats.org/drawingml/2006/main">
              <a:ext uri="{FF2B5EF4-FFF2-40B4-BE49-F238E27FC236}">
                <a16:creationId xmlns:a16="http://schemas.microsoft.com/office/drawing/2014/main" id="{2A17909A-8A0D-43EF-8E05-8B9D653E89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1092EBF7-61F9-4C90-8993-7A2E3A82E4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4419FF00-A7F2-45F3-876C-27A8636050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42671B89-3E5B-4900-9FC1-59ABDA1294C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1BF7BB6-3E74-4BB8-BA27-AE11B7BD179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410FAD78-B79F-4EB0-881B-E9DCF55BEE0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14BBE7A3-577F-4944-86D3-2EF4F537392C}"/>
              </a:ext>
            </a:extLst>
          </p:cNvPr>
          <p:cNvSpPr>
            <a:spLocks xmlns:a="http://schemas.openxmlformats.org/drawingml/2006/main" noGrp="1"/>
          </p:cNvSpPr>
          <p:nvPr/>
        </p:nvSpPr>
        <p:spPr>
          <a:xfrm xmlns:a="http://schemas.openxmlformats.org/drawingml/2006/main">
            <a:off x="609600" y="2238375"/>
            <a:ext cx="51625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2C95EA69-29A9-49E3-8FB3-FA1FF7494F7C}"/>
              </a:ext>
            </a:extLst>
          </p:cNvPr>
          <p:cNvSpPr>
            <a:spLocks xmlns:a="http://schemas.openxmlformats.org/drawingml/2006/main" noGrp="1"/>
          </p:cNvSpPr>
          <p:nvPr/>
        </p:nvSpPr>
        <p:spPr>
          <a:xfrm xmlns:a="http://schemas.openxmlformats.org/drawingml/2006/main">
            <a:off x="6705600" y="22383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BEDBC4A8-42A0-48DC-9C78-07CDCE45BF29}"/>
              </a:ext>
            </a:extLst>
          </p:cNvPr>
          <p:cNvSpPr>
            <a:spLocks xmlns:a="http://schemas.openxmlformats.org/drawingml/2006/main" noGrp="1"/>
          </p:cNvSpPr>
          <p:nvPr/>
        </p:nvSpPr>
        <p:spPr>
          <a:xfrm xmlns:a="http://schemas.openxmlformats.org/drawingml/2006/main">
            <a:off x="609600" y="2905125"/>
            <a:ext cx="5162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AFB26A2-061D-4703-A105-8B76D70A606C}"/>
              </a:ext>
            </a:extLst>
          </p:cNvPr>
          <p:cNvSpPr>
            <a:spLocks xmlns:a="http://schemas.openxmlformats.org/drawingml/2006/main" noGrp="1"/>
          </p:cNvSpPr>
          <p:nvPr/>
        </p:nvSpPr>
        <p:spPr>
          <a:xfrm xmlns:a="http://schemas.openxmlformats.org/drawingml/2006/main">
            <a:off x="6705600" y="2905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2935C1F-3130-43BD-B1DF-C35BB45D005F}"/>
              </a:ext>
            </a:extLst>
          </p:cNvPr>
          <p:cNvSpPr>
            <a:spLocks xmlns:a="http://schemas.openxmlformats.org/drawingml/2006/main" noGrp="1"/>
          </p:cNvSpPr>
          <p:nvPr/>
        </p:nvSpPr>
        <p:spPr>
          <a:xfrm xmlns:a="http://schemas.openxmlformats.org/drawingml/2006/main">
            <a:off x="609600" y="3219450"/>
            <a:ext cx="51625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의존성 추가에는 작업상 근거 필요&#10;프로젝트 테스트 명령">
            <a:extLst xmlns:a="http://schemas.openxmlformats.org/drawingml/2006/main">
              <a:ext uri="{FF2B5EF4-FFF2-40B4-BE49-F238E27FC236}">
                <a16:creationId xmlns:a16="http://schemas.microsoft.com/office/drawing/2014/main" id="{B3536568-4722-442C-8AF9-E777FB7E16D9}"/>
              </a:ext>
            </a:extLst>
          </p:cNvPr>
          <p:cNvSpPr>
            <a:spLocks xmlns:a="http://schemas.openxmlformats.org/drawingml/2006/main" noGrp="1"/>
          </p:cNvSpPr>
          <p:nvPr/>
        </p:nvSpPr>
        <p:spPr>
          <a:xfrm xmlns:a="http://schemas.openxmlformats.org/drawingml/2006/main">
            <a:off x="6705600" y="3219450"/>
            <a:ext cx="4876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의존성 추가에는 작업상 근거 필요</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프로젝트 테스트 명령</a:t>
            </a:r>
          </a:p>
        </p:txBody>
      </p:sp>
      <p:sp>
        <p:nvSpPr>
          <p:cNvPr id="13" name="">
            <a:extLst xmlns:a="http://schemas.openxmlformats.org/drawingml/2006/main">
              <a:ext uri="{FF2B5EF4-FFF2-40B4-BE49-F238E27FC236}">
                <a16:creationId xmlns:a16="http://schemas.microsoft.com/office/drawing/2014/main" id="{8324EFCE-8667-4D70-8135-66D70FCBA0D3}"/>
              </a:ext>
            </a:extLst>
          </p:cNvPr>
          <p:cNvSpPr>
            <a:spLocks xmlns:a="http://schemas.openxmlformats.org/drawingml/2006/main" noGrp="1"/>
          </p:cNvSpPr>
          <p:nvPr/>
        </p:nvSpPr>
        <p:spPr>
          <a:xfrm xmlns:a="http://schemas.openxmlformats.org/drawingml/2006/main">
            <a:off x="609600" y="500062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정보마다 필요한 기간과 적용 범위가 다르다.">
            <a:extLst xmlns:a="http://schemas.openxmlformats.org/drawingml/2006/main">
              <a:ext uri="{FF2B5EF4-FFF2-40B4-BE49-F238E27FC236}">
                <a16:creationId xmlns:a16="http://schemas.microsoft.com/office/drawing/2014/main" id="{E26F31B0-1695-4FEE-B847-A52905E10335}"/>
              </a:ext>
            </a:extLst>
          </p:cNvPr>
          <p:cNvSpPr>
            <a:spLocks xmlns:a="http://schemas.openxmlformats.org/drawingml/2006/main" noGrp="1"/>
          </p:cNvSpPr>
          <p:nvPr/>
        </p:nvSpPr>
        <p:spPr>
          <a:xfrm xmlns:a="http://schemas.openxmlformats.org/drawingml/2006/main">
            <a:off x="800100" y="5105400"/>
            <a:ext cx="10591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정보마다 필요한 기간과 적용 범위가 다르다.</a:t>
            </a:r>
          </a:p>
        </p:txBody>
      </p:sp>
    </p:spTree>
    <p:extLst>
      <p:ext uri="{BB962C8B-B14F-4D97-AF65-F5344CB8AC3E}">
        <p14:creationId xmlns:p14="http://schemas.microsoft.com/office/powerpoint/2010/main" val="102201268"/>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반복되는 프로젝트 설명">
            <a:extLst xmlns:a="http://schemas.openxmlformats.org/drawingml/2006/main">
              <a:ext uri="{FF2B5EF4-FFF2-40B4-BE49-F238E27FC236}">
                <a16:creationId xmlns:a16="http://schemas.microsoft.com/office/drawing/2014/main" id="{6DBD0F64-80F9-493E-BBAC-37C72DCD89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6BE2F317-DFEE-4A64-A821-4E87801DF4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12FCFD20-FA1F-4141-BC3B-C3A28375B6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C378ACAF-3B4D-4655-A9A7-B991FCAF66E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EE5C176A-A8A9-4957-8CA9-35A712D8A66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95345C9D-3BBA-4352-93AD-1E69EB8990F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B1FA24DA-5656-410D-8536-8057BBC54A89}"/>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BA1B7E4A-A526-4363-9CCD-C7C43EC6978E}"/>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F6E2E1A2-D4EE-4DD6-812C-FF3BB030DC07}"/>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62CF713-1C21-4C39-8D6D-9944CFB07BCF}"/>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103E41E-F661-4792-8414-0EDFE1633F3E}"/>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110EB846-221E-4036-B085-BB07F19C8159}"/>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76E550A-8279-4475-8B83-614672964D1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B6D74570-C9CE-4997-BE23-29A8C56F28E5}"/>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571112C-5285-40A7-A28A-412F7FC47355}"/>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C9C6562-23E7-4BC6-B1A7-945BB2262943}"/>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AE1F65DB-0926-4DC3-A556-219F4AC2EA85}"/>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96FE0EF7-E8E4-4CD2-87AD-C03AF6BAB41D}"/>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F915CE28-F2C3-41AD-92AE-8AAA7F395A76}"/>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3212FE8-21D5-49EE-B978-A0BFC97E3D2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E138432-8D9E-4DB8-BEC1-DCF1FCBDAB9E}"/>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1E7A880-753B-45E3-AE67-607D6231C198}"/>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Tree>
    <p:extLst>
      <p:ext uri="{BB962C8B-B14F-4D97-AF65-F5344CB8AC3E}">
        <p14:creationId xmlns:p14="http://schemas.microsoft.com/office/powerpoint/2010/main" val="128207509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Project Context">
            <a:extLst xmlns:a="http://schemas.openxmlformats.org/drawingml/2006/main">
              <a:ext uri="{FF2B5EF4-FFF2-40B4-BE49-F238E27FC236}">
                <a16:creationId xmlns:a16="http://schemas.microsoft.com/office/drawing/2014/main" id="{8257AB38-0A1C-4DAC-8D05-56472F4767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6DE673B1-846A-4B49-81D8-C32BEFF0E3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7E2217E9-5A7A-464B-821E-2BDAB16D4D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6E65A4B3-A9BC-45FA-80FC-BE11C0B805E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86076A1-2765-4565-95E3-D75DCF43408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7D0D4723-5C1E-4F9B-8659-7C39F60A603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53F7120-C60A-4058-9210-2E318A3342E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CDA81FC-9BB4-4D28-BB4C-D4429CB5ADC0}"/>
              </a:ext>
            </a:extLst>
          </p:cNvPr>
          <p:cNvSpPr>
            <a:spLocks xmlns:a="http://schemas.openxmlformats.org/drawingml/2006/main" noGrp="1"/>
          </p:cNvSpPr>
          <p:nvPr/>
        </p:nvSpPr>
        <p:spPr>
          <a:xfrm xmlns:a="http://schemas.openxmlformats.org/drawingml/2006/main">
            <a:off x="609600" y="2286000"/>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Consolas"/>
                <a:ea typeface="Consolas"/>
                <a:cs typeface="Consolas"/>
              </a:defRPr>
            </a:defPPr>
            <a:lvl1pPr algn="l">
              <a:defRPr sz="2850" b="1">
                <a:solidFill>
                  <a:srgbClr val="17212B"/>
                </a:solidFill>
                <a:latin typeface="Consolas"/>
                <a:ea typeface="Consolas"/>
                <a:cs typeface="Consolas"/>
              </a:defRPr>
            </a:lvl1pPr>
            <a:lvl2pPr algn="l">
              <a:defRPr sz="2850" b="1">
                <a:solidFill>
                  <a:srgbClr val="17212B"/>
                </a:solidFill>
                <a:latin typeface="Consolas"/>
                <a:ea typeface="Consolas"/>
                <a:cs typeface="Consolas"/>
              </a:defRPr>
            </a:lvl2pPr>
            <a:lvl3pPr algn="l">
              <a:defRPr sz="2850" b="1">
                <a:solidFill>
                  <a:srgbClr val="17212B"/>
                </a:solidFill>
                <a:latin typeface="Consolas"/>
                <a:ea typeface="Consolas"/>
                <a:cs typeface="Consolas"/>
              </a:defRPr>
            </a:lvl3pPr>
            <a:lvl4pPr algn="l">
              <a:defRPr sz="2850" b="1">
                <a:solidFill>
                  <a:srgbClr val="17212B"/>
                </a:solidFill>
                <a:latin typeface="Consolas"/>
                <a:ea typeface="Consolas"/>
                <a:cs typeface="Consolas"/>
              </a:defRPr>
            </a:lvl4pPr>
            <a:lvl5pPr algn="l">
              <a:defRPr sz="2850" b="1">
                <a:solidFill>
                  <a:srgbClr val="17212B"/>
                </a:solidFill>
                <a:latin typeface="Consolas"/>
                <a:ea typeface="Consolas"/>
                <a:cs typeface="Consolas"/>
              </a:defRPr>
            </a:lvl5pPr>
            <a:lvl6pPr algn="l">
              <a:defRPr sz="2850" b="1">
                <a:solidFill>
                  <a:srgbClr val="17212B"/>
                </a:solidFill>
                <a:latin typeface="Consolas"/>
                <a:ea typeface="Consolas"/>
                <a:cs typeface="Consolas"/>
              </a:defRPr>
            </a:lvl6pPr>
            <a:lvl7pPr algn="l">
              <a:defRPr sz="2850" b="1">
                <a:solidFill>
                  <a:srgbClr val="17212B"/>
                </a:solidFill>
                <a:latin typeface="Consolas"/>
                <a:ea typeface="Consolas"/>
                <a:cs typeface="Consolas"/>
              </a:defRPr>
            </a:lvl7pPr>
            <a:lvl8pPr algn="l">
              <a:defRPr sz="2850" b="1">
                <a:solidFill>
                  <a:srgbClr val="17212B"/>
                </a:solidFill>
                <a:latin typeface="Consolas"/>
                <a:ea typeface="Consolas"/>
                <a:cs typeface="Consolas"/>
              </a:defRPr>
            </a:lvl8pPr>
            <a:lvl9pPr algn="l">
              <a:defRPr sz="2850" b="1">
                <a:solidFill>
                  <a:srgbClr val="17212B"/>
                </a:solidFill>
                <a:latin typeface="Consolas"/>
                <a:ea typeface="Consolas"/>
                <a:cs typeface="Consolas"/>
              </a:defRPr>
            </a:lvl9pPr>
          </a:lstStyle>
          <a:p xmlns:a="http://schemas.openxmlformats.org/drawingml/2006/main">
            <a:pPr algn="l">
              <a:defRPr sz="2850" b="1">
                <a:solidFill>
                  <a:srgbClr val="17212B"/>
                </a:solidFill>
                <a:latin typeface="Consolas"/>
                <a:ea typeface="Consolas"/>
                <a:cs typeface="Consolas"/>
              </a:defRPr>
            </a:pPr>
            <a:r>
              <a:rPr sz="28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AAD99320-CBB1-41AB-B249-D53D8B0FEC05}"/>
              </a:ext>
            </a:extLst>
          </p:cNvPr>
          <p:cNvSpPr>
            <a:spLocks xmlns:a="http://schemas.openxmlformats.org/drawingml/2006/main" noGrp="1"/>
          </p:cNvSpPr>
          <p:nvPr/>
        </p:nvSpPr>
        <p:spPr>
          <a:xfrm xmlns:a="http://schemas.openxmlformats.org/drawingml/2006/main">
            <a:off x="7143750" y="2343150"/>
            <a:ext cx="4438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7FA1DBDA-A062-4242-81FE-69B3634D28BD}"/>
              </a:ext>
            </a:extLst>
          </p:cNvPr>
          <p:cNvSpPr>
            <a:spLocks xmlns:a="http://schemas.openxmlformats.org/drawingml/2006/main" noGrp="1"/>
          </p:cNvSpPr>
          <p:nvPr/>
        </p:nvSpPr>
        <p:spPr>
          <a:xfrm xmlns:a="http://schemas.openxmlformats.org/drawingml/2006/main">
            <a:off x="609600" y="2914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3E6B61DF-F2A7-4ED1-847F-07F000461C0F}"/>
              </a:ext>
            </a:extLst>
          </p:cNvPr>
          <p:cNvSpPr>
            <a:spLocks xmlns:a="http://schemas.openxmlformats.org/drawingml/2006/main" noGrp="1"/>
          </p:cNvSpPr>
          <p:nvPr/>
        </p:nvSpPr>
        <p:spPr>
          <a:xfrm xmlns:a="http://schemas.openxmlformats.org/drawingml/2006/main">
            <a:off x="609600" y="3105150"/>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3CC561E1-0264-4DE0-B613-4D80F03AEE4C}"/>
              </a:ext>
            </a:extLst>
          </p:cNvPr>
          <p:cNvSpPr>
            <a:spLocks xmlns:a="http://schemas.openxmlformats.org/drawingml/2006/main" noGrp="1"/>
          </p:cNvSpPr>
          <p:nvPr/>
        </p:nvSpPr>
        <p:spPr>
          <a:xfrm xmlns:a="http://schemas.openxmlformats.org/drawingml/2006/main">
            <a:off x="2952750" y="3105150"/>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Local </a:t>
            </a:r>
            <a:r>
              <a:rPr sz="1800" b="1">
                <a:solidFill>
                  <a:srgbClr val="17212B"/>
                </a:solidFill>
                <a:latin typeface="Malgun Gothic"/>
                <a:ea typeface="Malgun Gothic"/>
                <a:cs typeface="Malgun Gothic"/>
              </a:rPr>
              <a:t>grayscale image-processing CLI</a:t>
            </a:r>
            <a:r>
              <a:rPr sz="1800" b="0">
                <a:solidFill>
                  <a:srgbClr val="17212B"/>
                </a:solidFill>
                <a:latin typeface="Malgun Gothic"/>
                <a:ea typeface="Malgun Gothic"/>
                <a:cs typeface="Malgun Gothic"/>
              </a:rPr>
              <a:t> using synthetic ASCII PGM data.</a:t>
            </a:r>
          </a:p>
        </p:txBody>
      </p:sp>
      <p:sp>
        <p:nvSpPr>
          <p:cNvPr id="13" name="">
            <a:extLst xmlns:a="http://schemas.openxmlformats.org/drawingml/2006/main">
              <a:ext uri="{FF2B5EF4-FFF2-40B4-BE49-F238E27FC236}">
                <a16:creationId xmlns:a16="http://schemas.microsoft.com/office/drawing/2014/main" id="{728BE714-C4FB-4884-A9F0-6EA6536B1D72}"/>
              </a:ext>
            </a:extLst>
          </p:cNvPr>
          <p:cNvSpPr>
            <a:spLocks xmlns:a="http://schemas.openxmlformats.org/drawingml/2006/main" noGrp="1"/>
          </p:cNvSpPr>
          <p:nvPr/>
        </p:nvSpPr>
        <p:spPr>
          <a:xfrm xmlns:a="http://schemas.openxmlformats.org/drawingml/2006/main">
            <a:off x="609600" y="3609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실행 방법">
            <a:extLst xmlns:a="http://schemas.openxmlformats.org/drawingml/2006/main">
              <a:ext uri="{FF2B5EF4-FFF2-40B4-BE49-F238E27FC236}">
                <a16:creationId xmlns:a16="http://schemas.microsoft.com/office/drawing/2014/main" id="{D457D1BF-108A-4844-83CC-A2665E14DF26}"/>
              </a:ext>
            </a:extLst>
          </p:cNvPr>
          <p:cNvSpPr>
            <a:spLocks xmlns:a="http://schemas.openxmlformats.org/drawingml/2006/main" noGrp="1"/>
          </p:cNvSpPr>
          <p:nvPr/>
        </p:nvSpPr>
        <p:spPr>
          <a:xfrm xmlns:a="http://schemas.openxmlformats.org/drawingml/2006/main">
            <a:off x="609600" y="3800475"/>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방법</a:t>
            </a:r>
          </a:p>
        </p:txBody>
      </p:sp>
      <p:sp>
        <p:nvSpPr>
          <p:cNvPr id="15" name="Use the prepared build and CLI commands documented in `READM">
            <a:extLst xmlns:a="http://schemas.openxmlformats.org/drawingml/2006/main">
              <a:ext uri="{FF2B5EF4-FFF2-40B4-BE49-F238E27FC236}">
                <a16:creationId xmlns:a16="http://schemas.microsoft.com/office/drawing/2014/main" id="{3447DE4C-3C11-4EFE-B3FC-A3F4A21F08DE}"/>
              </a:ext>
            </a:extLst>
          </p:cNvPr>
          <p:cNvSpPr>
            <a:spLocks xmlns:a="http://schemas.openxmlformats.org/drawingml/2006/main" noGrp="1"/>
          </p:cNvSpPr>
          <p:nvPr/>
        </p:nvSpPr>
        <p:spPr>
          <a:xfrm xmlns:a="http://schemas.openxmlformats.org/drawingml/2006/main">
            <a:off x="2952750" y="3800475"/>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Use the prepared build and CLI commands documented in `</a:t>
            </a:r>
            <a:r>
              <a:rPr sz="1800" b="1">
                <a:solidFill>
                  <a:srgbClr val="17212B"/>
                </a:solidFill>
                <a:latin typeface="Malgun Gothic"/>
                <a:ea typeface="Malgun Gothic"/>
                <a:cs typeface="Malgun Gothic"/>
              </a:rPr>
              <a:t>README.md</a:t>
            </a:r>
            <a:r>
              <a:rPr sz="1800" b="0">
                <a:solidFill>
                  <a:srgbClr val="17212B"/>
                </a:solidFill>
                <a:latin typeface="Malgun Gothic"/>
                <a:ea typeface="Malgun Gothic"/>
                <a:cs typeface="Malgun Gothic"/>
              </a:rPr>
              <a:t>`.</a:t>
            </a:r>
          </a:p>
        </p:txBody>
      </p:sp>
      <p:sp>
        <p:nvSpPr>
          <p:cNvPr id="16" name="">
            <a:extLst xmlns:a="http://schemas.openxmlformats.org/drawingml/2006/main">
              <a:ext uri="{FF2B5EF4-FFF2-40B4-BE49-F238E27FC236}">
                <a16:creationId xmlns:a16="http://schemas.microsoft.com/office/drawing/2014/main" id="{07E6A6CB-3816-486D-994C-3A1D3A374176}"/>
              </a:ext>
            </a:extLst>
          </p:cNvPr>
          <p:cNvSpPr>
            <a:spLocks xmlns:a="http://schemas.openxmlformats.org/drawingml/2006/main" noGrp="1"/>
          </p:cNvSpPr>
          <p:nvPr/>
        </p:nvSpPr>
        <p:spPr>
          <a:xfrm xmlns:a="http://schemas.openxmlformats.org/drawingml/2006/main">
            <a:off x="609600" y="4305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테스트 명령">
            <a:extLst xmlns:a="http://schemas.openxmlformats.org/drawingml/2006/main">
              <a:ext uri="{FF2B5EF4-FFF2-40B4-BE49-F238E27FC236}">
                <a16:creationId xmlns:a16="http://schemas.microsoft.com/office/drawing/2014/main" id="{9C1E39B1-58D8-4723-BCB0-5C8EF3AB07DF}"/>
              </a:ext>
            </a:extLst>
          </p:cNvPr>
          <p:cNvSpPr>
            <a:spLocks xmlns:a="http://schemas.openxmlformats.org/drawingml/2006/main" noGrp="1"/>
          </p:cNvSpPr>
          <p:nvPr/>
        </p:nvSpPr>
        <p:spPr>
          <a:xfrm xmlns:a="http://schemas.openxmlformats.org/drawingml/2006/main">
            <a:off x="609600" y="4495800"/>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테스트 명령</a:t>
            </a:r>
          </a:p>
        </p:txBody>
      </p:sp>
      <p:sp>
        <p:nvSpPr>
          <p:cNvPr id="18" name="PYTHONPATH=src python3 -m unittest discover -s tests -v">
            <a:extLst xmlns:a="http://schemas.openxmlformats.org/drawingml/2006/main">
              <a:ext uri="{FF2B5EF4-FFF2-40B4-BE49-F238E27FC236}">
                <a16:creationId xmlns:a16="http://schemas.microsoft.com/office/drawing/2014/main" id="{6FC58D16-81F2-4830-9CE3-36A8D5013BEA}"/>
              </a:ext>
            </a:extLst>
          </p:cNvPr>
          <p:cNvSpPr>
            <a:spLocks xmlns:a="http://schemas.openxmlformats.org/drawingml/2006/main" noGrp="1"/>
          </p:cNvSpPr>
          <p:nvPr/>
        </p:nvSpPr>
        <p:spPr>
          <a:xfrm xmlns:a="http://schemas.openxmlformats.org/drawingml/2006/main">
            <a:off x="2952750" y="4495800"/>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PYTHONPATH=src python3 -m unittest discover -s tests -v</a:t>
            </a:r>
          </a:p>
        </p:txBody>
      </p:sp>
      <p:sp>
        <p:nvSpPr>
          <p:cNvPr id="19" name="">
            <a:extLst xmlns:a="http://schemas.openxmlformats.org/drawingml/2006/main">
              <a:ext uri="{FF2B5EF4-FFF2-40B4-BE49-F238E27FC236}">
                <a16:creationId xmlns:a16="http://schemas.microsoft.com/office/drawing/2014/main" id="{33136FC0-2B1C-4311-AE19-33641B5D5EF8}"/>
              </a:ext>
            </a:extLst>
          </p:cNvPr>
          <p:cNvSpPr>
            <a:spLocks xmlns:a="http://schemas.openxmlformats.org/drawingml/2006/main" noGrp="1"/>
          </p:cNvSpPr>
          <p:nvPr/>
        </p:nvSpPr>
        <p:spPr>
          <a:xfrm xmlns:a="http://schemas.openxmlformats.org/drawingml/2006/main">
            <a:off x="609600" y="5000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본 제약">
            <a:extLst xmlns:a="http://schemas.openxmlformats.org/drawingml/2006/main">
              <a:ext uri="{FF2B5EF4-FFF2-40B4-BE49-F238E27FC236}">
                <a16:creationId xmlns:a16="http://schemas.microsoft.com/office/drawing/2014/main" id="{58AE0120-6D52-4291-BA1E-B1E54CAE2CA1}"/>
              </a:ext>
            </a:extLst>
          </p:cNvPr>
          <p:cNvSpPr>
            <a:spLocks xmlns:a="http://schemas.openxmlformats.org/drawingml/2006/main" noGrp="1"/>
          </p:cNvSpPr>
          <p:nvPr/>
        </p:nvSpPr>
        <p:spPr>
          <a:xfrm xmlns:a="http://schemas.openxmlformats.org/drawingml/2006/main">
            <a:off x="609600" y="5191125"/>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기본 제약</a:t>
            </a:r>
          </a:p>
        </p:txBody>
      </p:sp>
      <p:sp>
        <p:nvSpPr>
          <p:cNvPr id="21" name="Keep changes scoped and verify relevant behavior.">
            <a:extLst xmlns:a="http://schemas.openxmlformats.org/drawingml/2006/main">
              <a:ext uri="{FF2B5EF4-FFF2-40B4-BE49-F238E27FC236}">
                <a16:creationId xmlns:a16="http://schemas.microsoft.com/office/drawing/2014/main" id="{3EBBDE82-1F4C-45CF-BD96-6142EB035197}"/>
              </a:ext>
            </a:extLst>
          </p:cNvPr>
          <p:cNvSpPr>
            <a:spLocks xmlns:a="http://schemas.openxmlformats.org/drawingml/2006/main" noGrp="1"/>
          </p:cNvSpPr>
          <p:nvPr/>
        </p:nvSpPr>
        <p:spPr>
          <a:xfrm xmlns:a="http://schemas.openxmlformats.org/drawingml/2006/main">
            <a:off x="2952750" y="5191125"/>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Keep changes </a:t>
            </a:r>
            <a:r>
              <a:rPr sz="1800" b="1">
                <a:solidFill>
                  <a:srgbClr val="17212B"/>
                </a:solidFill>
                <a:latin typeface="Malgun Gothic"/>
                <a:ea typeface="Malgun Gothic"/>
                <a:cs typeface="Malgun Gothic"/>
              </a:rPr>
              <a:t>scoped and verify</a:t>
            </a:r>
            <a:r>
              <a:rPr sz="1800" b="0">
                <a:solidFill>
                  <a:srgbClr val="17212B"/>
                </a:solidFill>
                <a:latin typeface="Malgun Gothic"/>
                <a:ea typeface="Malgun Gothic"/>
                <a:cs typeface="Malgun Gothic"/>
              </a:rPr>
              <a:t> relevant behavior.</a:t>
            </a:r>
          </a:p>
        </p:txBody>
      </p:sp>
    </p:spTree>
    <p:extLst>
      <p:ext uri="{BB962C8B-B14F-4D97-AF65-F5344CB8AC3E}">
        <p14:creationId xmlns:p14="http://schemas.microsoft.com/office/powerpoint/2010/main" val="2094398572"/>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지침을 활용한 관찰">
            <a:extLst xmlns:a="http://schemas.openxmlformats.org/drawingml/2006/main">
              <a:ext uri="{FF2B5EF4-FFF2-40B4-BE49-F238E27FC236}">
                <a16:creationId xmlns:a16="http://schemas.microsoft.com/office/drawing/2014/main" id="{37049CBB-58F6-4BDE-9D30-D45BBB4D86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AF828261-5877-46E5-939D-FCD4B9ECA0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2CCC851F-1C4B-41BD-AD6F-546ED8331E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2A2FAB7C-1C59-48BC-B2E7-F2244CA5717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4CDA38DC-1EE5-4E01-80D9-874AC6079F8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4C1E2764-C231-49FF-BDE9-06B2A699961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5C709A5E-9356-4CD2-8772-7F822CB407E3}"/>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43A3B44D-4597-44EF-8498-B2A08F3D52A1}"/>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F428033F-9720-4EB0-984A-D190F6A2811A}"/>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E33A7856-38E2-4721-8857-2B4CED9C91EE}"/>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BFFE830C-9DE1-40D4-B2C0-A0B0DE0AA12E}"/>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0CC7F890-3082-45EF-B8B5-86281808AD9E}"/>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9921B51C-425C-4463-A1CA-C2FC4FCB57F1}"/>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0B46972C-1287-403B-9F5A-430BB9239150}"/>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838F3C03-CB6A-4469-908F-7EE3C2B4367A}"/>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253EE555-325B-44D4-9F3A-7AB8479FA7B2}"/>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DF823E0A-25C6-4B02-A905-6277C607C97E}"/>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2B8BBBBC-B7F7-47BF-ADDE-2D2798A9F732}"/>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3D065D20-F343-4277-BE4F-03811C41EAEC}"/>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F195A55-2BD7-4770-AACC-7415BF1C4037}"/>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19CED6B-B1DA-47A2-8C01-31C02D012339}"/>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AA016C97-B6EE-430A-95D6-C82113FEE01F}"/>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Tree>
    <p:extLst>
      <p:ext uri="{BB962C8B-B14F-4D97-AF65-F5344CB8AC3E}">
        <p14:creationId xmlns:p14="http://schemas.microsoft.com/office/powerpoint/2010/main" val="35719380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정보의 범위와 수명">
            <a:extLst xmlns:a="http://schemas.openxmlformats.org/drawingml/2006/main">
              <a:ext uri="{FF2B5EF4-FFF2-40B4-BE49-F238E27FC236}">
                <a16:creationId xmlns:a16="http://schemas.microsoft.com/office/drawing/2014/main" id="{54050C1C-F6EF-4AB7-AECB-530DE38C21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B56C09B0-3F52-4289-8B86-1417C1C912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9EB0071E-44F7-412C-A6C6-358EE04B2B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233AA588-E9AE-425B-A00C-B473664E6CF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25B27878-9B60-4D11-82EE-62C063D7773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8E90BD4-21A1-40EB-9ED9-5DDB95FD28E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이번 작업이 끝나면?">
            <a:extLst xmlns:a="http://schemas.openxmlformats.org/drawingml/2006/main">
              <a:ext uri="{FF2B5EF4-FFF2-40B4-BE49-F238E27FC236}">
                <a16:creationId xmlns:a16="http://schemas.microsoft.com/office/drawing/2014/main" id="{633FE972-4E53-4D4D-968F-581DCD9CFBEE}"/>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작업이 끝나면?</a:t>
            </a:r>
          </a:p>
        </p:txBody>
      </p:sp>
      <p:sp>
        <p:nvSpPr>
          <p:cNvPr id="8" name="">
            <a:extLst xmlns:a="http://schemas.openxmlformats.org/drawingml/2006/main">
              <a:ext uri="{FF2B5EF4-FFF2-40B4-BE49-F238E27FC236}">
                <a16:creationId xmlns:a16="http://schemas.microsoft.com/office/drawing/2014/main" id="{0F450A6A-B499-44DB-8FDA-C90417D7FA78}"/>
              </a:ext>
            </a:extLst>
          </p:cNvPr>
          <p:cNvSpPr>
            <a:spLocks xmlns:a="http://schemas.openxmlformats.org/drawingml/2006/main" noGrp="1"/>
          </p:cNvSpPr>
          <p:nvPr/>
        </p:nvSpPr>
        <p:spPr>
          <a:xfrm xmlns:a="http://schemas.openxmlformats.org/drawingml/2006/main">
            <a:off x="609600" y="2838450"/>
            <a:ext cx="50863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Task Prompt">
            <a:extLst xmlns:a="http://schemas.openxmlformats.org/drawingml/2006/main">
              <a:ext uri="{FF2B5EF4-FFF2-40B4-BE49-F238E27FC236}">
                <a16:creationId xmlns:a16="http://schemas.microsoft.com/office/drawing/2014/main" id="{D3D274AF-8D85-4131-B300-B28CFE16F079}"/>
              </a:ext>
            </a:extLst>
          </p:cNvPr>
          <p:cNvSpPr>
            <a:spLocks xmlns:a="http://schemas.openxmlformats.org/drawingml/2006/main" noGrp="1"/>
          </p:cNvSpPr>
          <p:nvPr/>
        </p:nvSpPr>
        <p:spPr>
          <a:xfrm xmlns:a="http://schemas.openxmlformats.org/drawingml/2006/main">
            <a:off x="609600" y="3038475"/>
            <a:ext cx="508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10" name="지금 원하는 결과">
            <a:extLst xmlns:a="http://schemas.openxmlformats.org/drawingml/2006/main">
              <a:ext uri="{FF2B5EF4-FFF2-40B4-BE49-F238E27FC236}">
                <a16:creationId xmlns:a16="http://schemas.microsoft.com/office/drawing/2014/main" id="{065B30C2-4EFA-4B78-88B9-551AC195E824}"/>
              </a:ext>
            </a:extLst>
          </p:cNvPr>
          <p:cNvSpPr>
            <a:spLocks xmlns:a="http://schemas.openxmlformats.org/drawingml/2006/main" noGrp="1"/>
          </p:cNvSpPr>
          <p:nvPr/>
        </p:nvSpPr>
        <p:spPr>
          <a:xfrm xmlns:a="http://schemas.openxmlformats.org/drawingml/2006/main">
            <a:off x="609600" y="3552825"/>
            <a:ext cx="5086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지금 원하는 결과</a:t>
            </a:r>
          </a:p>
        </p:txBody>
      </p:sp>
      <p:sp>
        <p:nvSpPr>
          <p:cNvPr id="11" name="crop 경계 버그 수정&#10;이번에는 README만 변경">
            <a:extLst xmlns:a="http://schemas.openxmlformats.org/drawingml/2006/main">
              <a:ext uri="{FF2B5EF4-FFF2-40B4-BE49-F238E27FC236}">
                <a16:creationId xmlns:a16="http://schemas.microsoft.com/office/drawing/2014/main" id="{ABF7496B-E5F1-44BF-9B6B-2F7638081F4C}"/>
              </a:ext>
            </a:extLst>
          </p:cNvPr>
          <p:cNvSpPr>
            <a:spLocks xmlns:a="http://schemas.openxmlformats.org/drawingml/2006/main" noGrp="1"/>
          </p:cNvSpPr>
          <p:nvPr/>
        </p:nvSpPr>
        <p:spPr>
          <a:xfrm xmlns:a="http://schemas.openxmlformats.org/drawingml/2006/main">
            <a:off x="609600" y="4114800"/>
            <a:ext cx="5086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경계 버그 수정</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이번에는 README만 변경</a:t>
            </a:r>
          </a:p>
        </p:txBody>
      </p:sp>
      <p:sp>
        <p:nvSpPr>
          <p:cNvPr id="12" name="">
            <a:extLst xmlns:a="http://schemas.openxmlformats.org/drawingml/2006/main">
              <a:ext uri="{FF2B5EF4-FFF2-40B4-BE49-F238E27FC236}">
                <a16:creationId xmlns:a16="http://schemas.microsoft.com/office/drawing/2014/main" id="{F2331D18-27BC-4D12-A570-4AB4F13B3C7F}"/>
              </a:ext>
            </a:extLst>
          </p:cNvPr>
          <p:cNvSpPr>
            <a:spLocks xmlns:a="http://schemas.openxmlformats.org/drawingml/2006/main" noGrp="1"/>
          </p:cNvSpPr>
          <p:nvPr/>
        </p:nvSpPr>
        <p:spPr>
          <a:xfrm xmlns:a="http://schemas.openxmlformats.org/drawingml/2006/main">
            <a:off x="609600" y="5143500"/>
            <a:ext cx="5086350" cy="457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다음 작업에서는 목표가 달라짐">
            <a:extLst xmlns:a="http://schemas.openxmlformats.org/drawingml/2006/main">
              <a:ext uri="{FF2B5EF4-FFF2-40B4-BE49-F238E27FC236}">
                <a16:creationId xmlns:a16="http://schemas.microsoft.com/office/drawing/2014/main" id="{58D12A62-CB6B-4F17-AD83-B17EEEFCFF27}"/>
              </a:ext>
            </a:extLst>
          </p:cNvPr>
          <p:cNvSpPr>
            <a:spLocks xmlns:a="http://schemas.openxmlformats.org/drawingml/2006/main" noGrp="1"/>
          </p:cNvSpPr>
          <p:nvPr/>
        </p:nvSpPr>
        <p:spPr>
          <a:xfrm xmlns:a="http://schemas.openxmlformats.org/drawingml/2006/main">
            <a:off x="762000" y="5200650"/>
            <a:ext cx="4781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작업에서는 목표가 달라짐</a:t>
            </a:r>
          </a:p>
        </p:txBody>
      </p:sp>
      <p:sp>
        <p:nvSpPr>
          <p:cNvPr id="14" name="">
            <a:extLst xmlns:a="http://schemas.openxmlformats.org/drawingml/2006/main">
              <a:ext uri="{FF2B5EF4-FFF2-40B4-BE49-F238E27FC236}">
                <a16:creationId xmlns:a16="http://schemas.microsoft.com/office/drawing/2014/main" id="{CEC95D77-CC7F-4F25-BDB9-93DC8624B31B}"/>
              </a:ext>
            </a:extLst>
          </p:cNvPr>
          <p:cNvSpPr>
            <a:spLocks xmlns:a="http://schemas.openxmlformats.org/drawingml/2006/main" noGrp="1"/>
          </p:cNvSpPr>
          <p:nvPr/>
        </p:nvSpPr>
        <p:spPr>
          <a:xfrm xmlns:a="http://schemas.openxmlformats.org/drawingml/2006/main">
            <a:off x="6496050" y="2838450"/>
            <a:ext cx="50863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ject Context">
            <a:extLst xmlns:a="http://schemas.openxmlformats.org/drawingml/2006/main">
              <a:ext uri="{FF2B5EF4-FFF2-40B4-BE49-F238E27FC236}">
                <a16:creationId xmlns:a16="http://schemas.microsoft.com/office/drawing/2014/main" id="{D8ABD0F2-5134-4E56-854F-EEB8A7779E9C}"/>
              </a:ext>
            </a:extLst>
          </p:cNvPr>
          <p:cNvSpPr>
            <a:spLocks xmlns:a="http://schemas.openxmlformats.org/drawingml/2006/main" noGrp="1"/>
          </p:cNvSpPr>
          <p:nvPr/>
        </p:nvSpPr>
        <p:spPr>
          <a:xfrm xmlns:a="http://schemas.openxmlformats.org/drawingml/2006/main">
            <a:off x="6496050" y="3038475"/>
            <a:ext cx="508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6" name="계속 참이어야 할 사실">
            <a:extLst xmlns:a="http://schemas.openxmlformats.org/drawingml/2006/main">
              <a:ext uri="{FF2B5EF4-FFF2-40B4-BE49-F238E27FC236}">
                <a16:creationId xmlns:a16="http://schemas.microsoft.com/office/drawing/2014/main" id="{177F9FE3-7EE0-4E98-8010-089D559FD882}"/>
              </a:ext>
            </a:extLst>
          </p:cNvPr>
          <p:cNvSpPr>
            <a:spLocks xmlns:a="http://schemas.openxmlformats.org/drawingml/2006/main" noGrp="1"/>
          </p:cNvSpPr>
          <p:nvPr/>
        </p:nvSpPr>
        <p:spPr>
          <a:xfrm xmlns:a="http://schemas.openxmlformats.org/drawingml/2006/main">
            <a:off x="6496050" y="3552825"/>
            <a:ext cx="5086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계속 참이어야 할 사실</a:t>
            </a:r>
          </a:p>
        </p:txBody>
      </p:sp>
      <p:sp>
        <p:nvSpPr>
          <p:cNvPr id="17" name="프로젝트의 테스트 명령&#10;의존성 추가에는 작업상 근거 필요">
            <a:extLst xmlns:a="http://schemas.openxmlformats.org/drawingml/2006/main">
              <a:ext uri="{FF2B5EF4-FFF2-40B4-BE49-F238E27FC236}">
                <a16:creationId xmlns:a16="http://schemas.microsoft.com/office/drawing/2014/main" id="{8C7F84C8-782A-479F-8EE8-739938048270}"/>
              </a:ext>
            </a:extLst>
          </p:cNvPr>
          <p:cNvSpPr>
            <a:spLocks xmlns:a="http://schemas.openxmlformats.org/drawingml/2006/main" noGrp="1"/>
          </p:cNvSpPr>
          <p:nvPr/>
        </p:nvSpPr>
        <p:spPr>
          <a:xfrm xmlns:a="http://schemas.openxmlformats.org/drawingml/2006/main">
            <a:off x="6496050" y="4114800"/>
            <a:ext cx="5086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8" name="">
            <a:extLst xmlns:a="http://schemas.openxmlformats.org/drawingml/2006/main">
              <a:ext uri="{FF2B5EF4-FFF2-40B4-BE49-F238E27FC236}">
                <a16:creationId xmlns:a16="http://schemas.microsoft.com/office/drawing/2014/main" id="{42F22278-8EE0-4FFA-9C3B-51FDF1D362B6}"/>
              </a:ext>
            </a:extLst>
          </p:cNvPr>
          <p:cNvSpPr>
            <a:spLocks xmlns:a="http://schemas.openxmlformats.org/drawingml/2006/main" noGrp="1"/>
          </p:cNvSpPr>
          <p:nvPr/>
        </p:nvSpPr>
        <p:spPr>
          <a:xfrm xmlns:a="http://schemas.openxmlformats.org/drawingml/2006/main">
            <a:off x="6496050" y="5143500"/>
            <a:ext cx="5086350" cy="457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여러 작업에서 다시 참고">
            <a:extLst xmlns:a="http://schemas.openxmlformats.org/drawingml/2006/main">
              <a:ext uri="{FF2B5EF4-FFF2-40B4-BE49-F238E27FC236}">
                <a16:creationId xmlns:a16="http://schemas.microsoft.com/office/drawing/2014/main" id="{CD9E6F68-7220-4EE9-A014-6581D28AA79C}"/>
              </a:ext>
            </a:extLst>
          </p:cNvPr>
          <p:cNvSpPr>
            <a:spLocks xmlns:a="http://schemas.openxmlformats.org/drawingml/2006/main" noGrp="1"/>
          </p:cNvSpPr>
          <p:nvPr/>
        </p:nvSpPr>
        <p:spPr>
          <a:xfrm xmlns:a="http://schemas.openxmlformats.org/drawingml/2006/main">
            <a:off x="6648450" y="5200650"/>
            <a:ext cx="4781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여러 작업에서 다시 참고</a:t>
            </a:r>
          </a:p>
        </p:txBody>
      </p:sp>
    </p:spTree>
    <p:extLst>
      <p:ext uri="{BB962C8B-B14F-4D97-AF65-F5344CB8AC3E}">
        <p14:creationId xmlns:p14="http://schemas.microsoft.com/office/powerpoint/2010/main" val="1450865279"/>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Context가 쌓이는 과정">
            <a:extLst xmlns:a="http://schemas.openxmlformats.org/drawingml/2006/main">
              <a:ext uri="{FF2B5EF4-FFF2-40B4-BE49-F238E27FC236}">
                <a16:creationId xmlns:a16="http://schemas.microsoft.com/office/drawing/2014/main" id="{A39E738B-A2B3-428D-B51B-5724DB3736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CF8F5F1A-0F58-4EEF-BFC2-D01107512E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DCA0589A-036D-4D93-BBE3-C4BB0696CD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67847AF-5937-4512-84EF-6C34F691164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571D90CF-8B5C-4537-8A8A-9CD2448E956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118CD9E2-BB9E-4712-9A7D-89EF8648A4D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BD2D762E-0847-485B-BD19-2B62649B7B07}"/>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40345476-F085-4F65-A86C-E6D0B5DD7B46}"/>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C2A95F29-7591-46C5-8FB1-0E709F1E5DF3}"/>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29FD4CE4-ADAA-45C5-BEA1-CFBCF5F64B03}"/>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D2BD9BB8-7756-4311-8597-5DDCEBF9B43B}"/>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E9283012-86ED-40BD-9E82-1AAACA3A6FE7}"/>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20FA325C-3CE8-4A9D-80B3-E376B334EB3F}"/>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BAC6A6A6-24D1-4E64-82D5-8DFBB3A31DB3}"/>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942F12C1-ECCA-465B-AF1E-4F4C81A48F3A}"/>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966B5125-2422-47C8-A127-BF4119E525CF}"/>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19E2CA74-598C-4D93-80D4-0020240C6B02}"/>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9C982249-1B68-46C0-951A-C36B629E6165}"/>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F6292A9B-23C6-4CE9-B785-B5D38C0A71A1}"/>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827B42A8-5ED3-4170-B1D5-858C375BD8A5}"/>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04DC689D-D55A-4B1D-B0C0-ECEA11E87B8D}"/>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F23B52C6-D41A-4288-A1B0-AC40BD0DC374}"/>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39CFA625-C1FF-4965-A645-03647145C231}"/>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974F4539-7B51-4378-B354-8F02E3ABEF1B}"/>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1D71B9A5-924C-42AC-B5C5-958D5A984594}"/>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Tree>
    <p:extLst>
      <p:ext uri="{BB962C8B-B14F-4D97-AF65-F5344CB8AC3E}">
        <p14:creationId xmlns:p14="http://schemas.microsoft.com/office/powerpoint/2010/main" val="52883372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2 · 관련성을 확인하기">
            <a:extLst xmlns:a="http://schemas.openxmlformats.org/drawingml/2006/main">
              <a:ext uri="{FF2B5EF4-FFF2-40B4-BE49-F238E27FC236}">
                <a16:creationId xmlns:a16="http://schemas.microsoft.com/office/drawing/2014/main" id="{5126FC53-F121-4ED5-8A7D-6091F367CA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8B95DAB1-2E5B-4EC3-9667-71BC806735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7B6066B5-03ED-4D80-842C-D911550479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760BBAA9-6B4E-4209-BCAE-FE7F88FD4CC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539A39DE-1566-46D3-BD1A-B3520A67D0D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CF74E8F0-45F0-48AC-ACB8-CF4566ACCE3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938ACA54-2B88-4B22-885F-614958268987}"/>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D5AAA8A8-394F-44D4-82B1-FC75F734DF18}"/>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A02EF137-3B8F-4517-A055-7A1ADE2DCDB0}"/>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76062F46-7404-4118-851D-DCE664A16390}"/>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F5A57C6-10CC-4EB9-BB6D-43ADDF746879}"/>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D44CA992-8D8D-441D-AD4A-111004E9D435}"/>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58D2C676-93D4-4BA4-BE1F-B8F50F503CAA}"/>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B2563E61-A603-4BB1-A0FA-8F9D520F14E5}"/>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C4F83545-DF05-478D-AA14-8E3F8E027C0B}"/>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Tree>
    <p:extLst>
      <p:ext uri="{BB962C8B-B14F-4D97-AF65-F5344CB8AC3E}">
        <p14:creationId xmlns:p14="http://schemas.microsoft.com/office/powerpoint/2010/main" val="20464321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2 · 언제 필요한 정보인가">
            <a:extLst xmlns:a="http://schemas.openxmlformats.org/drawingml/2006/main">
              <a:ext uri="{FF2B5EF4-FFF2-40B4-BE49-F238E27FC236}">
                <a16:creationId xmlns:a16="http://schemas.microsoft.com/office/drawing/2014/main" id="{89F100EE-C9FD-46D9-817A-8063C7333E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360F4AE2-2C29-4655-BE2F-267A88236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628233CB-6F7A-436B-BFAF-40A285B708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16D15F1-216D-4819-BDF2-C03A39A0DA8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B5C2777D-E328-4D20-A4CF-7E527E0B1AF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C38D343E-57A8-43CE-9AA9-C96664FFFEE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52D2B4D1-A485-4625-B1AD-2C70C97C439C}"/>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859328CB-AF95-4B8A-83F9-C79B1250B9B0}"/>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C5CC447E-F50D-417A-B946-F214633E947E}"/>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FA502CE2-6892-49F6-B813-EC3708AF7F6A}"/>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F732BB5F-CE21-448F-83FE-347C06DBAFAC}"/>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28755CC7-C6E0-4BE2-AF45-DF4074EACE0B}"/>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4EB03190-ECD9-4E1D-82B7-525206C73FF0}"/>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FBBCDBB2-2D1C-49E3-9235-3CD9E7BE3115}"/>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936FDC5D-3E92-4D0C-A5EE-0978FE2CB342}"/>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EFF81597-6A0D-4C79-B7B1-5DB267A06297}"/>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E1F1CE15-0C9A-41B1-B2E9-598002F1E451}"/>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318709C9-7EB8-45D6-B66C-51137A3A004F}"/>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Tree>
    <p:extLst>
      <p:ext uri="{BB962C8B-B14F-4D97-AF65-F5344CB8AC3E}">
        <p14:creationId xmlns:p14="http://schemas.microsoft.com/office/powerpoint/2010/main" val="1200603559"/>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연구가 답한 질문">
            <a:extLst xmlns:a="http://schemas.openxmlformats.org/drawingml/2006/main">
              <a:ext uri="{FF2B5EF4-FFF2-40B4-BE49-F238E27FC236}">
                <a16:creationId xmlns:a16="http://schemas.microsoft.com/office/drawing/2014/main" id="{040BF8DB-48E6-4114-AA0C-5749BE2CC2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연구가 답한 질문</a:t>
            </a:r>
          </a:p>
        </p:txBody>
      </p:sp>
      <p:sp>
        <p:nvSpPr>
          <p:cNvPr id="2" name="S29">
            <a:extLst xmlns:a="http://schemas.openxmlformats.org/drawingml/2006/main">
              <a:ext uri="{FF2B5EF4-FFF2-40B4-BE49-F238E27FC236}">
                <a16:creationId xmlns:a16="http://schemas.microsoft.com/office/drawing/2014/main" id="{3508A606-3FEB-40CB-A81F-3F4A7F1564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42A934B7-6ABB-436F-BFEF-0A3D0E044A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0AB3E68B-E22F-4F7D-A67A-4F447D18F22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B9564104-5D51-44E9-8750-1E8FA3AC7E0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6EC5562E-BA4A-4956-8E58-2282F1E6B19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01BE3ED5-BFF6-478B-A6AE-C53ED6B52C7C}"/>
              </a:ext>
            </a:extLst>
          </p:cNvPr>
          <p:cNvSpPr>
            <a:spLocks xmlns:a="http://schemas.openxmlformats.org/drawingml/2006/main" noGrp="1"/>
          </p:cNvSpPr>
          <p:nvPr/>
        </p:nvSpPr>
        <p:spPr>
          <a:xfrm xmlns:a="http://schemas.openxmlformats.org/drawingml/2006/main">
            <a:off x="609600" y="21336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
            <a:extLst xmlns:a="http://schemas.openxmlformats.org/drawingml/2006/main">
              <a:ext uri="{FF2B5EF4-FFF2-40B4-BE49-F238E27FC236}">
                <a16:creationId xmlns:a16="http://schemas.microsoft.com/office/drawing/2014/main" id="{DF8D43E4-C25C-4715-86E7-C945637D918A}"/>
              </a:ext>
            </a:extLst>
          </p:cNvPr>
          <p:cNvSpPr>
            <a:spLocks xmlns:a="http://schemas.openxmlformats.org/drawingml/2006/main" noGrp="1"/>
          </p:cNvSpPr>
          <p:nvPr/>
        </p:nvSpPr>
        <p:spPr>
          <a:xfrm xmlns:a="http://schemas.openxmlformats.org/drawingml/2006/main">
            <a:off x="609600" y="2781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Lost in the Middle">
            <a:extLst xmlns:a="http://schemas.openxmlformats.org/drawingml/2006/main">
              <a:ext uri="{FF2B5EF4-FFF2-40B4-BE49-F238E27FC236}">
                <a16:creationId xmlns:a16="http://schemas.microsoft.com/office/drawing/2014/main" id="{5AE88087-011B-4C9E-9F60-3D1C0542A5DC}"/>
              </a:ext>
            </a:extLst>
          </p:cNvPr>
          <p:cNvSpPr>
            <a:spLocks xmlns:a="http://schemas.openxmlformats.org/drawingml/2006/main" noGrp="1"/>
          </p:cNvSpPr>
          <p:nvPr/>
        </p:nvSpPr>
        <p:spPr>
          <a:xfrm xmlns:a="http://schemas.openxmlformats.org/drawingml/2006/main">
            <a:off x="609600" y="29908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Lost in the Middle</a:t>
            </a:r>
          </a:p>
        </p:txBody>
      </p:sp>
      <p:sp>
        <p:nvSpPr>
          <p:cNvPr id="10" name="여러 문서의 질문 답변 · key-value 검색">
            <a:extLst xmlns:a="http://schemas.openxmlformats.org/drawingml/2006/main">
              <a:ext uri="{FF2B5EF4-FFF2-40B4-BE49-F238E27FC236}">
                <a16:creationId xmlns:a16="http://schemas.microsoft.com/office/drawing/2014/main" id="{6E6EAF53-4E9B-4886-B6C5-E234AC41BADF}"/>
              </a:ext>
            </a:extLst>
          </p:cNvPr>
          <p:cNvSpPr>
            <a:spLocks xmlns:a="http://schemas.openxmlformats.org/drawingml/2006/main" noGrp="1"/>
          </p:cNvSpPr>
          <p:nvPr/>
        </p:nvSpPr>
        <p:spPr>
          <a:xfrm xmlns:a="http://schemas.openxmlformats.org/drawingml/2006/main">
            <a:off x="609600" y="351472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여러 문서의 질문 답변 · key-value 검색</a:t>
            </a:r>
          </a:p>
        </p:txBody>
      </p:sp>
      <p:sp>
        <p:nvSpPr>
          <p:cNvPr id="11" name="관련 정보의 위치가&#10;일부 조건에서 중요할 수 있다">
            <a:extLst xmlns:a="http://schemas.openxmlformats.org/drawingml/2006/main">
              <a:ext uri="{FF2B5EF4-FFF2-40B4-BE49-F238E27FC236}">
                <a16:creationId xmlns:a16="http://schemas.microsoft.com/office/drawing/2014/main" id="{93218E99-CB3C-4216-9537-07DD0410626F}"/>
              </a:ext>
            </a:extLst>
          </p:cNvPr>
          <p:cNvSpPr>
            <a:spLocks xmlns:a="http://schemas.openxmlformats.org/drawingml/2006/main" noGrp="1"/>
          </p:cNvSpPr>
          <p:nvPr/>
        </p:nvSpPr>
        <p:spPr>
          <a:xfrm xmlns:a="http://schemas.openxmlformats.org/drawingml/2006/main">
            <a:off x="609600" y="4010025"/>
            <a:ext cx="5238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정보의 위치가</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일부 조건에서 중요할 수 있다</a:t>
            </a:r>
          </a:p>
        </p:txBody>
      </p:sp>
      <p:sp>
        <p:nvSpPr>
          <p:cNvPr id="12" name="RepoQA">
            <a:extLst xmlns:a="http://schemas.openxmlformats.org/drawingml/2006/main">
              <a:ext uri="{FF2B5EF4-FFF2-40B4-BE49-F238E27FC236}">
                <a16:creationId xmlns:a16="http://schemas.microsoft.com/office/drawing/2014/main" id="{7B1F49B8-BD26-4F66-A635-EBF4B26BCF51}"/>
              </a:ext>
            </a:extLst>
          </p:cNvPr>
          <p:cNvSpPr>
            <a:spLocks xmlns:a="http://schemas.openxmlformats.org/drawingml/2006/main" noGrp="1"/>
          </p:cNvSpPr>
          <p:nvPr/>
        </p:nvSpPr>
        <p:spPr>
          <a:xfrm xmlns:a="http://schemas.openxmlformats.org/drawingml/2006/main">
            <a:off x="6705600" y="2990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RepoQA</a:t>
            </a:r>
          </a:p>
        </p:txBody>
      </p:sp>
      <p:sp>
        <p:nvSpPr>
          <p:cNvPr id="13" name="50개 Repository의 코드 검색 과제">
            <a:extLst xmlns:a="http://schemas.openxmlformats.org/drawingml/2006/main">
              <a:ext uri="{FF2B5EF4-FFF2-40B4-BE49-F238E27FC236}">
                <a16:creationId xmlns:a16="http://schemas.microsoft.com/office/drawing/2014/main" id="{5D027AB7-0E4A-4CB8-9C24-19A7A9E99389}"/>
              </a:ext>
            </a:extLst>
          </p:cNvPr>
          <p:cNvSpPr>
            <a:spLocks xmlns:a="http://schemas.openxmlformats.org/drawingml/2006/main" noGrp="1"/>
          </p:cNvSpPr>
          <p:nvPr/>
        </p:nvSpPr>
        <p:spPr>
          <a:xfrm xmlns:a="http://schemas.openxmlformats.org/drawingml/2006/main">
            <a:off x="6705600" y="351472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50개 Repository의 코드 검색 과제</a:t>
            </a:r>
          </a:p>
        </p:txBody>
      </p:sp>
      <p:sp>
        <p:nvSpPr>
          <p:cNvPr id="14" name="관련 코드 정보를&#10;선택하고 찾는 능력을 평가">
            <a:extLst xmlns:a="http://schemas.openxmlformats.org/drawingml/2006/main">
              <a:ext uri="{FF2B5EF4-FFF2-40B4-BE49-F238E27FC236}">
                <a16:creationId xmlns:a16="http://schemas.microsoft.com/office/drawing/2014/main" id="{60D398E4-CDAF-4771-B27E-81B0B2F1D477}"/>
              </a:ext>
            </a:extLst>
          </p:cNvPr>
          <p:cNvSpPr>
            <a:spLocks xmlns:a="http://schemas.openxmlformats.org/drawingml/2006/main" noGrp="1"/>
          </p:cNvSpPr>
          <p:nvPr/>
        </p:nvSpPr>
        <p:spPr>
          <a:xfrm xmlns:a="http://schemas.openxmlformats.org/drawingml/2006/main">
            <a:off x="6705600" y="4010025"/>
            <a:ext cx="4876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코드 정보를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선택하고 찾는 능력을 평가</a:t>
            </a:r>
          </a:p>
        </p:txBody>
      </p:sp>
      <p:sp>
        <p:nvSpPr>
          <p:cNvPr id="15" name="aclanthology.org/2024.tacl-1.9/">
            <a:extLst xmlns:a="http://schemas.openxmlformats.org/drawingml/2006/main">
              <a:ext uri="{FF2B5EF4-FFF2-40B4-BE49-F238E27FC236}">
                <a16:creationId xmlns:a16="http://schemas.microsoft.com/office/drawing/2014/main" id="{BB4CBCF4-4302-49B1-94C9-DE1836B7285D}"/>
              </a:ext>
            </a:extLst>
          </p:cNvPr>
          <p:cNvSpPr>
            <a:spLocks xmlns:a="http://schemas.openxmlformats.org/drawingml/2006/main" noGrp="1"/>
          </p:cNvSpPr>
          <p:nvPr/>
        </p:nvSpPr>
        <p:spPr>
          <a:xfrm xmlns:a="http://schemas.openxmlformats.org/drawingml/2006/main">
            <a:off x="609600" y="5229225"/>
            <a:ext cx="5238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Consolas"/>
                <a:ea typeface="Consolas"/>
                <a:cs typeface="Consolas"/>
              </a:defRPr>
            </a:defPPr>
            <a:lvl1pPr algn="l">
              <a:defRPr sz="1500" b="0">
                <a:solidFill>
                  <a:srgbClr val="4D5A68"/>
                </a:solidFill>
                <a:latin typeface="Consolas"/>
                <a:ea typeface="Consolas"/>
                <a:cs typeface="Consolas"/>
              </a:defRPr>
            </a:lvl1pPr>
            <a:lvl2pPr algn="l">
              <a:defRPr sz="1500" b="0">
                <a:solidFill>
                  <a:srgbClr val="4D5A68"/>
                </a:solidFill>
                <a:latin typeface="Consolas"/>
                <a:ea typeface="Consolas"/>
                <a:cs typeface="Consolas"/>
              </a:defRPr>
            </a:lvl2pPr>
            <a:lvl3pPr algn="l">
              <a:defRPr sz="1500" b="0">
                <a:solidFill>
                  <a:srgbClr val="4D5A68"/>
                </a:solidFill>
                <a:latin typeface="Consolas"/>
                <a:ea typeface="Consolas"/>
                <a:cs typeface="Consolas"/>
              </a:defRPr>
            </a:lvl3pPr>
            <a:lvl4pPr algn="l">
              <a:defRPr sz="1500" b="0">
                <a:solidFill>
                  <a:srgbClr val="4D5A68"/>
                </a:solidFill>
                <a:latin typeface="Consolas"/>
                <a:ea typeface="Consolas"/>
                <a:cs typeface="Consolas"/>
              </a:defRPr>
            </a:lvl4pPr>
            <a:lvl5pPr algn="l">
              <a:defRPr sz="1500" b="0">
                <a:solidFill>
                  <a:srgbClr val="4D5A68"/>
                </a:solidFill>
                <a:latin typeface="Consolas"/>
                <a:ea typeface="Consolas"/>
                <a:cs typeface="Consolas"/>
              </a:defRPr>
            </a:lvl5pPr>
            <a:lvl6pPr algn="l">
              <a:defRPr sz="1500" b="0">
                <a:solidFill>
                  <a:srgbClr val="4D5A68"/>
                </a:solidFill>
                <a:latin typeface="Consolas"/>
                <a:ea typeface="Consolas"/>
                <a:cs typeface="Consolas"/>
              </a:defRPr>
            </a:lvl6pPr>
            <a:lvl7pPr algn="l">
              <a:defRPr sz="1500" b="0">
                <a:solidFill>
                  <a:srgbClr val="4D5A68"/>
                </a:solidFill>
                <a:latin typeface="Consolas"/>
                <a:ea typeface="Consolas"/>
                <a:cs typeface="Consolas"/>
              </a:defRPr>
            </a:lvl7pPr>
            <a:lvl8pPr algn="l">
              <a:defRPr sz="1500" b="0">
                <a:solidFill>
                  <a:srgbClr val="4D5A68"/>
                </a:solidFill>
                <a:latin typeface="Consolas"/>
                <a:ea typeface="Consolas"/>
                <a:cs typeface="Consolas"/>
              </a:defRPr>
            </a:lvl8pPr>
            <a:lvl9pPr algn="l">
              <a:defRPr sz="1500" b="0">
                <a:solidFill>
                  <a:srgbClr val="4D5A68"/>
                </a:solidFill>
                <a:latin typeface="Consolas"/>
                <a:ea typeface="Consolas"/>
                <a:cs typeface="Consolas"/>
              </a:defRPr>
            </a:lvl9pPr>
          </a:lstStyle>
          <a:p xmlns:a="http://schemas.openxmlformats.org/drawingml/2006/main">
            <a:pPr algn="l">
              <a:defRPr sz="1500" b="0">
                <a:solidFill>
                  <a:srgbClr val="4D5A68"/>
                </a:solidFill>
                <a:latin typeface="Consolas"/>
                <a:ea typeface="Consolas"/>
                <a:cs typeface="Consolas"/>
              </a:defRPr>
            </a:pPr>
            <a:r>
              <a:rPr sz="1500" b="0">
                <a:solidFill>
                  <a:srgbClr val="4D5A68"/>
                </a:solidFill>
                <a:latin typeface="Consolas"/>
                <a:ea typeface="Consolas"/>
                <a:cs typeface="Consolas"/>
              </a:rPr>
              <a:t>aclanthology.org/2024.tacl-1.9/</a:t>
            </a:r>
          </a:p>
        </p:txBody>
      </p:sp>
      <p:sp>
        <p:nvSpPr>
          <p:cNvPr id="16" name="arxiv.org/abs/2406.06025">
            <a:extLst xmlns:a="http://schemas.openxmlformats.org/drawingml/2006/main">
              <a:ext uri="{FF2B5EF4-FFF2-40B4-BE49-F238E27FC236}">
                <a16:creationId xmlns:a16="http://schemas.microsoft.com/office/drawing/2014/main" id="{2D59ADC4-A9A5-4948-891D-4D59A54FD234}"/>
              </a:ext>
            </a:extLst>
          </p:cNvPr>
          <p:cNvSpPr>
            <a:spLocks xmlns:a="http://schemas.openxmlformats.org/drawingml/2006/main" noGrp="1"/>
          </p:cNvSpPr>
          <p:nvPr/>
        </p:nvSpPr>
        <p:spPr>
          <a:xfrm xmlns:a="http://schemas.openxmlformats.org/drawingml/2006/main">
            <a:off x="6705600" y="5229225"/>
            <a:ext cx="4876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Consolas"/>
                <a:ea typeface="Consolas"/>
                <a:cs typeface="Consolas"/>
              </a:defRPr>
            </a:defPPr>
            <a:lvl1pPr algn="l">
              <a:defRPr sz="1500" b="0">
                <a:solidFill>
                  <a:srgbClr val="4D5A68"/>
                </a:solidFill>
                <a:latin typeface="Consolas"/>
                <a:ea typeface="Consolas"/>
                <a:cs typeface="Consolas"/>
              </a:defRPr>
            </a:lvl1pPr>
            <a:lvl2pPr algn="l">
              <a:defRPr sz="1500" b="0">
                <a:solidFill>
                  <a:srgbClr val="4D5A68"/>
                </a:solidFill>
                <a:latin typeface="Consolas"/>
                <a:ea typeface="Consolas"/>
                <a:cs typeface="Consolas"/>
              </a:defRPr>
            </a:lvl2pPr>
            <a:lvl3pPr algn="l">
              <a:defRPr sz="1500" b="0">
                <a:solidFill>
                  <a:srgbClr val="4D5A68"/>
                </a:solidFill>
                <a:latin typeface="Consolas"/>
                <a:ea typeface="Consolas"/>
                <a:cs typeface="Consolas"/>
              </a:defRPr>
            </a:lvl3pPr>
            <a:lvl4pPr algn="l">
              <a:defRPr sz="1500" b="0">
                <a:solidFill>
                  <a:srgbClr val="4D5A68"/>
                </a:solidFill>
                <a:latin typeface="Consolas"/>
                <a:ea typeface="Consolas"/>
                <a:cs typeface="Consolas"/>
              </a:defRPr>
            </a:lvl4pPr>
            <a:lvl5pPr algn="l">
              <a:defRPr sz="1500" b="0">
                <a:solidFill>
                  <a:srgbClr val="4D5A68"/>
                </a:solidFill>
                <a:latin typeface="Consolas"/>
                <a:ea typeface="Consolas"/>
                <a:cs typeface="Consolas"/>
              </a:defRPr>
            </a:lvl5pPr>
            <a:lvl6pPr algn="l">
              <a:defRPr sz="1500" b="0">
                <a:solidFill>
                  <a:srgbClr val="4D5A68"/>
                </a:solidFill>
                <a:latin typeface="Consolas"/>
                <a:ea typeface="Consolas"/>
                <a:cs typeface="Consolas"/>
              </a:defRPr>
            </a:lvl6pPr>
            <a:lvl7pPr algn="l">
              <a:defRPr sz="1500" b="0">
                <a:solidFill>
                  <a:srgbClr val="4D5A68"/>
                </a:solidFill>
                <a:latin typeface="Consolas"/>
                <a:ea typeface="Consolas"/>
                <a:cs typeface="Consolas"/>
              </a:defRPr>
            </a:lvl7pPr>
            <a:lvl8pPr algn="l">
              <a:defRPr sz="1500" b="0">
                <a:solidFill>
                  <a:srgbClr val="4D5A68"/>
                </a:solidFill>
                <a:latin typeface="Consolas"/>
                <a:ea typeface="Consolas"/>
                <a:cs typeface="Consolas"/>
              </a:defRPr>
            </a:lvl8pPr>
            <a:lvl9pPr algn="l">
              <a:defRPr sz="1500" b="0">
                <a:solidFill>
                  <a:srgbClr val="4D5A68"/>
                </a:solidFill>
                <a:latin typeface="Consolas"/>
                <a:ea typeface="Consolas"/>
                <a:cs typeface="Consolas"/>
              </a:defRPr>
            </a:lvl9pPr>
          </a:lstStyle>
          <a:p xmlns:a="http://schemas.openxmlformats.org/drawingml/2006/main">
            <a:pPr algn="l">
              <a:defRPr sz="1500" b="0">
                <a:solidFill>
                  <a:srgbClr val="4D5A68"/>
                </a:solidFill>
                <a:latin typeface="Consolas"/>
                <a:ea typeface="Consolas"/>
                <a:cs typeface="Consolas"/>
              </a:defRPr>
            </a:pPr>
            <a:r>
              <a:rPr sz="1500" b="0">
                <a:solidFill>
                  <a:srgbClr val="4D5A68"/>
                </a:solidFill>
                <a:latin typeface="Consolas"/>
                <a:ea typeface="Consolas"/>
                <a:cs typeface="Consolas"/>
              </a:rPr>
              <a:t>arxiv.org/abs/2406.06025</a:t>
            </a:r>
          </a:p>
        </p:txBody>
      </p:sp>
    </p:spTree>
    <p:extLst>
      <p:ext uri="{BB962C8B-B14F-4D97-AF65-F5344CB8AC3E}">
        <p14:creationId xmlns:p14="http://schemas.microsoft.com/office/powerpoint/2010/main" val="124339046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Context를 찾게 하는 설계">
            <a:extLst xmlns:a="http://schemas.openxmlformats.org/drawingml/2006/main">
              <a:ext uri="{FF2B5EF4-FFF2-40B4-BE49-F238E27FC236}">
                <a16:creationId xmlns:a16="http://schemas.microsoft.com/office/drawing/2014/main" id="{3BFD8E56-3363-4755-9026-E501B15029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Context를 찾게 하는 설계</a:t>
            </a:r>
          </a:p>
        </p:txBody>
      </p:sp>
      <p:sp>
        <p:nvSpPr>
          <p:cNvPr id="2" name="S30">
            <a:extLst xmlns:a="http://schemas.openxmlformats.org/drawingml/2006/main">
              <a:ext uri="{FF2B5EF4-FFF2-40B4-BE49-F238E27FC236}">
                <a16:creationId xmlns:a16="http://schemas.microsoft.com/office/drawing/2014/main" id="{740E9781-7FC2-448B-8CA6-713DA13C2E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6B998BB3-8E82-404A-BC53-BCFED6320D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3FFC111A-203A-4D97-8E7B-09999E67991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A0F69E32-2047-4B28-B41A-FFC78151653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CCE66194-0A87-4882-9A8A-9580261F85A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47211DDE-96BF-4C8F-847B-419B6CB7CBAE}"/>
              </a:ext>
            </a:extLst>
          </p:cNvPr>
          <p:cNvSpPr>
            <a:spLocks xmlns:a="http://schemas.openxmlformats.org/drawingml/2006/main" noGrp="1"/>
          </p:cNvSpPr>
          <p:nvPr/>
        </p:nvSpPr>
        <p:spPr>
          <a:xfrm xmlns:a="http://schemas.openxmlformats.org/drawingml/2006/main">
            <a:off x="609600" y="2181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11EAEEFB-70AB-49CE-9BE2-CA2A18804873}"/>
              </a:ext>
            </a:extLst>
          </p:cNvPr>
          <p:cNvSpPr>
            <a:spLocks xmlns:a="http://schemas.openxmlformats.org/drawingml/2006/main" noGrp="1"/>
          </p:cNvSpPr>
          <p:nvPr/>
        </p:nvSpPr>
        <p:spPr>
          <a:xfrm xmlns:a="http://schemas.openxmlformats.org/drawingml/2006/main">
            <a:off x="60960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Task">
            <a:extLst xmlns:a="http://schemas.openxmlformats.org/drawingml/2006/main">
              <a:ext uri="{FF2B5EF4-FFF2-40B4-BE49-F238E27FC236}">
                <a16:creationId xmlns:a16="http://schemas.microsoft.com/office/drawing/2014/main" id="{70713181-25F5-4DE3-A0D3-A85B88F62880}"/>
              </a:ext>
            </a:extLst>
          </p:cNvPr>
          <p:cNvSpPr>
            <a:spLocks xmlns:a="http://schemas.openxmlformats.org/drawingml/2006/main" noGrp="1"/>
          </p:cNvSpPr>
          <p:nvPr/>
        </p:nvSpPr>
        <p:spPr>
          <a:xfrm xmlns:a="http://schemas.openxmlformats.org/drawingml/2006/main">
            <a:off x="60960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B0902467-9BA0-4991-AA8B-C44EA4A1843C}"/>
              </a:ext>
            </a:extLst>
          </p:cNvPr>
          <p:cNvSpPr>
            <a:spLocks xmlns:a="http://schemas.openxmlformats.org/drawingml/2006/main" noGrp="1"/>
          </p:cNvSpPr>
          <p:nvPr/>
        </p:nvSpPr>
        <p:spPr>
          <a:xfrm xmlns:a="http://schemas.openxmlformats.org/drawingml/2006/main">
            <a:off x="60960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4482F644-44BD-45BE-9588-4B6CC5945735}"/>
              </a:ext>
            </a:extLst>
          </p:cNvPr>
          <p:cNvSpPr>
            <a:spLocks xmlns:a="http://schemas.openxmlformats.org/drawingml/2006/main" noGrp="1"/>
          </p:cNvSpPr>
          <p:nvPr/>
        </p:nvSpPr>
        <p:spPr>
          <a:xfrm xmlns:a="http://schemas.openxmlformats.org/drawingml/2006/main">
            <a:off x="4086225" y="3381375"/>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4F22380-D73D-458A-9CED-C67F5AD16832}"/>
              </a:ext>
            </a:extLst>
          </p:cNvPr>
          <p:cNvSpPr>
            <a:spLocks xmlns:a="http://schemas.openxmlformats.org/drawingml/2006/main" noGrp="1"/>
          </p:cNvSpPr>
          <p:nvPr/>
        </p:nvSpPr>
        <p:spPr>
          <a:xfrm xmlns:a="http://schemas.openxmlformats.org/drawingml/2006/main">
            <a:off x="440055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F74D1F8A-04F9-4959-9209-9E4871C17208}"/>
              </a:ext>
            </a:extLst>
          </p:cNvPr>
          <p:cNvSpPr>
            <a:spLocks xmlns:a="http://schemas.openxmlformats.org/drawingml/2006/main" noGrp="1"/>
          </p:cNvSpPr>
          <p:nvPr/>
        </p:nvSpPr>
        <p:spPr>
          <a:xfrm xmlns:a="http://schemas.openxmlformats.org/drawingml/2006/main">
            <a:off x="440055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18A960D0-672C-4A42-909E-6B2D0084D0EE}"/>
              </a:ext>
            </a:extLst>
          </p:cNvPr>
          <p:cNvSpPr>
            <a:spLocks xmlns:a="http://schemas.openxmlformats.org/drawingml/2006/main" noGrp="1"/>
          </p:cNvSpPr>
          <p:nvPr/>
        </p:nvSpPr>
        <p:spPr>
          <a:xfrm xmlns:a="http://schemas.openxmlformats.org/drawingml/2006/main">
            <a:off x="440055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 안내와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6B804BDC-CFA7-4677-87B9-221D2E3EA81F}"/>
              </a:ext>
            </a:extLst>
          </p:cNvPr>
          <p:cNvSpPr>
            <a:spLocks xmlns:a="http://schemas.openxmlformats.org/drawingml/2006/main" noGrp="1"/>
          </p:cNvSpPr>
          <p:nvPr/>
        </p:nvSpPr>
        <p:spPr>
          <a:xfrm xmlns:a="http://schemas.openxmlformats.org/drawingml/2006/main">
            <a:off x="7877175" y="3381375"/>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A451B14-772D-4A56-A5F0-3EA747BE1D46}"/>
              </a:ext>
            </a:extLst>
          </p:cNvPr>
          <p:cNvSpPr>
            <a:spLocks xmlns:a="http://schemas.openxmlformats.org/drawingml/2006/main" noGrp="1"/>
          </p:cNvSpPr>
          <p:nvPr/>
        </p:nvSpPr>
        <p:spPr>
          <a:xfrm xmlns:a="http://schemas.openxmlformats.org/drawingml/2006/main">
            <a:off x="819150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30D1BA90-A5F8-4B4B-A1FC-84990366B3D4}"/>
              </a:ext>
            </a:extLst>
          </p:cNvPr>
          <p:cNvSpPr>
            <a:spLocks xmlns:a="http://schemas.openxmlformats.org/drawingml/2006/main" noGrp="1"/>
          </p:cNvSpPr>
          <p:nvPr/>
        </p:nvSpPr>
        <p:spPr>
          <a:xfrm xmlns:a="http://schemas.openxmlformats.org/drawingml/2006/main">
            <a:off x="819150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6EB2CA30-814B-47EE-9086-18BD7284D419}"/>
              </a:ext>
            </a:extLst>
          </p:cNvPr>
          <p:cNvSpPr>
            <a:spLocks xmlns:a="http://schemas.openxmlformats.org/drawingml/2006/main" noGrp="1"/>
          </p:cNvSpPr>
          <p:nvPr/>
        </p:nvSpPr>
        <p:spPr>
          <a:xfrm xmlns:a="http://schemas.openxmlformats.org/drawingml/2006/main">
            <a:off x="819150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A518D6B1-F4BE-4B59-8217-23B200F1A3C8}"/>
              </a:ext>
            </a:extLst>
          </p:cNvPr>
          <p:cNvSpPr>
            <a:spLocks xmlns:a="http://schemas.openxmlformats.org/drawingml/2006/main" noGrp="1"/>
          </p:cNvSpPr>
          <p:nvPr/>
        </p:nvSpPr>
        <p:spPr>
          <a:xfrm xmlns:a="http://schemas.openxmlformats.org/drawingml/2006/main">
            <a:off x="609600" y="52768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Tree>
    <p:extLst>
      <p:ext uri="{BB962C8B-B14F-4D97-AF65-F5344CB8AC3E}">
        <p14:creationId xmlns:p14="http://schemas.microsoft.com/office/powerpoint/2010/main" val="113545205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기본 안내와 상세 정보">
            <a:extLst xmlns:a="http://schemas.openxmlformats.org/drawingml/2006/main">
              <a:ext uri="{FF2B5EF4-FFF2-40B4-BE49-F238E27FC236}">
                <a16:creationId xmlns:a16="http://schemas.microsoft.com/office/drawing/2014/main" id="{6E0795D0-DE72-40F7-88BF-55E6C15D78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상세 정보</a:t>
            </a:r>
          </a:p>
        </p:txBody>
      </p:sp>
      <p:sp>
        <p:nvSpPr>
          <p:cNvPr id="2" name="S31">
            <a:extLst xmlns:a="http://schemas.openxmlformats.org/drawingml/2006/main">
              <a:ext uri="{FF2B5EF4-FFF2-40B4-BE49-F238E27FC236}">
                <a16:creationId xmlns:a16="http://schemas.microsoft.com/office/drawing/2014/main" id="{3093A72F-1D8D-427E-80A0-44150C58FE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AF0698F8-D3CF-4A00-B965-C51476CBC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30A4E958-1936-4224-8E96-7E13671F55E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B1059B83-1888-482F-BD75-9FD4BC8663F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00763005-DFC8-4C99-8FB2-08B0BC06AB3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기본 안내에 남기는 것">
            <a:extLst xmlns:a="http://schemas.openxmlformats.org/drawingml/2006/main">
              <a:ext uri="{FF2B5EF4-FFF2-40B4-BE49-F238E27FC236}">
                <a16:creationId xmlns:a16="http://schemas.microsoft.com/office/drawing/2014/main" id="{161B2604-D49F-44C6-90EA-5272CFF184E4}"/>
              </a:ext>
            </a:extLst>
          </p:cNvPr>
          <p:cNvSpPr>
            <a:spLocks xmlns:a="http://schemas.openxmlformats.org/drawingml/2006/main" noGrp="1"/>
          </p:cNvSpPr>
          <p:nvPr/>
        </p:nvSpPr>
        <p:spPr>
          <a:xfrm xmlns:a="http://schemas.openxmlformats.org/drawingml/2006/main">
            <a:off x="609600" y="2219325"/>
            <a:ext cx="4362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기본 안내에 남기는 것</a:t>
            </a:r>
          </a:p>
        </p:txBody>
      </p:sp>
      <p:sp>
        <p:nvSpPr>
          <p:cNvPr id="8" name="">
            <a:extLst xmlns:a="http://schemas.openxmlformats.org/drawingml/2006/main">
              <a:ext uri="{FF2B5EF4-FFF2-40B4-BE49-F238E27FC236}">
                <a16:creationId xmlns:a16="http://schemas.microsoft.com/office/drawing/2014/main" id="{AC391125-6B15-4433-8A87-9296C10DA215}"/>
              </a:ext>
            </a:extLst>
          </p:cNvPr>
          <p:cNvSpPr>
            <a:spLocks xmlns:a="http://schemas.openxmlformats.org/drawingml/2006/main" noGrp="1"/>
          </p:cNvSpPr>
          <p:nvPr/>
        </p:nvSpPr>
        <p:spPr>
          <a:xfrm xmlns:a="http://schemas.openxmlformats.org/drawingml/2006/main">
            <a:off x="609600" y="2828925"/>
            <a:ext cx="4362450" cy="2133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프로젝트의 목적&#10;항상 지켜야 할 제약&#10;상세 정보를 찾을 위치">
            <a:extLst xmlns:a="http://schemas.openxmlformats.org/drawingml/2006/main">
              <a:ext uri="{FF2B5EF4-FFF2-40B4-BE49-F238E27FC236}">
                <a16:creationId xmlns:a16="http://schemas.microsoft.com/office/drawing/2014/main" id="{F9716918-088E-4C3B-A45E-0AF05A41F3D4}"/>
              </a:ext>
            </a:extLst>
          </p:cNvPr>
          <p:cNvSpPr>
            <a:spLocks xmlns:a="http://schemas.openxmlformats.org/drawingml/2006/main" noGrp="1"/>
          </p:cNvSpPr>
          <p:nvPr/>
        </p:nvSpPr>
        <p:spPr>
          <a:xfrm xmlns:a="http://schemas.openxmlformats.org/drawingml/2006/main">
            <a:off x="838200" y="3048000"/>
            <a:ext cx="3905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프로젝트의 목적</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항상 지켜야 할 제약</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상세 정보를 찾을 위치</a:t>
            </a:r>
          </a:p>
        </p:txBody>
      </p:sp>
      <p:sp>
        <p:nvSpPr>
          <p:cNvPr id="10" name="">
            <a:extLst xmlns:a="http://schemas.openxmlformats.org/drawingml/2006/main">
              <a:ext uri="{FF2B5EF4-FFF2-40B4-BE49-F238E27FC236}">
                <a16:creationId xmlns:a16="http://schemas.microsoft.com/office/drawing/2014/main" id="{B1F514B5-AC14-482E-B59F-18BE20869C33}"/>
              </a:ext>
            </a:extLst>
          </p:cNvPr>
          <p:cNvSpPr>
            <a:spLocks xmlns:a="http://schemas.openxmlformats.org/drawingml/2006/main" noGrp="1"/>
          </p:cNvSpPr>
          <p:nvPr/>
        </p:nvSpPr>
        <p:spPr>
          <a:xfrm xmlns:a="http://schemas.openxmlformats.org/drawingml/2006/main">
            <a:off x="5353050" y="3657600"/>
            <a:ext cx="542925"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필요할 때 펼치는 것">
            <a:extLst xmlns:a="http://schemas.openxmlformats.org/drawingml/2006/main">
              <a:ext uri="{FF2B5EF4-FFF2-40B4-BE49-F238E27FC236}">
                <a16:creationId xmlns:a16="http://schemas.microsoft.com/office/drawing/2014/main" id="{5808ED0D-B5F7-44EA-B07A-F6E59477BD24}"/>
              </a:ext>
            </a:extLst>
          </p:cNvPr>
          <p:cNvSpPr>
            <a:spLocks xmlns:a="http://schemas.openxmlformats.org/drawingml/2006/main" noGrp="1"/>
          </p:cNvSpPr>
          <p:nvPr/>
        </p:nvSpPr>
        <p:spPr>
          <a:xfrm xmlns:a="http://schemas.openxmlformats.org/drawingml/2006/main">
            <a:off x="6477000" y="2219325"/>
            <a:ext cx="5105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필요할 때 펼치는 것</a:t>
            </a:r>
          </a:p>
        </p:txBody>
      </p:sp>
      <p:sp>
        <p:nvSpPr>
          <p:cNvPr id="12" name="">
            <a:extLst xmlns:a="http://schemas.openxmlformats.org/drawingml/2006/main">
              <a:ext uri="{FF2B5EF4-FFF2-40B4-BE49-F238E27FC236}">
                <a16:creationId xmlns:a16="http://schemas.microsoft.com/office/drawing/2014/main" id="{B9D7ECBA-711A-4274-8B84-85F83DF46EF5}"/>
              </a:ext>
            </a:extLst>
          </p:cNvPr>
          <p:cNvSpPr>
            <a:spLocks xmlns:a="http://schemas.openxmlformats.org/drawingml/2006/main" noGrp="1"/>
          </p:cNvSpPr>
          <p:nvPr/>
        </p:nvSpPr>
        <p:spPr>
          <a:xfrm xmlns:a="http://schemas.openxmlformats.org/drawingml/2006/main">
            <a:off x="6477000" y="283845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architecture">
            <a:extLst xmlns:a="http://schemas.openxmlformats.org/drawingml/2006/main">
              <a:ext uri="{FF2B5EF4-FFF2-40B4-BE49-F238E27FC236}">
                <a16:creationId xmlns:a16="http://schemas.microsoft.com/office/drawing/2014/main" id="{E040433E-898E-449B-BB86-C80E3B724B3F}"/>
              </a:ext>
            </a:extLst>
          </p:cNvPr>
          <p:cNvSpPr>
            <a:spLocks xmlns:a="http://schemas.openxmlformats.org/drawingml/2006/main" noGrp="1"/>
          </p:cNvSpPr>
          <p:nvPr/>
        </p:nvSpPr>
        <p:spPr>
          <a:xfrm xmlns:a="http://schemas.openxmlformats.org/drawingml/2006/main">
            <a:off x="6477000" y="293370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architecture</a:t>
            </a:r>
          </a:p>
        </p:txBody>
      </p:sp>
      <p:sp>
        <p:nvSpPr>
          <p:cNvPr id="14" name="모듈과 처리 순서">
            <a:extLst xmlns:a="http://schemas.openxmlformats.org/drawingml/2006/main">
              <a:ext uri="{FF2B5EF4-FFF2-40B4-BE49-F238E27FC236}">
                <a16:creationId xmlns:a16="http://schemas.microsoft.com/office/drawing/2014/main" id="{AF859504-C399-44E7-9943-330CD26FF3E8}"/>
              </a:ext>
            </a:extLst>
          </p:cNvPr>
          <p:cNvSpPr>
            <a:spLocks xmlns:a="http://schemas.openxmlformats.org/drawingml/2006/main" noGrp="1"/>
          </p:cNvSpPr>
          <p:nvPr/>
        </p:nvSpPr>
        <p:spPr>
          <a:xfrm xmlns:a="http://schemas.openxmlformats.org/drawingml/2006/main">
            <a:off x="8763000" y="293370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5" name="">
            <a:extLst xmlns:a="http://schemas.openxmlformats.org/drawingml/2006/main">
              <a:ext uri="{FF2B5EF4-FFF2-40B4-BE49-F238E27FC236}">
                <a16:creationId xmlns:a16="http://schemas.microsoft.com/office/drawing/2014/main" id="{D13E8E85-F8A3-4D2A-9F6E-E19A0244C466}"/>
              </a:ext>
            </a:extLst>
          </p:cNvPr>
          <p:cNvSpPr>
            <a:spLocks xmlns:a="http://schemas.openxmlformats.org/drawingml/2006/main" noGrp="1"/>
          </p:cNvSpPr>
          <p:nvPr/>
        </p:nvSpPr>
        <p:spPr>
          <a:xfrm xmlns:a="http://schemas.openxmlformats.org/drawingml/2006/main">
            <a:off x="6477000" y="358140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image contracts">
            <a:extLst xmlns:a="http://schemas.openxmlformats.org/drawingml/2006/main">
              <a:ext uri="{FF2B5EF4-FFF2-40B4-BE49-F238E27FC236}">
                <a16:creationId xmlns:a16="http://schemas.microsoft.com/office/drawing/2014/main" id="{01A62646-2350-4BAD-9BFF-D41AFF7ADA78}"/>
              </a:ext>
            </a:extLst>
          </p:cNvPr>
          <p:cNvSpPr>
            <a:spLocks xmlns:a="http://schemas.openxmlformats.org/drawingml/2006/main" noGrp="1"/>
          </p:cNvSpPr>
          <p:nvPr/>
        </p:nvSpPr>
        <p:spPr>
          <a:xfrm xmlns:a="http://schemas.openxmlformats.org/drawingml/2006/main">
            <a:off x="6477000" y="367665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image contracts</a:t>
            </a:r>
          </a:p>
        </p:txBody>
      </p:sp>
      <p:sp>
        <p:nvSpPr>
          <p:cNvPr id="17" name="이미지 동작의 계약">
            <a:extLst xmlns:a="http://schemas.openxmlformats.org/drawingml/2006/main">
              <a:ext uri="{FF2B5EF4-FFF2-40B4-BE49-F238E27FC236}">
                <a16:creationId xmlns:a16="http://schemas.microsoft.com/office/drawing/2014/main" id="{4741F395-545E-4954-B9EA-4770B050372D}"/>
              </a:ext>
            </a:extLst>
          </p:cNvPr>
          <p:cNvSpPr>
            <a:spLocks xmlns:a="http://schemas.openxmlformats.org/drawingml/2006/main" noGrp="1"/>
          </p:cNvSpPr>
          <p:nvPr/>
        </p:nvSpPr>
        <p:spPr>
          <a:xfrm xmlns:a="http://schemas.openxmlformats.org/drawingml/2006/main">
            <a:off x="8763000" y="367665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8" name="">
            <a:extLst xmlns:a="http://schemas.openxmlformats.org/drawingml/2006/main">
              <a:ext uri="{FF2B5EF4-FFF2-40B4-BE49-F238E27FC236}">
                <a16:creationId xmlns:a16="http://schemas.microsoft.com/office/drawing/2014/main" id="{64BDD356-06E0-4753-9BE7-9EC448472F8B}"/>
              </a:ext>
            </a:extLst>
          </p:cNvPr>
          <p:cNvSpPr>
            <a:spLocks xmlns:a="http://schemas.openxmlformats.org/drawingml/2006/main" noGrp="1"/>
          </p:cNvSpPr>
          <p:nvPr/>
        </p:nvSpPr>
        <p:spPr>
          <a:xfrm xmlns:a="http://schemas.openxmlformats.org/drawingml/2006/main">
            <a:off x="6477000" y="432435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testing">
            <a:extLst xmlns:a="http://schemas.openxmlformats.org/drawingml/2006/main">
              <a:ext uri="{FF2B5EF4-FFF2-40B4-BE49-F238E27FC236}">
                <a16:creationId xmlns:a16="http://schemas.microsoft.com/office/drawing/2014/main" id="{7FBF6B71-9ADA-4B98-9DC2-4FB6B5EDC429}"/>
              </a:ext>
            </a:extLst>
          </p:cNvPr>
          <p:cNvSpPr>
            <a:spLocks xmlns:a="http://schemas.openxmlformats.org/drawingml/2006/main" noGrp="1"/>
          </p:cNvSpPr>
          <p:nvPr/>
        </p:nvSpPr>
        <p:spPr>
          <a:xfrm xmlns:a="http://schemas.openxmlformats.org/drawingml/2006/main">
            <a:off x="6477000" y="441960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testing</a:t>
            </a:r>
          </a:p>
        </p:txBody>
      </p:sp>
      <p:sp>
        <p:nvSpPr>
          <p:cNvPr id="20" name="테스트 위치와 범위">
            <a:extLst xmlns:a="http://schemas.openxmlformats.org/drawingml/2006/main">
              <a:ext uri="{FF2B5EF4-FFF2-40B4-BE49-F238E27FC236}">
                <a16:creationId xmlns:a16="http://schemas.microsoft.com/office/drawing/2014/main" id="{3EBE77CB-E6A1-49A2-B6AD-D80C6A671F41}"/>
              </a:ext>
            </a:extLst>
          </p:cNvPr>
          <p:cNvSpPr>
            <a:spLocks xmlns:a="http://schemas.openxmlformats.org/drawingml/2006/main" noGrp="1"/>
          </p:cNvSpPr>
          <p:nvPr/>
        </p:nvSpPr>
        <p:spPr>
          <a:xfrm xmlns:a="http://schemas.openxmlformats.org/drawingml/2006/main">
            <a:off x="8763000" y="441960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1" name="모든 지식을 넣기보다, 상세 정보까지 가는 길을 안내한다">
            <a:extLst xmlns:a="http://schemas.openxmlformats.org/drawingml/2006/main">
              <a:ext uri="{FF2B5EF4-FFF2-40B4-BE49-F238E27FC236}">
                <a16:creationId xmlns:a16="http://schemas.microsoft.com/office/drawing/2014/main" id="{642D8175-9E3F-46FB-9BD4-19880FF13AA8}"/>
              </a:ext>
            </a:extLst>
          </p:cNvPr>
          <p:cNvSpPr>
            <a:spLocks xmlns:a="http://schemas.openxmlformats.org/drawingml/2006/main" noGrp="1"/>
          </p:cNvSpPr>
          <p:nvPr/>
        </p:nvSpPr>
        <p:spPr>
          <a:xfrm xmlns:a="http://schemas.openxmlformats.org/drawingml/2006/main">
            <a:off x="609600" y="52482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Tree>
    <p:extLst>
      <p:ext uri="{BB962C8B-B14F-4D97-AF65-F5344CB8AC3E}">
        <p14:creationId xmlns:p14="http://schemas.microsoft.com/office/powerpoint/2010/main" val="85811826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STATE-03의 문서 구조">
            <a:extLst xmlns:a="http://schemas.openxmlformats.org/drawingml/2006/main">
              <a:ext uri="{FF2B5EF4-FFF2-40B4-BE49-F238E27FC236}">
                <a16:creationId xmlns:a16="http://schemas.microsoft.com/office/drawing/2014/main" id="{528893F6-5226-48B5-8BFB-9B37FE60AE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3E60CC08-7C04-4697-BC9B-E30B1766B2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9E1D8E00-244E-4E67-9180-FEC3687F75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36E84C4-B3A8-45F9-B8C3-E6AB3D9B952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8980DD04-5008-4693-9FE8-03B24B5DE40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F61FAA63-9027-44D6-8361-CF55ACD236C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7D71579A-1D27-4B58-A440-F375F24B092C}"/>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E4ACFECD-1C5E-49FE-95F1-8AAFF9DE87CC}"/>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06516B86-67B0-43C9-8BED-3B776A8B8D68}"/>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74D105C2-A898-46B8-BB03-7BCC70C47987}"/>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0F59D680-313D-4A43-AC9B-7A0FF894C50C}"/>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885E33E7-B665-4C96-903A-CEF21EA3FFB0}"/>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53201293-BB0E-4119-8933-EF45D5C37684}"/>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B61EFD48-C7FC-462A-9727-74FA784858AC}"/>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EE7B3524-49B7-49B3-9C61-1166D2632085}"/>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9E884E34-1753-4F14-AF68-4F25DAE23545}"/>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2C7B71F8-8311-46A2-A198-9D855F8976EF}"/>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73976D3F-31FC-40C0-B4AE-57F70617915C}"/>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C4E8EC4C-60BF-4C5A-866A-D726A9E18800}"/>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4511FDA7-CB66-40B9-90A5-EEAF9C956113}"/>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60243614-792D-4A81-895A-A9B9C1044DD9}"/>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Tree>
    <p:extLst>
      <p:ext uri="{BB962C8B-B14F-4D97-AF65-F5344CB8AC3E}">
        <p14:creationId xmlns:p14="http://schemas.microsoft.com/office/powerpoint/2010/main" val="195168436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관찰하기 전에 질문하기">
            <a:extLst xmlns:a="http://schemas.openxmlformats.org/drawingml/2006/main">
              <a:ext uri="{FF2B5EF4-FFF2-40B4-BE49-F238E27FC236}">
                <a16:creationId xmlns:a16="http://schemas.microsoft.com/office/drawing/2014/main" id="{DCF5B67F-8D1D-4A3A-89A8-EE61A380D5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89FD115D-ED13-4CD8-A8EF-9E64A1CE66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F128914C-4162-46DA-AD2B-6F90963057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F7C38C6A-B080-4D9E-A831-527B83EE449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CDAB9C10-757A-42E4-BF4D-03290BB4DBE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8529EF3E-3ABF-4C71-AE89-6FFC0107E62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B0D329E1-472D-4451-85D7-A2C5783F157F}"/>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AF084C64-7772-4842-95C6-FF5C529D6B73}"/>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C4F127CD-362F-4682-9357-5091DD032CF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FF9F9C9-FF5E-4B02-85A9-3C0BDCA61612}"/>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C2CC48C7-E252-4646-9D31-1DDF344027D7}"/>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BF086569-6EE2-417D-B5C5-32F41728DCD5}"/>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B5558444-631C-4F39-BA04-E9B00FA8AF1D}"/>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Tree>
    <p:extLst>
      <p:ext uri="{BB962C8B-B14F-4D97-AF65-F5344CB8AC3E}">
        <p14:creationId xmlns:p14="http://schemas.microsoft.com/office/powerpoint/2010/main" val="874732006"/>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질문과 근거를 연결하기">
            <a:extLst xmlns:a="http://schemas.openxmlformats.org/drawingml/2006/main">
              <a:ext uri="{FF2B5EF4-FFF2-40B4-BE49-F238E27FC236}">
                <a16:creationId xmlns:a16="http://schemas.microsoft.com/office/drawing/2014/main" id="{C22596FE-9047-4787-83F2-E75EF2BB0B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D3F728DE-DA2E-4F43-8FE5-D08C031956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D8E3C0A7-7B73-4381-9B08-DE7D98C9C0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16DD087B-0BEA-48B5-95C7-F86D09EBF67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B2161770-221A-4726-955B-143C30F74EF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6F58212A-9C8F-4674-8ED0-CC1A39843DD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8F9EBBF2-F351-4F6B-9AC0-52DE22745BD1}"/>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68E298A3-3169-4FD6-8BF7-01D0937F8BB3}"/>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5DCA113D-99E7-4C00-95EF-1BBBC1C8D518}"/>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24EAAE75-84E2-4962-940B-EAC303498FA2}"/>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118A3432-5C5B-4AAA-9B9B-FB9286372DE4}"/>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8599B872-A652-4446-A74B-960FA0BCECC4}"/>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CBB4BD50-DF88-4F18-9866-F0195C539365}"/>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1B498DD5-35E2-4168-BE32-CC92EA5175E0}"/>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05AF5C27-63AB-4E67-9D14-0635F30DA4C5}"/>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A23128AB-A34B-4C95-B787-947CC0DE6158}"/>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25B9798D-7C4F-4D7D-9D2C-8F18C0CD09BF}"/>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40A4C44C-CA6E-4947-A8E2-35D95D509843}"/>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AF437C99-42B3-4E98-A27F-42FDE271E4F8}"/>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2D28FDE2-31CC-4CE9-99AE-51C382BC84C3}"/>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2BF2989C-69B4-49C0-8C36-838E6D5ABECB}"/>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65BEEE55-BD9C-4FC8-BBA2-A6D8FC55D8DD}"/>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97EA1EB3-8D7F-4196-94CB-2571852AA688}"/>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Tree>
    <p:extLst>
      <p:ext uri="{BB962C8B-B14F-4D97-AF65-F5344CB8AC3E}">
        <p14:creationId xmlns:p14="http://schemas.microsoft.com/office/powerpoint/2010/main" val="123172814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두 Task의 문서 접근 비교">
            <a:extLst xmlns:a="http://schemas.openxmlformats.org/drawingml/2006/main">
              <a:ext uri="{FF2B5EF4-FFF2-40B4-BE49-F238E27FC236}">
                <a16:creationId xmlns:a16="http://schemas.microsoft.com/office/drawing/2014/main" id="{DE968460-3561-4FB4-8307-3026EBEEE5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0381C99A-9467-4622-BBDF-79766B8766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12A9C705-1C22-4183-ADA7-ADCF3BC293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109179E7-D190-4685-8058-D0F2D4A9CD0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8DEFE781-22B6-48B5-899D-8F6C00EEC84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2F9C05C9-F7C2-4F32-BB95-B3A6E9EF95C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4DC62ED7-EFA4-43E7-93DA-5056E52821D9}"/>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CD50A4AA-A6E0-4CE8-99CE-2BA03686FE9A}"/>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0073FFF1-E2B8-4633-AE0E-891676EFECFA}"/>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CB2D391D-1D46-45EF-9C23-6D7A64DC956E}"/>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E74FB186-60B6-45A3-A835-2A84B92DD83B}"/>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0B7612ED-374D-4061-920E-D1EC6C76B11C}"/>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28586B56-14B0-4F29-B1F3-0B5E403F4A13}"/>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49D6F18A-CF48-4C5B-83E4-81058742F9C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17764E0B-73AD-4D0B-B37A-8F33548D6E75}"/>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D8F0A53C-175C-47A0-BA56-E68B0BA7ED99}"/>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594619BA-83A5-4C8B-8FBA-A13F85316132}"/>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7CBD6EB8-CCB1-426C-A98A-FC539889F48D}"/>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12F0B353-44A6-4243-862E-75883D549F91}"/>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2F66DE85-A74E-4130-88E5-76BE9B5D8D50}"/>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E4FA373E-2BCB-4B56-A9E8-58E0CBD96DC7}"/>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3AFF930B-73AE-4BF9-9B7A-4AC3D3549F33}"/>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118B3C75-94A5-4C07-987C-00ACFCC8ACC8}"/>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Tree>
    <p:extLst>
      <p:ext uri="{BB962C8B-B14F-4D97-AF65-F5344CB8AC3E}">
        <p14:creationId xmlns:p14="http://schemas.microsoft.com/office/powerpoint/2010/main" val="54606332"/>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다음 문제로 넘어가기">
            <a:extLst xmlns:a="http://schemas.openxmlformats.org/drawingml/2006/main">
              <a:ext uri="{FF2B5EF4-FFF2-40B4-BE49-F238E27FC236}">
                <a16:creationId xmlns:a16="http://schemas.microsoft.com/office/drawing/2014/main" id="{5208E929-E09E-470A-BF6A-360A7352B4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276AEAFD-E665-455F-BDD7-ABF1513286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6ADDCACE-1D60-4A4F-A021-29FD75B6BF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3561F343-CD56-4F3D-8FB7-5F8BF297519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E4092A62-9E92-4F02-93D4-0C7213D09F4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54D57E7E-C0AD-4C46-A077-E31B18C16A1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E8FAF956-E8AE-465D-82C7-E025BFEC240D}"/>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18A30E15-8B8B-4110-99E7-6AA83109D751}"/>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4DC489B9-E762-41A3-94F6-ED10D8ABED29}"/>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A72BCE1-6DB8-490E-ADF9-CDDD64C7F2EE}"/>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E7B11AE2-1521-4912-8EE7-3E33D1949FF4}"/>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0BFE2117-3CF0-493B-8A8D-E8D5FC9BAE61}"/>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이 반복도 Context만의 문제일까?">
            <a:extLst xmlns:a="http://schemas.openxmlformats.org/drawingml/2006/main">
              <a:ext uri="{FF2B5EF4-FFF2-40B4-BE49-F238E27FC236}">
                <a16:creationId xmlns:a16="http://schemas.microsoft.com/office/drawing/2014/main" id="{EFD14D61-479F-4FBD-B8BE-989CA887E0CD}"/>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반복도 Context만의 문제일까?</a:t>
            </a:r>
          </a:p>
        </p:txBody>
      </p:sp>
    </p:spTree>
    <p:extLst>
      <p:ext uri="{BB962C8B-B14F-4D97-AF65-F5344CB8AC3E}">
        <p14:creationId xmlns:p14="http://schemas.microsoft.com/office/powerpoint/2010/main" val="1992637304"/>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9B71F15D-6858-4453-9B25-BFE538B1B5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21BAA55C-6C2B-41E2-8356-3A994CA6C3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6222C556-7B63-4167-9D71-5CDF9C83AD8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8394CCD5-67E1-4F2A-9725-EFC93906448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FB7977A3-17B9-4816-8302-750011F2939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135D9B3E-7683-4742-9A4A-B41F0ADC6EF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B2FE36F0-5D77-4B83-9853-4C8B3EAF350D}"/>
              </a:ext>
            </a:extLst>
          </p:cNvPr>
          <p:cNvSpPr>
            <a:spLocks xmlns:a="http://schemas.openxmlformats.org/drawingml/2006/main" noGrp="1"/>
          </p:cNvSpPr>
          <p:nvPr/>
        </p:nvSpPr>
        <p:spPr>
          <a:xfrm xmlns:a="http://schemas.openxmlformats.org/drawingml/2006/main">
            <a:off x="609600" y="20002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D5AF79A1-7797-42EE-B393-7B44082F847C}"/>
              </a:ext>
            </a:extLst>
          </p:cNvPr>
          <p:cNvSpPr>
            <a:spLocks xmlns:a="http://schemas.openxmlformats.org/drawingml/2006/main" noGrp="1"/>
          </p:cNvSpPr>
          <p:nvPr/>
        </p:nvSpPr>
        <p:spPr>
          <a:xfrm xmlns:a="http://schemas.openxmlformats.org/drawingml/2006/main">
            <a:off x="6381750" y="20002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7AEA4BD9-B342-4656-8762-F6ADC3FD495C}"/>
              </a:ext>
            </a:extLst>
          </p:cNvPr>
          <p:cNvPicPr>
            <a:picLocks xmlns:a="http://schemas.openxmlformats.org/drawingml/2006/main" noChangeAspect="1"/>
          </p:cNvPicPr>
          <p:nvPr/>
        </p:nvPicPr>
        <p:blipFill>
          <a:blip xmlns:r="http://schemas.openxmlformats.org/officeDocument/2006/relationships" xmlns:a="http://schemas.openxmlformats.org/drawingml/2006/main" r:embed="Rf3fd3e2fe9584034"/>
          <a:srcRect xmlns:a="http://schemas.openxmlformats.org/drawingml/2006/main" l="53664" t="30891" r="28410" b="33258"/>
          <a:stretch xmlns:a="http://schemas.openxmlformats.org/drawingml/2006/main"/>
        </p:blipFill>
        <p:spPr>
          <a:xfrm xmlns:a="http://schemas.openxmlformats.org/drawingml/2006/main">
            <a:off x="1200150" y="2905125"/>
            <a:ext cx="1104900" cy="110490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6E92C492-6C9B-44A1-86CB-0F3593C6CE12}"/>
              </a:ext>
            </a:extLst>
          </p:cNvPr>
          <p:cNvPicPr>
            <a:picLocks xmlns:a="http://schemas.openxmlformats.org/drawingml/2006/main" noChangeAspect="1"/>
          </p:cNvPicPr>
          <p:nvPr/>
        </p:nvPicPr>
        <p:blipFill>
          <a:blip xmlns:r="http://schemas.openxmlformats.org/officeDocument/2006/relationships" xmlns:a="http://schemas.openxmlformats.org/drawingml/2006/main" r:embed="R0508256c9b624605"/>
          <a:srcRect xmlns:a="http://schemas.openxmlformats.org/drawingml/2006/main" l="53664" t="30891" r="28410" b="33258"/>
          <a:stretch xmlns:a="http://schemas.openxmlformats.org/drawingml/2006/main"/>
        </p:blipFill>
        <p:spPr>
          <a:xfrm xmlns:a="http://schemas.openxmlformats.org/drawingml/2006/main">
            <a:off x="3371850" y="2476500"/>
            <a:ext cx="1905000" cy="19050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A69BF1B-0625-4E86-A4BD-606487733548}"/>
              </a:ext>
            </a:extLst>
          </p:cNvPr>
          <p:cNvSpPr>
            <a:spLocks xmlns:a="http://schemas.openxmlformats.org/drawingml/2006/main" noGrp="1"/>
          </p:cNvSpPr>
          <p:nvPr/>
        </p:nvSpPr>
        <p:spPr>
          <a:xfrm xmlns:a="http://schemas.openxmlformats.org/drawingml/2006/main">
            <a:off x="2609850" y="3257550"/>
            <a:ext cx="4191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BD3D0932-5A36-44B6-AE26-65A4AD480061}"/>
              </a:ext>
            </a:extLst>
          </p:cNvPr>
          <p:cNvPicPr>
            <a:picLocks xmlns:a="http://schemas.openxmlformats.org/drawingml/2006/main" noChangeAspect="1"/>
          </p:cNvPicPr>
          <p:nvPr/>
        </p:nvPicPr>
        <p:blipFill>
          <a:blip xmlns:r="http://schemas.openxmlformats.org/officeDocument/2006/relationships" xmlns:a="http://schemas.openxmlformats.org/drawingml/2006/main" r:embed="Rbddc7e0ac19e44a5"/>
          <a:srcRect xmlns:a="http://schemas.openxmlformats.org/drawingml/2006/main" l="53664" t="30891" r="28410" b="33258"/>
          <a:stretch xmlns:a="http://schemas.openxmlformats.org/drawingml/2006/main"/>
        </p:blipFill>
        <p:spPr>
          <a:xfrm xmlns:a="http://schemas.openxmlformats.org/drawingml/2006/main">
            <a:off x="6762750" y="2571750"/>
            <a:ext cx="1524000" cy="152400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4D23D165-4AC6-43C3-BE38-BA1AD11EC885}"/>
              </a:ext>
            </a:extLst>
          </p:cNvPr>
          <p:cNvPicPr>
            <a:picLocks xmlns:a="http://schemas.openxmlformats.org/drawingml/2006/main" noChangeAspect="1"/>
          </p:cNvPicPr>
          <p:nvPr/>
        </p:nvPicPr>
        <p:blipFill>
          <a:blip xmlns:r="http://schemas.openxmlformats.org/officeDocument/2006/relationships" xmlns:a="http://schemas.openxmlformats.org/drawingml/2006/main" r:embed="R4164a171db5d4e49"/>
          <a:srcRect xmlns:a="http://schemas.openxmlformats.org/drawingml/2006/main" l="53664" t="30891" r="28410" b="33258"/>
          <a:stretch xmlns:a="http://schemas.openxmlformats.org/drawingml/2006/main"/>
        </p:blipFill>
        <p:spPr>
          <a:xfrm xmlns:a="http://schemas.openxmlformats.org/drawingml/2006/main">
            <a:off x="9810750" y="2571750"/>
            <a:ext cx="1524000" cy="152400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3E794743-C549-4242-88FB-83E98DB47CBC}"/>
              </a:ext>
            </a:extLst>
          </p:cNvPr>
          <p:cNvSpPr>
            <a:spLocks xmlns:a="http://schemas.openxmlformats.org/drawingml/2006/main" noGrp="1"/>
          </p:cNvSpPr>
          <p:nvPr/>
        </p:nvSpPr>
        <p:spPr>
          <a:xfrm xmlns:a="http://schemas.openxmlformats.org/drawingml/2006/main">
            <a:off x="8896350" y="3219450"/>
            <a:ext cx="4191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값 예: 2048 → 128">
            <a:extLst xmlns:a="http://schemas.openxmlformats.org/drawingml/2006/main">
              <a:ext uri="{FF2B5EF4-FFF2-40B4-BE49-F238E27FC236}">
                <a16:creationId xmlns:a16="http://schemas.microsoft.com/office/drawing/2014/main" id="{2D741F2C-5C07-4D99-A964-C2F995DFEA22}"/>
              </a:ext>
            </a:extLst>
          </p:cNvPr>
          <p:cNvSpPr>
            <a:spLocks xmlns:a="http://schemas.openxmlformats.org/drawingml/2006/main" noGrp="1"/>
          </p:cNvSpPr>
          <p:nvPr/>
        </p:nvSpPr>
        <p:spPr>
          <a:xfrm xmlns:a="http://schemas.openxmlformats.org/drawingml/2006/main">
            <a:off x="6381750" y="4171950"/>
            <a:ext cx="5200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0B6172"/>
                </a:solidFill>
                <a:latin typeface="Malgun Gothic"/>
                <a:ea typeface="Malgun Gothic"/>
                <a:cs typeface="Malgun Gothic"/>
              </a:defRPr>
            </a:defPPr>
            <a:lvl1pPr algn="ctr">
              <a:defRPr sz="1725" b="0">
                <a:solidFill>
                  <a:srgbClr val="0B6172"/>
                </a:solidFill>
                <a:latin typeface="Malgun Gothic"/>
                <a:ea typeface="Malgun Gothic"/>
                <a:cs typeface="Malgun Gothic"/>
              </a:defRPr>
            </a:lvl1pPr>
            <a:lvl2pPr algn="ctr">
              <a:defRPr sz="1725" b="0">
                <a:solidFill>
                  <a:srgbClr val="0B6172"/>
                </a:solidFill>
                <a:latin typeface="Malgun Gothic"/>
                <a:ea typeface="Malgun Gothic"/>
                <a:cs typeface="Malgun Gothic"/>
              </a:defRPr>
            </a:lvl2pPr>
            <a:lvl3pPr algn="ctr">
              <a:defRPr sz="1725" b="0">
                <a:solidFill>
                  <a:srgbClr val="0B6172"/>
                </a:solidFill>
                <a:latin typeface="Malgun Gothic"/>
                <a:ea typeface="Malgun Gothic"/>
                <a:cs typeface="Malgun Gothic"/>
              </a:defRPr>
            </a:lvl3pPr>
            <a:lvl4pPr algn="ctr">
              <a:defRPr sz="1725" b="0">
                <a:solidFill>
                  <a:srgbClr val="0B6172"/>
                </a:solidFill>
                <a:latin typeface="Malgun Gothic"/>
                <a:ea typeface="Malgun Gothic"/>
                <a:cs typeface="Malgun Gothic"/>
              </a:defRPr>
            </a:lvl4pPr>
            <a:lvl5pPr algn="ctr">
              <a:defRPr sz="1725" b="0">
                <a:solidFill>
                  <a:srgbClr val="0B6172"/>
                </a:solidFill>
                <a:latin typeface="Malgun Gothic"/>
                <a:ea typeface="Malgun Gothic"/>
                <a:cs typeface="Malgun Gothic"/>
              </a:defRPr>
            </a:lvl5pPr>
            <a:lvl6pPr algn="ctr">
              <a:defRPr sz="1725" b="0">
                <a:solidFill>
                  <a:srgbClr val="0B6172"/>
                </a:solidFill>
                <a:latin typeface="Malgun Gothic"/>
                <a:ea typeface="Malgun Gothic"/>
                <a:cs typeface="Malgun Gothic"/>
              </a:defRPr>
            </a:lvl6pPr>
            <a:lvl7pPr algn="ctr">
              <a:defRPr sz="1725" b="0">
                <a:solidFill>
                  <a:srgbClr val="0B6172"/>
                </a:solidFill>
                <a:latin typeface="Malgun Gothic"/>
                <a:ea typeface="Malgun Gothic"/>
                <a:cs typeface="Malgun Gothic"/>
              </a:defRPr>
            </a:lvl7pPr>
            <a:lvl8pPr algn="ctr">
              <a:defRPr sz="1725" b="0">
                <a:solidFill>
                  <a:srgbClr val="0B6172"/>
                </a:solidFill>
                <a:latin typeface="Malgun Gothic"/>
                <a:ea typeface="Malgun Gothic"/>
                <a:cs typeface="Malgun Gothic"/>
              </a:defRPr>
            </a:lvl8pPr>
            <a:lvl9pPr algn="ctr">
              <a:defRPr sz="1725" b="0">
                <a:solidFill>
                  <a:srgbClr val="0B6172"/>
                </a:solidFill>
                <a:latin typeface="Malgun Gothic"/>
                <a:ea typeface="Malgun Gothic"/>
                <a:cs typeface="Malgun Gothic"/>
              </a:defRPr>
            </a:lvl9pPr>
          </a:lstStyle>
          <a:p xmlns:a="http://schemas.openxmlformats.org/drawingml/2006/main">
            <a:pPr algn="ctr">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6" name="resize_nearest">
            <a:extLst xmlns:a="http://schemas.openxmlformats.org/drawingml/2006/main">
              <a:ext uri="{FF2B5EF4-FFF2-40B4-BE49-F238E27FC236}">
                <a16:creationId xmlns:a16="http://schemas.microsoft.com/office/drawing/2014/main" id="{DD2211A7-9ACB-47F8-B96F-7DBE090B5D6F}"/>
              </a:ext>
            </a:extLst>
          </p:cNvPr>
          <p:cNvSpPr>
            <a:spLocks xmlns:a="http://schemas.openxmlformats.org/drawingml/2006/main" noGrp="1"/>
          </p:cNvSpPr>
          <p:nvPr/>
        </p:nvSpPr>
        <p:spPr>
          <a:xfrm xmlns:a="http://schemas.openxmlformats.org/drawingml/2006/main">
            <a:off x="609600" y="44767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sp>
        <p:nvSpPr>
          <p:cNvPr id="17" name="normalize  ·  0–4095 → 0–255">
            <a:extLst xmlns:a="http://schemas.openxmlformats.org/drawingml/2006/main">
              <a:ext uri="{FF2B5EF4-FFF2-40B4-BE49-F238E27FC236}">
                <a16:creationId xmlns:a16="http://schemas.microsoft.com/office/drawing/2014/main" id="{1BF2DEFA-22EA-4634-A546-837D1F0485B5}"/>
              </a:ext>
            </a:extLst>
          </p:cNvPr>
          <p:cNvSpPr>
            <a:spLocks xmlns:a="http://schemas.openxmlformats.org/drawingml/2006/main" noGrp="1"/>
          </p:cNvSpPr>
          <p:nvPr/>
        </p:nvSpPr>
        <p:spPr>
          <a:xfrm xmlns:a="http://schemas.openxmlformats.org/drawingml/2006/main">
            <a:off x="6381750" y="4476750"/>
            <a:ext cx="5200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normalize  ·  0–4095 → 0–255</a:t>
            </a:r>
          </a:p>
        </p:txBody>
      </p:sp>
      <p:sp>
        <p:nvSpPr>
          <p:cNvPr id="18" name="">
            <a:extLst xmlns:a="http://schemas.openxmlformats.org/drawingml/2006/main">
              <a:ext uri="{FF2B5EF4-FFF2-40B4-BE49-F238E27FC236}">
                <a16:creationId xmlns:a16="http://schemas.microsoft.com/office/drawing/2014/main" id="{D07C6CC1-4209-41D7-A46D-18ACECD637F4}"/>
              </a:ext>
            </a:extLst>
          </p:cNvPr>
          <p:cNvSpPr>
            <a:spLocks xmlns:a="http://schemas.openxmlformats.org/drawingml/2006/main" noGrp="1"/>
          </p:cNvSpPr>
          <p:nvPr/>
        </p:nvSpPr>
        <p:spPr>
          <a:xfrm xmlns:a="http://schemas.openxmlformats.org/drawingml/2006/main">
            <a:off x="609600" y="4895850"/>
            <a:ext cx="52387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
            <a:extLst xmlns:a="http://schemas.openxmlformats.org/drawingml/2006/main">
              <a:ext uri="{FF2B5EF4-FFF2-40B4-BE49-F238E27FC236}">
                <a16:creationId xmlns:a16="http://schemas.microsoft.com/office/drawing/2014/main" id="{F30F34A8-AA93-42A9-90A0-516F2727B852}"/>
              </a:ext>
            </a:extLst>
          </p:cNvPr>
          <p:cNvSpPr>
            <a:spLocks xmlns:a="http://schemas.openxmlformats.org/drawingml/2006/main" noGrp="1"/>
          </p:cNvSpPr>
          <p:nvPr/>
        </p:nvSpPr>
        <p:spPr>
          <a:xfrm xmlns:a="http://schemas.openxmlformats.org/drawingml/2006/main">
            <a:off x="6381750" y="4895850"/>
            <a:ext cx="5200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Baseline → 조사 → 계획 → 변경">
            <a:extLst xmlns:a="http://schemas.openxmlformats.org/drawingml/2006/main">
              <a:ext uri="{FF2B5EF4-FFF2-40B4-BE49-F238E27FC236}">
                <a16:creationId xmlns:a16="http://schemas.microsoft.com/office/drawing/2014/main" id="{22242377-575B-4127-A42C-1EFBC64F7E17}"/>
              </a:ext>
            </a:extLst>
          </p:cNvPr>
          <p:cNvSpPr>
            <a:spLocks xmlns:a="http://schemas.openxmlformats.org/drawingml/2006/main" noGrp="1"/>
          </p:cNvSpPr>
          <p:nvPr/>
        </p:nvSpPr>
        <p:spPr>
          <a:xfrm xmlns:a="http://schemas.openxmlformats.org/drawingml/2006/main">
            <a:off x="609600" y="5010150"/>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Baseline → 조사 → 계획 → 변경</a:t>
            </a:r>
          </a:p>
        </p:txBody>
      </p:sp>
      <p:sp>
        <p:nvSpPr>
          <p:cNvPr id="21" name="Test → Benchmark → 비교 → Review">
            <a:extLst xmlns:a="http://schemas.openxmlformats.org/drawingml/2006/main">
              <a:ext uri="{FF2B5EF4-FFF2-40B4-BE49-F238E27FC236}">
                <a16:creationId xmlns:a16="http://schemas.microsoft.com/office/drawing/2014/main" id="{3F656AAC-74EB-4559-B2D3-2E402AA18326}"/>
              </a:ext>
            </a:extLst>
          </p:cNvPr>
          <p:cNvSpPr>
            <a:spLocks xmlns:a="http://schemas.openxmlformats.org/drawingml/2006/main" noGrp="1"/>
          </p:cNvSpPr>
          <p:nvPr/>
        </p:nvSpPr>
        <p:spPr>
          <a:xfrm xmlns:a="http://schemas.openxmlformats.org/drawingml/2006/main">
            <a:off x="609600" y="5343525"/>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Test → Benchmark → 비교 → Review</a:t>
            </a:r>
          </a:p>
        </p:txBody>
      </p:sp>
      <p:sp>
        <p:nvSpPr>
          <p:cNvPr id="22" name="Baseline → 조사 → 계획 → 변경">
            <a:extLst xmlns:a="http://schemas.openxmlformats.org/drawingml/2006/main">
              <a:ext uri="{FF2B5EF4-FFF2-40B4-BE49-F238E27FC236}">
                <a16:creationId xmlns:a16="http://schemas.microsoft.com/office/drawing/2014/main" id="{5F097303-2F6B-487B-BF4F-33BBE36AD9F5}"/>
              </a:ext>
            </a:extLst>
          </p:cNvPr>
          <p:cNvSpPr>
            <a:spLocks xmlns:a="http://schemas.openxmlformats.org/drawingml/2006/main" noGrp="1"/>
          </p:cNvSpPr>
          <p:nvPr/>
        </p:nvSpPr>
        <p:spPr>
          <a:xfrm xmlns:a="http://schemas.openxmlformats.org/drawingml/2006/main">
            <a:off x="6381750" y="5010150"/>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Baseline → 조사 → 계획 → 변경</a:t>
            </a:r>
          </a:p>
        </p:txBody>
      </p:sp>
      <p:sp>
        <p:nvSpPr>
          <p:cNvPr id="23" name="Test → Benchmark → 비교 → Review">
            <a:extLst xmlns:a="http://schemas.openxmlformats.org/drawingml/2006/main">
              <a:ext uri="{FF2B5EF4-FFF2-40B4-BE49-F238E27FC236}">
                <a16:creationId xmlns:a16="http://schemas.microsoft.com/office/drawing/2014/main" id="{476323E8-4287-4696-A506-3FF89DF95F95}"/>
              </a:ext>
            </a:extLst>
          </p:cNvPr>
          <p:cNvSpPr>
            <a:spLocks xmlns:a="http://schemas.openxmlformats.org/drawingml/2006/main" noGrp="1"/>
          </p:cNvSpPr>
          <p:nvPr/>
        </p:nvSpPr>
        <p:spPr>
          <a:xfrm xmlns:a="http://schemas.openxmlformats.org/drawingml/2006/main">
            <a:off x="6381750" y="5343525"/>
            <a:ext cx="520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Test → Benchmark → 비교 → Review</a:t>
            </a:r>
          </a:p>
        </p:txBody>
      </p:sp>
    </p:spTree>
    <p:extLst>
      <p:ext uri="{BB962C8B-B14F-4D97-AF65-F5344CB8AC3E}">
        <p14:creationId xmlns:p14="http://schemas.microsoft.com/office/powerpoint/2010/main" val="1031598225"/>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알아야 할 것과 따라야 할 방법">
            <a:extLst xmlns:a="http://schemas.openxmlformats.org/drawingml/2006/main">
              <a:ext uri="{FF2B5EF4-FFF2-40B4-BE49-F238E27FC236}">
                <a16:creationId xmlns:a16="http://schemas.microsoft.com/office/drawing/2014/main" id="{B01B9F44-540A-496F-A3A6-235932FA83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B8CED727-F380-4D26-BFC5-CB04038F98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50179E31-7AF8-4B53-AE01-214B837660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509E1354-79C7-44CF-A768-5FDB46620CB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4CC06A3D-F0E5-4139-8F8B-692C7B1EEBE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E2379493-1E4C-4B44-9E7C-D5E0C1630EE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33FDC125-496D-40AA-992C-31C5AB4085E1}"/>
              </a:ext>
            </a:extLst>
          </p:cNvPr>
          <p:cNvSpPr>
            <a:spLocks xmlns:a="http://schemas.openxmlformats.org/drawingml/2006/main" noGrp="1"/>
          </p:cNvSpPr>
          <p:nvPr/>
        </p:nvSpPr>
        <p:spPr>
          <a:xfrm xmlns:a="http://schemas.openxmlformats.org/drawingml/2006/main">
            <a:off x="609600" y="2219325"/>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C1532D19-7C47-4258-9E55-C426D401B5F0}"/>
              </a:ext>
            </a:extLst>
          </p:cNvPr>
          <p:cNvSpPr>
            <a:spLocks xmlns:a="http://schemas.openxmlformats.org/drawingml/2006/main" noGrp="1"/>
          </p:cNvSpPr>
          <p:nvPr/>
        </p:nvSpPr>
        <p:spPr>
          <a:xfrm xmlns:a="http://schemas.openxmlformats.org/drawingml/2006/main">
            <a:off x="6705600" y="22193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7EDE9AEE-A3D6-4FC6-9695-923B7AB331B2}"/>
              </a:ext>
            </a:extLst>
          </p:cNvPr>
          <p:cNvSpPr>
            <a:spLocks xmlns:a="http://schemas.openxmlformats.org/drawingml/2006/main" noGrp="1"/>
          </p:cNvSpPr>
          <p:nvPr/>
        </p:nvSpPr>
        <p:spPr>
          <a:xfrm xmlns:a="http://schemas.openxmlformats.org/drawingml/2006/main">
            <a:off x="609600" y="284797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DAAD1D1-6597-4460-ACED-F2EFCAE478A9}"/>
              </a:ext>
            </a:extLst>
          </p:cNvPr>
          <p:cNvSpPr>
            <a:spLocks xmlns:a="http://schemas.openxmlformats.org/drawingml/2006/main" noGrp="1"/>
          </p:cNvSpPr>
          <p:nvPr/>
        </p:nvSpPr>
        <p:spPr>
          <a:xfrm xmlns:a="http://schemas.openxmlformats.org/drawingml/2006/main">
            <a:off x="6705600" y="2847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10;[x_start, x_end)">
            <a:extLst xmlns:a="http://schemas.openxmlformats.org/drawingml/2006/main">
              <a:ext uri="{FF2B5EF4-FFF2-40B4-BE49-F238E27FC236}">
                <a16:creationId xmlns:a16="http://schemas.microsoft.com/office/drawing/2014/main" id="{DAE6379B-C07A-43D4-8053-2422EA82E399}"/>
              </a:ext>
            </a:extLst>
          </p:cNvPr>
          <p:cNvSpPr>
            <a:spLocks xmlns:a="http://schemas.openxmlformats.org/drawingml/2006/main" noGrp="1"/>
          </p:cNvSpPr>
          <p:nvPr/>
        </p:nvSpPr>
        <p:spPr>
          <a:xfrm xmlns:a="http://schemas.openxmlformats.org/drawingml/2006/main">
            <a:off x="609600" y="3228975"/>
            <a:ext cx="4953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[x_start, x_end)</a:t>
            </a:r>
          </a:p>
        </p:txBody>
      </p:sp>
      <p:sp>
        <p:nvSpPr>
          <p:cNvPr id="12" name="변경 전에 측정한다&#10;변경 후 같은 입력으로 비교한다">
            <a:extLst xmlns:a="http://schemas.openxmlformats.org/drawingml/2006/main">
              <a:ext uri="{FF2B5EF4-FFF2-40B4-BE49-F238E27FC236}">
                <a16:creationId xmlns:a16="http://schemas.microsoft.com/office/drawing/2014/main" id="{B1F3EE76-01DA-463E-9500-1326482F4E30}"/>
              </a:ext>
            </a:extLst>
          </p:cNvPr>
          <p:cNvSpPr>
            <a:spLocks xmlns:a="http://schemas.openxmlformats.org/drawingml/2006/main" noGrp="1"/>
          </p:cNvSpPr>
          <p:nvPr/>
        </p:nvSpPr>
        <p:spPr>
          <a:xfrm xmlns:a="http://schemas.openxmlformats.org/drawingml/2006/main">
            <a:off x="6705600" y="3228975"/>
            <a:ext cx="4876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 전에 측정한다</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 후 같은 입력으로 비교한다</a:t>
            </a:r>
          </a:p>
        </p:txBody>
      </p:sp>
      <p:sp>
        <p:nvSpPr>
          <p:cNvPr id="13" name="Project Context">
            <a:extLst xmlns:a="http://schemas.openxmlformats.org/drawingml/2006/main">
              <a:ext uri="{FF2B5EF4-FFF2-40B4-BE49-F238E27FC236}">
                <a16:creationId xmlns:a16="http://schemas.microsoft.com/office/drawing/2014/main" id="{9CD881D6-C9B8-4C6C-886B-98EBB5827980}"/>
              </a:ext>
            </a:extLst>
          </p:cNvPr>
          <p:cNvSpPr>
            <a:spLocks xmlns:a="http://schemas.openxmlformats.org/drawingml/2006/main" noGrp="1"/>
          </p:cNvSpPr>
          <p:nvPr/>
        </p:nvSpPr>
        <p:spPr>
          <a:xfrm xmlns:a="http://schemas.openxmlformats.org/drawingml/2006/main">
            <a:off x="609600" y="45339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Project Context</a:t>
            </a:r>
          </a:p>
        </p:txBody>
      </p:sp>
      <p:sp>
        <p:nvSpPr>
          <p:cNvPr id="14" name="Workflow">
            <a:extLst xmlns:a="http://schemas.openxmlformats.org/drawingml/2006/main">
              <a:ext uri="{FF2B5EF4-FFF2-40B4-BE49-F238E27FC236}">
                <a16:creationId xmlns:a16="http://schemas.microsoft.com/office/drawing/2014/main" id="{7918DBCA-D0E6-4271-86C5-B4C1BCB0212A}"/>
              </a:ext>
            </a:extLst>
          </p:cNvPr>
          <p:cNvSpPr>
            <a:spLocks xmlns:a="http://schemas.openxmlformats.org/drawingml/2006/main" noGrp="1"/>
          </p:cNvSpPr>
          <p:nvPr/>
        </p:nvSpPr>
        <p:spPr>
          <a:xfrm xmlns:a="http://schemas.openxmlformats.org/drawingml/2006/main">
            <a:off x="6705600" y="45339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Workflow</a:t>
            </a:r>
          </a:p>
        </p:txBody>
      </p:sp>
      <p:sp>
        <p:nvSpPr>
          <p:cNvPr id="15" name="이번에 무엇을 원하는가?  →  현재 목표는 Task Prompt에">
            <a:extLst xmlns:a="http://schemas.openxmlformats.org/drawingml/2006/main">
              <a:ext uri="{FF2B5EF4-FFF2-40B4-BE49-F238E27FC236}">
                <a16:creationId xmlns:a16="http://schemas.microsoft.com/office/drawing/2014/main" id="{AB0CB5BC-0C30-4BBE-85E9-C04A6E0F136A}"/>
              </a:ext>
            </a:extLst>
          </p:cNvPr>
          <p:cNvSpPr>
            <a:spLocks xmlns:a="http://schemas.openxmlformats.org/drawingml/2006/main" noGrp="1"/>
          </p:cNvSpPr>
          <p:nvPr/>
        </p:nvSpPr>
        <p:spPr>
          <a:xfrm xmlns:a="http://schemas.openxmlformats.org/drawingml/2006/main">
            <a:off x="609600" y="52673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이번에 무엇을 원하는가?  →  현재 목표는 Task Prompt에</a:t>
            </a:r>
          </a:p>
        </p:txBody>
      </p:sp>
    </p:spTree>
    <p:extLst>
      <p:ext uri="{BB962C8B-B14F-4D97-AF65-F5344CB8AC3E}">
        <p14:creationId xmlns:p14="http://schemas.microsoft.com/office/powerpoint/2010/main" val="189251457"/>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세 가지 책임을 나누기">
            <a:extLst xmlns:a="http://schemas.openxmlformats.org/drawingml/2006/main">
              <a:ext uri="{FF2B5EF4-FFF2-40B4-BE49-F238E27FC236}">
                <a16:creationId xmlns:a16="http://schemas.microsoft.com/office/drawing/2014/main" id="{E75E686B-FAA6-426E-B381-C298661E69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FB3C43A2-ADE3-4241-8EFC-F9555A4EF2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B7485BA8-8411-4FBE-9168-3F458A0F25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78494C7E-B3C9-40E4-8561-C1A890672FA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79BEABC6-4029-41D5-98E7-7702E858419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0D9E2B00-0B2D-4F0A-9AB1-8AEFC95038F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AC746EA5-8E4B-45C2-BA0E-CDFFFBEFFED7}"/>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Task Prompt">
            <a:extLst xmlns:a="http://schemas.openxmlformats.org/drawingml/2006/main">
              <a:ext uri="{FF2B5EF4-FFF2-40B4-BE49-F238E27FC236}">
                <a16:creationId xmlns:a16="http://schemas.microsoft.com/office/drawing/2014/main" id="{51BEB184-02A9-47E5-92D5-0DC8A26EDFC9}"/>
              </a:ext>
            </a:extLst>
          </p:cNvPr>
          <p:cNvSpPr>
            <a:spLocks xmlns:a="http://schemas.openxmlformats.org/drawingml/2006/main" noGrp="1"/>
          </p:cNvSpPr>
          <p:nvPr/>
        </p:nvSpPr>
        <p:spPr>
          <a:xfrm xmlns:a="http://schemas.openxmlformats.org/drawingml/2006/main">
            <a:off x="609600" y="23526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6D6CEA4D-AB46-4662-B188-5BB62F26E87F}"/>
              </a:ext>
            </a:extLst>
          </p:cNvPr>
          <p:cNvSpPr>
            <a:spLocks xmlns:a="http://schemas.openxmlformats.org/drawingml/2006/main" noGrp="1"/>
          </p:cNvSpPr>
          <p:nvPr/>
        </p:nvSpPr>
        <p:spPr>
          <a:xfrm xmlns:a="http://schemas.openxmlformats.org/drawingml/2006/main">
            <a:off x="4143375" y="23526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B1AA8800-5D21-431F-9757-0F96B935D528}"/>
              </a:ext>
            </a:extLst>
          </p:cNvPr>
          <p:cNvSpPr>
            <a:spLocks xmlns:a="http://schemas.openxmlformats.org/drawingml/2006/main" noGrp="1"/>
          </p:cNvSpPr>
          <p:nvPr/>
        </p:nvSpPr>
        <p:spPr>
          <a:xfrm xmlns:a="http://schemas.openxmlformats.org/drawingml/2006/main">
            <a:off x="4143375" y="28194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65F797AB-A484-4A14-87AA-58CCFC6AEC61}"/>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713A097E-72ED-4536-A401-3820218BDAAA}"/>
              </a:ext>
            </a:extLst>
          </p:cNvPr>
          <p:cNvSpPr>
            <a:spLocks xmlns:a="http://schemas.openxmlformats.org/drawingml/2006/main" noGrp="1"/>
          </p:cNvSpPr>
          <p:nvPr/>
        </p:nvSpPr>
        <p:spPr>
          <a:xfrm xmlns:a="http://schemas.openxmlformats.org/drawingml/2006/main">
            <a:off x="609600" y="34575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1A274479-E8A5-47F2-B422-8587C15E8E8F}"/>
              </a:ext>
            </a:extLst>
          </p:cNvPr>
          <p:cNvSpPr>
            <a:spLocks xmlns:a="http://schemas.openxmlformats.org/drawingml/2006/main" noGrp="1"/>
          </p:cNvSpPr>
          <p:nvPr/>
        </p:nvSpPr>
        <p:spPr>
          <a:xfrm xmlns:a="http://schemas.openxmlformats.org/drawingml/2006/main">
            <a:off x="4143375" y="34575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지켜야 할까?</a:t>
            </a:r>
          </a:p>
        </p:txBody>
      </p:sp>
      <p:sp>
        <p:nvSpPr>
          <p:cNvPr id="14" name="기존 이미지 동작과 공개 계약 보존">
            <a:extLst xmlns:a="http://schemas.openxmlformats.org/drawingml/2006/main">
              <a:ext uri="{FF2B5EF4-FFF2-40B4-BE49-F238E27FC236}">
                <a16:creationId xmlns:a16="http://schemas.microsoft.com/office/drawing/2014/main" id="{70B05491-EACD-4AFE-9E5D-7790FA98BB7C}"/>
              </a:ext>
            </a:extLst>
          </p:cNvPr>
          <p:cNvSpPr>
            <a:spLocks xmlns:a="http://schemas.openxmlformats.org/drawingml/2006/main" noGrp="1"/>
          </p:cNvSpPr>
          <p:nvPr/>
        </p:nvSpPr>
        <p:spPr>
          <a:xfrm xmlns:a="http://schemas.openxmlformats.org/drawingml/2006/main">
            <a:off x="4143375" y="39243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이미지 동작과 공개 계약 보존</a:t>
            </a:r>
          </a:p>
        </p:txBody>
      </p:sp>
      <p:sp>
        <p:nvSpPr>
          <p:cNvPr id="15" name="">
            <a:extLst xmlns:a="http://schemas.openxmlformats.org/drawingml/2006/main">
              <a:ext uri="{FF2B5EF4-FFF2-40B4-BE49-F238E27FC236}">
                <a16:creationId xmlns:a16="http://schemas.microsoft.com/office/drawing/2014/main" id="{6D0BA5B9-7484-4031-AD57-9D7B30B1219E}"/>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C99E6034-212B-47FE-B988-DA8AB51FE470}"/>
              </a:ext>
            </a:extLst>
          </p:cNvPr>
          <p:cNvSpPr>
            <a:spLocks xmlns:a="http://schemas.openxmlformats.org/drawingml/2006/main" noGrp="1"/>
          </p:cNvSpPr>
          <p:nvPr/>
        </p:nvSpPr>
        <p:spPr>
          <a:xfrm xmlns:a="http://schemas.openxmlformats.org/drawingml/2006/main">
            <a:off x="609600" y="45624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877548F2-F18B-4254-AAE7-BA3E142379C3}"/>
              </a:ext>
            </a:extLst>
          </p:cNvPr>
          <p:cNvSpPr>
            <a:spLocks xmlns:a="http://schemas.openxmlformats.org/drawingml/2006/main" noGrp="1"/>
          </p:cNvSpPr>
          <p:nvPr/>
        </p:nvSpPr>
        <p:spPr>
          <a:xfrm xmlns:a="http://schemas.openxmlformats.org/drawingml/2006/main">
            <a:off x="4143375" y="45624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1D770F53-8435-4B8E-AA98-7D0962A33FEF}"/>
              </a:ext>
            </a:extLst>
          </p:cNvPr>
          <p:cNvSpPr>
            <a:spLocks xmlns:a="http://schemas.openxmlformats.org/drawingml/2006/main" noGrp="1"/>
          </p:cNvSpPr>
          <p:nvPr/>
        </p:nvSpPr>
        <p:spPr>
          <a:xfrm xmlns:a="http://schemas.openxmlformats.org/drawingml/2006/main">
            <a:off x="4143375" y="50292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baseline → 조사 → 검증 → 비교</a:t>
            </a:r>
          </a:p>
        </p:txBody>
      </p:sp>
    </p:spTree>
    <p:extLst>
      <p:ext uri="{BB962C8B-B14F-4D97-AF65-F5344CB8AC3E}">
        <p14:creationId xmlns:p14="http://schemas.microsoft.com/office/powerpoint/2010/main" val="531675474"/>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재사용할 구조를 선택하기">
            <a:extLst xmlns:a="http://schemas.openxmlformats.org/drawingml/2006/main">
              <a:ext uri="{FF2B5EF4-FFF2-40B4-BE49-F238E27FC236}">
                <a16:creationId xmlns:a16="http://schemas.microsoft.com/office/drawing/2014/main" id="{977F456B-C5C4-40E5-9E9D-6B2DF1308B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C71FA769-2573-4192-9A74-CD913CAA5C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6F130A57-B9FB-4525-9C2B-73D77ECE1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64A0BC06-E5C3-4608-9310-00F5A3A9E51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11B3773D-3044-4EB6-B1DB-B8998F4B4F5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852E7924-0D9B-48FB-A173-B8BF512B4E5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B48CFEED-2CCA-415F-B7C8-6D2B72FF2B31}"/>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31A418C4-8528-4B0A-9694-1E5E2F28FF3A}"/>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158478AA-BEA2-49A2-AD94-844D86921A5A}"/>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F853832-0217-4C6D-9322-BD9A14118FD1}"/>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D51EC0F-AEF3-4650-8AFC-DE7E0C14AE44}"/>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B2CA38E4-1D76-43E3-944F-0C056DEBA827}"/>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B98F6BF2-5F45-4A16-B999-3958C34D5949}"/>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46661E92-F1CE-4E10-9E1F-F975B4A681E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BF37F0B4-E174-457F-950A-808B00A842EF}"/>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3EB58CC2-A7EF-4622-BA42-7314C4BF258E}"/>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5E47A219-D104-4545-B045-B97AB9F0556A}"/>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Tree>
    <p:extLst>
      <p:ext uri="{BB962C8B-B14F-4D97-AF65-F5344CB8AC3E}">
        <p14:creationId xmlns:p14="http://schemas.microsoft.com/office/powerpoint/2010/main" val="1974103233"/>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TRIAL-008에서 확인한 경로">
            <a:extLst xmlns:a="http://schemas.openxmlformats.org/drawingml/2006/main">
              <a:ext uri="{FF2B5EF4-FFF2-40B4-BE49-F238E27FC236}">
                <a16:creationId xmlns:a16="http://schemas.microsoft.com/office/drawing/2014/main" id="{3F13D054-350A-4CE6-91E0-F43680242D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F59457A1-F7E6-4BD6-A05F-FB8F05E35D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59573915-97D7-40AF-8618-74979573E2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532B5427-E239-4AFF-B5DC-C29F130E834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797E67EE-90D5-4598-91AF-69909FCD76C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D55825C8-DF76-4DBB-9F23-C45D58D2454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9A3B00AC-9125-455B-A848-E14D638E5AE4}"/>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8C6C661C-386D-459A-AA0C-56ACF45FA31E}"/>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F99B3977-C79B-4716-9AB7-67161F3FF608}"/>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5B57FB6B-A36D-4D12-A5BF-59CA80F6CF6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09C32232-9D0D-48BF-86E0-44A7B0500614}"/>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A4BB9B4C-BD96-44AE-B668-2ABA1A68F524}"/>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C471081E-3E20-44C7-90B0-14AD1C6AC823}"/>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5DB0F805-780B-49AB-93F2-47DE536745B8}"/>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14A6CF90-201E-43BC-AFA3-B8A6CA11EA15}"/>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Tree>
    <p:extLst>
      <p:ext uri="{BB962C8B-B14F-4D97-AF65-F5344CB8AC3E}">
        <p14:creationId xmlns:p14="http://schemas.microsoft.com/office/powerpoint/2010/main" val="121214573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두 Trial의 요청 구조 비교">
            <a:extLst xmlns:a="http://schemas.openxmlformats.org/drawingml/2006/main">
              <a:ext uri="{FF2B5EF4-FFF2-40B4-BE49-F238E27FC236}">
                <a16:creationId xmlns:a16="http://schemas.microsoft.com/office/drawing/2014/main" id="{B6BD6853-84A1-4862-8661-C95DCBF7A2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846E09DD-C94F-4EBF-8268-08D61E58DD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7991110F-A99F-42E3-8B24-F1DEA45A7B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6759D974-5497-4F01-B11B-BEC00CA4C2B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C023581D-E621-497B-B96A-AEFE19F9126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617890BE-8DFD-41D6-843B-29F869B0D42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80E5A659-6FC4-45CA-803C-CC5506780217}"/>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DA372EF1-5C36-4CEF-A759-34EE1FB9AEAD}"/>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0F3F79F8-EAC4-4749-93B9-EF58C3BF183A}"/>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AAAD180-C0B6-475C-8ADF-78534BF71550}"/>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FFEB7A0A-D3BC-4B68-9A9F-903DFABE501A}"/>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7E894464-6608-4AFE-BEE0-71C9BCF12A72}"/>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01830506-7D0D-4ECB-9367-3BC6F373CE2A}"/>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D99921D1-7F47-483B-94DB-3659C6D5F260}"/>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016F35D3-437B-4BCF-B9C7-9C519943D11E}"/>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90724D9C-842C-4C18-89F4-5BA8318EDF72}"/>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30E727C2-269A-40DE-BC17-732AFE336BC5}"/>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Tree>
    <p:extLst>
      <p:ext uri="{BB962C8B-B14F-4D97-AF65-F5344CB8AC3E}">
        <p14:creationId xmlns:p14="http://schemas.microsoft.com/office/powerpoint/2010/main" val="82573682"/>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절차와 과제별 판단">
            <a:extLst xmlns:a="http://schemas.openxmlformats.org/drawingml/2006/main">
              <a:ext uri="{FF2B5EF4-FFF2-40B4-BE49-F238E27FC236}">
                <a16:creationId xmlns:a16="http://schemas.microsoft.com/office/drawing/2014/main" id="{EEF947BF-DF62-4D1B-85B1-53379B6CC5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7999480A-E00E-4330-AD44-FAC5ADD35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BAF1CFD9-0102-435F-A79E-646409FC2B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8D37C8D-5CE6-48E3-A618-62475793E0F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FB03B468-D94E-4AF7-8561-84B59EB5EA1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1D0357BC-2E3B-4A23-AD2D-8444C53681C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Skill에 실제로 담긴 지시">
            <a:extLst xmlns:a="http://schemas.openxmlformats.org/drawingml/2006/main">
              <a:ext uri="{FF2B5EF4-FFF2-40B4-BE49-F238E27FC236}">
                <a16:creationId xmlns:a16="http://schemas.microsoft.com/office/drawing/2014/main" id="{9796F661-1F63-4B3F-8D70-044AA37F1DB8}"/>
              </a:ext>
            </a:extLst>
          </p:cNvPr>
          <p:cNvSpPr>
            <a:spLocks xmlns:a="http://schemas.openxmlformats.org/drawingml/2006/main" noGrp="1"/>
          </p:cNvSpPr>
          <p:nvPr/>
        </p:nvSpPr>
        <p:spPr>
          <a:xfrm xmlns:a="http://schemas.openxmlformats.org/drawingml/2006/main">
            <a:off x="609600" y="22193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Skill에 실제로 담긴 지시</a:t>
            </a:r>
          </a:p>
        </p:txBody>
      </p:sp>
      <p:sp>
        <p:nvSpPr>
          <p:cNvPr id="8" name="">
            <a:extLst xmlns:a="http://schemas.openxmlformats.org/drawingml/2006/main">
              <a:ext uri="{FF2B5EF4-FFF2-40B4-BE49-F238E27FC236}">
                <a16:creationId xmlns:a16="http://schemas.microsoft.com/office/drawing/2014/main" id="{C9760DBC-928B-4E59-9E70-EBA12BC4B7DB}"/>
              </a:ext>
            </a:extLst>
          </p:cNvPr>
          <p:cNvSpPr>
            <a:spLocks xmlns:a="http://schemas.openxmlformats.org/drawingml/2006/main" noGrp="1"/>
          </p:cNvSpPr>
          <p:nvPr/>
        </p:nvSpPr>
        <p:spPr>
          <a:xfrm xmlns:a="http://schemas.openxmlformats.org/drawingml/2006/main">
            <a:off x="609600" y="2838450"/>
            <a:ext cx="10972800" cy="1381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Establish a reproducible baseline before editing.”">
            <a:extLst xmlns:a="http://schemas.openxmlformats.org/drawingml/2006/main">
              <a:ext uri="{FF2B5EF4-FFF2-40B4-BE49-F238E27FC236}">
                <a16:creationId xmlns:a16="http://schemas.microsoft.com/office/drawing/2014/main" id="{5E45A2F6-4854-4C8D-96E8-5287A6E1278E}"/>
              </a:ext>
            </a:extLst>
          </p:cNvPr>
          <p:cNvSpPr>
            <a:spLocks xmlns:a="http://schemas.openxmlformats.org/drawingml/2006/main" noGrp="1"/>
          </p:cNvSpPr>
          <p:nvPr/>
        </p:nvSpPr>
        <p:spPr>
          <a:xfrm xmlns:a="http://schemas.openxmlformats.org/drawingml/2006/main">
            <a:off x="838200" y="296227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“Establish a reproducible baseline before editing.”</a:t>
            </a:r>
          </a:p>
        </p:txBody>
      </p:sp>
      <p:sp>
        <p:nvSpPr>
          <p:cNvPr id="10" name="“A measured result that does not justify a change is a&#10;valid">
            <a:extLst xmlns:a="http://schemas.openxmlformats.org/drawingml/2006/main">
              <a:ext uri="{FF2B5EF4-FFF2-40B4-BE49-F238E27FC236}">
                <a16:creationId xmlns:a16="http://schemas.microsoft.com/office/drawing/2014/main" id="{B2EDED87-3D48-47A7-AA9C-3C8A40990C9D}"/>
              </a:ext>
            </a:extLst>
          </p:cNvPr>
          <p:cNvSpPr>
            <a:spLocks xmlns:a="http://schemas.openxmlformats.org/drawingml/2006/main" noGrp="1"/>
          </p:cNvSpPr>
          <p:nvPr/>
        </p:nvSpPr>
        <p:spPr>
          <a:xfrm xmlns:a="http://schemas.openxmlformats.org/drawingml/2006/main">
            <a:off x="838200" y="3495675"/>
            <a:ext cx="10515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 measured result that does not justify a change is a</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valid no-change conclusion.”</a:t>
            </a:r>
          </a:p>
        </p:txBody>
      </p:sp>
      <p:sp>
        <p:nvSpPr>
          <p:cNvPr id="11" name="작업마다 판단할 것">
            <a:extLst xmlns:a="http://schemas.openxmlformats.org/drawingml/2006/main">
              <a:ext uri="{FF2B5EF4-FFF2-40B4-BE49-F238E27FC236}">
                <a16:creationId xmlns:a16="http://schemas.microsoft.com/office/drawing/2014/main" id="{E5DD894E-CA1B-4F44-9D0B-D22A2B9C3361}"/>
              </a:ext>
            </a:extLst>
          </p:cNvPr>
          <p:cNvSpPr>
            <a:spLocks xmlns:a="http://schemas.openxmlformats.org/drawingml/2006/main" noGrp="1"/>
          </p:cNvSpPr>
          <p:nvPr/>
        </p:nvSpPr>
        <p:spPr>
          <a:xfrm xmlns:a="http://schemas.openxmlformats.org/drawingml/2006/main">
            <a:off x="609600" y="46291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작업마다 판단할 것</a:t>
            </a:r>
          </a:p>
        </p:txBody>
      </p:sp>
      <p:sp>
        <p:nvSpPr>
          <p:cNvPr id="12" name="어떤 알고리즘?   ·   실제 측정값?   ·   감수할 trade-off?">
            <a:extLst xmlns:a="http://schemas.openxmlformats.org/drawingml/2006/main">
              <a:ext uri="{FF2B5EF4-FFF2-40B4-BE49-F238E27FC236}">
                <a16:creationId xmlns:a16="http://schemas.microsoft.com/office/drawing/2014/main" id="{FE25FAF2-3C48-418C-AF97-AB2FE25B2CD1}"/>
              </a:ext>
            </a:extLst>
          </p:cNvPr>
          <p:cNvSpPr>
            <a:spLocks xmlns:a="http://schemas.openxmlformats.org/drawingml/2006/main" noGrp="1"/>
          </p:cNvSpPr>
          <p:nvPr/>
        </p:nvSpPr>
        <p:spPr>
          <a:xfrm xmlns:a="http://schemas.openxmlformats.org/drawingml/2006/main">
            <a:off x="3562350" y="4629150"/>
            <a:ext cx="802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알고리즘?   ·   실제 측정값?   ·   감수할 trade-off?</a:t>
            </a:r>
          </a:p>
        </p:txBody>
      </p:sp>
      <p:sp>
        <p:nvSpPr>
          <p:cNvPr id="13" name="절차는 재사용하고, 답은 이번 근거로 결정한다">
            <a:extLst xmlns:a="http://schemas.openxmlformats.org/drawingml/2006/main">
              <a:ext uri="{FF2B5EF4-FFF2-40B4-BE49-F238E27FC236}">
                <a16:creationId xmlns:a16="http://schemas.microsoft.com/office/drawing/2014/main" id="{42411CC8-9BA3-4E40-BC93-BDD43EEE2DEF}"/>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절차는 재사용하고, 답은 이번 근거로 결정한다</a:t>
            </a:r>
          </a:p>
        </p:txBody>
      </p:sp>
    </p:spTree>
    <p:extLst>
      <p:ext uri="{BB962C8B-B14F-4D97-AF65-F5344CB8AC3E}">
        <p14:creationId xmlns:p14="http://schemas.microsoft.com/office/powerpoint/2010/main" val="86988313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시간과 메모리를 함께 비교">
            <a:extLst xmlns:a="http://schemas.openxmlformats.org/drawingml/2006/main">
              <a:ext uri="{FF2B5EF4-FFF2-40B4-BE49-F238E27FC236}">
                <a16:creationId xmlns:a16="http://schemas.microsoft.com/office/drawing/2014/main" id="{B31AB255-DC98-4243-929C-DB6E1AD10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D9A65093-28AD-4028-8DD1-ADBF77BC87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4B8CDF5F-CC0C-4F48-8BE6-6F7477E7BE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C281C946-7D8E-44B4-866C-BF9F0B5F827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799FC8CE-F0D7-4068-8722-4E601650A4A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1EA1CC85-BF00-4746-A992-FBB160F919E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38B45C35-6B23-44B4-8AAB-87DA6365324A}"/>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9A93DF60-AA94-40B1-AA13-24CC6DA4C6EB}"/>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8C1B84BD-4F32-4C70-A316-C734DD512310}"/>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0260E8E5-B859-4E0F-9DF3-81FB21DCDD83}"/>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D2BAB501-76FF-453D-A094-DD01CB766057}"/>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36AFCB2C-7FA4-4901-8485-3F623FC56E01}"/>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F5154787-5B25-415F-96E8-056F5631DBF1}"/>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4D52A12B-0E2E-4428-BB9E-6E02D4DBAAC7}"/>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637A5803-E26A-4945-9A8B-09E7D2811DF6}"/>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2D7A27D0-59C1-44DE-965F-235877D668B2}"/>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F1425344-019A-4378-8AA7-D6FAA55FA022}"/>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95F28B82-A54E-4C8C-9CE3-899BEDB71CEE}"/>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Tree>
    <p:extLst>
      <p:ext uri="{BB962C8B-B14F-4D97-AF65-F5344CB8AC3E}">
        <p14:creationId xmlns:p14="http://schemas.microsoft.com/office/powerpoint/2010/main" val="440154969"/>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Harness로 조사하고 검증하기">
            <a:extLst xmlns:a="http://schemas.openxmlformats.org/drawingml/2006/main">
              <a:ext uri="{FF2B5EF4-FFF2-40B4-BE49-F238E27FC236}">
                <a16:creationId xmlns:a16="http://schemas.microsoft.com/office/drawing/2014/main" id="{7CC1497C-CB14-43A8-B8BD-DD06B85D3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160A3487-4301-4D34-A668-1AE1594052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4F066370-E895-4C06-9371-10D6AE59BE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01A495DF-FA50-4CE4-8BB3-50548E21D15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0C9E80FB-1246-4CD8-ABA6-0DCEAA83634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62D4E4E5-BCFE-48BA-BA65-182610627EB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D2A01786-6E2B-4DE6-802A-5B359484CE34}"/>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93754E80-FF13-4231-9B4D-82218F9D71AB}"/>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F69D1561-237D-4613-A5B3-52D3A1D04F3D}"/>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4A585D80-948F-4D92-8C3C-9C615A4C2E43}"/>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b2866bd0bff0444e"/>
          </a:graphicData>
        </a:graphic>
      </p:graphicFrame>
      <p:sp>
        <p:nvSpPr>
          <p:cNvPr id="11" name="">
            <a:extLst xmlns:a="http://schemas.openxmlformats.org/drawingml/2006/main">
              <a:ext uri="{FF2B5EF4-FFF2-40B4-BE49-F238E27FC236}">
                <a16:creationId xmlns:a16="http://schemas.microsoft.com/office/drawing/2014/main" id="{F8A7C84E-B445-489C-B178-233B4B44F197}"/>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F2DEF04A-112E-4D29-A157-307D3BBC236A}"/>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F33CE5B3-353F-40BC-9943-82B8BDBEB920}"/>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980D020E-8DB1-4056-B541-941C78F241F8}"/>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EAA7E6AD-3A36-4F6A-80B6-427994E8EEAD}"/>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37B455FF-D90E-443B-B9D5-465B9C6B63EB}"/>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25AA9287-177E-4983-8B3A-F5CFAD219E84}"/>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5F82A871-EF29-439A-AEC9-BA4DC75A72A4}"/>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C08E4BFD-E83F-45EF-8E6B-BF39DDDE8C63}"/>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Tree>
    <p:extLst>
      <p:ext uri="{BB962C8B-B14F-4D97-AF65-F5344CB8AC3E}">
        <p14:creationId xmlns:p14="http://schemas.microsoft.com/office/powerpoint/2010/main" val="110919035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현재 Task의 분리 가능성">
            <a:extLst xmlns:a="http://schemas.openxmlformats.org/drawingml/2006/main">
              <a:ext uri="{FF2B5EF4-FFF2-40B4-BE49-F238E27FC236}">
                <a16:creationId xmlns:a16="http://schemas.microsoft.com/office/drawing/2014/main" id="{A49FDED0-F349-49F5-B1DD-F6BF8E9D59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현재 Task의 분리 가능성</a:t>
            </a:r>
          </a:p>
        </p:txBody>
      </p:sp>
      <p:sp>
        <p:nvSpPr>
          <p:cNvPr id="2" name="S46">
            <a:extLst xmlns:a="http://schemas.openxmlformats.org/drawingml/2006/main">
              <a:ext uri="{FF2B5EF4-FFF2-40B4-BE49-F238E27FC236}">
                <a16:creationId xmlns:a16="http://schemas.microsoft.com/office/drawing/2014/main" id="{2BC54B4F-5ABD-4420-9802-6306061061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13485164-B82C-4FD3-9EAB-5F9CB91CB2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DA8938E9-152A-4FA3-BC15-F8069822411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41942023-1F9F-458C-B33D-FEE1C710CC9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39D7CAB6-425B-4A3A-97B7-0195101745E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CBF05EA6-5808-4997-A323-3CF13671B1E7}"/>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C4D12B40-A863-4E96-AB34-7F748C33C23A}"/>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08C854A2-CF98-40B5-9348-DF368521774D}"/>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5C460F51-6D71-4466-B42A-75D8BF476E6F}"/>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8F3DBF-738D-437A-ACE5-C4ABB9447FFB}"/>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F5F0C42A-72D0-4166-B02F-E2B69CAF806A}"/>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4D49E97C-0A46-404F-B15E-0382766A7D1A}"/>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12A531CA-C545-4751-A5A2-90E092B0CC22}"/>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E19BED0-19A7-4BB1-9E6C-076348CA2B2F}"/>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3A27B8DE-9AFB-47C5-8E68-3A460353A02C}"/>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560DB6D5-DB03-4C46-91FF-DFEA793A093C}"/>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24BA8508-16DE-4ADA-8A44-F360C8357BA9}"/>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3A48C067-7101-4B41-9840-F5CFB69175D8}"/>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348088D0-F090-4DFB-B8AD-25D5C5A28C4D}"/>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Tree>
    <p:extLst>
      <p:ext uri="{BB962C8B-B14F-4D97-AF65-F5344CB8AC3E}">
        <p14:creationId xmlns:p14="http://schemas.microsoft.com/office/powerpoint/2010/main" val="866451158"/>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독립 조사와 결과 통합">
            <a:extLst xmlns:a="http://schemas.openxmlformats.org/drawingml/2006/main">
              <a:ext uri="{FF2B5EF4-FFF2-40B4-BE49-F238E27FC236}">
                <a16:creationId xmlns:a16="http://schemas.microsoft.com/office/drawing/2014/main" id="{8BDC36AC-72E7-4653-8172-BFD97841F8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94CB5484-9A58-4E10-8EC9-42692B5123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47A25E27-D2DF-4374-BAB2-8E9EF7B0B5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0B0E671E-2910-499E-A9CD-E58D7B88CF3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48ABFFE7-68F3-4F3B-9059-8DC1B50B0A2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1863B1C0-F0C1-417C-99B3-FD686A3090C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35278FA0-5198-46E6-B668-1FF86E875C17}"/>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75AA9BB3-FAE0-48B5-94D4-073B751D4D0A}"/>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46AE4038-478C-49B6-8B11-C7698715C881}"/>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29A43E3D-2209-43A6-B786-C177131CEE9E}"/>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9A0608D9-864E-4278-BB69-15C2432BD5F0}"/>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CE8F5041-71EF-41C9-8CFB-1A757E5C6EC4}"/>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997964FF-BF2E-45C1-A77F-086B1F321412}"/>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3D6F5E04-4C86-4EE8-9C25-F8BA7DE315A7}"/>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44A279C8-2AF5-476F-B43A-049F7158A4B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8756B23A-4F10-4EF9-A3FA-465723138CCB}"/>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0BF3E679-F07A-452A-A803-BC94A9D99E4D}"/>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7945DBD7-0736-4143-BE36-B41A4E92564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D551A5E0-C11D-4A21-86A7-C5EEAACBD508}"/>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B0DC864B-14D2-456F-BFC8-07F171F62139}"/>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BF337E00-6279-4304-A040-C1189997F038}"/>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Tree>
    <p:extLst>
      <p:ext uri="{BB962C8B-B14F-4D97-AF65-F5344CB8AC3E}">
        <p14:creationId xmlns:p14="http://schemas.microsoft.com/office/powerpoint/2010/main" val="44302792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미 있는 기록부터 확인하기">
            <a:extLst xmlns:a="http://schemas.openxmlformats.org/drawingml/2006/main">
              <a:ext uri="{FF2B5EF4-FFF2-40B4-BE49-F238E27FC236}">
                <a16:creationId xmlns:a16="http://schemas.microsoft.com/office/drawing/2014/main" id="{3093BC28-109D-495F-B490-AD15A57CBF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이미 있는 기록부터 확인하기</a:t>
            </a:r>
          </a:p>
        </p:txBody>
      </p:sp>
      <p:sp>
        <p:nvSpPr>
          <p:cNvPr id="2" name="S48">
            <a:extLst xmlns:a="http://schemas.openxmlformats.org/drawingml/2006/main">
              <a:ext uri="{FF2B5EF4-FFF2-40B4-BE49-F238E27FC236}">
                <a16:creationId xmlns:a16="http://schemas.microsoft.com/office/drawing/2014/main" id="{572CFE99-0308-4F68-862E-3501F44888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AB02FA6C-29D3-47E7-A0F4-7F81393325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991C3D11-519F-47CC-B948-0856AA0F2D1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9735A561-FB9B-4170-A1B1-37636F33DDA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53A90349-3B13-451D-85A7-44AA11F3686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
            <a:extLst xmlns:a="http://schemas.openxmlformats.org/drawingml/2006/main">
              <a:ext uri="{FF2B5EF4-FFF2-40B4-BE49-F238E27FC236}">
                <a16:creationId xmlns:a16="http://schemas.microsoft.com/office/drawing/2014/main" id="{A71D4D3C-02B3-4B07-9CBD-F0082FA1589E}"/>
              </a:ext>
            </a:extLst>
          </p:cNvPr>
          <p:cNvSpPr>
            <a:spLocks xmlns:a="http://schemas.openxmlformats.org/drawingml/2006/main" noGrp="1"/>
          </p:cNvSpPr>
          <p:nvPr/>
        </p:nvSpPr>
        <p:spPr>
          <a:xfrm xmlns:a="http://schemas.openxmlformats.org/drawingml/2006/main">
            <a:off x="609600" y="2200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crop은 끝 열을 제외한다">
            <a:extLst xmlns:a="http://schemas.openxmlformats.org/drawingml/2006/main">
              <a:ext uri="{FF2B5EF4-FFF2-40B4-BE49-F238E27FC236}">
                <a16:creationId xmlns:a16="http://schemas.microsoft.com/office/drawing/2014/main" id="{4896B275-F8BF-4D8B-BD98-B1F78476A62F}"/>
              </a:ext>
            </a:extLst>
          </p:cNvPr>
          <p:cNvSpPr>
            <a:spLocks xmlns:a="http://schemas.openxmlformats.org/drawingml/2006/main" noGrp="1"/>
          </p:cNvSpPr>
          <p:nvPr/>
        </p:nvSpPr>
        <p:spPr>
          <a:xfrm xmlns:a="http://schemas.openxmlformats.org/drawingml/2006/main">
            <a:off x="609600" y="236220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crop은 끝 열을 제외한다</a:t>
            </a:r>
          </a:p>
        </p:txBody>
      </p:sp>
      <p:sp>
        <p:nvSpPr>
          <p:cNvPr id="9" name="">
            <a:extLst xmlns:a="http://schemas.openxmlformats.org/drawingml/2006/main">
              <a:ext uri="{FF2B5EF4-FFF2-40B4-BE49-F238E27FC236}">
                <a16:creationId xmlns:a16="http://schemas.microsoft.com/office/drawing/2014/main" id="{C3B44320-2070-45AB-B7ED-E36F837FE1BF}"/>
              </a:ext>
            </a:extLst>
          </p:cNvPr>
          <p:cNvSpPr>
            <a:spLocks xmlns:a="http://schemas.openxmlformats.org/drawingml/2006/main" noGrp="1"/>
          </p:cNvSpPr>
          <p:nvPr/>
        </p:nvSpPr>
        <p:spPr>
          <a:xfrm xmlns:a="http://schemas.openxmlformats.org/drawingml/2006/main">
            <a:off x="5895975" y="2486025"/>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코드 · image-contracts.md">
            <a:extLst xmlns:a="http://schemas.openxmlformats.org/drawingml/2006/main">
              <a:ext uri="{FF2B5EF4-FFF2-40B4-BE49-F238E27FC236}">
                <a16:creationId xmlns:a16="http://schemas.microsoft.com/office/drawing/2014/main" id="{E7266CC7-4E9C-4CF3-9666-B81DDA3F4622}"/>
              </a:ext>
            </a:extLst>
          </p:cNvPr>
          <p:cNvSpPr>
            <a:spLocks xmlns:a="http://schemas.openxmlformats.org/drawingml/2006/main" noGrp="1"/>
          </p:cNvSpPr>
          <p:nvPr/>
        </p:nvSpPr>
        <p:spPr>
          <a:xfrm xmlns:a="http://schemas.openxmlformats.org/drawingml/2006/main">
            <a:off x="6705600" y="236220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코드 · image-contracts.md</a:t>
            </a:r>
          </a:p>
        </p:txBody>
      </p:sp>
      <p:sp>
        <p:nvSpPr>
          <p:cNvPr id="11" name="">
            <a:extLst xmlns:a="http://schemas.openxmlformats.org/drawingml/2006/main">
              <a:ext uri="{FF2B5EF4-FFF2-40B4-BE49-F238E27FC236}">
                <a16:creationId xmlns:a16="http://schemas.microsoft.com/office/drawing/2014/main" id="{91DF32A9-73C8-409B-922F-BC0199D7920C}"/>
              </a:ext>
            </a:extLst>
          </p:cNvPr>
          <p:cNvSpPr>
            <a:spLocks xmlns:a="http://schemas.openxmlformats.org/drawingml/2006/main" noGrp="1"/>
          </p:cNvSpPr>
          <p:nvPr/>
        </p:nvSpPr>
        <p:spPr>
          <a:xfrm xmlns:a="http://schemas.openxmlformats.org/drawingml/2006/main">
            <a:off x="609600" y="2990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모듈은 어떤 순서로 이어지나">
            <a:extLst xmlns:a="http://schemas.openxmlformats.org/drawingml/2006/main">
              <a:ext uri="{FF2B5EF4-FFF2-40B4-BE49-F238E27FC236}">
                <a16:creationId xmlns:a16="http://schemas.microsoft.com/office/drawing/2014/main" id="{AD39B52E-0D16-4162-9789-FE51CEA8053E}"/>
              </a:ext>
            </a:extLst>
          </p:cNvPr>
          <p:cNvSpPr>
            <a:spLocks xmlns:a="http://schemas.openxmlformats.org/drawingml/2006/main" noGrp="1"/>
          </p:cNvSpPr>
          <p:nvPr/>
        </p:nvSpPr>
        <p:spPr>
          <a:xfrm xmlns:a="http://schemas.openxmlformats.org/drawingml/2006/main">
            <a:off x="609600" y="3152775"/>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모듈은 어떤 순서로 이어지나</a:t>
            </a:r>
          </a:p>
        </p:txBody>
      </p:sp>
      <p:sp>
        <p:nvSpPr>
          <p:cNvPr id="13" name="">
            <a:extLst xmlns:a="http://schemas.openxmlformats.org/drawingml/2006/main">
              <a:ext uri="{FF2B5EF4-FFF2-40B4-BE49-F238E27FC236}">
                <a16:creationId xmlns:a16="http://schemas.microsoft.com/office/drawing/2014/main" id="{996CB745-9BAD-4610-8D81-CDAB14357D53}"/>
              </a:ext>
            </a:extLst>
          </p:cNvPr>
          <p:cNvSpPr>
            <a:spLocks xmlns:a="http://schemas.openxmlformats.org/drawingml/2006/main" noGrp="1"/>
          </p:cNvSpPr>
          <p:nvPr/>
        </p:nvSpPr>
        <p:spPr>
          <a:xfrm xmlns:a="http://schemas.openxmlformats.org/drawingml/2006/main">
            <a:off x="5895975" y="3276600"/>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rchitecture.md">
            <a:extLst xmlns:a="http://schemas.openxmlformats.org/drawingml/2006/main">
              <a:ext uri="{FF2B5EF4-FFF2-40B4-BE49-F238E27FC236}">
                <a16:creationId xmlns:a16="http://schemas.microsoft.com/office/drawing/2014/main" id="{62A8E1CA-73C7-4535-B707-016C8CE8CAE2}"/>
              </a:ext>
            </a:extLst>
          </p:cNvPr>
          <p:cNvSpPr>
            <a:spLocks xmlns:a="http://schemas.openxmlformats.org/drawingml/2006/main" noGrp="1"/>
          </p:cNvSpPr>
          <p:nvPr/>
        </p:nvSpPr>
        <p:spPr>
          <a:xfrm xmlns:a="http://schemas.openxmlformats.org/drawingml/2006/main">
            <a:off x="6705600" y="31527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architecture.md</a:t>
            </a:r>
          </a:p>
        </p:txBody>
      </p:sp>
      <p:sp>
        <p:nvSpPr>
          <p:cNvPr id="15" name="">
            <a:extLst xmlns:a="http://schemas.openxmlformats.org/drawingml/2006/main">
              <a:ext uri="{FF2B5EF4-FFF2-40B4-BE49-F238E27FC236}">
                <a16:creationId xmlns:a16="http://schemas.microsoft.com/office/drawing/2014/main" id="{3586D6A7-7D07-4A90-8B22-5EC811ADB41C}"/>
              </a:ext>
            </a:extLst>
          </p:cNvPr>
          <p:cNvSpPr>
            <a:spLocks xmlns:a="http://schemas.openxmlformats.org/drawingml/2006/main" noGrp="1"/>
          </p:cNvSpPr>
          <p:nvPr/>
        </p:nvSpPr>
        <p:spPr>
          <a:xfrm xmlns:a="http://schemas.openxmlformats.org/drawingml/2006/main">
            <a:off x="609600" y="37814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성능을 어떻게 조사하고 확인하나">
            <a:extLst xmlns:a="http://schemas.openxmlformats.org/drawingml/2006/main">
              <a:ext uri="{FF2B5EF4-FFF2-40B4-BE49-F238E27FC236}">
                <a16:creationId xmlns:a16="http://schemas.microsoft.com/office/drawing/2014/main" id="{E12CAC83-1625-48B4-B20B-DAC7F5782B43}"/>
              </a:ext>
            </a:extLst>
          </p:cNvPr>
          <p:cNvSpPr>
            <a:spLocks xmlns:a="http://schemas.openxmlformats.org/drawingml/2006/main" noGrp="1"/>
          </p:cNvSpPr>
          <p:nvPr/>
        </p:nvSpPr>
        <p:spPr>
          <a:xfrm xmlns:a="http://schemas.openxmlformats.org/drawingml/2006/main">
            <a:off x="609600" y="39433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성능을 어떻게 조사하고 확인하나</a:t>
            </a:r>
          </a:p>
        </p:txBody>
      </p:sp>
      <p:sp>
        <p:nvSpPr>
          <p:cNvPr id="17" name="">
            <a:extLst xmlns:a="http://schemas.openxmlformats.org/drawingml/2006/main">
              <a:ext uri="{FF2B5EF4-FFF2-40B4-BE49-F238E27FC236}">
                <a16:creationId xmlns:a16="http://schemas.microsoft.com/office/drawing/2014/main" id="{62799A48-8645-4EA6-9C45-319FAE7C6297}"/>
              </a:ext>
            </a:extLst>
          </p:cNvPr>
          <p:cNvSpPr>
            <a:spLocks xmlns:a="http://schemas.openxmlformats.org/drawingml/2006/main" noGrp="1"/>
          </p:cNvSpPr>
          <p:nvPr/>
        </p:nvSpPr>
        <p:spPr>
          <a:xfrm xmlns:a="http://schemas.openxmlformats.org/drawingml/2006/main">
            <a:off x="5895975" y="4067175"/>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Repository Skill">
            <a:extLst xmlns:a="http://schemas.openxmlformats.org/drawingml/2006/main">
              <a:ext uri="{FF2B5EF4-FFF2-40B4-BE49-F238E27FC236}">
                <a16:creationId xmlns:a16="http://schemas.microsoft.com/office/drawing/2014/main" id="{2566C323-3E87-42D9-99BE-6A32065B6117}"/>
              </a:ext>
            </a:extLst>
          </p:cNvPr>
          <p:cNvSpPr>
            <a:spLocks xmlns:a="http://schemas.openxmlformats.org/drawingml/2006/main" noGrp="1"/>
          </p:cNvSpPr>
          <p:nvPr/>
        </p:nvSpPr>
        <p:spPr>
          <a:xfrm xmlns:a="http://schemas.openxmlformats.org/drawingml/2006/main">
            <a:off x="6705600" y="39433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Skill</a:t>
            </a:r>
          </a:p>
        </p:txBody>
      </p:sp>
      <p:sp>
        <p:nvSpPr>
          <p:cNvPr id="19" name="">
            <a:extLst xmlns:a="http://schemas.openxmlformats.org/drawingml/2006/main">
              <a:ext uri="{FF2B5EF4-FFF2-40B4-BE49-F238E27FC236}">
                <a16:creationId xmlns:a16="http://schemas.microsoft.com/office/drawing/2014/main" id="{2C161273-8710-4E32-8042-848237544053}"/>
              </a:ext>
            </a:extLst>
          </p:cNvPr>
          <p:cNvSpPr>
            <a:spLocks xmlns:a="http://schemas.openxmlformats.org/drawingml/2006/main" noGrp="1"/>
          </p:cNvSpPr>
          <p:nvPr/>
        </p:nvSpPr>
        <p:spPr>
          <a:xfrm xmlns:a="http://schemas.openxmlformats.org/drawingml/2006/main">
            <a:off x="609600" y="4572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번 실행에서 무엇을 측정했나">
            <a:extLst xmlns:a="http://schemas.openxmlformats.org/drawingml/2006/main">
              <a:ext uri="{FF2B5EF4-FFF2-40B4-BE49-F238E27FC236}">
                <a16:creationId xmlns:a16="http://schemas.microsoft.com/office/drawing/2014/main" id="{89059747-87F4-4FC9-A8B1-B37825C3FFE6}"/>
              </a:ext>
            </a:extLst>
          </p:cNvPr>
          <p:cNvSpPr>
            <a:spLocks xmlns:a="http://schemas.openxmlformats.org/drawingml/2006/main" noGrp="1"/>
          </p:cNvSpPr>
          <p:nvPr/>
        </p:nvSpPr>
        <p:spPr>
          <a:xfrm xmlns:a="http://schemas.openxmlformats.org/drawingml/2006/main">
            <a:off x="609600" y="4733925"/>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실행에서 무엇을 측정했나</a:t>
            </a:r>
          </a:p>
        </p:txBody>
      </p:sp>
      <p:sp>
        <p:nvSpPr>
          <p:cNvPr id="21" name="">
            <a:extLst xmlns:a="http://schemas.openxmlformats.org/drawingml/2006/main">
              <a:ext uri="{FF2B5EF4-FFF2-40B4-BE49-F238E27FC236}">
                <a16:creationId xmlns:a16="http://schemas.microsoft.com/office/drawing/2014/main" id="{8B9BC32F-99A2-4CDE-89FA-9CC58CDAAD26}"/>
              </a:ext>
            </a:extLst>
          </p:cNvPr>
          <p:cNvSpPr>
            <a:spLocks xmlns:a="http://schemas.openxmlformats.org/drawingml/2006/main" noGrp="1"/>
          </p:cNvSpPr>
          <p:nvPr/>
        </p:nvSpPr>
        <p:spPr>
          <a:xfrm xmlns:a="http://schemas.openxmlformats.org/drawingml/2006/main">
            <a:off x="5895975" y="4857750"/>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날짜가 있는 Trial 기록 · Git 이력">
            <a:extLst xmlns:a="http://schemas.openxmlformats.org/drawingml/2006/main">
              <a:ext uri="{FF2B5EF4-FFF2-40B4-BE49-F238E27FC236}">
                <a16:creationId xmlns:a16="http://schemas.microsoft.com/office/drawing/2014/main" id="{015A64A8-BE8F-4CBE-902B-26345D5D25CC}"/>
              </a:ext>
            </a:extLst>
          </p:cNvPr>
          <p:cNvSpPr>
            <a:spLocks xmlns:a="http://schemas.openxmlformats.org/drawingml/2006/main" noGrp="1"/>
          </p:cNvSpPr>
          <p:nvPr/>
        </p:nvSpPr>
        <p:spPr>
          <a:xfrm xmlns:a="http://schemas.openxmlformats.org/drawingml/2006/main">
            <a:off x="6705600" y="47339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날짜가 있는 Trial 기록 · Git 이력</a:t>
            </a:r>
          </a:p>
        </p:txBody>
      </p:sp>
      <p:sp>
        <p:nvSpPr>
          <p:cNvPr id="23" name="새 기록을 만들기 전에, 원래 출처를 먼저 찾는다">
            <a:extLst xmlns:a="http://schemas.openxmlformats.org/drawingml/2006/main">
              <a:ext uri="{FF2B5EF4-FFF2-40B4-BE49-F238E27FC236}">
                <a16:creationId xmlns:a16="http://schemas.microsoft.com/office/drawing/2014/main" id="{0EC5DEAE-F3D8-4971-9189-464119B74F3B}"/>
              </a:ext>
            </a:extLst>
          </p:cNvPr>
          <p:cNvSpPr>
            <a:spLocks xmlns:a="http://schemas.openxmlformats.org/drawingml/2006/main" noGrp="1"/>
          </p:cNvSpPr>
          <p:nvPr/>
        </p:nvSpPr>
        <p:spPr>
          <a:xfrm xmlns:a="http://schemas.openxmlformats.org/drawingml/2006/main">
            <a:off x="609600" y="54102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새 기록을 만들기 전에, 원래 출처를 먼저 찾는다</a:t>
            </a:r>
          </a:p>
        </p:txBody>
      </p:sp>
    </p:spTree>
    <p:extLst>
      <p:ext uri="{BB962C8B-B14F-4D97-AF65-F5344CB8AC3E}">
        <p14:creationId xmlns:p14="http://schemas.microsoft.com/office/powerpoint/2010/main" val="167338792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무엇을 남길 가치가 있는가">
            <a:extLst xmlns:a="http://schemas.openxmlformats.org/drawingml/2006/main">
              <a:ext uri="{FF2B5EF4-FFF2-40B4-BE49-F238E27FC236}">
                <a16:creationId xmlns:a16="http://schemas.microsoft.com/office/drawing/2014/main" id="{89EF3135-00B9-4BF3-A0CF-E6E1CAC455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D6E7DA2B-0181-4C79-9609-DBFE10BC7C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418C3E29-E5B4-4C5D-8BDB-5A52A23984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A5D35FB0-8925-4567-8E21-2E0046B086D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7EDC182B-2C82-400E-B8C4-10D81166F3E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8C2E7783-6FAD-4C48-BE52-76BB9A2A8E2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A2C2633-D639-4569-B463-6C9747CA30F5}"/>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5963E0A2-1461-4993-BC03-69F872E48CFD}"/>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2DD89F44-8338-4D15-930E-DC31AD8CA00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F824F50F-01F7-457F-8C9C-DD6E12AA7F39}"/>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126AEB86-E949-453C-A34F-54A28122F6D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D577F1A-AFF0-4663-AA0C-F72A894E797D}"/>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CAC69A83-1FED-4741-9E9F-88AE62DFDD09}"/>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819F5C1E-A2EC-4925-ABFC-E8488BBE8823}"/>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1C253CF5-F250-411B-99DE-BDCD016796A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CB819576-6E73-4A72-AD34-34261B4D9764}"/>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97A78CCA-F353-436C-9990-3181A49C9FD3}"/>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4C11FA1C-B7C0-4F9F-9E5C-5901A1DBAB01}"/>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F378F92D-19A5-4549-8C56-0BF588A6580D}"/>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BEFEFCB7-8412-4281-ACB7-0F0E70F08B0B}"/>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A2F0A292-A117-4AD6-8F92-E661193F5D9F}"/>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640788C6-A637-4F66-AE34-938CB4164299}"/>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Tree>
    <p:extLst>
      <p:ext uri="{BB962C8B-B14F-4D97-AF65-F5344CB8AC3E}">
        <p14:creationId xmlns:p14="http://schemas.microsoft.com/office/powerpoint/2010/main" val="126186710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문제에 실제로 필요했던 구조">
            <a:extLst xmlns:a="http://schemas.openxmlformats.org/drawingml/2006/main">
              <a:ext uri="{FF2B5EF4-FFF2-40B4-BE49-F238E27FC236}">
                <a16:creationId xmlns:a16="http://schemas.microsoft.com/office/drawing/2014/main" id="{914F1594-128C-4349-A37C-FF7DE783D1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E1F27B7A-4A6B-44EE-8CFA-CAD5A6EE1B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728FE1A2-DBCB-4E6C-B704-F0C87ADC30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02528295-FC2C-40D1-B579-7C17E6D8BB9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5FD56820-B137-4F94-8190-0978B8A6942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F5B1CADC-4A13-4CCB-8FF2-9887EAB2FA4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EFABCDD6-825E-49A8-8EAF-7FCD202B612C}"/>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DB02B2C6-D19C-484F-9653-840DAF598A08}"/>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B9338462-4A12-4BF2-95CE-317978976EA3}"/>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652CEE6-7098-4125-B9EA-178062D78051}"/>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797FAA0A-91B7-45DB-98A3-2E1E49AE8841}"/>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D77D321A-59F2-439C-A3FE-8D9695D397E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ACAF7D63-021B-4B08-901D-D8191E8991A7}"/>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5FBF5227-9EF9-4FFA-A9DA-2E9914528ED9}"/>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878E2D06-FB12-46CA-A129-9E4E06110950}"/>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10643171-92DB-4130-A172-EFAD56998243}"/>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6A6ADDA9-5CF5-417C-B3D5-F1130FB4F0DA}"/>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FC369C51-E4E9-40CE-A855-6D6B1AEF56F4}"/>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48954048-5EF5-4C5D-949A-E8FC7774CDB4}"/>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57630C0B-17FC-4611-915A-A01512A15EB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789F475F-D282-4DC1-9E7C-ED263B272CB7}"/>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40BAE839-3419-4EFE-80F4-1A2747D80D19}"/>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D90BE7CE-114E-4BA9-88D5-1DB649990CAC}"/>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Tree>
    <p:extLst>
      <p:ext uri="{BB962C8B-B14F-4D97-AF65-F5344CB8AC3E}">
        <p14:creationId xmlns:p14="http://schemas.microsoft.com/office/powerpoint/2010/main" val="170220098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개발자와 Agent가 일하는 환경">
            <a:extLst xmlns:a="http://schemas.openxmlformats.org/drawingml/2006/main">
              <a:ext uri="{FF2B5EF4-FFF2-40B4-BE49-F238E27FC236}">
                <a16:creationId xmlns:a16="http://schemas.microsoft.com/office/drawing/2014/main" id="{FB14BF25-2A4B-4EE8-832E-773DAFC857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7638C7C1-C23C-466B-BCCE-A4F1153C1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5CAB08A5-496E-4566-AD14-69F079151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14A8D3AF-8A36-4CAE-8FBA-E9E043E8735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B91F52A1-B883-40DF-8CD5-112174583D2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9D21B46F-0543-48F3-84EE-D5BFE963C38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FE12C2CD-CCFD-42B0-B314-3440E667863A}"/>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3D9A3966-51B4-4A1F-A715-E883BB132435}"/>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D7F19840-7229-4E24-9E47-F76FFECC022A}"/>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116A2B0C-72A8-4EC6-B8CF-FD274A71FAB4}"/>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0A1B00B2-A0C0-4FBC-A03E-6E32B4EF5726}"/>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033C7E08-FB3D-47B5-ACAA-46C28F4DD2BE}"/>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0B31F1C-572E-4A44-AEC3-02BE14ADB8B7}"/>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37407BB-D304-47D0-A00C-D92EC38D1313}"/>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99818904-6D29-4172-9F1A-6C7444AFFACB}"/>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85275F2B-EE23-487D-9D11-B1F4858B0F5D}"/>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799283EF-DD62-44A9-9FC3-B4A5D52BD460}"/>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Tree>
    <p:extLst>
      <p:ext uri="{BB962C8B-B14F-4D97-AF65-F5344CB8AC3E}">
        <p14:creationId xmlns:p14="http://schemas.microsoft.com/office/powerpoint/2010/main" val="21429434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실행 환경의 경계">
            <a:extLst xmlns:a="http://schemas.openxmlformats.org/drawingml/2006/main">
              <a:ext uri="{FF2B5EF4-FFF2-40B4-BE49-F238E27FC236}">
                <a16:creationId xmlns:a16="http://schemas.microsoft.com/office/drawing/2014/main" id="{A5AACE25-68FC-4534-94BF-01EE3D0572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473E88A5-37D3-4985-B87D-A88C08E277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8186DAA7-0BC5-4FA7-A932-651C774515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3B615603-49DA-4579-A237-E8ADA6F2AA6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0EF261C-1795-41FF-BC80-76A4D80C1E70}"/>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A2CB7154-2901-4950-ADE4-2A90E02DDAC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FC045C91-3060-4F93-AA55-4256D0447DF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138C71D5-FA07-4EC4-805F-9BE64DAF792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A67CB1F5-B2F5-4B3C-B876-6C21BFA927B0}"/>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90F303E0-DA3D-4F10-B207-7A24B5E594AE}"/>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13C5EE35-2011-46B2-8C01-2422578D55D9}"/>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78702C74-8F5F-498F-81D2-05A90D66C778}"/>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FCC5B290-EB5A-4DC0-ADD0-4FFD4F750E4A}"/>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8AF3337B-87A7-4124-9E56-D53A9CE8B701}"/>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07DCAB4C-78AD-4368-B11A-B7260624BDE4}"/>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E14F5340-09EC-4E40-B0FD-7C75E892D312}"/>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A384A064-AC7C-475E-85B5-0C05A8255813}"/>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2F060F76-FA41-4F5A-A324-4E824F82F761}"/>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7800A7DC-D0D3-48D2-9A96-347FA587A23C}"/>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43F81AAC-A2C8-4E54-A7CD-A4677722338A}"/>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8B55DEC2-03A6-4288-A64A-4A235DECB61C}"/>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978EEED6-B425-484B-B3D6-C99A927A09CC}"/>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Tree>
    <p:extLst>
      <p:ext uri="{BB962C8B-B14F-4D97-AF65-F5344CB8AC3E}">
        <p14:creationId xmlns:p14="http://schemas.microsoft.com/office/powerpoint/2010/main" val="212730372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도구를 넘어 같은 판단을 적용하기">
            <a:extLst xmlns:a="http://schemas.openxmlformats.org/drawingml/2006/main">
              <a:ext uri="{FF2B5EF4-FFF2-40B4-BE49-F238E27FC236}">
                <a16:creationId xmlns:a16="http://schemas.microsoft.com/office/drawing/2014/main" id="{D2524477-6F20-4F7B-B492-9F888A8618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D1983BA4-99B8-4DB3-B674-F4A4FA614D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0CD3DB87-CCC1-4629-9ED0-57BA5291BC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6B7FBA92-1D66-42D5-BBEE-BF2ABE4B64F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6EAC3E12-3130-4511-BCFE-13C0283B0C2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FEF685A6-6009-4FD8-9DD2-7FD3A650FBB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32BEF182-E29D-4F6C-B406-706527031DF4}"/>
              </a:ext>
            </a:extLst>
          </p:cNvPr>
          <p:cNvSpPr>
            <a:spLocks xmlns:a="http://schemas.openxmlformats.org/drawingml/2006/main" noGrp="1"/>
          </p:cNvSpPr>
          <p:nvPr/>
        </p:nvSpPr>
        <p:spPr>
          <a:xfrm xmlns:a="http://schemas.openxmlformats.org/drawingml/2006/main">
            <a:off x="609600" y="15335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B1987E13-CD10-4646-935B-FAC36FB55E95}"/>
              </a:ext>
            </a:extLst>
          </p:cNvPr>
          <p:cNvPicPr>
            <a:picLocks xmlns:a="http://schemas.openxmlformats.org/drawingml/2006/main" noChangeAspect="1"/>
          </p:cNvPicPr>
          <p:nvPr/>
        </p:nvPicPr>
        <p:blipFill>
          <a:blip xmlns:r="http://schemas.openxmlformats.org/officeDocument/2006/relationships" xmlns:a="http://schemas.openxmlformats.org/drawingml/2006/main" r:embed="Ra8ae9bdf6f014d11"/>
          <a:srcRect xmlns:a="http://schemas.openxmlformats.org/drawingml/2006/main" l="0" t="8000" r="0" b="12000"/>
          <a:stretch xmlns:a="http://schemas.openxmlformats.org/drawingml/2006/main"/>
        </p:blipFill>
        <p:spPr>
          <a:xfrm xmlns:a="http://schemas.openxmlformats.org/drawingml/2006/main">
            <a:off x="1881188" y="1914525"/>
            <a:ext cx="8429625" cy="2247900"/>
          </a:xfrm>
          <a:prstGeom xmlns:a="http://schemas.openxmlformats.org/drawingml/2006/main" prst="rect">
            <a:avLst/>
          </a:prstGeom>
        </p:spPr>
      </p:pic>
      <p:sp>
        <p:nvSpPr>
          <p:cNvPr id="9" name="기준 조건은?">
            <a:extLst xmlns:a="http://schemas.openxmlformats.org/drawingml/2006/main">
              <a:ext uri="{FF2B5EF4-FFF2-40B4-BE49-F238E27FC236}">
                <a16:creationId xmlns:a16="http://schemas.microsoft.com/office/drawing/2014/main" id="{66D323B5-21E9-47F4-9808-1E2A5EF73913}"/>
              </a:ext>
            </a:extLst>
          </p:cNvPr>
          <p:cNvSpPr>
            <a:spLocks xmlns:a="http://schemas.openxmlformats.org/drawingml/2006/main" noGrp="1"/>
          </p:cNvSpPr>
          <p:nvPr/>
        </p:nvSpPr>
        <p:spPr>
          <a:xfrm xmlns:a="http://schemas.openxmlformats.org/drawingml/2006/main">
            <a:off x="609600" y="41719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 조건은?</a:t>
            </a:r>
          </a:p>
        </p:txBody>
      </p:sp>
      <p:sp>
        <p:nvSpPr>
          <p:cNvPr id="10" name="입력·계약에서&#10;빌드·하드웨어 가정까지">
            <a:extLst xmlns:a="http://schemas.openxmlformats.org/drawingml/2006/main">
              <a:ext uri="{FF2B5EF4-FFF2-40B4-BE49-F238E27FC236}">
                <a16:creationId xmlns:a16="http://schemas.microsoft.com/office/drawing/2014/main" id="{E7FB8048-934D-42F9-8B99-23687B6B0145}"/>
              </a:ext>
            </a:extLst>
          </p:cNvPr>
          <p:cNvSpPr>
            <a:spLocks xmlns:a="http://schemas.openxmlformats.org/drawingml/2006/main" noGrp="1"/>
          </p:cNvSpPr>
          <p:nvPr/>
        </p:nvSpPr>
        <p:spPr>
          <a:xfrm xmlns:a="http://schemas.openxmlformats.org/drawingml/2006/main">
            <a:off x="609600" y="4533900"/>
            <a:ext cx="350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1" name="어디를 조사할까?">
            <a:extLst xmlns:a="http://schemas.openxmlformats.org/drawingml/2006/main">
              <a:ext uri="{FF2B5EF4-FFF2-40B4-BE49-F238E27FC236}">
                <a16:creationId xmlns:a16="http://schemas.microsoft.com/office/drawing/2014/main" id="{9C8A4026-6D6B-4D25-A0D6-6C3898B884BE}"/>
              </a:ext>
            </a:extLst>
          </p:cNvPr>
          <p:cNvSpPr>
            <a:spLocks xmlns:a="http://schemas.openxmlformats.org/drawingml/2006/main" noGrp="1"/>
          </p:cNvSpPr>
          <p:nvPr/>
        </p:nvSpPr>
        <p:spPr>
          <a:xfrm xmlns:a="http://schemas.openxmlformats.org/drawingml/2006/main">
            <a:off x="4343400" y="41719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어디를 조사할까?</a:t>
            </a:r>
          </a:p>
        </p:txBody>
      </p:sp>
      <p:sp>
        <p:nvSpPr>
          <p:cNvPr id="12" name="측정한 코드 경로에서&#10;해당 모듈의 profile로">
            <a:extLst xmlns:a="http://schemas.openxmlformats.org/drawingml/2006/main">
              <a:ext uri="{FF2B5EF4-FFF2-40B4-BE49-F238E27FC236}">
                <a16:creationId xmlns:a16="http://schemas.microsoft.com/office/drawing/2014/main" id="{D84DD9B1-6C2A-43F5-AEB0-64F354F73C53}"/>
              </a:ext>
            </a:extLst>
          </p:cNvPr>
          <p:cNvSpPr>
            <a:spLocks xmlns:a="http://schemas.openxmlformats.org/drawingml/2006/main" noGrp="1"/>
          </p:cNvSpPr>
          <p:nvPr/>
        </p:nvSpPr>
        <p:spPr>
          <a:xfrm xmlns:a="http://schemas.openxmlformats.org/drawingml/2006/main">
            <a:off x="4343400" y="4533900"/>
            <a:ext cx="350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3" name="무엇을 확인할까?">
            <a:extLst xmlns:a="http://schemas.openxmlformats.org/drawingml/2006/main">
              <a:ext uri="{FF2B5EF4-FFF2-40B4-BE49-F238E27FC236}">
                <a16:creationId xmlns:a16="http://schemas.microsoft.com/office/drawing/2014/main" id="{36040755-F900-46F7-9017-ADC460A5B328}"/>
              </a:ext>
            </a:extLst>
          </p:cNvPr>
          <p:cNvSpPr>
            <a:spLocks xmlns:a="http://schemas.openxmlformats.org/drawingml/2006/main" noGrp="1"/>
          </p:cNvSpPr>
          <p:nvPr/>
        </p:nvSpPr>
        <p:spPr>
          <a:xfrm xmlns:a="http://schemas.openxmlformats.org/drawingml/2006/main">
            <a:off x="8077200" y="41719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확인할까?</a:t>
            </a:r>
          </a:p>
        </p:txBody>
      </p:sp>
      <p:sp>
        <p:nvSpPr>
          <p:cNvPr id="14" name="동작 계약에서&#10;모듈·회귀·통합 검증으로">
            <a:extLst xmlns:a="http://schemas.openxmlformats.org/drawingml/2006/main">
              <a:ext uri="{FF2B5EF4-FFF2-40B4-BE49-F238E27FC236}">
                <a16:creationId xmlns:a16="http://schemas.microsoft.com/office/drawing/2014/main" id="{9ECC763E-B757-4256-9A7D-52CEFE5A2C39}"/>
              </a:ext>
            </a:extLst>
          </p:cNvPr>
          <p:cNvSpPr>
            <a:spLocks xmlns:a="http://schemas.openxmlformats.org/drawingml/2006/main" noGrp="1"/>
          </p:cNvSpPr>
          <p:nvPr/>
        </p:nvSpPr>
        <p:spPr>
          <a:xfrm xmlns:a="http://schemas.openxmlformats.org/drawingml/2006/main">
            <a:off x="8077200" y="4533900"/>
            <a:ext cx="350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15" name="baseline → profile → change → regression check">
            <a:extLst xmlns:a="http://schemas.openxmlformats.org/drawingml/2006/main">
              <a:ext uri="{FF2B5EF4-FFF2-40B4-BE49-F238E27FC236}">
                <a16:creationId xmlns:a16="http://schemas.microsoft.com/office/drawing/2014/main" id="{DDE64542-8B81-4B90-AA3C-E97DA0BE75A6}"/>
              </a:ext>
            </a:extLst>
          </p:cNvPr>
          <p:cNvSpPr>
            <a:spLocks xmlns:a="http://schemas.openxmlformats.org/drawingml/2006/main" noGrp="1"/>
          </p:cNvSpPr>
          <p:nvPr/>
        </p:nvSpPr>
        <p:spPr>
          <a:xfrm xmlns:a="http://schemas.openxmlformats.org/drawingml/2006/main">
            <a:off x="609600" y="5314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baseline → profile → change → regression check</a:t>
            </a:r>
          </a:p>
        </p:txBody>
      </p:sp>
    </p:spTree>
    <p:extLst>
      <p:ext uri="{BB962C8B-B14F-4D97-AF65-F5344CB8AC3E}">
        <p14:creationId xmlns:p14="http://schemas.microsoft.com/office/powerpoint/2010/main" val="126075992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내 업무의 반복을 돌아보기">
            <a:extLst xmlns:a="http://schemas.openxmlformats.org/drawingml/2006/main">
              <a:ext uri="{FF2B5EF4-FFF2-40B4-BE49-F238E27FC236}">
                <a16:creationId xmlns:a16="http://schemas.microsoft.com/office/drawing/2014/main" id="{3837E97E-EAFD-408D-86DB-27192DB809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287E5510-42D0-4155-9DE6-6A7DAF438D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ABA73DD7-6F03-4647-B426-A95039327E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72229AA3-4C2B-4361-B0B7-70CB90EEC99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E6E52041-8B36-46DE-B0B1-341769A5303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B4B7716F-0DA6-4446-883F-B5F630E62FE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D34F98E3-FF0E-4E62-8057-16BC5164E942}"/>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4A823833-AED2-4B01-B3D4-3BD2B276C40D}"/>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7B309A21-0331-4D43-8B6D-6ECB5CCB3211}"/>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EDDACBDC-F5D5-46E0-8B7B-5ACA5CCDBEAB}"/>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53ADAA7A-6BE8-4CAC-8235-793AF9B29E4C}"/>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D34118DD-334F-44DE-B9A3-55064B6946CB}"/>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CB7BE1FA-5583-4A90-B576-0E16952916E8}"/>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Tree>
    <p:extLst>
      <p:ext uri="{BB962C8B-B14F-4D97-AF65-F5344CB8AC3E}">
        <p14:creationId xmlns:p14="http://schemas.microsoft.com/office/powerpoint/2010/main" val="471555667"/>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확인된 제품 결과">
            <a:extLst xmlns:a="http://schemas.openxmlformats.org/drawingml/2006/main">
              <a:ext uri="{FF2B5EF4-FFF2-40B4-BE49-F238E27FC236}">
                <a16:creationId xmlns:a16="http://schemas.microsoft.com/office/drawing/2014/main" id="{CF1057F2-2D8D-4B4D-917B-47A6ADD33E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C3DE9CA1-3BC4-4B1F-97C0-08786CF035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F7B0E32C-08D9-44C8-8E02-8E62846B79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ABCDF126-2CF3-4A01-B6C5-2AE46899D5A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99422A7E-8CC3-431D-B13D-ADDD5D7BD9F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91DEC0D8-3F46-4507-B531-BB3ECCFEAA3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FB393F23-01BA-4ACF-95AF-E0D4A023E50D}"/>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DC41B3E9-CCB9-4670-A392-86CA200440F0}"/>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603B9EA5-8A4E-4D48-A0ED-8999F05CC344}"/>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801FC6A9-12AD-4594-82F6-8D6CE6D5224D}"/>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F676C0B2-3AB3-4BDF-9526-7ADB4046CCDE}"/>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FD92972F-EE9C-4CB2-A7F6-5E0A29EF7C37}"/>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5A8387BB-8E41-4848-ADC9-D3C87AD49362}"/>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67E9B983-04A9-443D-8533-D28D59C1C5D7}"/>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857B2CAF-8C69-4CFA-8E8F-A743E30B9272}"/>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20405028-C448-4DF5-B361-F6F07B1973A8}"/>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5066452E-D338-41CF-9AFB-803AF1ACE4DA}"/>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Tree>
    <p:extLst>
      <p:ext uri="{BB962C8B-B14F-4D97-AF65-F5344CB8AC3E}">
        <p14:creationId xmlns:p14="http://schemas.microsoft.com/office/powerpoint/2010/main" val="5651727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5FC02038-0B19-4338-9494-7CFA50E4CF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AB7714F0-F7B1-4B09-A0AC-9DCCA3B385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81E1C2F7-030A-4DCD-A83A-B142D4F7EE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1D84493F-DEBB-4D93-B6B7-57E290854A9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EE58B4CA-5DD5-4C76-8FED-5D19C697A2C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EE4F86E9-72E5-4344-8588-74D1EDD5EC1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DDA18143-D8A2-4B6C-B90E-347524A0B5DD}"/>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E48986F4-39F4-4889-B757-5B254519AB4A}"/>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AA5646EC-5AF2-4F47-B4A3-97EA37911BA3}"/>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57C7AA52-898D-49AF-9827-2B3F757E81E7}"/>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E11B65C-A16F-4431-8BB4-DC64E35489F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C9749DD7-F28C-4D77-B902-7EC681C93FEC}"/>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3CA6EFB8-F3D4-4AC0-8D3D-AEA937594DD8}"/>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45A3960A-D17C-442D-BD77-51F8D4D409AC}"/>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C0836A45-E2D6-4BCE-93F0-83BD50696354}"/>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Tree>
    <p:extLst>
      <p:ext uri="{BB962C8B-B14F-4D97-AF65-F5344CB8AC3E}">
        <p14:creationId xmlns:p14="http://schemas.microsoft.com/office/powerpoint/2010/main" val="147361941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CONCEPTUAL / 가상 사례">
            <a:extLst xmlns:a="http://schemas.openxmlformats.org/drawingml/2006/main">
              <a:ext uri="{FF2B5EF4-FFF2-40B4-BE49-F238E27FC236}">
                <a16:creationId xmlns:a16="http://schemas.microsoft.com/office/drawing/2014/main" id="{55397031-B90B-4E77-B3BF-6F6686B7534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A1CA832D-BCBB-4F3B-AB0B-4F61C8DC276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A5D25DF9-8D38-4D1A-A48E-2C28C6EF4B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C94E91E-1E52-4C84-8EA3-D0945AF06047}"/>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253AD4C4-14D6-4567-B84D-385654436991}"/>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0EC92ECE-6AED-46E1-BF75-D0063B76179F}"/>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4756A81-E534-49B4-8B3D-A59F83132B5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323575B9-8DBB-4017-8870-7F4590369908}"/>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94AE9EE7-0C8E-45AB-A8E3-8799F7D7262A}"/>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6E0B07CF-B14F-4125-808C-C424DEDB897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6ECF1E01-FEFE-497B-8CBF-831DBA223753}"/>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B086C83F-C5FB-479E-9C51-2EE4D6CED236}"/>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9134ECC9-689A-444C-A00E-2B2437A3AE2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26F0BE7F-961F-4EFB-8958-E5145A1FEC6F}"/>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ABA1091C-8CF5-459E-A27C-405E8E34A8C2}"/>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EA06CC53-9E0A-4D5D-B23B-5D3199F374CA}"/>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BCAE7371-0E55-4C16-8D27-99371B8348CE}"/>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55D6815-2B00-4CCD-AD2C-99B4FC2F59EE}"/>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8F8F567-3BD6-49A9-8C65-AEA883D509F2}"/>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6B216414-C44E-4F26-92FA-00CB4E994FFE}"/>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830D1C5F-BAEB-439E-9749-3B26DD4FC4D2}"/>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A8E91822-9959-42B4-A381-CF856BAECD9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840D145-5BDB-4D1F-84DF-6D77E181396B}"/>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D2CB7449-9BAF-491F-872B-F693259EC840}"/>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BC5BB223-BCA4-4DE3-BAEF-715E457D11D4}"/>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DBCE4805-370C-4A65-96E2-19E3AD6011A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B2CD388A-2BA4-4859-9156-D8E991EDA6E9}"/>
              </a:ext>
            </a:extLst>
          </p:cNvPr>
          <p:cNvSpPr>
            <a:spLocks xmlns:a="http://schemas.openxmlformats.org/drawingml/2006/main" noGrp="1"/>
          </p:cNvSpPr>
          <p:nvPr/>
        </p:nvSpPr>
        <p:spPr>
          <a:xfrm xmlns:a="http://schemas.openxmlformats.org/drawingml/2006/main">
            <a:off x="609600" y="59150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8FB9A431-ABE0-4B06-A436-EA75ED80799F}"/>
              </a:ext>
            </a:extLst>
          </p:cNvPr>
          <p:cNvSpPr>
            <a:spLocks xmlns:a="http://schemas.openxmlformats.org/drawingml/2006/main" noGrp="1"/>
          </p:cNvSpPr>
          <p:nvPr/>
        </p:nvSpPr>
        <p:spPr>
          <a:xfrm xmlns:a="http://schemas.openxmlformats.org/drawingml/2006/main">
            <a:off x="609600" y="61912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Tree>
    <p:extLst>
      <p:ext uri="{BB962C8B-B14F-4D97-AF65-F5344CB8AC3E}">
        <p14:creationId xmlns:p14="http://schemas.microsoft.com/office/powerpoint/2010/main" val="193081652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상 사례">
            <a:extLst xmlns:a="http://schemas.openxmlformats.org/drawingml/2006/main">
              <a:ext uri="{FF2B5EF4-FFF2-40B4-BE49-F238E27FC236}">
                <a16:creationId xmlns:a16="http://schemas.microsoft.com/office/drawing/2014/main" id="{36277B7A-E222-48FF-8E12-7DBFC064A9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46094B77-719B-4061-9397-7FABE85CEA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976AF765-CBA1-4200-940E-B47654C5AF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6B6837E0-B934-4047-A7A5-6C809381E20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B19FF02D-185B-4AD2-9A82-5406BCE060A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F91B8AAE-9E1E-43D4-AA3C-B13814392E7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00CAE1E0-3185-4891-92F1-955FE74C3DB8}"/>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16040B8B-4812-41FA-962A-08EC81AD903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298A935D-A465-4A54-8147-6007390EE35B}"/>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9284048A-28F4-475E-8F7F-3FDC38002161}"/>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4F29794-DFF0-416F-A230-C5F46435E2F0}"/>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3F0F5D84-56D8-49F5-8220-32DC8B83AFA1}"/>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0A2A6CE-D9F2-4309-9ACF-D79BDD36DC52}"/>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85598815-68D0-4000-8036-7249D695A92D}"/>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Tree>
    <p:extLst>
      <p:ext uri="{BB962C8B-B14F-4D97-AF65-F5344CB8AC3E}">
        <p14:creationId xmlns:p14="http://schemas.microsoft.com/office/powerpoint/2010/main" val="977426748"/>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대응 범위 비교">
            <a:extLst xmlns:a="http://schemas.openxmlformats.org/drawingml/2006/main">
              <a:ext uri="{FF2B5EF4-FFF2-40B4-BE49-F238E27FC236}">
                <a16:creationId xmlns:a16="http://schemas.microsoft.com/office/drawing/2014/main" id="{06E60EAD-0F52-40A9-BC7B-FF33E6C8A7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949EFE96-C7A4-4DBC-A33C-9F5DA29EEC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CED46D01-E43E-4B2A-BB6B-BB20107F39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46A90862-9CF8-4D8D-9A53-8D707368772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114030FA-7543-471B-A5A2-1E6C5AC23BE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66730E6E-4C22-4B52-803F-537E764C990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5B85F536-B276-4BD7-BDF5-D82BFEDDA869}"/>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627EB27A-3242-416A-B5FF-DDE3D392FB5A}"/>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DD7E531B-5ED6-4A60-8BAB-2ECADB28C62F}"/>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5466651B-8347-44D0-803D-219838DE1C24}"/>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02FB4476-21E1-44CD-9EA5-A55114925A12}"/>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AEDF0D9F-05BB-45B3-8395-2E57D4448299}"/>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82BE59EA-3CF2-454C-8762-D35D1EF601DB}"/>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3524B451-65BD-4219-8946-A1240FD7B1F5}"/>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B97A4B5A-7F57-4AF5-A16F-AF544494879A}"/>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4A07F9E3-4473-40B5-93A0-299ADE24570A}"/>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CCB007D0-2872-411A-953A-4F2A4D1EAAE1}"/>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Tree>
    <p:extLst>
      <p:ext uri="{BB962C8B-B14F-4D97-AF65-F5344CB8AC3E}">
        <p14:creationId xmlns:p14="http://schemas.microsoft.com/office/powerpoint/2010/main" val="2804724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CONCEPTUAL / 원인 후보">
            <a:extLst xmlns:a="http://schemas.openxmlformats.org/drawingml/2006/main">
              <a:ext uri="{FF2B5EF4-FFF2-40B4-BE49-F238E27FC236}">
                <a16:creationId xmlns:a16="http://schemas.microsoft.com/office/drawing/2014/main" id="{2D011C45-C1FF-4BE9-80FE-77DA05503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AA86CE8C-3AD9-4E18-A17E-94C9D987A4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8F5EA20A-1907-4776-917E-40B9AC9493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CE2A0284-18B0-4AB5-9150-F1626A2F369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75CE8F4B-9B18-46A3-9AFE-65B732D5A18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3E00882B-ED07-48D5-B892-661098893E6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1A281C27-14E3-4D3B-B3A8-C787A8404D54}"/>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782D7AA5-139C-4F59-AE41-35C58D4741A3}"/>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FE10C5EB-71C4-4E5F-AA4A-29A40A016C25}"/>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9107796B-B553-4D74-B98B-F3136FCD0082}"/>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D73100FD-1E53-4CBB-916E-4DF21B627032}"/>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F43FEE96-D97B-4142-818D-FBE40CE4C34E}"/>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E0AF5038-1CBA-4433-A003-6FA59397EBD7}"/>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16DE95E2-8C2A-4AAB-8826-EC97A38358A7}"/>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102ECBC-A378-43B9-84F8-AF9985DCEB17}"/>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8B4DAA72-B6CB-4048-A008-AB4CD26AB4B5}"/>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D6442F41-EE3B-4347-A6C3-6260FE3C6220}"/>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5100986B-D8DE-4251-9847-3DEAA40C7390}"/>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44E41ED0-0E43-4D6E-8EFB-275F3F0A6F49}"/>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12C3DEAE-4512-4582-B0BC-D7A41D90060E}"/>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D02A7C9B-E2D1-4AA1-A0CD-D646EA1BF079}"/>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Tree>
    <p:extLst>
      <p:ext uri="{BB962C8B-B14F-4D97-AF65-F5344CB8AC3E}">
        <p14:creationId xmlns:p14="http://schemas.microsoft.com/office/powerpoint/2010/main" val="69467318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가정과 추론">
            <a:extLst xmlns:a="http://schemas.openxmlformats.org/drawingml/2006/main">
              <a:ext uri="{FF2B5EF4-FFF2-40B4-BE49-F238E27FC236}">
                <a16:creationId xmlns:a16="http://schemas.microsoft.com/office/drawing/2014/main" id="{EBECF41A-6802-4461-BBE8-ADF628DEC7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F5C4822F-0A5E-4DDC-94B4-78ECBBB39C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2B98C941-CB45-4994-AFAC-057B22BAF0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F2F0E7A1-9AB6-42C1-BAF6-0B1F23AD140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6D545E20-34BA-4D4C-B5D0-3A66019BA38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6666DF83-45B6-40B5-96A4-C530EC04548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BE074FA0-3956-47D6-A5A1-055B2B29E888}"/>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98F58729-9EE0-4A94-B441-C2982D24ED6C}"/>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07AE7F2E-1F4B-42E3-835E-11A7973F9AF0}"/>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42D57BF-8C32-4B24-9B7A-759999B92F2F}"/>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995A833B-FB2B-440C-BAE8-B7A13DB4F7C2}"/>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8C0F7EBF-A947-49DB-8CA8-245643F3C6CC}"/>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8E63AAC3-57E6-4672-BED7-602D18DF1507}"/>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Tree>
    <p:extLst>
      <p:ext uri="{BB962C8B-B14F-4D97-AF65-F5344CB8AC3E}">
        <p14:creationId xmlns:p14="http://schemas.microsoft.com/office/powerpoint/2010/main" val="49765463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원인에 맞는 수정">
            <a:extLst xmlns:a="http://schemas.openxmlformats.org/drawingml/2006/main">
              <a:ext uri="{FF2B5EF4-FFF2-40B4-BE49-F238E27FC236}">
                <a16:creationId xmlns:a16="http://schemas.microsoft.com/office/drawing/2014/main" id="{8F9AEA2D-B28B-46FF-AD35-DDB1FB33C1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3E9B2E75-5F75-4481-AA19-1FB28AE886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C59C7735-5945-446F-8DF7-B2D712BD40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3CF37FF1-5DAF-426E-98B0-D78A1FF9F8C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EDE73CF-3B41-47DE-BC46-3D078B11CBA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811EA5C6-4263-4F10-B621-C28D185C648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253B5D4E-D03E-4C23-8586-10BC8FE5DD81}"/>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24832AC0-566A-465F-B5C5-CA95FDF7EE8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6F7F9402-D864-4BF6-BD85-8E18CF05E59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6AD075CA-9149-43E1-A289-AE26CE0E406D}"/>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BB9DC025-60F1-4675-8574-FCE46AD99503}"/>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788EC622-247F-4E55-833B-88EE1CEE3F71}"/>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F17495C4-02B8-4560-B734-0B19BD3209EC}"/>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2FDBE0C5-CEE7-4F73-B2DF-95D00892B88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5BC55F9B-4111-4120-97FB-CB09A0F10C12}"/>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Tree>
    <p:extLst>
      <p:ext uri="{BB962C8B-B14F-4D97-AF65-F5344CB8AC3E}">
        <p14:creationId xmlns:p14="http://schemas.microsoft.com/office/powerpoint/2010/main" val="6983017"/>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평가 범위">
            <a:extLst xmlns:a="http://schemas.openxmlformats.org/drawingml/2006/main">
              <a:ext uri="{FF2B5EF4-FFF2-40B4-BE49-F238E27FC236}">
                <a16:creationId xmlns:a16="http://schemas.microsoft.com/office/drawing/2014/main" id="{75A61503-322E-44C6-95A7-B4C4910AD6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8A5086BC-14C7-4540-B1FF-5986B086F3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3F9060BE-ACF0-484C-B089-173E76435A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B9AC529B-E17F-406E-948F-14D7D2950CB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46322AC7-EAA4-4134-A769-B331C5631D0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ED23C162-727D-43EA-8625-7F2B6151008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59609248-7D7D-4F1C-B01F-E0C3A6CABB3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E0C6586F-253A-4E56-9B94-B78605C5A0F1}"/>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AFD47FBD-D3D0-4294-9717-16C14A51EC74}"/>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D6F4335-6A89-4814-9057-5C0D6389D20A}"/>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E568FBDE-D2D6-4285-8D6E-49A6F25ACFD8}"/>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13E79A9B-858A-449B-A13F-94A31FFC9939}"/>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4066DCE7-B7BC-43F6-B391-CAA8D9BB2876}"/>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Tree>
    <p:extLst>
      <p:ext uri="{BB962C8B-B14F-4D97-AF65-F5344CB8AC3E}">
        <p14:creationId xmlns:p14="http://schemas.microsoft.com/office/powerpoint/2010/main" val="4214918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ONCEPTUAL / 평가 설계">
            <a:extLst xmlns:a="http://schemas.openxmlformats.org/drawingml/2006/main">
              <a:ext uri="{FF2B5EF4-FFF2-40B4-BE49-F238E27FC236}">
                <a16:creationId xmlns:a16="http://schemas.microsoft.com/office/drawing/2014/main" id="{AC515E73-5132-4C10-AEDC-7B462400BD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8D7711A8-F816-446F-8386-19E61C9F2B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2B7239B1-EEAA-486B-88BE-A39D8DA52C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92D3AFD9-F249-45CB-8995-721A475E901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D45E50FE-B25C-4D7B-AC00-7BB664656BE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6DD92451-716D-4E8F-AB65-8FF9E0A9807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7D976305-0CBD-4425-9DD3-1599726F315B}"/>
              </a:ext>
            </a:extLst>
          </p:cNvPr>
          <p:cNvSpPr>
            <a:spLocks xmlns:a="http://schemas.openxmlformats.org/drawingml/2006/main" noGrp="1"/>
          </p:cNvSpPr>
          <p:nvPr/>
        </p:nvSpPr>
        <p:spPr>
          <a:xfrm xmlns:a="http://schemas.openxmlformats.org/drawingml/2006/main">
            <a:off x="609600" y="20383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FF115B4E-AAAD-42B7-9365-C25A0C28021B}"/>
              </a:ext>
            </a:extLst>
          </p:cNvPr>
          <p:cNvSpPr>
            <a:spLocks xmlns:a="http://schemas.openxmlformats.org/drawingml/2006/main" noGrp="1"/>
          </p:cNvSpPr>
          <p:nvPr/>
        </p:nvSpPr>
        <p:spPr>
          <a:xfrm xmlns:a="http://schemas.openxmlformats.org/drawingml/2006/main">
            <a:off x="609600" y="2714625"/>
            <a:ext cx="10972800" cy="0"/>
          </a:xfrm>
          <a:prstGeom xmlns:a="http://schemas.openxmlformats.org/drawingml/2006/main" prst="line">
            <a:avLst/>
          </a:prstGeom>
          <a:noFill xmlns:a="http://schemas.openxmlformats.org/drawingml/2006/main"/>
          <a:ln xmlns:a="http://schemas.openxmlformats.org/drawingml/2006/main" w="9525">
            <a:solidFill>
              <a:srgbClr val="176B4D"/>
            </a:solidFill>
            <a:prstDash val="solid"/>
          </a:ln>
        </p:spPr>
      </p:sp>
      <p:sp>
        <p:nvSpPr>
          <p:cNvPr id="9" name="버그 수정">
            <a:extLst xmlns:a="http://schemas.openxmlformats.org/drawingml/2006/main">
              <a:ext uri="{FF2B5EF4-FFF2-40B4-BE49-F238E27FC236}">
                <a16:creationId xmlns:a16="http://schemas.microsoft.com/office/drawing/2014/main" id="{F1597FF9-90D0-4776-8ADE-7137CC2E0BA6}"/>
              </a:ext>
            </a:extLst>
          </p:cNvPr>
          <p:cNvSpPr>
            <a:spLocks xmlns:a="http://schemas.openxmlformats.org/drawingml/2006/main" noGrp="1"/>
          </p:cNvSpPr>
          <p:nvPr/>
        </p:nvSpPr>
        <p:spPr>
          <a:xfrm xmlns:a="http://schemas.openxmlformats.org/drawingml/2006/main">
            <a:off x="609600" y="27908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버그 수정</a:t>
            </a:r>
          </a:p>
        </p:txBody>
      </p:sp>
      <p:sp>
        <p:nvSpPr>
          <p:cNvPr id="10" name="동작 계약을 확인하는가?">
            <a:extLst xmlns:a="http://schemas.openxmlformats.org/drawingml/2006/main">
              <a:ext uri="{FF2B5EF4-FFF2-40B4-BE49-F238E27FC236}">
                <a16:creationId xmlns:a16="http://schemas.microsoft.com/office/drawing/2014/main" id="{8B297DE9-1AC8-47A7-B406-ADB7E933DE1C}"/>
              </a:ext>
            </a:extLst>
          </p:cNvPr>
          <p:cNvSpPr>
            <a:spLocks xmlns:a="http://schemas.openxmlformats.org/drawingml/2006/main" noGrp="1"/>
          </p:cNvSpPr>
          <p:nvPr/>
        </p:nvSpPr>
        <p:spPr>
          <a:xfrm xmlns:a="http://schemas.openxmlformats.org/drawingml/2006/main">
            <a:off x="3048000" y="27908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동작 계약을 확인하는가?</a:t>
            </a:r>
          </a:p>
        </p:txBody>
      </p:sp>
      <p:sp>
        <p:nvSpPr>
          <p:cNvPr id="11" name="EVAL-01 · TRIAL-002">
            <a:extLst xmlns:a="http://schemas.openxmlformats.org/drawingml/2006/main">
              <a:ext uri="{FF2B5EF4-FFF2-40B4-BE49-F238E27FC236}">
                <a16:creationId xmlns:a16="http://schemas.microsoft.com/office/drawing/2014/main" id="{AB5041E1-9A50-42D9-AD23-3F191B694F50}"/>
              </a:ext>
            </a:extLst>
          </p:cNvPr>
          <p:cNvSpPr>
            <a:spLocks xmlns:a="http://schemas.openxmlformats.org/drawingml/2006/main" noGrp="1"/>
          </p:cNvSpPr>
          <p:nvPr/>
        </p:nvSpPr>
        <p:spPr>
          <a:xfrm xmlns:a="http://schemas.openxmlformats.org/drawingml/2006/main">
            <a:off x="8858250" y="28098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176B4D"/>
                </a:solidFill>
                <a:latin typeface="Malgun Gothic"/>
                <a:ea typeface="Malgun Gothic"/>
                <a:cs typeface="Malgun Gothic"/>
              </a:defRPr>
            </a:defPPr>
            <a:lvl1pPr algn="l">
              <a:defRPr sz="1425" b="1">
                <a:solidFill>
                  <a:srgbClr val="176B4D"/>
                </a:solidFill>
                <a:latin typeface="Malgun Gothic"/>
                <a:ea typeface="Malgun Gothic"/>
                <a:cs typeface="Malgun Gothic"/>
              </a:defRPr>
            </a:lvl1pPr>
            <a:lvl2pPr algn="l">
              <a:defRPr sz="1425" b="1">
                <a:solidFill>
                  <a:srgbClr val="176B4D"/>
                </a:solidFill>
                <a:latin typeface="Malgun Gothic"/>
                <a:ea typeface="Malgun Gothic"/>
                <a:cs typeface="Malgun Gothic"/>
              </a:defRPr>
            </a:lvl2pPr>
            <a:lvl3pPr algn="l">
              <a:defRPr sz="1425" b="1">
                <a:solidFill>
                  <a:srgbClr val="176B4D"/>
                </a:solidFill>
                <a:latin typeface="Malgun Gothic"/>
                <a:ea typeface="Malgun Gothic"/>
                <a:cs typeface="Malgun Gothic"/>
              </a:defRPr>
            </a:lvl3pPr>
            <a:lvl4pPr algn="l">
              <a:defRPr sz="1425" b="1">
                <a:solidFill>
                  <a:srgbClr val="176B4D"/>
                </a:solidFill>
                <a:latin typeface="Malgun Gothic"/>
                <a:ea typeface="Malgun Gothic"/>
                <a:cs typeface="Malgun Gothic"/>
              </a:defRPr>
            </a:lvl4pPr>
            <a:lvl5pPr algn="l">
              <a:defRPr sz="1425" b="1">
                <a:solidFill>
                  <a:srgbClr val="176B4D"/>
                </a:solidFill>
                <a:latin typeface="Malgun Gothic"/>
                <a:ea typeface="Malgun Gothic"/>
                <a:cs typeface="Malgun Gothic"/>
              </a:defRPr>
            </a:lvl5pPr>
            <a:lvl6pPr algn="l">
              <a:defRPr sz="1425" b="1">
                <a:solidFill>
                  <a:srgbClr val="176B4D"/>
                </a:solidFill>
                <a:latin typeface="Malgun Gothic"/>
                <a:ea typeface="Malgun Gothic"/>
                <a:cs typeface="Malgun Gothic"/>
              </a:defRPr>
            </a:lvl6pPr>
            <a:lvl7pPr algn="l">
              <a:defRPr sz="1425" b="1">
                <a:solidFill>
                  <a:srgbClr val="176B4D"/>
                </a:solidFill>
                <a:latin typeface="Malgun Gothic"/>
                <a:ea typeface="Malgun Gothic"/>
                <a:cs typeface="Malgun Gothic"/>
              </a:defRPr>
            </a:lvl7pPr>
            <a:lvl8pPr algn="l">
              <a:defRPr sz="1425" b="1">
                <a:solidFill>
                  <a:srgbClr val="176B4D"/>
                </a:solidFill>
                <a:latin typeface="Malgun Gothic"/>
                <a:ea typeface="Malgun Gothic"/>
                <a:cs typeface="Malgun Gothic"/>
              </a:defRPr>
            </a:lvl8pPr>
            <a:lvl9pPr algn="l">
              <a:defRPr sz="1425" b="1">
                <a:solidFill>
                  <a:srgbClr val="176B4D"/>
                </a:solidFill>
                <a:latin typeface="Malgun Gothic"/>
                <a:ea typeface="Malgun Gothic"/>
                <a:cs typeface="Malgun Gothic"/>
              </a:defRPr>
            </a:lvl9pPr>
          </a:lstStyle>
          <a:p xmlns:a="http://schemas.openxmlformats.org/drawingml/2006/main">
            <a:pPr algn="l">
              <a:defRPr sz="1425" b="1">
                <a:solidFill>
                  <a:srgbClr val="176B4D"/>
                </a:solidFill>
                <a:latin typeface="Malgun Gothic"/>
                <a:ea typeface="Malgun Gothic"/>
                <a:cs typeface="Malgun Gothic"/>
              </a:defRPr>
            </a:pPr>
            <a:r>
              <a:rPr sz="1425" b="1">
                <a:solidFill>
                  <a:srgbClr val="176B4D"/>
                </a:solidFill>
                <a:latin typeface="Malgun Gothic"/>
                <a:ea typeface="Malgun Gothic"/>
                <a:cs typeface="Malgun Gothic"/>
              </a:rPr>
              <a:t>EVAL-01 · TRIAL-002</a:t>
            </a:r>
          </a:p>
        </p:txBody>
      </p:sp>
      <p:sp>
        <p:nvSpPr>
          <p:cNvPr id="12" name="">
            <a:extLst xmlns:a="http://schemas.openxmlformats.org/drawingml/2006/main">
              <a:ext uri="{FF2B5EF4-FFF2-40B4-BE49-F238E27FC236}">
                <a16:creationId xmlns:a16="http://schemas.microsoft.com/office/drawing/2014/main" id="{41CD1C54-1E57-4F7C-9F89-0403E93EB161}"/>
              </a:ext>
            </a:extLst>
          </p:cNvPr>
          <p:cNvSpPr>
            <a:spLocks xmlns:a="http://schemas.openxmlformats.org/drawingml/2006/main" noGrp="1"/>
          </p:cNvSpPr>
          <p:nvPr/>
        </p:nvSpPr>
        <p:spPr>
          <a:xfrm xmlns:a="http://schemas.openxmlformats.org/drawingml/2006/main">
            <a:off x="609600" y="3400425"/>
            <a:ext cx="10972800" cy="0"/>
          </a:xfrm>
          <a:prstGeom xmlns:a="http://schemas.openxmlformats.org/drawingml/2006/main" prst="line">
            <a:avLst/>
          </a:prstGeom>
          <a:noFill xmlns:a="http://schemas.openxmlformats.org/drawingml/2006/main"/>
          <a:ln xmlns:a="http://schemas.openxmlformats.org/drawingml/2006/main" w="9525">
            <a:solidFill>
              <a:srgbClr val="176B4D"/>
            </a:solidFill>
            <a:prstDash val="solid"/>
          </a:ln>
        </p:spPr>
      </p:sp>
      <p:sp>
        <p:nvSpPr>
          <p:cNvPr id="13" name="성능 변경">
            <a:extLst xmlns:a="http://schemas.openxmlformats.org/drawingml/2006/main">
              <a:ext uri="{FF2B5EF4-FFF2-40B4-BE49-F238E27FC236}">
                <a16:creationId xmlns:a16="http://schemas.microsoft.com/office/drawing/2014/main" id="{E74055AE-3FCF-4EAF-8D6F-0A6816B04FA8}"/>
              </a:ext>
            </a:extLst>
          </p:cNvPr>
          <p:cNvSpPr>
            <a:spLocks xmlns:a="http://schemas.openxmlformats.org/drawingml/2006/main" noGrp="1"/>
          </p:cNvSpPr>
          <p:nvPr/>
        </p:nvSpPr>
        <p:spPr>
          <a:xfrm xmlns:a="http://schemas.openxmlformats.org/drawingml/2006/main">
            <a:off x="609600" y="34766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성능 변경</a:t>
            </a:r>
          </a:p>
        </p:txBody>
      </p:sp>
      <p:sp>
        <p:nvSpPr>
          <p:cNvPr id="14" name="측정과 검증 범위를 유지하는가?">
            <a:extLst xmlns:a="http://schemas.openxmlformats.org/drawingml/2006/main">
              <a:ext uri="{FF2B5EF4-FFF2-40B4-BE49-F238E27FC236}">
                <a16:creationId xmlns:a16="http://schemas.microsoft.com/office/drawing/2014/main" id="{C28A8051-1548-4265-94E0-80FA936677E6}"/>
              </a:ext>
            </a:extLst>
          </p:cNvPr>
          <p:cNvSpPr>
            <a:spLocks xmlns:a="http://schemas.openxmlformats.org/drawingml/2006/main" noGrp="1"/>
          </p:cNvSpPr>
          <p:nvPr/>
        </p:nvSpPr>
        <p:spPr>
          <a:xfrm xmlns:a="http://schemas.openxmlformats.org/drawingml/2006/main">
            <a:off x="3048000" y="34766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측정과 검증 범위를 유지하는가?</a:t>
            </a:r>
          </a:p>
        </p:txBody>
      </p:sp>
      <p:sp>
        <p:nvSpPr>
          <p:cNvPr id="15" name="EVAL-02 · STATE-04-PERF">
            <a:extLst xmlns:a="http://schemas.openxmlformats.org/drawingml/2006/main">
              <a:ext uri="{FF2B5EF4-FFF2-40B4-BE49-F238E27FC236}">
                <a16:creationId xmlns:a16="http://schemas.microsoft.com/office/drawing/2014/main" id="{EDED776D-AED0-475A-A526-88095F8EC526}"/>
              </a:ext>
            </a:extLst>
          </p:cNvPr>
          <p:cNvSpPr>
            <a:spLocks xmlns:a="http://schemas.openxmlformats.org/drawingml/2006/main" noGrp="1"/>
          </p:cNvSpPr>
          <p:nvPr/>
        </p:nvSpPr>
        <p:spPr>
          <a:xfrm xmlns:a="http://schemas.openxmlformats.org/drawingml/2006/main">
            <a:off x="8858250" y="34956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176B4D"/>
                </a:solidFill>
                <a:latin typeface="Malgun Gothic"/>
                <a:ea typeface="Malgun Gothic"/>
                <a:cs typeface="Malgun Gothic"/>
              </a:defRPr>
            </a:defPPr>
            <a:lvl1pPr algn="l">
              <a:defRPr sz="1425" b="1">
                <a:solidFill>
                  <a:srgbClr val="176B4D"/>
                </a:solidFill>
                <a:latin typeface="Malgun Gothic"/>
                <a:ea typeface="Malgun Gothic"/>
                <a:cs typeface="Malgun Gothic"/>
              </a:defRPr>
            </a:lvl1pPr>
            <a:lvl2pPr algn="l">
              <a:defRPr sz="1425" b="1">
                <a:solidFill>
                  <a:srgbClr val="176B4D"/>
                </a:solidFill>
                <a:latin typeface="Malgun Gothic"/>
                <a:ea typeface="Malgun Gothic"/>
                <a:cs typeface="Malgun Gothic"/>
              </a:defRPr>
            </a:lvl2pPr>
            <a:lvl3pPr algn="l">
              <a:defRPr sz="1425" b="1">
                <a:solidFill>
                  <a:srgbClr val="176B4D"/>
                </a:solidFill>
                <a:latin typeface="Malgun Gothic"/>
                <a:ea typeface="Malgun Gothic"/>
                <a:cs typeface="Malgun Gothic"/>
              </a:defRPr>
            </a:lvl3pPr>
            <a:lvl4pPr algn="l">
              <a:defRPr sz="1425" b="1">
                <a:solidFill>
                  <a:srgbClr val="176B4D"/>
                </a:solidFill>
                <a:latin typeface="Malgun Gothic"/>
                <a:ea typeface="Malgun Gothic"/>
                <a:cs typeface="Malgun Gothic"/>
              </a:defRPr>
            </a:lvl4pPr>
            <a:lvl5pPr algn="l">
              <a:defRPr sz="1425" b="1">
                <a:solidFill>
                  <a:srgbClr val="176B4D"/>
                </a:solidFill>
                <a:latin typeface="Malgun Gothic"/>
                <a:ea typeface="Malgun Gothic"/>
                <a:cs typeface="Malgun Gothic"/>
              </a:defRPr>
            </a:lvl5pPr>
            <a:lvl6pPr algn="l">
              <a:defRPr sz="1425" b="1">
                <a:solidFill>
                  <a:srgbClr val="176B4D"/>
                </a:solidFill>
                <a:latin typeface="Malgun Gothic"/>
                <a:ea typeface="Malgun Gothic"/>
                <a:cs typeface="Malgun Gothic"/>
              </a:defRPr>
            </a:lvl6pPr>
            <a:lvl7pPr algn="l">
              <a:defRPr sz="1425" b="1">
                <a:solidFill>
                  <a:srgbClr val="176B4D"/>
                </a:solidFill>
                <a:latin typeface="Malgun Gothic"/>
                <a:ea typeface="Malgun Gothic"/>
                <a:cs typeface="Malgun Gothic"/>
              </a:defRPr>
            </a:lvl7pPr>
            <a:lvl8pPr algn="l">
              <a:defRPr sz="1425" b="1">
                <a:solidFill>
                  <a:srgbClr val="176B4D"/>
                </a:solidFill>
                <a:latin typeface="Malgun Gothic"/>
                <a:ea typeface="Malgun Gothic"/>
                <a:cs typeface="Malgun Gothic"/>
              </a:defRPr>
            </a:lvl8pPr>
            <a:lvl9pPr algn="l">
              <a:defRPr sz="1425" b="1">
                <a:solidFill>
                  <a:srgbClr val="176B4D"/>
                </a:solidFill>
                <a:latin typeface="Malgun Gothic"/>
                <a:ea typeface="Malgun Gothic"/>
                <a:cs typeface="Malgun Gothic"/>
              </a:defRPr>
            </a:lvl9pPr>
          </a:lstStyle>
          <a:p xmlns:a="http://schemas.openxmlformats.org/drawingml/2006/main">
            <a:pPr algn="l">
              <a:defRPr sz="1425" b="1">
                <a:solidFill>
                  <a:srgbClr val="176B4D"/>
                </a:solidFill>
                <a:latin typeface="Malgun Gothic"/>
                <a:ea typeface="Malgun Gothic"/>
                <a:cs typeface="Malgun Gothic"/>
              </a:defRPr>
            </a:pPr>
            <a:r>
              <a:rPr sz="1425" b="1">
                <a:solidFill>
                  <a:srgbClr val="176B4D"/>
                </a:solidFill>
                <a:latin typeface="Malgun Gothic"/>
                <a:ea typeface="Malgun Gothic"/>
                <a:cs typeface="Malgun Gothic"/>
              </a:rPr>
              <a:t>EVAL-02 · STATE-04-PERF</a:t>
            </a:r>
          </a:p>
        </p:txBody>
      </p:sp>
      <p:sp>
        <p:nvSpPr>
          <p:cNvPr id="16" name="">
            <a:extLst xmlns:a="http://schemas.openxmlformats.org/drawingml/2006/main">
              <a:ext uri="{FF2B5EF4-FFF2-40B4-BE49-F238E27FC236}">
                <a16:creationId xmlns:a16="http://schemas.microsoft.com/office/drawing/2014/main" id="{279F19F1-4DA4-4FDC-928B-6D568644F90E}"/>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7" name="문서만 수정">
            <a:extLst xmlns:a="http://schemas.openxmlformats.org/drawingml/2006/main">
              <a:ext uri="{FF2B5EF4-FFF2-40B4-BE49-F238E27FC236}">
                <a16:creationId xmlns:a16="http://schemas.microsoft.com/office/drawing/2014/main" id="{3223EC15-D03F-4E0F-91C5-28A375C60A08}"/>
              </a:ext>
            </a:extLst>
          </p:cNvPr>
          <p:cNvSpPr>
            <a:spLocks xmlns:a="http://schemas.openxmlformats.org/drawingml/2006/main" noGrp="1"/>
          </p:cNvSpPr>
          <p:nvPr/>
        </p:nvSpPr>
        <p:spPr>
          <a:xfrm xmlns:a="http://schemas.openxmlformats.org/drawingml/2006/main">
            <a:off x="609600" y="41624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문서만 수정</a:t>
            </a:r>
          </a:p>
        </p:txBody>
      </p:sp>
      <p:sp>
        <p:nvSpPr>
          <p:cNvPr id="18" name="불필요한 절차를 강요하지 않는가?">
            <a:extLst xmlns:a="http://schemas.openxmlformats.org/drawingml/2006/main">
              <a:ext uri="{FF2B5EF4-FFF2-40B4-BE49-F238E27FC236}">
                <a16:creationId xmlns:a16="http://schemas.microsoft.com/office/drawing/2014/main" id="{DC0D2C88-A437-4F29-A1DA-DDFD3127B7D5}"/>
              </a:ext>
            </a:extLst>
          </p:cNvPr>
          <p:cNvSpPr>
            <a:spLocks xmlns:a="http://schemas.openxmlformats.org/drawingml/2006/main" noGrp="1"/>
          </p:cNvSpPr>
          <p:nvPr/>
        </p:nvSpPr>
        <p:spPr>
          <a:xfrm xmlns:a="http://schemas.openxmlformats.org/drawingml/2006/main">
            <a:off x="3048000" y="41624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불필요한 절차를 강요하지 않는가?</a:t>
            </a:r>
          </a:p>
        </p:txBody>
      </p:sp>
      <p:sp>
        <p:nvSpPr>
          <p:cNvPr id="19" name="EVAL-03 · 설계 사례">
            <a:extLst xmlns:a="http://schemas.openxmlformats.org/drawingml/2006/main">
              <a:ext uri="{FF2B5EF4-FFF2-40B4-BE49-F238E27FC236}">
                <a16:creationId xmlns:a16="http://schemas.microsoft.com/office/drawing/2014/main" id="{47C0EDCA-3C71-48E2-A8AF-85080544F437}"/>
              </a:ext>
            </a:extLst>
          </p:cNvPr>
          <p:cNvSpPr>
            <a:spLocks xmlns:a="http://schemas.openxmlformats.org/drawingml/2006/main" noGrp="1"/>
          </p:cNvSpPr>
          <p:nvPr/>
        </p:nvSpPr>
        <p:spPr>
          <a:xfrm xmlns:a="http://schemas.openxmlformats.org/drawingml/2006/main">
            <a:off x="8858250" y="41814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EVAL-03 · 설계 사례</a:t>
            </a:r>
          </a:p>
        </p:txBody>
      </p:sp>
      <p:sp>
        <p:nvSpPr>
          <p:cNvPr id="20" name="">
            <a:extLst xmlns:a="http://schemas.openxmlformats.org/drawingml/2006/main">
              <a:ext uri="{FF2B5EF4-FFF2-40B4-BE49-F238E27FC236}">
                <a16:creationId xmlns:a16="http://schemas.microsoft.com/office/drawing/2014/main" id="{76CC661A-A3FB-4AFB-8D47-D1DABDC50B41}"/>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1" name="작은 리팩터링">
            <a:extLst xmlns:a="http://schemas.openxmlformats.org/drawingml/2006/main">
              <a:ext uri="{FF2B5EF4-FFF2-40B4-BE49-F238E27FC236}">
                <a16:creationId xmlns:a16="http://schemas.microsoft.com/office/drawing/2014/main" id="{0EFC6477-E81E-417D-B41C-22DA6C1D896F}"/>
              </a:ext>
            </a:extLst>
          </p:cNvPr>
          <p:cNvSpPr>
            <a:spLocks xmlns:a="http://schemas.openxmlformats.org/drawingml/2006/main" noGrp="1"/>
          </p:cNvSpPr>
          <p:nvPr/>
        </p:nvSpPr>
        <p:spPr>
          <a:xfrm xmlns:a="http://schemas.openxmlformats.org/drawingml/2006/main">
            <a:off x="609600" y="48482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작은 리팩터링</a:t>
            </a:r>
          </a:p>
        </p:txBody>
      </p:sp>
      <p:sp>
        <p:nvSpPr>
          <p:cNvPr id="22" name="다른 유효한 작업을 방해하지 않는가?">
            <a:extLst xmlns:a="http://schemas.openxmlformats.org/drawingml/2006/main">
              <a:ext uri="{FF2B5EF4-FFF2-40B4-BE49-F238E27FC236}">
                <a16:creationId xmlns:a16="http://schemas.microsoft.com/office/drawing/2014/main" id="{D38239E6-F0C6-4721-85CD-79BB50B1F912}"/>
              </a:ext>
            </a:extLst>
          </p:cNvPr>
          <p:cNvSpPr>
            <a:spLocks xmlns:a="http://schemas.openxmlformats.org/drawingml/2006/main" noGrp="1"/>
          </p:cNvSpPr>
          <p:nvPr/>
        </p:nvSpPr>
        <p:spPr>
          <a:xfrm xmlns:a="http://schemas.openxmlformats.org/drawingml/2006/main">
            <a:off x="3048000" y="48482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다른 유효한 작업을 방해하지 않는가?</a:t>
            </a:r>
          </a:p>
        </p:txBody>
      </p:sp>
      <p:sp>
        <p:nvSpPr>
          <p:cNvPr id="23" name="EVAL-04 · 설계 사례">
            <a:extLst xmlns:a="http://schemas.openxmlformats.org/drawingml/2006/main">
              <a:ext uri="{FF2B5EF4-FFF2-40B4-BE49-F238E27FC236}">
                <a16:creationId xmlns:a16="http://schemas.microsoft.com/office/drawing/2014/main" id="{0C7E70CC-41B0-4DD3-9933-9134FC7A1DBC}"/>
              </a:ext>
            </a:extLst>
          </p:cNvPr>
          <p:cNvSpPr>
            <a:spLocks xmlns:a="http://schemas.openxmlformats.org/drawingml/2006/main" noGrp="1"/>
          </p:cNvSpPr>
          <p:nvPr/>
        </p:nvSpPr>
        <p:spPr>
          <a:xfrm xmlns:a="http://schemas.openxmlformats.org/drawingml/2006/main">
            <a:off x="8858250" y="48672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EVAL-04 · 설계 사례</a:t>
            </a:r>
          </a:p>
        </p:txBody>
      </p:sp>
    </p:spTree>
    <p:extLst>
      <p:ext uri="{BB962C8B-B14F-4D97-AF65-F5344CB8AC3E}">
        <p14:creationId xmlns:p14="http://schemas.microsoft.com/office/powerpoint/2010/main" val="2051558384"/>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규칙 유지보수">
            <a:extLst xmlns:a="http://schemas.openxmlformats.org/drawingml/2006/main">
              <a:ext uri="{FF2B5EF4-FFF2-40B4-BE49-F238E27FC236}">
                <a16:creationId xmlns:a16="http://schemas.microsoft.com/office/drawing/2014/main" id="{54B9344C-9BFF-4E79-8EAC-5006161581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BD1D810B-BB25-4AF6-A18B-32763FDAFC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EF347CAE-A12D-41FC-999C-96BB61AA989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C00597BC-C7F5-4F14-B126-84062AEF6B5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37D8A5CF-3B16-4C96-92F7-00A83541DC3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C4ABABFA-BB9F-4027-BE74-6CDE7EDD166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1FB60AF5-AE8F-4390-BCC6-4A6C1F92202C}"/>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35C9891F-8AD0-4E6B-96FE-7C5291123865}"/>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C2EAD097-E7E5-450A-9062-10E89030A230}"/>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35A8E545-E2EC-4149-9B22-F98537D1CF3F}"/>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1CB7CDCC-1630-46FE-B15D-D019EBD3740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8348FF5B-96D0-4442-B2BD-FB8C0B5424F1}"/>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3EF9D9B8-3DF7-4B62-BD8E-12A370C74608}"/>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5F1DE070-5CFF-4D1D-9C5A-2561401FC649}"/>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2E6207CD-8FD7-4674-B454-647E17DC22E0}"/>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7953C482-BFE7-4D51-A49B-8D81521634B7}"/>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A7105D3E-3001-46D8-A289-34F1AA32CFF3}"/>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Tree>
    <p:extLst>
      <p:ext uri="{BB962C8B-B14F-4D97-AF65-F5344CB8AC3E}">
        <p14:creationId xmlns:p14="http://schemas.microsoft.com/office/powerpoint/2010/main" val="9285068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4 · 이 교육의 Loop 모델">
            <a:extLst xmlns:a="http://schemas.openxmlformats.org/drawingml/2006/main">
              <a:ext uri="{FF2B5EF4-FFF2-40B4-BE49-F238E27FC236}">
                <a16:creationId xmlns:a16="http://schemas.microsoft.com/office/drawing/2014/main" id="{62BBE707-E238-438E-A345-A68A43D2EC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6D361F39-A5C2-42B3-BF1C-D7DB7FAE63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31D228A0-8347-4534-89FD-25D26030A02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D396739F-4F31-4933-B1EC-A1378AE07F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C03ADD66-3A9A-4764-BFC3-7BAD634F628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BF09F821-C11F-4EC7-889D-78530E97269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
            <a:extLst xmlns:a="http://schemas.openxmlformats.org/drawingml/2006/main">
              <a:ext uri="{FF2B5EF4-FFF2-40B4-BE49-F238E27FC236}">
                <a16:creationId xmlns:a16="http://schemas.microsoft.com/office/drawing/2014/main" id="{1CD319C3-518B-47C7-8E80-F5A0DE61047E}"/>
              </a:ext>
            </a:extLst>
          </p:cNvPr>
          <p:cNvSpPr>
            <a:spLocks xmlns:a="http://schemas.openxmlformats.org/drawingml/2006/main" noGrp="1"/>
          </p:cNvSpPr>
          <p:nvPr/>
        </p:nvSpPr>
        <p:spPr>
          <a:xfrm xmlns:a="http://schemas.openxmlformats.org/drawingml/2006/main">
            <a:off x="60960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행">
            <a:extLst xmlns:a="http://schemas.openxmlformats.org/drawingml/2006/main">
              <a:ext uri="{FF2B5EF4-FFF2-40B4-BE49-F238E27FC236}">
                <a16:creationId xmlns:a16="http://schemas.microsoft.com/office/drawing/2014/main" id="{6A464B80-4DE4-4887-B1D1-01A560255FCB}"/>
              </a:ext>
            </a:extLst>
          </p:cNvPr>
          <p:cNvSpPr>
            <a:spLocks xmlns:a="http://schemas.openxmlformats.org/drawingml/2006/main" noGrp="1"/>
          </p:cNvSpPr>
          <p:nvPr/>
        </p:nvSpPr>
        <p:spPr>
          <a:xfrm xmlns:a="http://schemas.openxmlformats.org/drawingml/2006/main">
            <a:off x="60960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a:t>
            </a:r>
          </a:p>
        </p:txBody>
      </p:sp>
      <p:sp>
        <p:nvSpPr>
          <p:cNvPr id="9" name="무엇을 했나?">
            <a:extLst xmlns:a="http://schemas.openxmlformats.org/drawingml/2006/main">
              <a:ext uri="{FF2B5EF4-FFF2-40B4-BE49-F238E27FC236}">
                <a16:creationId xmlns:a16="http://schemas.microsoft.com/office/drawing/2014/main" id="{753000EA-0B93-47CB-9C7A-5508E23C37BA}"/>
              </a:ext>
            </a:extLst>
          </p:cNvPr>
          <p:cNvSpPr>
            <a:spLocks xmlns:a="http://schemas.openxmlformats.org/drawingml/2006/main" noGrp="1"/>
          </p:cNvSpPr>
          <p:nvPr/>
        </p:nvSpPr>
        <p:spPr>
          <a:xfrm xmlns:a="http://schemas.openxmlformats.org/drawingml/2006/main">
            <a:off x="60960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무엇을 했나?</a:t>
            </a:r>
          </a:p>
        </p:txBody>
      </p:sp>
      <p:sp>
        <p:nvSpPr>
          <p:cNvPr id="10" name="">
            <a:extLst xmlns:a="http://schemas.openxmlformats.org/drawingml/2006/main">
              <a:ext uri="{FF2B5EF4-FFF2-40B4-BE49-F238E27FC236}">
                <a16:creationId xmlns:a16="http://schemas.microsoft.com/office/drawing/2014/main" id="{7130307E-F44D-4392-9943-3C0D9A1F74F0}"/>
              </a:ext>
            </a:extLst>
          </p:cNvPr>
          <p:cNvSpPr>
            <a:spLocks xmlns:a="http://schemas.openxmlformats.org/drawingml/2006/main" noGrp="1"/>
          </p:cNvSpPr>
          <p:nvPr/>
        </p:nvSpPr>
        <p:spPr>
          <a:xfrm xmlns:a="http://schemas.openxmlformats.org/drawingml/2006/main">
            <a:off x="256984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3F1BC2-D103-41C7-8F8D-3C560804B496}"/>
              </a:ext>
            </a:extLst>
          </p:cNvPr>
          <p:cNvSpPr>
            <a:spLocks xmlns:a="http://schemas.openxmlformats.org/drawingml/2006/main" noGrp="1"/>
          </p:cNvSpPr>
          <p:nvPr/>
        </p:nvSpPr>
        <p:spPr>
          <a:xfrm xmlns:a="http://schemas.openxmlformats.org/drawingml/2006/main">
            <a:off x="288417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관찰">
            <a:extLst xmlns:a="http://schemas.openxmlformats.org/drawingml/2006/main">
              <a:ext uri="{FF2B5EF4-FFF2-40B4-BE49-F238E27FC236}">
                <a16:creationId xmlns:a16="http://schemas.microsoft.com/office/drawing/2014/main" id="{30EFB760-CE86-4B61-A051-FC1BA8EB16C3}"/>
              </a:ext>
            </a:extLst>
          </p:cNvPr>
          <p:cNvSpPr>
            <a:spLocks xmlns:a="http://schemas.openxmlformats.org/drawingml/2006/main" noGrp="1"/>
          </p:cNvSpPr>
          <p:nvPr/>
        </p:nvSpPr>
        <p:spPr>
          <a:xfrm xmlns:a="http://schemas.openxmlformats.org/drawingml/2006/main">
            <a:off x="288417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관찰</a:t>
            </a:r>
          </a:p>
        </p:txBody>
      </p:sp>
      <p:sp>
        <p:nvSpPr>
          <p:cNvPr id="13" name="무엇이 보였나?">
            <a:extLst xmlns:a="http://schemas.openxmlformats.org/drawingml/2006/main">
              <a:ext uri="{FF2B5EF4-FFF2-40B4-BE49-F238E27FC236}">
                <a16:creationId xmlns:a16="http://schemas.microsoft.com/office/drawing/2014/main" id="{2168F628-AE8A-4F48-8287-18B74DCC8254}"/>
              </a:ext>
            </a:extLst>
          </p:cNvPr>
          <p:cNvSpPr>
            <a:spLocks xmlns:a="http://schemas.openxmlformats.org/drawingml/2006/main" noGrp="1"/>
          </p:cNvSpPr>
          <p:nvPr/>
        </p:nvSpPr>
        <p:spPr>
          <a:xfrm xmlns:a="http://schemas.openxmlformats.org/drawingml/2006/main">
            <a:off x="288417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무엇이 보였나?</a:t>
            </a:r>
          </a:p>
        </p:txBody>
      </p:sp>
      <p:sp>
        <p:nvSpPr>
          <p:cNvPr id="14" name="">
            <a:extLst xmlns:a="http://schemas.openxmlformats.org/drawingml/2006/main">
              <a:ext uri="{FF2B5EF4-FFF2-40B4-BE49-F238E27FC236}">
                <a16:creationId xmlns:a16="http://schemas.microsoft.com/office/drawing/2014/main" id="{E75A79EC-0AA8-4BC8-B3AB-F520E4300690}"/>
              </a:ext>
            </a:extLst>
          </p:cNvPr>
          <p:cNvSpPr>
            <a:spLocks xmlns:a="http://schemas.openxmlformats.org/drawingml/2006/main" noGrp="1"/>
          </p:cNvSpPr>
          <p:nvPr/>
        </p:nvSpPr>
        <p:spPr>
          <a:xfrm xmlns:a="http://schemas.openxmlformats.org/drawingml/2006/main">
            <a:off x="484441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A525DC6-7917-4AC3-A13F-891D51ABB83A}"/>
              </a:ext>
            </a:extLst>
          </p:cNvPr>
          <p:cNvSpPr>
            <a:spLocks xmlns:a="http://schemas.openxmlformats.org/drawingml/2006/main" noGrp="1"/>
          </p:cNvSpPr>
          <p:nvPr/>
        </p:nvSpPr>
        <p:spPr>
          <a:xfrm xmlns:a="http://schemas.openxmlformats.org/drawingml/2006/main">
            <a:off x="515874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원인 판단">
            <a:extLst xmlns:a="http://schemas.openxmlformats.org/drawingml/2006/main">
              <a:ext uri="{FF2B5EF4-FFF2-40B4-BE49-F238E27FC236}">
                <a16:creationId xmlns:a16="http://schemas.microsoft.com/office/drawing/2014/main" id="{1A8FADD3-00AA-4CBA-B5D6-6B2FCE95ECF9}"/>
              </a:ext>
            </a:extLst>
          </p:cNvPr>
          <p:cNvSpPr>
            <a:spLocks xmlns:a="http://schemas.openxmlformats.org/drawingml/2006/main" noGrp="1"/>
          </p:cNvSpPr>
          <p:nvPr/>
        </p:nvSpPr>
        <p:spPr>
          <a:xfrm xmlns:a="http://schemas.openxmlformats.org/drawingml/2006/main">
            <a:off x="515874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 판단</a:t>
            </a:r>
          </a:p>
        </p:txBody>
      </p:sp>
      <p:sp>
        <p:nvSpPr>
          <p:cNvPr id="17" name="왜 생겼나?">
            <a:extLst xmlns:a="http://schemas.openxmlformats.org/drawingml/2006/main">
              <a:ext uri="{FF2B5EF4-FFF2-40B4-BE49-F238E27FC236}">
                <a16:creationId xmlns:a16="http://schemas.microsoft.com/office/drawing/2014/main" id="{514D6091-50A2-4DEA-8CE5-76B55BFEA237}"/>
              </a:ext>
            </a:extLst>
          </p:cNvPr>
          <p:cNvSpPr>
            <a:spLocks xmlns:a="http://schemas.openxmlformats.org/drawingml/2006/main" noGrp="1"/>
          </p:cNvSpPr>
          <p:nvPr/>
        </p:nvSpPr>
        <p:spPr>
          <a:xfrm xmlns:a="http://schemas.openxmlformats.org/drawingml/2006/main">
            <a:off x="515874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왜 생겼나?</a:t>
            </a:r>
          </a:p>
        </p:txBody>
      </p:sp>
      <p:sp>
        <p:nvSpPr>
          <p:cNvPr id="18" name="">
            <a:extLst xmlns:a="http://schemas.openxmlformats.org/drawingml/2006/main">
              <a:ext uri="{FF2B5EF4-FFF2-40B4-BE49-F238E27FC236}">
                <a16:creationId xmlns:a16="http://schemas.microsoft.com/office/drawing/2014/main" id="{D0D54C79-CA37-41DC-8761-62030D08AA61}"/>
              </a:ext>
            </a:extLst>
          </p:cNvPr>
          <p:cNvSpPr>
            <a:spLocks xmlns:a="http://schemas.openxmlformats.org/drawingml/2006/main" noGrp="1"/>
          </p:cNvSpPr>
          <p:nvPr/>
        </p:nvSpPr>
        <p:spPr>
          <a:xfrm xmlns:a="http://schemas.openxmlformats.org/drawingml/2006/main">
            <a:off x="711898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8AA7999-7EDA-4E27-85E7-1DB57948BE0E}"/>
              </a:ext>
            </a:extLst>
          </p:cNvPr>
          <p:cNvSpPr>
            <a:spLocks xmlns:a="http://schemas.openxmlformats.org/drawingml/2006/main" noGrp="1"/>
          </p:cNvSpPr>
          <p:nvPr/>
        </p:nvSpPr>
        <p:spPr>
          <a:xfrm xmlns:a="http://schemas.openxmlformats.org/drawingml/2006/main">
            <a:off x="743331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시스템 변경">
            <a:extLst xmlns:a="http://schemas.openxmlformats.org/drawingml/2006/main">
              <a:ext uri="{FF2B5EF4-FFF2-40B4-BE49-F238E27FC236}">
                <a16:creationId xmlns:a16="http://schemas.microsoft.com/office/drawing/2014/main" id="{533BBB18-3378-4958-A503-907CD546C78F}"/>
              </a:ext>
            </a:extLst>
          </p:cNvPr>
          <p:cNvSpPr>
            <a:spLocks xmlns:a="http://schemas.openxmlformats.org/drawingml/2006/main" noGrp="1"/>
          </p:cNvSpPr>
          <p:nvPr/>
        </p:nvSpPr>
        <p:spPr>
          <a:xfrm xmlns:a="http://schemas.openxmlformats.org/drawingml/2006/main">
            <a:off x="743331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시스템 변경</a:t>
            </a:r>
          </a:p>
        </p:txBody>
      </p:sp>
      <p:sp>
        <p:nvSpPr>
          <p:cNvPr id="21" name="어디를 바꾸나?">
            <a:extLst xmlns:a="http://schemas.openxmlformats.org/drawingml/2006/main">
              <a:ext uri="{FF2B5EF4-FFF2-40B4-BE49-F238E27FC236}">
                <a16:creationId xmlns:a16="http://schemas.microsoft.com/office/drawing/2014/main" id="{61240BA4-3347-44BD-ACEA-DAEF3CE81E8F}"/>
              </a:ext>
            </a:extLst>
          </p:cNvPr>
          <p:cNvSpPr>
            <a:spLocks xmlns:a="http://schemas.openxmlformats.org/drawingml/2006/main" noGrp="1"/>
          </p:cNvSpPr>
          <p:nvPr/>
        </p:nvSpPr>
        <p:spPr>
          <a:xfrm xmlns:a="http://schemas.openxmlformats.org/drawingml/2006/main">
            <a:off x="743331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어디를 바꾸나?</a:t>
            </a:r>
          </a:p>
        </p:txBody>
      </p:sp>
      <p:sp>
        <p:nvSpPr>
          <p:cNvPr id="22" name="">
            <a:extLst xmlns:a="http://schemas.openxmlformats.org/drawingml/2006/main">
              <a:ext uri="{FF2B5EF4-FFF2-40B4-BE49-F238E27FC236}">
                <a16:creationId xmlns:a16="http://schemas.microsoft.com/office/drawing/2014/main" id="{11898848-C620-4DE5-82B2-78BCD5033225}"/>
              </a:ext>
            </a:extLst>
          </p:cNvPr>
          <p:cNvSpPr>
            <a:spLocks xmlns:a="http://schemas.openxmlformats.org/drawingml/2006/main" noGrp="1"/>
          </p:cNvSpPr>
          <p:nvPr/>
        </p:nvSpPr>
        <p:spPr>
          <a:xfrm xmlns:a="http://schemas.openxmlformats.org/drawingml/2006/main">
            <a:off x="939355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F967DDF-6672-413A-BE9F-90C9808645BE}"/>
              </a:ext>
            </a:extLst>
          </p:cNvPr>
          <p:cNvSpPr>
            <a:spLocks xmlns:a="http://schemas.openxmlformats.org/drawingml/2006/main" noGrp="1"/>
          </p:cNvSpPr>
          <p:nvPr/>
        </p:nvSpPr>
        <p:spPr>
          <a:xfrm xmlns:a="http://schemas.openxmlformats.org/drawingml/2006/main">
            <a:off x="970788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재평가">
            <a:extLst xmlns:a="http://schemas.openxmlformats.org/drawingml/2006/main">
              <a:ext uri="{FF2B5EF4-FFF2-40B4-BE49-F238E27FC236}">
                <a16:creationId xmlns:a16="http://schemas.microsoft.com/office/drawing/2014/main" id="{7DC3AB2C-DFA6-4BBB-B162-A7DAE955B59B}"/>
              </a:ext>
            </a:extLst>
          </p:cNvPr>
          <p:cNvSpPr>
            <a:spLocks xmlns:a="http://schemas.openxmlformats.org/drawingml/2006/main" noGrp="1"/>
          </p:cNvSpPr>
          <p:nvPr/>
        </p:nvSpPr>
        <p:spPr>
          <a:xfrm xmlns:a="http://schemas.openxmlformats.org/drawingml/2006/main">
            <a:off x="970788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재평가</a:t>
            </a:r>
          </a:p>
        </p:txBody>
      </p:sp>
      <p:sp>
        <p:nvSpPr>
          <p:cNvPr id="25" name="다른 작업도&#10;괜찮은가?">
            <a:extLst xmlns:a="http://schemas.openxmlformats.org/drawingml/2006/main">
              <a:ext uri="{FF2B5EF4-FFF2-40B4-BE49-F238E27FC236}">
                <a16:creationId xmlns:a16="http://schemas.microsoft.com/office/drawing/2014/main" id="{18C2CCA1-A368-4366-B18E-6440D52755A4}"/>
              </a:ext>
            </a:extLst>
          </p:cNvPr>
          <p:cNvSpPr>
            <a:spLocks xmlns:a="http://schemas.openxmlformats.org/drawingml/2006/main" noGrp="1"/>
          </p:cNvSpPr>
          <p:nvPr/>
        </p:nvSpPr>
        <p:spPr>
          <a:xfrm xmlns:a="http://schemas.openxmlformats.org/drawingml/2006/main">
            <a:off x="970788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다른 작업도</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괜찮은가?</a:t>
            </a:r>
          </a:p>
        </p:txBody>
      </p:sp>
      <p:sp>
        <p:nvSpPr>
          <p:cNvPr id="26" name="다음 작업에도 영향을 주는 변경으로 연결한다.">
            <a:extLst xmlns:a="http://schemas.openxmlformats.org/drawingml/2006/main">
              <a:ext uri="{FF2B5EF4-FFF2-40B4-BE49-F238E27FC236}">
                <a16:creationId xmlns:a16="http://schemas.microsoft.com/office/drawing/2014/main" id="{28A7E2C4-6BAD-4C38-9C16-9AFCCD3B7A1D}"/>
              </a:ext>
            </a:extLst>
          </p:cNvPr>
          <p:cNvSpPr>
            <a:spLocks xmlns:a="http://schemas.openxmlformats.org/drawingml/2006/main" noGrp="1"/>
          </p:cNvSpPr>
          <p:nvPr/>
        </p:nvSpPr>
        <p:spPr>
          <a:xfrm xmlns:a="http://schemas.openxmlformats.org/drawingml/2006/main">
            <a:off x="609600" y="49530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 영향을 주는 변경으로 연결한다.</a:t>
            </a:r>
          </a:p>
        </p:txBody>
      </p:sp>
    </p:spTree>
    <p:extLst>
      <p:ext uri="{BB962C8B-B14F-4D97-AF65-F5344CB8AC3E}">
        <p14:creationId xmlns:p14="http://schemas.microsoft.com/office/powerpoint/2010/main" val="7251762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OBSERVED META / 교육자료 제작 기록">
            <a:extLst xmlns:a="http://schemas.openxmlformats.org/drawingml/2006/main">
              <a:ext uri="{FF2B5EF4-FFF2-40B4-BE49-F238E27FC236}">
                <a16:creationId xmlns:a16="http://schemas.microsoft.com/office/drawing/2014/main" id="{4D13D231-1AD2-4770-84EB-ACC5774FB1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교육자료 제작 기록</a:t>
            </a:r>
          </a:p>
        </p:txBody>
      </p:sp>
      <p:sp>
        <p:nvSpPr>
          <p:cNvPr id="2" name="S67">
            <a:extLst xmlns:a="http://schemas.openxmlformats.org/drawingml/2006/main">
              <a:ext uri="{FF2B5EF4-FFF2-40B4-BE49-F238E27FC236}">
                <a16:creationId xmlns:a16="http://schemas.microsoft.com/office/drawing/2014/main" id="{DCBDE465-6A0E-4EFF-8357-F34D86BC8D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42A99196-615D-414E-BCFC-B6CCDF23C9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AEF9577D-2EF7-4E57-8568-F9685A5207A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7DDBDB7-A7BA-4F74-B2FE-D90ED69FD4C2}"/>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DCA97DE5-0008-4306-BBFE-24623A3F717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BCFBA8CE-44F9-41C0-960C-E9B113C6DDE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49EA2FB3-FBA5-4CB1-A6EA-E92318ADB719}"/>
              </a:ext>
            </a:extLst>
          </p:cNvPr>
          <p:cNvSpPr>
            <a:spLocks xmlns:a="http://schemas.openxmlformats.org/drawingml/2006/main" noGrp="1"/>
          </p:cNvSpPr>
          <p:nvPr/>
        </p:nvSpPr>
        <p:spPr>
          <a:xfrm xmlns:a="http://schemas.openxmlformats.org/drawingml/2006/main">
            <a:off x="609600" y="20955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작업 요청">
            <a:extLst xmlns:a="http://schemas.openxmlformats.org/drawingml/2006/main">
              <a:ext uri="{FF2B5EF4-FFF2-40B4-BE49-F238E27FC236}">
                <a16:creationId xmlns:a16="http://schemas.microsoft.com/office/drawing/2014/main" id="{1490A993-A9BF-42A7-A4D0-D473F8FE8AFB}"/>
              </a:ext>
            </a:extLst>
          </p:cNvPr>
          <p:cNvSpPr>
            <a:spLocks xmlns:a="http://schemas.openxmlformats.org/drawingml/2006/main" noGrp="1"/>
          </p:cNvSpPr>
          <p:nvPr/>
        </p:nvSpPr>
        <p:spPr>
          <a:xfrm xmlns:a="http://schemas.openxmlformats.org/drawingml/2006/main">
            <a:off x="609600" y="309562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작업 요청</a:t>
            </a:r>
          </a:p>
        </p:txBody>
      </p:sp>
      <p:sp>
        <p:nvSpPr>
          <p:cNvPr id="10" name="실행 환경">
            <a:extLst xmlns:a="http://schemas.openxmlformats.org/drawingml/2006/main">
              <a:ext uri="{FF2B5EF4-FFF2-40B4-BE49-F238E27FC236}">
                <a16:creationId xmlns:a16="http://schemas.microsoft.com/office/drawing/2014/main" id="{25A4B5AB-2A21-45C7-A826-111CD8F2DB2D}"/>
              </a:ext>
            </a:extLst>
          </p:cNvPr>
          <p:cNvSpPr>
            <a:spLocks xmlns:a="http://schemas.openxmlformats.org/drawingml/2006/main" noGrp="1"/>
          </p:cNvSpPr>
          <p:nvPr/>
        </p:nvSpPr>
        <p:spPr>
          <a:xfrm xmlns:a="http://schemas.openxmlformats.org/drawingml/2006/main">
            <a:off x="4572000" y="309562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 환경</a:t>
            </a:r>
          </a:p>
        </p:txBody>
      </p:sp>
      <p:sp>
        <p:nvSpPr>
          <p:cNvPr id="11" name="결과 해석">
            <a:extLst xmlns:a="http://schemas.openxmlformats.org/drawingml/2006/main">
              <a:ext uri="{FF2B5EF4-FFF2-40B4-BE49-F238E27FC236}">
                <a16:creationId xmlns:a16="http://schemas.microsoft.com/office/drawing/2014/main" id="{438C476C-C79E-4661-861C-9D75FD464C8D}"/>
              </a:ext>
            </a:extLst>
          </p:cNvPr>
          <p:cNvSpPr>
            <a:spLocks xmlns:a="http://schemas.openxmlformats.org/drawingml/2006/main" noGrp="1"/>
          </p:cNvSpPr>
          <p:nvPr/>
        </p:nvSpPr>
        <p:spPr>
          <a:xfrm xmlns:a="http://schemas.openxmlformats.org/drawingml/2006/main">
            <a:off x="8572500" y="3095625"/>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결과 해석</a:t>
            </a:r>
          </a:p>
        </p:txBody>
      </p:sp>
      <p:sp>
        <p:nvSpPr>
          <p:cNvPr id="12" name="">
            <a:extLst xmlns:a="http://schemas.openxmlformats.org/drawingml/2006/main">
              <a:ext uri="{FF2B5EF4-FFF2-40B4-BE49-F238E27FC236}">
                <a16:creationId xmlns:a16="http://schemas.microsoft.com/office/drawing/2014/main" id="{FC307F51-3FCD-41FC-A4EE-F7ABD2412234}"/>
              </a:ext>
            </a:extLst>
          </p:cNvPr>
          <p:cNvSpPr>
            <a:spLocks xmlns:a="http://schemas.openxmlformats.org/drawingml/2006/main" noGrp="1"/>
          </p:cNvSpPr>
          <p:nvPr/>
        </p:nvSpPr>
        <p:spPr>
          <a:xfrm xmlns:a="http://schemas.openxmlformats.org/drawingml/2006/main">
            <a:off x="609600" y="37147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9CAE4C3-9695-478E-9339-3D595A6DFD20}"/>
              </a:ext>
            </a:extLst>
          </p:cNvPr>
          <p:cNvSpPr>
            <a:spLocks xmlns:a="http://schemas.openxmlformats.org/drawingml/2006/main" noGrp="1"/>
          </p:cNvSpPr>
          <p:nvPr/>
        </p:nvSpPr>
        <p:spPr>
          <a:xfrm xmlns:a="http://schemas.openxmlformats.org/drawingml/2006/main">
            <a:off x="4572000" y="37147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
            <a:extLst xmlns:a="http://schemas.openxmlformats.org/drawingml/2006/main">
              <a:ext uri="{FF2B5EF4-FFF2-40B4-BE49-F238E27FC236}">
                <a16:creationId xmlns:a16="http://schemas.microsoft.com/office/drawing/2014/main" id="{9A68D6AB-5C67-4F3A-AE31-E70BF8FC4374}"/>
              </a:ext>
            </a:extLst>
          </p:cNvPr>
          <p:cNvSpPr>
            <a:spLocks xmlns:a="http://schemas.openxmlformats.org/drawingml/2006/main" noGrp="1"/>
          </p:cNvSpPr>
          <p:nvPr/>
        </p:nvSpPr>
        <p:spPr>
          <a:xfrm xmlns:a="http://schemas.openxmlformats.org/drawingml/2006/main">
            <a:off x="8572500" y="3714750"/>
            <a:ext cx="3009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
            <a:extLst xmlns:a="http://schemas.openxmlformats.org/drawingml/2006/main">
              <a:ext uri="{FF2B5EF4-FFF2-40B4-BE49-F238E27FC236}">
                <a16:creationId xmlns:a16="http://schemas.microsoft.com/office/drawing/2014/main" id="{49074175-BDDE-47BB-A873-33F448DFBDDA}"/>
              </a:ext>
            </a:extLst>
          </p:cNvPr>
          <p:cNvSpPr>
            <a:spLocks xmlns:a="http://schemas.openxmlformats.org/drawingml/2006/main" noGrp="1"/>
          </p:cNvSpPr>
          <p:nvPr/>
        </p:nvSpPr>
        <p:spPr>
          <a:xfrm xmlns:a="http://schemas.openxmlformats.org/drawingml/2006/main">
            <a:off x="4048125" y="3886200"/>
            <a:ext cx="3429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EB9CF29-4A9C-458A-B0CD-317687E4ED12}"/>
              </a:ext>
            </a:extLst>
          </p:cNvPr>
          <p:cNvSpPr>
            <a:spLocks xmlns:a="http://schemas.openxmlformats.org/drawingml/2006/main" noGrp="1"/>
          </p:cNvSpPr>
          <p:nvPr/>
        </p:nvSpPr>
        <p:spPr>
          <a:xfrm xmlns:a="http://schemas.openxmlformats.org/drawingml/2006/main">
            <a:off x="8048625" y="3886200"/>
            <a:ext cx="3429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성능 개선 작업">
            <a:extLst xmlns:a="http://schemas.openxmlformats.org/drawingml/2006/main">
              <a:ext uri="{FF2B5EF4-FFF2-40B4-BE49-F238E27FC236}">
                <a16:creationId xmlns:a16="http://schemas.microsoft.com/office/drawing/2014/main" id="{0F9B7F7E-88CB-4B36-8A40-BC8676940D07}"/>
              </a:ext>
            </a:extLst>
          </p:cNvPr>
          <p:cNvSpPr>
            <a:spLocks xmlns:a="http://schemas.openxmlformats.org/drawingml/2006/main" noGrp="1"/>
          </p:cNvSpPr>
          <p:nvPr/>
        </p:nvSpPr>
        <p:spPr>
          <a:xfrm xmlns:a="http://schemas.openxmlformats.org/drawingml/2006/main">
            <a:off x="609600" y="3943350"/>
            <a:ext cx="333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8" name="Global Skill 관여&#10;시작 경고도 기록">
            <a:extLst xmlns:a="http://schemas.openxmlformats.org/drawingml/2006/main">
              <a:ext uri="{FF2B5EF4-FFF2-40B4-BE49-F238E27FC236}">
                <a16:creationId xmlns:a16="http://schemas.microsoft.com/office/drawing/2014/main" id="{CE156086-79F3-4DD2-9DB8-4113AC896C54}"/>
              </a:ext>
            </a:extLst>
          </p:cNvPr>
          <p:cNvSpPr>
            <a:spLocks xmlns:a="http://schemas.openxmlformats.org/drawingml/2006/main" noGrp="1"/>
          </p:cNvSpPr>
          <p:nvPr/>
        </p:nvSpPr>
        <p:spPr>
          <a:xfrm xmlns:a="http://schemas.openxmlformats.org/drawingml/2006/main">
            <a:off x="4572000" y="394335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Global Skill 관여</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경고도 기록</a:t>
            </a:r>
          </a:p>
        </p:txBody>
      </p:sp>
      <p:sp>
        <p:nvSpPr>
          <p:cNvPr id="19" name="Prompt만의 효과?&#10;귀속은 PARTIAL">
            <a:extLst xmlns:a="http://schemas.openxmlformats.org/drawingml/2006/main">
              <a:ext uri="{FF2B5EF4-FFF2-40B4-BE49-F238E27FC236}">
                <a16:creationId xmlns:a16="http://schemas.microsoft.com/office/drawing/2014/main" id="{A28E017D-0D58-40A8-A41C-EA8C8C103001}"/>
              </a:ext>
            </a:extLst>
          </p:cNvPr>
          <p:cNvSpPr>
            <a:spLocks xmlns:a="http://schemas.openxmlformats.org/drawingml/2006/main" noGrp="1"/>
          </p:cNvSpPr>
          <p:nvPr/>
        </p:nvSpPr>
        <p:spPr>
          <a:xfrm xmlns:a="http://schemas.openxmlformats.org/drawingml/2006/main">
            <a:off x="8572500" y="3943350"/>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Prompt만의 효과?</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귀속은 PARTIAL</a:t>
            </a:r>
          </a:p>
        </p:txBody>
      </p:sp>
      <p:sp>
        <p:nvSpPr>
          <p:cNvPr id="20" name="좋은 결과가 있다는 것과 원인을 안다는 것은 별개다.">
            <a:extLst xmlns:a="http://schemas.openxmlformats.org/drawingml/2006/main">
              <a:ext uri="{FF2B5EF4-FFF2-40B4-BE49-F238E27FC236}">
                <a16:creationId xmlns:a16="http://schemas.microsoft.com/office/drawing/2014/main" id="{E60E52B3-CF52-4371-A3D1-819BE4D85C41}"/>
              </a:ext>
            </a:extLst>
          </p:cNvPr>
          <p:cNvSpPr>
            <a:spLocks xmlns:a="http://schemas.openxmlformats.org/drawingml/2006/main" noGrp="1"/>
          </p:cNvSpPr>
          <p:nvPr/>
        </p:nvSpPr>
        <p:spPr>
          <a:xfrm xmlns:a="http://schemas.openxmlformats.org/drawingml/2006/main">
            <a:off x="609600" y="5219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좋은 결과가 있다는 것과 원인을 안다는 것은 별개다.</a:t>
            </a:r>
          </a:p>
        </p:txBody>
      </p:sp>
    </p:spTree>
    <p:extLst>
      <p:ext uri="{BB962C8B-B14F-4D97-AF65-F5344CB8AC3E}">
        <p14:creationId xmlns:p14="http://schemas.microsoft.com/office/powerpoint/2010/main" val="363063080"/>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OBSERVED META / 두 가지 검증 질문">
            <a:extLst xmlns:a="http://schemas.openxmlformats.org/drawingml/2006/main">
              <a:ext uri="{FF2B5EF4-FFF2-40B4-BE49-F238E27FC236}">
                <a16:creationId xmlns:a16="http://schemas.microsoft.com/office/drawing/2014/main" id="{64D79B67-7330-4712-8395-5BEA9C82F1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F4E450F5-DEA2-45AE-A3EB-8F9FEDC84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080B52E8-3F2E-47D3-ABA5-D068C35531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DA68B07-B111-412A-A2EE-8263738412A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68691C6-A577-4085-BA6F-243C2A55D170}"/>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C18BA700-2518-4361-8407-ED064044E01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06165D74-A57E-40F1-BFA0-5BDB7FC9A2F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측정 결과는 유효한가?">
            <a:extLst xmlns:a="http://schemas.openxmlformats.org/drawingml/2006/main">
              <a:ext uri="{FF2B5EF4-FFF2-40B4-BE49-F238E27FC236}">
                <a16:creationId xmlns:a16="http://schemas.microsoft.com/office/drawing/2014/main" id="{697E49DA-1BEC-4F7A-BEED-FCDC85A498AA}"/>
              </a:ext>
            </a:extLst>
          </p:cNvPr>
          <p:cNvSpPr>
            <a:spLocks xmlns:a="http://schemas.openxmlformats.org/drawingml/2006/main" noGrp="1"/>
          </p:cNvSpPr>
          <p:nvPr/>
        </p:nvSpPr>
        <p:spPr>
          <a:xfrm xmlns:a="http://schemas.openxmlformats.org/drawingml/2006/main">
            <a:off x="609600" y="21907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9" name="무엇이 결과를 만들었나?">
            <a:extLst xmlns:a="http://schemas.openxmlformats.org/drawingml/2006/main">
              <a:ext uri="{FF2B5EF4-FFF2-40B4-BE49-F238E27FC236}">
                <a16:creationId xmlns:a16="http://schemas.microsoft.com/office/drawing/2014/main" id="{28424658-98F4-4B9A-A498-1C544864A76F}"/>
              </a:ext>
            </a:extLst>
          </p:cNvPr>
          <p:cNvSpPr>
            <a:spLocks xmlns:a="http://schemas.openxmlformats.org/drawingml/2006/main" noGrp="1"/>
          </p:cNvSpPr>
          <p:nvPr/>
        </p:nvSpPr>
        <p:spPr>
          <a:xfrm xmlns:a="http://schemas.openxmlformats.org/drawingml/2006/main">
            <a:off x="6705600" y="219075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0" name="">
            <a:extLst xmlns:a="http://schemas.openxmlformats.org/drawingml/2006/main">
              <a:ext uri="{FF2B5EF4-FFF2-40B4-BE49-F238E27FC236}">
                <a16:creationId xmlns:a16="http://schemas.microsoft.com/office/drawing/2014/main" id="{D17B9B2A-EEE1-48D5-B0CD-402DB3731B20}"/>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21401D1-D014-4E12-8630-CDD87EC96AB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입력·출력 hash 일치&#10;같은 조건의 측정 기록">
            <a:extLst xmlns:a="http://schemas.openxmlformats.org/drawingml/2006/main">
              <a:ext uri="{FF2B5EF4-FFF2-40B4-BE49-F238E27FC236}">
                <a16:creationId xmlns:a16="http://schemas.microsoft.com/office/drawing/2014/main" id="{9301E296-EA69-4684-B8E1-99A09DF42E8F}"/>
              </a:ext>
            </a:extLst>
          </p:cNvPr>
          <p:cNvSpPr>
            <a:spLocks xmlns:a="http://schemas.openxmlformats.org/drawingml/2006/main" noGrp="1"/>
          </p:cNvSpPr>
          <p:nvPr/>
        </p:nvSpPr>
        <p:spPr>
          <a:xfrm xmlns:a="http://schemas.openxmlformats.org/drawingml/2006/main">
            <a:off x="609600" y="3095625"/>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3" name="Global Skill이 평가 절차에 관여&#10;Prompt만의 효과는 분리 못함">
            <a:extLst xmlns:a="http://schemas.openxmlformats.org/drawingml/2006/main">
              <a:ext uri="{FF2B5EF4-FFF2-40B4-BE49-F238E27FC236}">
                <a16:creationId xmlns:a16="http://schemas.microsoft.com/office/drawing/2014/main" id="{D36B3BD1-7162-4730-951C-8A19E8867B8B}"/>
              </a:ext>
            </a:extLst>
          </p:cNvPr>
          <p:cNvSpPr>
            <a:spLocks xmlns:a="http://schemas.openxmlformats.org/drawingml/2006/main" noGrp="1"/>
          </p:cNvSpPr>
          <p:nvPr/>
        </p:nvSpPr>
        <p:spPr>
          <a:xfrm xmlns:a="http://schemas.openxmlformats.org/drawingml/2006/main">
            <a:off x="6705600" y="3095625"/>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4" name="144.2 → 33.5 ms/call median">
            <a:extLst xmlns:a="http://schemas.openxmlformats.org/drawingml/2006/main">
              <a:ext uri="{FF2B5EF4-FFF2-40B4-BE49-F238E27FC236}">
                <a16:creationId xmlns:a16="http://schemas.microsoft.com/office/drawing/2014/main" id="{B57C1CA9-45B3-40CA-98CB-293D6F0D85AD}"/>
              </a:ext>
            </a:extLst>
          </p:cNvPr>
          <p:cNvSpPr>
            <a:spLocks xmlns:a="http://schemas.openxmlformats.org/drawingml/2006/main" noGrp="1"/>
          </p:cNvSpPr>
          <p:nvPr/>
        </p:nvSpPr>
        <p:spPr>
          <a:xfrm xmlns:a="http://schemas.openxmlformats.org/drawingml/2006/main">
            <a:off x="609600" y="434340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5" name="인과 해석: PARTIAL">
            <a:extLst xmlns:a="http://schemas.openxmlformats.org/drawingml/2006/main">
              <a:ext uri="{FF2B5EF4-FFF2-40B4-BE49-F238E27FC236}">
                <a16:creationId xmlns:a16="http://schemas.microsoft.com/office/drawing/2014/main" id="{0581FB24-DB97-486A-BAE2-04114BADB4BC}"/>
              </a:ext>
            </a:extLst>
          </p:cNvPr>
          <p:cNvSpPr>
            <a:spLocks xmlns:a="http://schemas.openxmlformats.org/drawingml/2006/main" noGrp="1"/>
          </p:cNvSpPr>
          <p:nvPr/>
        </p:nvSpPr>
        <p:spPr>
          <a:xfrm xmlns:a="http://schemas.openxmlformats.org/drawingml/2006/main">
            <a:off x="6705600" y="434340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인과 해석: PARTIAL</a:t>
            </a:r>
          </a:p>
        </p:txBody>
      </p:sp>
      <p:sp>
        <p:nvSpPr>
          <p:cNvPr id="16" name="측정된 변화와, 그 변화의 원인에 대한 확신을 따로 기록한다.">
            <a:extLst xmlns:a="http://schemas.openxmlformats.org/drawingml/2006/main">
              <a:ext uri="{FF2B5EF4-FFF2-40B4-BE49-F238E27FC236}">
                <a16:creationId xmlns:a16="http://schemas.microsoft.com/office/drawing/2014/main" id="{40996125-C4A8-4E5C-84D6-9DB781ACFBC9}"/>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측정된 변화와, 그 변화의 원인에 대한 확신을 따로 기록한다.</a:t>
            </a:r>
          </a:p>
        </p:txBody>
      </p:sp>
    </p:spTree>
    <p:extLst>
      <p:ext uri="{BB962C8B-B14F-4D97-AF65-F5344CB8AC3E}">
        <p14:creationId xmlns:p14="http://schemas.microsoft.com/office/powerpoint/2010/main" val="149930382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OBSERVED META / 실제 기록 방식 변경">
            <a:extLst xmlns:a="http://schemas.openxmlformats.org/drawingml/2006/main">
              <a:ext uri="{FF2B5EF4-FFF2-40B4-BE49-F238E27FC236}">
                <a16:creationId xmlns:a16="http://schemas.microsoft.com/office/drawing/2014/main" id="{6D1C408B-951D-470D-839D-E88D8A3C33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D436DE41-F136-491C-B7C0-DB05CB5DCB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AF9A83BC-BD91-4AA8-85BB-991733B685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C6582B6D-86F5-4285-9D0B-959EDFD3DD6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BDA02DD-E1CC-462D-86A3-335B61CF2CDB}"/>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747BF342-D3D1-4976-8799-88ED8FA240A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1A70CA20-A1D6-45DB-A82D-F30D8CBD7BD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이후 Trial에는 관찰된 환경 영향도 기록한다.">
            <a:extLst xmlns:a="http://schemas.openxmlformats.org/drawingml/2006/main">
              <a:ext uri="{FF2B5EF4-FFF2-40B4-BE49-F238E27FC236}">
                <a16:creationId xmlns:a16="http://schemas.microsoft.com/office/drawing/2014/main" id="{D80D951B-AA37-4D48-99C5-18A1012A8CBA}"/>
              </a:ext>
            </a:extLst>
          </p:cNvPr>
          <p:cNvSpPr>
            <a:spLocks xmlns:a="http://schemas.openxmlformats.org/drawingml/2006/main" noGrp="1"/>
          </p:cNvSpPr>
          <p:nvPr/>
        </p:nvSpPr>
        <p:spPr>
          <a:xfrm xmlns:a="http://schemas.openxmlformats.org/drawingml/2006/main">
            <a:off x="609600" y="21145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이후 Trial에는 관찰된 환경 영향도 기록한다.</a:t>
            </a:r>
          </a:p>
        </p:txBody>
      </p:sp>
      <p:sp>
        <p:nvSpPr>
          <p:cNvPr id="9" name="기존 평가의 빈틈">
            <a:extLst xmlns:a="http://schemas.openxmlformats.org/drawingml/2006/main">
              <a:ext uri="{FF2B5EF4-FFF2-40B4-BE49-F238E27FC236}">
                <a16:creationId xmlns:a16="http://schemas.microsoft.com/office/drawing/2014/main" id="{76DF3E8E-33B5-48B2-8A92-D63C001955CC}"/>
              </a:ext>
            </a:extLst>
          </p:cNvPr>
          <p:cNvSpPr>
            <a:spLocks xmlns:a="http://schemas.openxmlformats.org/drawingml/2006/main" noGrp="1"/>
          </p:cNvSpPr>
          <p:nvPr/>
        </p:nvSpPr>
        <p:spPr>
          <a:xfrm xmlns:a="http://schemas.openxmlformats.org/drawingml/2006/main">
            <a:off x="609600" y="3095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기존 평가의 빈틈</a:t>
            </a:r>
          </a:p>
        </p:txBody>
      </p:sp>
      <p:sp>
        <p:nvSpPr>
          <p:cNvPr id="10" name="후속 기록 기준">
            <a:extLst xmlns:a="http://schemas.openxmlformats.org/drawingml/2006/main">
              <a:ext uri="{FF2B5EF4-FFF2-40B4-BE49-F238E27FC236}">
                <a16:creationId xmlns:a16="http://schemas.microsoft.com/office/drawing/2014/main" id="{1EC9595E-9E2D-4E5F-BF25-68B54D37307B}"/>
              </a:ext>
            </a:extLst>
          </p:cNvPr>
          <p:cNvSpPr>
            <a:spLocks xmlns:a="http://schemas.openxmlformats.org/drawingml/2006/main" noGrp="1"/>
          </p:cNvSpPr>
          <p:nvPr/>
        </p:nvSpPr>
        <p:spPr>
          <a:xfrm xmlns:a="http://schemas.openxmlformats.org/drawingml/2006/main">
            <a:off x="6705600" y="3095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후속 기록 기준</a:t>
            </a:r>
          </a:p>
        </p:txBody>
      </p:sp>
      <p:sp>
        <p:nvSpPr>
          <p:cNvPr id="11" name="">
            <a:extLst xmlns:a="http://schemas.openxmlformats.org/drawingml/2006/main">
              <a:ext uri="{FF2B5EF4-FFF2-40B4-BE49-F238E27FC236}">
                <a16:creationId xmlns:a16="http://schemas.microsoft.com/office/drawing/2014/main" id="{0CF38674-0FEC-4212-B7C8-336E69D2302B}"/>
              </a:ext>
            </a:extLst>
          </p:cNvPr>
          <p:cNvSpPr>
            <a:spLocks xmlns:a="http://schemas.openxmlformats.org/drawingml/2006/main" noGrp="1"/>
          </p:cNvSpPr>
          <p:nvPr/>
        </p:nvSpPr>
        <p:spPr>
          <a:xfrm xmlns:a="http://schemas.openxmlformats.org/drawingml/2006/main">
            <a:off x="609600" y="36671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
            <a:extLst xmlns:a="http://schemas.openxmlformats.org/drawingml/2006/main">
              <a:ext uri="{FF2B5EF4-FFF2-40B4-BE49-F238E27FC236}">
                <a16:creationId xmlns:a16="http://schemas.microsoft.com/office/drawing/2014/main" id="{BAE4875D-93E2-41D8-94AB-3F2F606DBB1A}"/>
              </a:ext>
            </a:extLst>
          </p:cNvPr>
          <p:cNvSpPr>
            <a:spLocks xmlns:a="http://schemas.openxmlformats.org/drawingml/2006/main" noGrp="1"/>
          </p:cNvSpPr>
          <p:nvPr/>
        </p:nvSpPr>
        <p:spPr>
          <a:xfrm xmlns:a="http://schemas.openxmlformats.org/drawingml/2006/main">
            <a:off x="6705600" y="3667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작업과 Repository 중심&#10;주변 Harness 영향 설명 부족">
            <a:extLst xmlns:a="http://schemas.openxmlformats.org/drawingml/2006/main">
              <a:ext uri="{FF2B5EF4-FFF2-40B4-BE49-F238E27FC236}">
                <a16:creationId xmlns:a16="http://schemas.microsoft.com/office/drawing/2014/main" id="{0A7FB502-69C2-4C6C-8236-9DB149720F23}"/>
              </a:ext>
            </a:extLst>
          </p:cNvPr>
          <p:cNvSpPr>
            <a:spLocks xmlns:a="http://schemas.openxmlformats.org/drawingml/2006/main" noGrp="1"/>
          </p:cNvSpPr>
          <p:nvPr/>
        </p:nvSpPr>
        <p:spPr>
          <a:xfrm xmlns:a="http://schemas.openxmlformats.org/drawingml/2006/main">
            <a:off x="609600" y="3886200"/>
            <a:ext cx="4876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작업과 Repository 중심</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주변 Harness 영향 설명 부족</a:t>
            </a:r>
          </a:p>
        </p:txBody>
      </p:sp>
      <p:sp>
        <p:nvSpPr>
          <p:cNvPr id="14" name="관찰된 Skills · 경고 · 사용 여부&#10;결과를 설명할 수 있는 범위">
            <a:extLst xmlns:a="http://schemas.openxmlformats.org/drawingml/2006/main">
              <a:ext uri="{FF2B5EF4-FFF2-40B4-BE49-F238E27FC236}">
                <a16:creationId xmlns:a16="http://schemas.microsoft.com/office/drawing/2014/main" id="{58B29427-7221-4955-928D-53C0766EC584}"/>
              </a:ext>
            </a:extLst>
          </p:cNvPr>
          <p:cNvSpPr>
            <a:spLocks xmlns:a="http://schemas.openxmlformats.org/drawingml/2006/main" noGrp="1"/>
          </p:cNvSpPr>
          <p:nvPr/>
        </p:nvSpPr>
        <p:spPr>
          <a:xfrm xmlns:a="http://schemas.openxmlformats.org/drawingml/2006/main">
            <a:off x="6705600" y="3886200"/>
            <a:ext cx="4876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Skills · 경고 · 사용 여부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설명할 수 있는 범위</a:t>
            </a:r>
          </a:p>
        </p:txBody>
      </p:sp>
      <p:sp>
        <p:nvSpPr>
          <p:cNvPr id="15" name="기존 결과는 PARTIAL로 보존하고, 관찰된 조건을 함께 남긴다.">
            <a:extLst xmlns:a="http://schemas.openxmlformats.org/drawingml/2006/main">
              <a:ext uri="{FF2B5EF4-FFF2-40B4-BE49-F238E27FC236}">
                <a16:creationId xmlns:a16="http://schemas.microsoft.com/office/drawing/2014/main" id="{73A43585-1B7E-4400-9E82-031E3CEE4153}"/>
              </a:ext>
            </a:extLst>
          </p:cNvPr>
          <p:cNvSpPr>
            <a:spLocks xmlns:a="http://schemas.openxmlformats.org/drawingml/2006/main" noGrp="1"/>
          </p:cNvSpPr>
          <p:nvPr/>
        </p:nvSpPr>
        <p:spPr>
          <a:xfrm xmlns:a="http://schemas.openxmlformats.org/drawingml/2006/main">
            <a:off x="609600" y="52768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기존 결과는 PARTIAL로 보존하고, 관찰된 조건을 함께 남긴다.</a:t>
            </a:r>
          </a:p>
        </p:txBody>
      </p:sp>
    </p:spTree>
    <p:extLst>
      <p:ext uri="{BB962C8B-B14F-4D97-AF65-F5344CB8AC3E}">
        <p14:creationId xmlns:p14="http://schemas.microsoft.com/office/powerpoint/2010/main" val="2077001069"/>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OBSERVED META / 후속 기록 대조">
            <a:extLst xmlns:a="http://schemas.openxmlformats.org/drawingml/2006/main">
              <a:ext uri="{FF2B5EF4-FFF2-40B4-BE49-F238E27FC236}">
                <a16:creationId xmlns:a16="http://schemas.microsoft.com/office/drawing/2014/main" id="{987721EA-1F2D-4709-937D-0D64236D4F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215FC341-1979-4278-A968-8715CB78E2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EA3D3AF5-B5AF-48AF-B85C-75F0289116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BF655314-DA51-4C86-9837-A819890BA42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9F09DF2-742A-4C3A-BA48-64738347AA7E}"/>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FCBC4898-1CC1-4DAE-ABFE-0B8A4D01B1E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AC8216DA-E9A5-4204-B7F9-ED62AE37DA0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 보고와 기록의 불일치">
            <a:extLst xmlns:a="http://schemas.openxmlformats.org/drawingml/2006/main">
              <a:ext uri="{FF2B5EF4-FFF2-40B4-BE49-F238E27FC236}">
                <a16:creationId xmlns:a16="http://schemas.microsoft.com/office/drawing/2014/main" id="{501CF718-1C43-4CE6-9257-2A1C632C3756}"/>
              </a:ext>
            </a:extLst>
          </p:cNvPr>
          <p:cNvSpPr>
            <a:spLocks xmlns:a="http://schemas.openxmlformats.org/drawingml/2006/main" noGrp="1"/>
          </p:cNvSpPr>
          <p:nvPr/>
        </p:nvSpPr>
        <p:spPr>
          <a:xfrm xmlns:a="http://schemas.openxmlformats.org/drawingml/2006/main">
            <a:off x="609600" y="21526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TRIAL-007 · 보고와 기록의 불일치</a:t>
            </a:r>
          </a:p>
        </p:txBody>
      </p:sp>
      <p:sp>
        <p:nvSpPr>
          <p:cNvPr id="9" name="">
            <a:extLst xmlns:a="http://schemas.openxmlformats.org/drawingml/2006/main">
              <a:ext uri="{FF2B5EF4-FFF2-40B4-BE49-F238E27FC236}">
                <a16:creationId xmlns:a16="http://schemas.microsoft.com/office/drawing/2014/main" id="{13A9ADA7-484F-45B9-A0DB-624CD9266522}"/>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0" name="최종 보고">
            <a:extLst xmlns:a="http://schemas.openxmlformats.org/drawingml/2006/main">
              <a:ext uri="{FF2B5EF4-FFF2-40B4-BE49-F238E27FC236}">
                <a16:creationId xmlns:a16="http://schemas.microsoft.com/office/drawing/2014/main" id="{1E025228-6D8F-4E53-8874-B1BEB1E0623F}"/>
              </a:ext>
            </a:extLst>
          </p:cNvPr>
          <p:cNvSpPr>
            <a:spLocks xmlns:a="http://schemas.openxmlformats.org/drawingml/2006/main" noGrp="1"/>
          </p:cNvSpPr>
          <p:nvPr/>
        </p:nvSpPr>
        <p:spPr>
          <a:xfrm xmlns:a="http://schemas.openxmlformats.org/drawingml/2006/main">
            <a:off x="609600" y="3000375"/>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최종 보고</a:t>
            </a:r>
          </a:p>
        </p:txBody>
      </p:sp>
      <p:sp>
        <p:nvSpPr>
          <p:cNvPr id="11" name="MCP 경고 없음">
            <a:extLst xmlns:a="http://schemas.openxmlformats.org/drawingml/2006/main">
              <a:ext uri="{FF2B5EF4-FFF2-40B4-BE49-F238E27FC236}">
                <a16:creationId xmlns:a16="http://schemas.microsoft.com/office/drawing/2014/main" id="{83078D94-F9CE-4519-ABE1-7E33095B44D2}"/>
              </a:ext>
            </a:extLst>
          </p:cNvPr>
          <p:cNvSpPr>
            <a:spLocks xmlns:a="http://schemas.openxmlformats.org/drawingml/2006/main" noGrp="1"/>
          </p:cNvSpPr>
          <p:nvPr/>
        </p:nvSpPr>
        <p:spPr>
          <a:xfrm xmlns:a="http://schemas.openxmlformats.org/drawingml/2006/main">
            <a:off x="3162300" y="3000375"/>
            <a:ext cx="842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MCP 경고 없음</a:t>
            </a:r>
          </a:p>
        </p:txBody>
      </p:sp>
      <p:sp>
        <p:nvSpPr>
          <p:cNvPr id="12" name="보존된 stderr">
            <a:extLst xmlns:a="http://schemas.openxmlformats.org/drawingml/2006/main">
              <a:ext uri="{FF2B5EF4-FFF2-40B4-BE49-F238E27FC236}">
                <a16:creationId xmlns:a16="http://schemas.microsoft.com/office/drawing/2014/main" id="{3D0BAB44-B3E8-4548-BF30-A007BBC133F0}"/>
              </a:ext>
            </a:extLst>
          </p:cNvPr>
          <p:cNvSpPr>
            <a:spLocks xmlns:a="http://schemas.openxmlformats.org/drawingml/2006/main" noGrp="1"/>
          </p:cNvSpPr>
          <p:nvPr/>
        </p:nvSpPr>
        <p:spPr>
          <a:xfrm xmlns:a="http://schemas.openxmlformats.org/drawingml/2006/main">
            <a:off x="609600" y="3638550"/>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보존된 stderr</a:t>
            </a:r>
          </a:p>
        </p:txBody>
      </p:sp>
      <p:sp>
        <p:nvSpPr>
          <p:cNvPr id="13" name="Nimble AuthRequired">
            <a:extLst xmlns:a="http://schemas.openxmlformats.org/drawingml/2006/main">
              <a:ext uri="{FF2B5EF4-FFF2-40B4-BE49-F238E27FC236}">
                <a16:creationId xmlns:a16="http://schemas.microsoft.com/office/drawing/2014/main" id="{84136841-D51C-4374-A778-B8A59379ABFC}"/>
              </a:ext>
            </a:extLst>
          </p:cNvPr>
          <p:cNvSpPr>
            <a:spLocks xmlns:a="http://schemas.openxmlformats.org/drawingml/2006/main" noGrp="1"/>
          </p:cNvSpPr>
          <p:nvPr/>
        </p:nvSpPr>
        <p:spPr>
          <a:xfrm xmlns:a="http://schemas.openxmlformats.org/drawingml/2006/main">
            <a:off x="3162300" y="3638550"/>
            <a:ext cx="842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Nimble AuthRequired</a:t>
            </a:r>
          </a:p>
        </p:txBody>
      </p:sp>
      <p:sp>
        <p:nvSpPr>
          <p:cNvPr id="14" name="">
            <a:extLst xmlns:a="http://schemas.openxmlformats.org/drawingml/2006/main">
              <a:ext uri="{FF2B5EF4-FFF2-40B4-BE49-F238E27FC236}">
                <a16:creationId xmlns:a16="http://schemas.microsoft.com/office/drawing/2014/main" id="{CCE3BA1D-A2A4-48F9-A1A8-B6782ED36E58}"/>
              </a:ext>
            </a:extLst>
          </p:cNvPr>
          <p:cNvSpPr>
            <a:spLocks xmlns:a="http://schemas.openxmlformats.org/drawingml/2006/main" noGrp="1"/>
          </p:cNvSpPr>
          <p:nvPr/>
        </p:nvSpPr>
        <p:spPr>
          <a:xfrm xmlns:a="http://schemas.openxmlformats.org/drawingml/2006/main">
            <a:off x="609600" y="4438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TRIAL-008">
            <a:extLst xmlns:a="http://schemas.openxmlformats.org/drawingml/2006/main">
              <a:ext uri="{FF2B5EF4-FFF2-40B4-BE49-F238E27FC236}">
                <a16:creationId xmlns:a16="http://schemas.microsoft.com/office/drawing/2014/main" id="{C9423DF3-A521-429C-AC8A-CEEA725F05C9}"/>
              </a:ext>
            </a:extLst>
          </p:cNvPr>
          <p:cNvSpPr>
            <a:spLocks xmlns:a="http://schemas.openxmlformats.org/drawingml/2006/main" noGrp="1"/>
          </p:cNvSpPr>
          <p:nvPr/>
        </p:nvSpPr>
        <p:spPr>
          <a:xfrm xmlns:a="http://schemas.openxmlformats.org/drawingml/2006/main">
            <a:off x="609600" y="4714875"/>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TRIAL-008</a:t>
            </a:r>
          </a:p>
        </p:txBody>
      </p:sp>
      <p:sp>
        <p:nvSpPr>
          <p:cNvPr id="16" name="Repository Skill 호출과 Global influence를 별도 기록">
            <a:extLst xmlns:a="http://schemas.openxmlformats.org/drawingml/2006/main">
              <a:ext uri="{FF2B5EF4-FFF2-40B4-BE49-F238E27FC236}">
                <a16:creationId xmlns:a16="http://schemas.microsoft.com/office/drawing/2014/main" id="{CD38E360-98D9-405B-A249-0B036E68BB05}"/>
              </a:ext>
            </a:extLst>
          </p:cNvPr>
          <p:cNvSpPr>
            <a:spLocks xmlns:a="http://schemas.openxmlformats.org/drawingml/2006/main" noGrp="1"/>
          </p:cNvSpPr>
          <p:nvPr/>
        </p:nvSpPr>
        <p:spPr>
          <a:xfrm xmlns:a="http://schemas.openxmlformats.org/drawingml/2006/main">
            <a:off x="3162300" y="4714875"/>
            <a:ext cx="8420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Repository Skill 호출과 Global influence를 별도 기록</a:t>
            </a:r>
          </a:p>
        </p:txBody>
      </p:sp>
    </p:spTree>
    <p:extLst>
      <p:ext uri="{BB962C8B-B14F-4D97-AF65-F5344CB8AC3E}">
        <p14:creationId xmlns:p14="http://schemas.microsoft.com/office/powerpoint/2010/main" val="24256034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OBSERVED META / 사례 회수">
            <a:extLst xmlns:a="http://schemas.openxmlformats.org/drawingml/2006/main">
              <a:ext uri="{FF2B5EF4-FFF2-40B4-BE49-F238E27FC236}">
                <a16:creationId xmlns:a16="http://schemas.microsoft.com/office/drawing/2014/main" id="{14ACF92F-6C1F-4533-BEB7-E29933B455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C7B4FE76-164D-432F-A8EB-E3A2ACDFAB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06737229-60F8-4A54-88A1-B2AEEA7813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2DD58350-C072-46D4-A8C1-848E79834BC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76C869F-1B39-400E-A3F5-F276C8D1BF88}"/>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14883C78-6DC0-4AEC-ADA9-CD221766353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BFF7DDD6-9B48-4460-AEC1-C1EE73F03BF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실제로 바뀐 것">
            <a:extLst xmlns:a="http://schemas.openxmlformats.org/drawingml/2006/main">
              <a:ext uri="{FF2B5EF4-FFF2-40B4-BE49-F238E27FC236}">
                <a16:creationId xmlns:a16="http://schemas.microsoft.com/office/drawing/2014/main" id="{48F26FD0-B865-448B-AE54-381CB210CEEB}"/>
              </a:ext>
            </a:extLst>
          </p:cNvPr>
          <p:cNvSpPr>
            <a:spLocks xmlns:a="http://schemas.openxmlformats.org/drawingml/2006/main" noGrp="1"/>
          </p:cNvSpPr>
          <p:nvPr/>
        </p:nvSpPr>
        <p:spPr>
          <a:xfrm xmlns:a="http://schemas.openxmlformats.org/drawingml/2006/main">
            <a:off x="609600" y="22860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실제로 바뀐 것</a:t>
            </a:r>
          </a:p>
        </p:txBody>
      </p:sp>
      <p:sp>
        <p:nvSpPr>
          <p:cNvPr id="9" name="아직 확인하지 못한 것">
            <a:extLst xmlns:a="http://schemas.openxmlformats.org/drawingml/2006/main">
              <a:ext uri="{FF2B5EF4-FFF2-40B4-BE49-F238E27FC236}">
                <a16:creationId xmlns:a16="http://schemas.microsoft.com/office/drawing/2014/main" id="{0DEEF340-156C-42E4-9832-86240C6704F6}"/>
              </a:ext>
            </a:extLst>
          </p:cNvPr>
          <p:cNvSpPr>
            <a:spLocks xmlns:a="http://schemas.openxmlformats.org/drawingml/2006/main" noGrp="1"/>
          </p:cNvSpPr>
          <p:nvPr/>
        </p:nvSpPr>
        <p:spPr>
          <a:xfrm xmlns:a="http://schemas.openxmlformats.org/drawingml/2006/main">
            <a:off x="6705600" y="22860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아직 확인하지 못한 것</a:t>
            </a:r>
          </a:p>
        </p:txBody>
      </p:sp>
      <p:sp>
        <p:nvSpPr>
          <p:cNvPr id="10" name="">
            <a:extLst xmlns:a="http://schemas.openxmlformats.org/drawingml/2006/main">
              <a:ext uri="{FF2B5EF4-FFF2-40B4-BE49-F238E27FC236}">
                <a16:creationId xmlns:a16="http://schemas.microsoft.com/office/drawing/2014/main" id="{26D08038-C9FD-4229-834B-E5CFCAA8F19B}"/>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3C144C0-46A9-474D-91F3-8D8E9648A43F}"/>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Trial을 평가하고&#10;보고하는 기준">
            <a:extLst xmlns:a="http://schemas.openxmlformats.org/drawingml/2006/main">
              <a:ext uri="{FF2B5EF4-FFF2-40B4-BE49-F238E27FC236}">
                <a16:creationId xmlns:a16="http://schemas.microsoft.com/office/drawing/2014/main" id="{E5C6CE1E-541C-4EF6-9BC4-71D3E56A7820}"/>
              </a:ext>
            </a:extLst>
          </p:cNvPr>
          <p:cNvSpPr>
            <a:spLocks xmlns:a="http://schemas.openxmlformats.org/drawingml/2006/main" noGrp="1"/>
          </p:cNvSpPr>
          <p:nvPr/>
        </p:nvSpPr>
        <p:spPr>
          <a:xfrm xmlns:a="http://schemas.openxmlformats.org/drawingml/2006/main">
            <a:off x="609600" y="333375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Trial을 평가하고</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보고하는 기준</a:t>
            </a:r>
          </a:p>
        </p:txBody>
      </p:sp>
      <p:sp>
        <p:nvSpPr>
          <p:cNvPr id="13" name="원인별 효과&#10;환경 목록의 완전성&#10;Trial 품질의 향상">
            <a:extLst xmlns:a="http://schemas.openxmlformats.org/drawingml/2006/main">
              <a:ext uri="{FF2B5EF4-FFF2-40B4-BE49-F238E27FC236}">
                <a16:creationId xmlns:a16="http://schemas.microsoft.com/office/drawing/2014/main" id="{642A8045-2665-4122-BC0B-AD761541F4ED}"/>
              </a:ext>
            </a:extLst>
          </p:cNvPr>
          <p:cNvSpPr>
            <a:spLocks xmlns:a="http://schemas.openxmlformats.org/drawingml/2006/main" noGrp="1"/>
          </p:cNvSpPr>
          <p:nvPr/>
        </p:nvSpPr>
        <p:spPr>
          <a:xfrm xmlns:a="http://schemas.openxmlformats.org/drawingml/2006/main">
            <a:off x="6705600" y="3257550"/>
            <a:ext cx="4876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원인별 효과</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환경 목록의 완전성</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Trial 품질의 향상</a:t>
            </a:r>
          </a:p>
        </p:txBody>
      </p:sp>
      <p:sp>
        <p:nvSpPr>
          <p:cNvPr id="14" name="Feedback은 평가 체계도 바꿀 수 있다. 변경 뒤의 결과는 다시 확인한다.">
            <a:extLst xmlns:a="http://schemas.openxmlformats.org/drawingml/2006/main">
              <a:ext uri="{FF2B5EF4-FFF2-40B4-BE49-F238E27FC236}">
                <a16:creationId xmlns:a16="http://schemas.microsoft.com/office/drawing/2014/main" id="{A95C4D52-F117-4E2E-BD88-8049C92C7CBC}"/>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Tree>
    <p:extLst>
      <p:ext uri="{BB962C8B-B14F-4D97-AF65-F5344CB8AC3E}">
        <p14:creationId xmlns:p14="http://schemas.microsoft.com/office/powerpoint/2010/main" val="182004536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 VISION / 적용을 위한 가상 질문">
            <a:extLst xmlns:a="http://schemas.openxmlformats.org/drawingml/2006/main">
              <a:ext uri="{FF2B5EF4-FFF2-40B4-BE49-F238E27FC236}">
                <a16:creationId xmlns:a16="http://schemas.microsoft.com/office/drawing/2014/main" id="{E797DAC7-CA4B-470C-932B-EA7E9666C6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2DDE9B9E-0A76-48B3-A6E1-DE28DD3574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BBD55603-F9E8-4D57-AB87-6F1D1D27581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CCB972BD-2C6C-41F5-853D-66068AE8EF8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1093EC4E-8312-4E77-BC27-D2E2FA7DA21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F2FF7978-BC4B-4F80-85DC-60A5490D7416}"/>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502B4B53-B981-4DA5-A927-9FB7E92C4575}"/>
              </a:ext>
            </a:extLst>
          </p:cNvPr>
          <p:cNvSpPr>
            <a:spLocks xmlns:a="http://schemas.openxmlformats.org/drawingml/2006/main" noGrp="1"/>
          </p:cNvSpPr>
          <p:nvPr/>
        </p:nvSpPr>
        <p:spPr>
          <a:xfrm xmlns:a="http://schemas.openxmlformats.org/drawingml/2006/main">
            <a:off x="609600" y="197167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304B5EB0-06EF-4587-AA4F-AE31DB23CDF1}"/>
              </a:ext>
            </a:extLst>
          </p:cNvPr>
          <p:cNvPicPr>
            <a:picLocks xmlns:a="http://schemas.openxmlformats.org/drawingml/2006/main" noChangeAspect="1"/>
          </p:cNvPicPr>
          <p:nvPr/>
        </p:nvPicPr>
        <p:blipFill>
          <a:blip xmlns:r="http://schemas.openxmlformats.org/officeDocument/2006/relationships" xmlns:a="http://schemas.openxmlformats.org/drawingml/2006/main" r:embed="Rae940bb560e14812"/>
          <a:srcRect xmlns:a="http://schemas.openxmlformats.org/drawingml/2006/main" l="0" t="6000" r="0" b="10000"/>
          <a:stretch xmlns:a="http://schemas.openxmlformats.org/drawingml/2006/main"/>
        </p:blipFill>
        <p:spPr>
          <a:xfrm xmlns:a="http://schemas.openxmlformats.org/drawingml/2006/main">
            <a:off x="1928813" y="2238375"/>
            <a:ext cx="8334375" cy="2333625"/>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DC290BC9-6423-405C-8760-76FED95EDA1C}"/>
              </a:ext>
            </a:extLst>
          </p:cNvPr>
          <p:cNvSpPr>
            <a:spLocks xmlns:a="http://schemas.openxmlformats.org/drawingml/2006/main" noGrp="1"/>
          </p:cNvSpPr>
          <p:nvPr/>
        </p:nvSpPr>
        <p:spPr>
          <a:xfrm xmlns:a="http://schemas.openxmlformats.org/drawingml/2006/main">
            <a:off x="2190750"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590FAE8C-C942-4BF7-9739-4E2F1063C4CB}"/>
              </a:ext>
            </a:extLst>
          </p:cNvPr>
          <p:cNvSpPr>
            <a:spLocks xmlns:a="http://schemas.openxmlformats.org/drawingml/2006/main" noGrp="1"/>
          </p:cNvSpPr>
          <p:nvPr/>
        </p:nvSpPr>
        <p:spPr>
          <a:xfrm xmlns:a="http://schemas.openxmlformats.org/drawingml/2006/main">
            <a:off x="4333875"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0F3A8601-2786-4805-B7C7-2F76FDB544E5}"/>
              </a:ext>
            </a:extLst>
          </p:cNvPr>
          <p:cNvSpPr>
            <a:spLocks xmlns:a="http://schemas.openxmlformats.org/drawingml/2006/main" noGrp="1"/>
          </p:cNvSpPr>
          <p:nvPr/>
        </p:nvSpPr>
        <p:spPr>
          <a:xfrm xmlns:a="http://schemas.openxmlformats.org/drawingml/2006/main">
            <a:off x="6238875"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DF3606B1-D0A6-4010-B0CF-EC15E9CD0774}"/>
              </a:ext>
            </a:extLst>
          </p:cNvPr>
          <p:cNvSpPr>
            <a:spLocks xmlns:a="http://schemas.openxmlformats.org/drawingml/2006/main" noGrp="1"/>
          </p:cNvSpPr>
          <p:nvPr/>
        </p:nvSpPr>
        <p:spPr>
          <a:xfrm xmlns:a="http://schemas.openxmlformats.org/drawingml/2006/main">
            <a:off x="9239250" y="45339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출력</a:t>
            </a:r>
          </a:p>
        </p:txBody>
      </p:sp>
      <p:sp>
        <p:nvSpPr>
          <p:cNvPr id="13" name="기존 가정">
            <a:extLst xmlns:a="http://schemas.openxmlformats.org/drawingml/2006/main">
              <a:ext uri="{FF2B5EF4-FFF2-40B4-BE49-F238E27FC236}">
                <a16:creationId xmlns:a16="http://schemas.microsoft.com/office/drawing/2014/main" id="{5258C382-EBBE-44B5-8911-9FAE008365B7}"/>
              </a:ext>
            </a:extLst>
          </p:cNvPr>
          <p:cNvSpPr>
            <a:spLocks xmlns:a="http://schemas.openxmlformats.org/drawingml/2006/main" noGrp="1"/>
          </p:cNvSpPr>
          <p:nvPr/>
        </p:nvSpPr>
        <p:spPr>
          <a:xfrm xmlns:a="http://schemas.openxmlformats.org/drawingml/2006/main">
            <a:off x="609600" y="47625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4" name="어떤 조건에서 맞던 판단인가?">
            <a:extLst xmlns:a="http://schemas.openxmlformats.org/drawingml/2006/main">
              <a:ext uri="{FF2B5EF4-FFF2-40B4-BE49-F238E27FC236}">
                <a16:creationId xmlns:a16="http://schemas.microsoft.com/office/drawing/2014/main" id="{E81E7886-C96A-4911-8309-44A6860176DD}"/>
              </a:ext>
            </a:extLst>
          </p:cNvPr>
          <p:cNvSpPr>
            <a:spLocks xmlns:a="http://schemas.openxmlformats.org/drawingml/2006/main" noGrp="1"/>
          </p:cNvSpPr>
          <p:nvPr/>
        </p:nvSpPr>
        <p:spPr>
          <a:xfrm xmlns:a="http://schemas.openxmlformats.org/drawingml/2006/main">
            <a:off x="609600" y="50863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 맞던 판단인가?</a:t>
            </a:r>
          </a:p>
        </p:txBody>
      </p:sp>
      <p:sp>
        <p:nvSpPr>
          <p:cNvPr id="15" name="측정 조건">
            <a:extLst xmlns:a="http://schemas.openxmlformats.org/drawingml/2006/main">
              <a:ext uri="{FF2B5EF4-FFF2-40B4-BE49-F238E27FC236}">
                <a16:creationId xmlns:a16="http://schemas.microsoft.com/office/drawing/2014/main" id="{A7E87CF4-B922-4DA5-80FB-726255BEFAFF}"/>
              </a:ext>
            </a:extLst>
          </p:cNvPr>
          <p:cNvSpPr>
            <a:spLocks xmlns:a="http://schemas.openxmlformats.org/drawingml/2006/main" noGrp="1"/>
          </p:cNvSpPr>
          <p:nvPr/>
        </p:nvSpPr>
        <p:spPr>
          <a:xfrm xmlns:a="http://schemas.openxmlformats.org/drawingml/2006/main">
            <a:off x="4343400" y="47625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6" name="입력과 실행 조건은 비교 가능한가?">
            <a:extLst xmlns:a="http://schemas.openxmlformats.org/drawingml/2006/main">
              <a:ext uri="{FF2B5EF4-FFF2-40B4-BE49-F238E27FC236}">
                <a16:creationId xmlns:a16="http://schemas.microsoft.com/office/drawing/2014/main" id="{BD6D5000-D766-48D0-AFCF-C252EBB8274D}"/>
              </a:ext>
            </a:extLst>
          </p:cNvPr>
          <p:cNvSpPr>
            <a:spLocks xmlns:a="http://schemas.openxmlformats.org/drawingml/2006/main" noGrp="1"/>
          </p:cNvSpPr>
          <p:nvPr/>
        </p:nvSpPr>
        <p:spPr>
          <a:xfrm xmlns:a="http://schemas.openxmlformats.org/drawingml/2006/main">
            <a:off x="4343400" y="50863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 비교 가능한가?</a:t>
            </a:r>
          </a:p>
        </p:txBody>
      </p:sp>
      <p:sp>
        <p:nvSpPr>
          <p:cNvPr id="17" name="기능 계약">
            <a:extLst xmlns:a="http://schemas.openxmlformats.org/drawingml/2006/main">
              <a:ext uri="{FF2B5EF4-FFF2-40B4-BE49-F238E27FC236}">
                <a16:creationId xmlns:a16="http://schemas.microsoft.com/office/drawing/2014/main" id="{C2CF3004-C250-43DA-83E7-14FEB86856D8}"/>
              </a:ext>
            </a:extLst>
          </p:cNvPr>
          <p:cNvSpPr>
            <a:spLocks xmlns:a="http://schemas.openxmlformats.org/drawingml/2006/main" noGrp="1"/>
          </p:cNvSpPr>
          <p:nvPr/>
        </p:nvSpPr>
        <p:spPr>
          <a:xfrm xmlns:a="http://schemas.openxmlformats.org/drawingml/2006/main">
            <a:off x="8077200" y="47625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18" name="함께 다시 확인할 동작은?">
            <a:extLst xmlns:a="http://schemas.openxmlformats.org/drawingml/2006/main">
              <a:ext uri="{FF2B5EF4-FFF2-40B4-BE49-F238E27FC236}">
                <a16:creationId xmlns:a16="http://schemas.microsoft.com/office/drawing/2014/main" id="{B5E41152-D605-4714-8F47-7DFDA5057668}"/>
              </a:ext>
            </a:extLst>
          </p:cNvPr>
          <p:cNvSpPr>
            <a:spLocks xmlns:a="http://schemas.openxmlformats.org/drawingml/2006/main" noGrp="1"/>
          </p:cNvSpPr>
          <p:nvPr/>
        </p:nvSpPr>
        <p:spPr>
          <a:xfrm xmlns:a="http://schemas.openxmlformats.org/drawingml/2006/main">
            <a:off x="8077200" y="508635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 동작은?</a:t>
            </a:r>
          </a:p>
        </p:txBody>
      </p:sp>
      <p:sp>
        <p:nvSpPr>
          <p:cNvPr id="19" name="같은 문제가 반복될 때, 어느 Layer를 먼저 살펴볼까?">
            <a:extLst xmlns:a="http://schemas.openxmlformats.org/drawingml/2006/main">
              <a:ext uri="{FF2B5EF4-FFF2-40B4-BE49-F238E27FC236}">
                <a16:creationId xmlns:a16="http://schemas.microsoft.com/office/drawing/2014/main" id="{6B3BBC14-FB1F-42CE-8FF7-F7235CD90FBE}"/>
              </a:ext>
            </a:extLst>
          </p:cNvPr>
          <p:cNvSpPr>
            <a:spLocks xmlns:a="http://schemas.openxmlformats.org/drawingml/2006/main" noGrp="1"/>
          </p:cNvSpPr>
          <p:nvPr/>
        </p:nvSpPr>
        <p:spPr>
          <a:xfrm xmlns:a="http://schemas.openxmlformats.org/drawingml/2006/main">
            <a:off x="609600" y="53816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문제가 반복될 때, 어느 Layer를 먼저 살펴볼까?</a:t>
            </a:r>
          </a:p>
        </p:txBody>
      </p:sp>
    </p:spTree>
    <p:extLst>
      <p:ext uri="{BB962C8B-B14F-4D97-AF65-F5344CB8AC3E}">
        <p14:creationId xmlns:p14="http://schemas.microsoft.com/office/powerpoint/2010/main" val="25695535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전체 여정 회수">
            <a:extLst xmlns:a="http://schemas.openxmlformats.org/drawingml/2006/main">
              <a:ext uri="{FF2B5EF4-FFF2-40B4-BE49-F238E27FC236}">
                <a16:creationId xmlns:a16="http://schemas.microsoft.com/office/drawing/2014/main" id="{E89068F5-3CA6-465C-97EA-2E3B3CA9D7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89B31BD4-4F72-4964-B5AC-58E94D3A7F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D9A99CD5-2962-457E-8F55-0956382D00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1A8E2757-0A4A-418E-8F27-7A840218030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A5B7B8B-3D03-45B7-8A72-910757926B2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E461BC17-4D25-4ABB-AA63-0E257BE9B40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
            <a:extLst xmlns:a="http://schemas.openxmlformats.org/drawingml/2006/main">
              <a:ext uri="{FF2B5EF4-FFF2-40B4-BE49-F238E27FC236}">
                <a16:creationId xmlns:a16="http://schemas.microsoft.com/office/drawing/2014/main" id="{72CB00DA-F3C9-42C9-A25D-D1296BC50C67}"/>
              </a:ext>
            </a:extLst>
          </p:cNvPr>
          <p:cNvSpPr>
            <a:spLocks xmlns:a="http://schemas.openxmlformats.org/drawingml/2006/main" noGrp="1"/>
          </p:cNvSpPr>
          <p:nvPr/>
        </p:nvSpPr>
        <p:spPr>
          <a:xfrm xmlns:a="http://schemas.openxmlformats.org/drawingml/2006/main">
            <a:off x="609600" y="2095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Chatbot">
            <a:extLst xmlns:a="http://schemas.openxmlformats.org/drawingml/2006/main">
              <a:ext uri="{FF2B5EF4-FFF2-40B4-BE49-F238E27FC236}">
                <a16:creationId xmlns:a16="http://schemas.microsoft.com/office/drawing/2014/main" id="{8F6EBFB6-8F4C-4887-BB6D-4F13A6D4B15C}"/>
              </a:ext>
            </a:extLst>
          </p:cNvPr>
          <p:cNvSpPr>
            <a:spLocks xmlns:a="http://schemas.openxmlformats.org/drawingml/2006/main" noGrp="1"/>
          </p:cNvSpPr>
          <p:nvPr/>
        </p:nvSpPr>
        <p:spPr>
          <a:xfrm xmlns:a="http://schemas.openxmlformats.org/drawingml/2006/main">
            <a:off x="609600" y="219075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Chatbot</a:t>
            </a:r>
          </a:p>
        </p:txBody>
      </p:sp>
      <p:sp>
        <p:nvSpPr>
          <p:cNvPr id="9" name="답을 구한다">
            <a:extLst xmlns:a="http://schemas.openxmlformats.org/drawingml/2006/main">
              <a:ext uri="{FF2B5EF4-FFF2-40B4-BE49-F238E27FC236}">
                <a16:creationId xmlns:a16="http://schemas.microsoft.com/office/drawing/2014/main" id="{8232F1A9-A72B-4E66-A927-7F75A1EEC104}"/>
              </a:ext>
            </a:extLst>
          </p:cNvPr>
          <p:cNvSpPr>
            <a:spLocks xmlns:a="http://schemas.openxmlformats.org/drawingml/2006/main" noGrp="1"/>
          </p:cNvSpPr>
          <p:nvPr/>
        </p:nvSpPr>
        <p:spPr>
          <a:xfrm xmlns:a="http://schemas.openxmlformats.org/drawingml/2006/main">
            <a:off x="3619500" y="219075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답을 구한다</a:t>
            </a:r>
          </a:p>
        </p:txBody>
      </p:sp>
      <p:sp>
        <p:nvSpPr>
          <p:cNvPr id="10" name="">
            <a:extLst xmlns:a="http://schemas.openxmlformats.org/drawingml/2006/main">
              <a:ext uri="{FF2B5EF4-FFF2-40B4-BE49-F238E27FC236}">
                <a16:creationId xmlns:a16="http://schemas.microsoft.com/office/drawing/2014/main" id="{609CFCC6-8298-48C8-A88F-91D72BC3D4CA}"/>
              </a:ext>
            </a:extLst>
          </p:cNvPr>
          <p:cNvSpPr>
            <a:spLocks xmlns:a="http://schemas.openxmlformats.org/drawingml/2006/main" noGrp="1"/>
          </p:cNvSpPr>
          <p:nvPr/>
        </p:nvSpPr>
        <p:spPr>
          <a:xfrm xmlns:a="http://schemas.openxmlformats.org/drawingml/2006/main">
            <a:off x="609600" y="2714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Prompt">
            <a:extLst xmlns:a="http://schemas.openxmlformats.org/drawingml/2006/main">
              <a:ext uri="{FF2B5EF4-FFF2-40B4-BE49-F238E27FC236}">
                <a16:creationId xmlns:a16="http://schemas.microsoft.com/office/drawing/2014/main" id="{4C6D4D52-325B-4268-B24F-05529B818787}"/>
              </a:ext>
            </a:extLst>
          </p:cNvPr>
          <p:cNvSpPr>
            <a:spLocks xmlns:a="http://schemas.openxmlformats.org/drawingml/2006/main" noGrp="1"/>
          </p:cNvSpPr>
          <p:nvPr/>
        </p:nvSpPr>
        <p:spPr>
          <a:xfrm xmlns:a="http://schemas.openxmlformats.org/drawingml/2006/main">
            <a:off x="609600" y="280987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Prompt</a:t>
            </a:r>
          </a:p>
        </p:txBody>
      </p:sp>
      <p:sp>
        <p:nvSpPr>
          <p:cNvPr id="12" name="이번 작업을 구체화한다">
            <a:extLst xmlns:a="http://schemas.openxmlformats.org/drawingml/2006/main">
              <a:ext uri="{FF2B5EF4-FFF2-40B4-BE49-F238E27FC236}">
                <a16:creationId xmlns:a16="http://schemas.microsoft.com/office/drawing/2014/main" id="{CD4CE16A-7591-47DA-A7C0-C2B04D5038C1}"/>
              </a:ext>
            </a:extLst>
          </p:cNvPr>
          <p:cNvSpPr>
            <a:spLocks xmlns:a="http://schemas.openxmlformats.org/drawingml/2006/main" noGrp="1"/>
          </p:cNvSpPr>
          <p:nvPr/>
        </p:nvSpPr>
        <p:spPr>
          <a:xfrm xmlns:a="http://schemas.openxmlformats.org/drawingml/2006/main">
            <a:off x="3619500" y="2809875"/>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이번 작업을 구체화한다</a:t>
            </a:r>
          </a:p>
        </p:txBody>
      </p:sp>
      <p:sp>
        <p:nvSpPr>
          <p:cNvPr id="13" name="">
            <a:extLst xmlns:a="http://schemas.openxmlformats.org/drawingml/2006/main">
              <a:ext uri="{FF2B5EF4-FFF2-40B4-BE49-F238E27FC236}">
                <a16:creationId xmlns:a16="http://schemas.microsoft.com/office/drawing/2014/main" id="{30655F2B-3AFE-45F2-9A35-E6B5466C069B}"/>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Context">
            <a:extLst xmlns:a="http://schemas.openxmlformats.org/drawingml/2006/main">
              <a:ext uri="{FF2B5EF4-FFF2-40B4-BE49-F238E27FC236}">
                <a16:creationId xmlns:a16="http://schemas.microsoft.com/office/drawing/2014/main" id="{60934D9D-4FC6-4A99-BF5F-BB3E465AE800}"/>
              </a:ext>
            </a:extLst>
          </p:cNvPr>
          <p:cNvSpPr>
            <a:spLocks xmlns:a="http://schemas.openxmlformats.org/drawingml/2006/main" noGrp="1"/>
          </p:cNvSpPr>
          <p:nvPr/>
        </p:nvSpPr>
        <p:spPr>
          <a:xfrm xmlns:a="http://schemas.openxmlformats.org/drawingml/2006/main">
            <a:off x="609600" y="342900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Context</a:t>
            </a:r>
          </a:p>
        </p:txBody>
      </p:sp>
      <p:sp>
        <p:nvSpPr>
          <p:cNvPr id="15" name="프로젝트 지식을 제공한다">
            <a:extLst xmlns:a="http://schemas.openxmlformats.org/drawingml/2006/main">
              <a:ext uri="{FF2B5EF4-FFF2-40B4-BE49-F238E27FC236}">
                <a16:creationId xmlns:a16="http://schemas.microsoft.com/office/drawing/2014/main" id="{4FA4405A-26EE-4D56-9C71-F88AFD9C0F71}"/>
              </a:ext>
            </a:extLst>
          </p:cNvPr>
          <p:cNvSpPr>
            <a:spLocks xmlns:a="http://schemas.openxmlformats.org/drawingml/2006/main" noGrp="1"/>
          </p:cNvSpPr>
          <p:nvPr/>
        </p:nvSpPr>
        <p:spPr>
          <a:xfrm xmlns:a="http://schemas.openxmlformats.org/drawingml/2006/main">
            <a:off x="3619500" y="342900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프로젝트 지식을 제공한다</a:t>
            </a:r>
          </a:p>
        </p:txBody>
      </p:sp>
      <p:sp>
        <p:nvSpPr>
          <p:cNvPr id="16" name="">
            <a:extLst xmlns:a="http://schemas.openxmlformats.org/drawingml/2006/main">
              <a:ext uri="{FF2B5EF4-FFF2-40B4-BE49-F238E27FC236}">
                <a16:creationId xmlns:a16="http://schemas.microsoft.com/office/drawing/2014/main" id="{C6CEDCA8-B4E2-4057-BC26-19EDA4CBDFDA}"/>
              </a:ext>
            </a:extLst>
          </p:cNvPr>
          <p:cNvSpPr>
            <a:spLocks xmlns:a="http://schemas.openxmlformats.org/drawingml/2006/main" noGrp="1"/>
          </p:cNvSpPr>
          <p:nvPr/>
        </p:nvSpPr>
        <p:spPr>
          <a:xfrm xmlns:a="http://schemas.openxmlformats.org/drawingml/2006/main">
            <a:off x="609600" y="3952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Harness">
            <a:extLst xmlns:a="http://schemas.openxmlformats.org/drawingml/2006/main">
              <a:ext uri="{FF2B5EF4-FFF2-40B4-BE49-F238E27FC236}">
                <a16:creationId xmlns:a16="http://schemas.microsoft.com/office/drawing/2014/main" id="{C1CFC43F-6AA7-4919-B9A2-EEB303C4B0EE}"/>
              </a:ext>
            </a:extLst>
          </p:cNvPr>
          <p:cNvSpPr>
            <a:spLocks xmlns:a="http://schemas.openxmlformats.org/drawingml/2006/main" noGrp="1"/>
          </p:cNvSpPr>
          <p:nvPr/>
        </p:nvSpPr>
        <p:spPr>
          <a:xfrm xmlns:a="http://schemas.openxmlformats.org/drawingml/2006/main">
            <a:off x="609600" y="404812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Harness</a:t>
            </a:r>
          </a:p>
        </p:txBody>
      </p:sp>
      <p:sp>
        <p:nvSpPr>
          <p:cNvPr id="18" name="일하는 환경을 설계한다">
            <a:extLst xmlns:a="http://schemas.openxmlformats.org/drawingml/2006/main">
              <a:ext uri="{FF2B5EF4-FFF2-40B4-BE49-F238E27FC236}">
                <a16:creationId xmlns:a16="http://schemas.microsoft.com/office/drawing/2014/main" id="{D20B7607-887E-4324-AC1A-57CFF2DDFFC3}"/>
              </a:ext>
            </a:extLst>
          </p:cNvPr>
          <p:cNvSpPr>
            <a:spLocks xmlns:a="http://schemas.openxmlformats.org/drawingml/2006/main" noGrp="1"/>
          </p:cNvSpPr>
          <p:nvPr/>
        </p:nvSpPr>
        <p:spPr>
          <a:xfrm xmlns:a="http://schemas.openxmlformats.org/drawingml/2006/main">
            <a:off x="3619500" y="4048125"/>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일하는 환경을 설계한다</a:t>
            </a:r>
          </a:p>
        </p:txBody>
      </p:sp>
      <p:sp>
        <p:nvSpPr>
          <p:cNvPr id="19" name="">
            <a:extLst xmlns:a="http://schemas.openxmlformats.org/drawingml/2006/main">
              <a:ext uri="{FF2B5EF4-FFF2-40B4-BE49-F238E27FC236}">
                <a16:creationId xmlns:a16="http://schemas.microsoft.com/office/drawing/2014/main" id="{903A7A43-13DC-4C25-9233-AC4A86EF6960}"/>
              </a:ext>
            </a:extLst>
          </p:cNvPr>
          <p:cNvSpPr>
            <a:spLocks xmlns:a="http://schemas.openxmlformats.org/drawingml/2006/main" noGrp="1"/>
          </p:cNvSpPr>
          <p:nvPr/>
        </p:nvSpPr>
        <p:spPr>
          <a:xfrm xmlns:a="http://schemas.openxmlformats.org/drawingml/2006/main">
            <a:off x="609600" y="4572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Loop">
            <a:extLst xmlns:a="http://schemas.openxmlformats.org/drawingml/2006/main">
              <a:ext uri="{FF2B5EF4-FFF2-40B4-BE49-F238E27FC236}">
                <a16:creationId xmlns:a16="http://schemas.microsoft.com/office/drawing/2014/main" id="{264F6ECA-045F-4C66-A41E-6701F92BFE8C}"/>
              </a:ext>
            </a:extLst>
          </p:cNvPr>
          <p:cNvSpPr>
            <a:spLocks xmlns:a="http://schemas.openxmlformats.org/drawingml/2006/main" noGrp="1"/>
          </p:cNvSpPr>
          <p:nvPr/>
        </p:nvSpPr>
        <p:spPr>
          <a:xfrm xmlns:a="http://schemas.openxmlformats.org/drawingml/2006/main">
            <a:off x="609600" y="466725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Loop</a:t>
            </a:r>
          </a:p>
        </p:txBody>
      </p:sp>
      <p:sp>
        <p:nvSpPr>
          <p:cNvPr id="21" name="피드백으로 시스템을 고친다">
            <a:extLst xmlns:a="http://schemas.openxmlformats.org/drawingml/2006/main">
              <a:ext uri="{FF2B5EF4-FFF2-40B4-BE49-F238E27FC236}">
                <a16:creationId xmlns:a16="http://schemas.microsoft.com/office/drawing/2014/main" id="{48661CFE-7DBC-4F52-80DF-3E5CFD67118B}"/>
              </a:ext>
            </a:extLst>
          </p:cNvPr>
          <p:cNvSpPr>
            <a:spLocks xmlns:a="http://schemas.openxmlformats.org/drawingml/2006/main" noGrp="1"/>
          </p:cNvSpPr>
          <p:nvPr/>
        </p:nvSpPr>
        <p:spPr>
          <a:xfrm xmlns:a="http://schemas.openxmlformats.org/drawingml/2006/main">
            <a:off x="3619500" y="466725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피드백으로 시스템을 고친다</a:t>
            </a:r>
          </a:p>
        </p:txBody>
      </p:sp>
      <p:sp>
        <p:nvSpPr>
          <p:cNvPr id="22" name="문제가 넓어질수록, 필요한 대응이 더해졌다.">
            <a:extLst xmlns:a="http://schemas.openxmlformats.org/drawingml/2006/main">
              <a:ext uri="{FF2B5EF4-FFF2-40B4-BE49-F238E27FC236}">
                <a16:creationId xmlns:a16="http://schemas.microsoft.com/office/drawing/2014/main" id="{BCE36C61-152F-4997-91FF-7AF8E79F1A4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문제가 넓어질수록, 필요한 대응이 더해졌다.</a:t>
            </a:r>
          </a:p>
        </p:txBody>
      </p:sp>
    </p:spTree>
    <p:extLst>
      <p:ext uri="{BB962C8B-B14F-4D97-AF65-F5344CB8AC3E}">
        <p14:creationId xmlns:p14="http://schemas.microsoft.com/office/powerpoint/2010/main" val="84663773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0" name="ACT 5 · 확인된 제품 변화">
            <a:extLst xmlns:a="http://schemas.openxmlformats.org/drawingml/2006/main">
              <a:ext uri="{FF2B5EF4-FFF2-40B4-BE49-F238E27FC236}">
                <a16:creationId xmlns:a16="http://schemas.microsoft.com/office/drawing/2014/main" id="{48DE0172-9EBB-4284-82FF-2AC0A70660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4CA97CB1-9E09-4274-B06C-326F6FB445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21DE3090-0BEA-4016-84C7-72AA8E01D2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12847954-D79F-49DB-98E0-EA5EE8DE967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6 / S32 / S45 발표자료 발췌">
            <a:extLst xmlns:a="http://schemas.openxmlformats.org/drawingml/2006/main">
              <a:ext uri="{FF2B5EF4-FFF2-40B4-BE49-F238E27FC236}">
                <a16:creationId xmlns:a16="http://schemas.microsoft.com/office/drawing/2014/main" id="{B1538D73-1E83-4027-817F-D6CF284CC6D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S16 / S32 / S45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92B0350D-44C9-43C4-A085-F5CE47F892AE}"/>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D52790A3-8B87-4B88-861B-60B180B653DD}"/>
              </a:ext>
            </a:extLst>
          </p:cNvPr>
          <p:cNvSpPr>
            <a:spLocks xmlns:a="http://schemas.openxmlformats.org/drawingml/2006/main" noGrp="1"/>
          </p:cNvSpPr>
          <p:nvPr/>
        </p:nvSpPr>
        <p:spPr>
          <a:xfrm xmlns:a="http://schemas.openxmlformats.org/drawingml/2006/main">
            <a:off x="609600" y="1571625"/>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STATE-00">
            <a:extLst xmlns:a="http://schemas.openxmlformats.org/drawingml/2006/main">
              <a:ext uri="{FF2B5EF4-FFF2-40B4-BE49-F238E27FC236}">
                <a16:creationId xmlns:a16="http://schemas.microsoft.com/office/drawing/2014/main" id="{BF6B2438-0205-4A60-BD1C-B0C4F9FB9E5E}"/>
              </a:ext>
            </a:extLst>
          </p:cNvPr>
          <p:cNvSpPr>
            <a:spLocks xmlns:a="http://schemas.openxmlformats.org/drawingml/2006/main" noGrp="1"/>
          </p:cNvSpPr>
          <p:nvPr/>
        </p:nvSpPr>
        <p:spPr>
          <a:xfrm xmlns:a="http://schemas.openxmlformats.org/drawingml/2006/main">
            <a:off x="609600" y="166687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STATE-00</a:t>
            </a:r>
          </a:p>
        </p:txBody>
      </p:sp>
      <p:sp>
        <p:nvSpPr>
          <p:cNvPr id="9" name="crop 경계 문제">
            <a:extLst xmlns:a="http://schemas.openxmlformats.org/drawingml/2006/main">
              <a:ext uri="{FF2B5EF4-FFF2-40B4-BE49-F238E27FC236}">
                <a16:creationId xmlns:a16="http://schemas.microsoft.com/office/drawing/2014/main" id="{1A0483C3-6F64-413A-8DDE-38FF5DE658CB}"/>
              </a:ext>
            </a:extLst>
          </p:cNvPr>
          <p:cNvSpPr>
            <a:spLocks xmlns:a="http://schemas.openxmlformats.org/drawingml/2006/main" noGrp="1"/>
          </p:cNvSpPr>
          <p:nvPr/>
        </p:nvSpPr>
        <p:spPr>
          <a:xfrm xmlns:a="http://schemas.openxmlformats.org/drawingml/2006/main">
            <a:off x="609600" y="20193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0" name="">
            <a:extLst xmlns:a="http://schemas.openxmlformats.org/drawingml/2006/main">
              <a:ext uri="{FF2B5EF4-FFF2-40B4-BE49-F238E27FC236}">
                <a16:creationId xmlns:a16="http://schemas.microsoft.com/office/drawing/2014/main" id="{B8756BDD-93B1-4E15-9FBC-9DB88B2FF18D}"/>
              </a:ext>
            </a:extLst>
          </p:cNvPr>
          <p:cNvSpPr>
            <a:spLocks xmlns:a="http://schemas.openxmlformats.org/drawingml/2006/main" noGrp="1"/>
          </p:cNvSpPr>
          <p:nvPr/>
        </p:nvSpPr>
        <p:spPr>
          <a:xfrm xmlns:a="http://schemas.openxmlformats.org/drawingml/2006/main">
            <a:off x="3409950" y="1571625"/>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STATE-00-FIXED">
            <a:extLst xmlns:a="http://schemas.openxmlformats.org/drawingml/2006/main">
              <a:ext uri="{FF2B5EF4-FFF2-40B4-BE49-F238E27FC236}">
                <a16:creationId xmlns:a16="http://schemas.microsoft.com/office/drawing/2014/main" id="{24BF7382-0232-4C95-9749-F263E4FC98B3}"/>
              </a:ext>
            </a:extLst>
          </p:cNvPr>
          <p:cNvSpPr>
            <a:spLocks xmlns:a="http://schemas.openxmlformats.org/drawingml/2006/main" noGrp="1"/>
          </p:cNvSpPr>
          <p:nvPr/>
        </p:nvSpPr>
        <p:spPr>
          <a:xfrm xmlns:a="http://schemas.openxmlformats.org/drawingml/2006/main">
            <a:off x="3409950" y="166687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STATE-00-FIXED</a:t>
            </a:r>
          </a:p>
        </p:txBody>
      </p:sp>
      <p:sp>
        <p:nvSpPr>
          <p:cNvPr id="12" name="계약에 맞게 수정">
            <a:extLst xmlns:a="http://schemas.openxmlformats.org/drawingml/2006/main">
              <a:ext uri="{FF2B5EF4-FFF2-40B4-BE49-F238E27FC236}">
                <a16:creationId xmlns:a16="http://schemas.microsoft.com/office/drawing/2014/main" id="{2E17CAD7-0F7C-4DB2-A4AA-B79A253307A3}"/>
              </a:ext>
            </a:extLst>
          </p:cNvPr>
          <p:cNvSpPr>
            <a:spLocks xmlns:a="http://schemas.openxmlformats.org/drawingml/2006/main" noGrp="1"/>
          </p:cNvSpPr>
          <p:nvPr/>
        </p:nvSpPr>
        <p:spPr>
          <a:xfrm xmlns:a="http://schemas.openxmlformats.org/drawingml/2006/main">
            <a:off x="3409950" y="20193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3" name="">
            <a:extLst xmlns:a="http://schemas.openxmlformats.org/drawingml/2006/main">
              <a:ext uri="{FF2B5EF4-FFF2-40B4-BE49-F238E27FC236}">
                <a16:creationId xmlns:a16="http://schemas.microsoft.com/office/drawing/2014/main" id="{FC40F6C3-6586-424C-AB0B-CC2576A96031}"/>
              </a:ext>
            </a:extLst>
          </p:cNvPr>
          <p:cNvSpPr>
            <a:spLocks xmlns:a="http://schemas.openxmlformats.org/drawingml/2006/main" noGrp="1"/>
          </p:cNvSpPr>
          <p:nvPr/>
        </p:nvSpPr>
        <p:spPr>
          <a:xfrm xmlns:a="http://schemas.openxmlformats.org/drawingml/2006/main">
            <a:off x="6210300" y="1571625"/>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STATE-01">
            <a:extLst xmlns:a="http://schemas.openxmlformats.org/drawingml/2006/main">
              <a:ext uri="{FF2B5EF4-FFF2-40B4-BE49-F238E27FC236}">
                <a16:creationId xmlns:a16="http://schemas.microsoft.com/office/drawing/2014/main" id="{4D38FBC4-9ABD-41FB-B935-EC682CB01F16}"/>
              </a:ext>
            </a:extLst>
          </p:cNvPr>
          <p:cNvSpPr>
            <a:spLocks xmlns:a="http://schemas.openxmlformats.org/drawingml/2006/main" noGrp="1"/>
          </p:cNvSpPr>
          <p:nvPr/>
        </p:nvSpPr>
        <p:spPr>
          <a:xfrm xmlns:a="http://schemas.openxmlformats.org/drawingml/2006/main">
            <a:off x="6210300" y="166687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STATE-01</a:t>
            </a:r>
          </a:p>
        </p:txBody>
      </p:sp>
      <p:sp>
        <p:nvSpPr>
          <p:cNvPr id="15" name="프로젝트 지침">
            <a:extLst xmlns:a="http://schemas.openxmlformats.org/drawingml/2006/main">
              <a:ext uri="{FF2B5EF4-FFF2-40B4-BE49-F238E27FC236}">
                <a16:creationId xmlns:a16="http://schemas.microsoft.com/office/drawing/2014/main" id="{A0938D0A-64E4-48A3-90D5-DD247FF5C092}"/>
              </a:ext>
            </a:extLst>
          </p:cNvPr>
          <p:cNvSpPr>
            <a:spLocks xmlns:a="http://schemas.openxmlformats.org/drawingml/2006/main" noGrp="1"/>
          </p:cNvSpPr>
          <p:nvPr/>
        </p:nvSpPr>
        <p:spPr>
          <a:xfrm xmlns:a="http://schemas.openxmlformats.org/drawingml/2006/main">
            <a:off x="6210300" y="20193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16" name="">
            <a:extLst xmlns:a="http://schemas.openxmlformats.org/drawingml/2006/main">
              <a:ext uri="{FF2B5EF4-FFF2-40B4-BE49-F238E27FC236}">
                <a16:creationId xmlns:a16="http://schemas.microsoft.com/office/drawing/2014/main" id="{9B7C0042-AD6B-4803-B4E4-9D84CC1DE4C5}"/>
              </a:ext>
            </a:extLst>
          </p:cNvPr>
          <p:cNvSpPr>
            <a:spLocks xmlns:a="http://schemas.openxmlformats.org/drawingml/2006/main" noGrp="1"/>
          </p:cNvSpPr>
          <p:nvPr/>
        </p:nvSpPr>
        <p:spPr>
          <a:xfrm xmlns:a="http://schemas.openxmlformats.org/drawingml/2006/main">
            <a:off x="9010650" y="1571625"/>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STATE-02">
            <a:extLst xmlns:a="http://schemas.openxmlformats.org/drawingml/2006/main">
              <a:ext uri="{FF2B5EF4-FFF2-40B4-BE49-F238E27FC236}">
                <a16:creationId xmlns:a16="http://schemas.microsoft.com/office/drawing/2014/main" id="{4468AB42-9FC6-4296-87E6-6A0E6CAAC812}"/>
              </a:ext>
            </a:extLst>
          </p:cNvPr>
          <p:cNvSpPr>
            <a:spLocks xmlns:a="http://schemas.openxmlformats.org/drawingml/2006/main" noGrp="1"/>
          </p:cNvSpPr>
          <p:nvPr/>
        </p:nvSpPr>
        <p:spPr>
          <a:xfrm xmlns:a="http://schemas.openxmlformats.org/drawingml/2006/main">
            <a:off x="9010650" y="166687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STATE-02</a:t>
            </a:r>
          </a:p>
        </p:txBody>
      </p:sp>
      <p:sp>
        <p:nvSpPr>
          <p:cNvPr id="18" name="Context 증가">
            <a:extLst xmlns:a="http://schemas.openxmlformats.org/drawingml/2006/main">
              <a:ext uri="{FF2B5EF4-FFF2-40B4-BE49-F238E27FC236}">
                <a16:creationId xmlns:a16="http://schemas.microsoft.com/office/drawing/2014/main" id="{CA36E7DF-4EFF-4689-BA10-65CA883CE54B}"/>
              </a:ext>
            </a:extLst>
          </p:cNvPr>
          <p:cNvSpPr>
            <a:spLocks xmlns:a="http://schemas.openxmlformats.org/drawingml/2006/main" noGrp="1"/>
          </p:cNvSpPr>
          <p:nvPr/>
        </p:nvSpPr>
        <p:spPr>
          <a:xfrm xmlns:a="http://schemas.openxmlformats.org/drawingml/2006/main">
            <a:off x="9010650" y="20193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19" name="">
            <a:extLst xmlns:a="http://schemas.openxmlformats.org/drawingml/2006/main">
              <a:ext uri="{FF2B5EF4-FFF2-40B4-BE49-F238E27FC236}">
                <a16:creationId xmlns:a16="http://schemas.microsoft.com/office/drawing/2014/main" id="{0397B4A5-BC60-4882-962A-95638CA3E81A}"/>
              </a:ext>
            </a:extLst>
          </p:cNvPr>
          <p:cNvSpPr>
            <a:spLocks xmlns:a="http://schemas.openxmlformats.org/drawingml/2006/main" noGrp="1"/>
          </p:cNvSpPr>
          <p:nvPr/>
        </p:nvSpPr>
        <p:spPr>
          <a:xfrm xmlns:a="http://schemas.openxmlformats.org/drawingml/2006/main">
            <a:off x="609600" y="2457450"/>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STATE-03">
            <a:extLst xmlns:a="http://schemas.openxmlformats.org/drawingml/2006/main">
              <a:ext uri="{FF2B5EF4-FFF2-40B4-BE49-F238E27FC236}">
                <a16:creationId xmlns:a16="http://schemas.microsoft.com/office/drawing/2014/main" id="{A7783CBA-B61E-4BD7-84D4-48DFB7C86B58}"/>
              </a:ext>
            </a:extLst>
          </p:cNvPr>
          <p:cNvSpPr>
            <a:spLocks xmlns:a="http://schemas.openxmlformats.org/drawingml/2006/main" noGrp="1"/>
          </p:cNvSpPr>
          <p:nvPr/>
        </p:nvSpPr>
        <p:spPr>
          <a:xfrm xmlns:a="http://schemas.openxmlformats.org/drawingml/2006/main">
            <a:off x="609600" y="2552700"/>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STATE-03</a:t>
            </a:r>
          </a:p>
        </p:txBody>
      </p:sp>
      <p:sp>
        <p:nvSpPr>
          <p:cNvPr id="21" name="상세 정보로 연결">
            <a:extLst xmlns:a="http://schemas.openxmlformats.org/drawingml/2006/main">
              <a:ext uri="{FF2B5EF4-FFF2-40B4-BE49-F238E27FC236}">
                <a16:creationId xmlns:a16="http://schemas.microsoft.com/office/drawing/2014/main" id="{87960BC2-E414-4659-B92F-3F1D2EF67EFE}"/>
              </a:ext>
            </a:extLst>
          </p:cNvPr>
          <p:cNvSpPr>
            <a:spLocks xmlns:a="http://schemas.openxmlformats.org/drawingml/2006/main" noGrp="1"/>
          </p:cNvSpPr>
          <p:nvPr/>
        </p:nvSpPr>
        <p:spPr>
          <a:xfrm xmlns:a="http://schemas.openxmlformats.org/drawingml/2006/main">
            <a:off x="609600" y="2905125"/>
            <a:ext cx="350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22" name="">
            <a:extLst xmlns:a="http://schemas.openxmlformats.org/drawingml/2006/main">
              <a:ext uri="{FF2B5EF4-FFF2-40B4-BE49-F238E27FC236}">
                <a16:creationId xmlns:a16="http://schemas.microsoft.com/office/drawing/2014/main" id="{F86F610C-72BC-4142-BA25-EB80F28FA424}"/>
              </a:ext>
            </a:extLst>
          </p:cNvPr>
          <p:cNvSpPr>
            <a:spLocks xmlns:a="http://schemas.openxmlformats.org/drawingml/2006/main" noGrp="1"/>
          </p:cNvSpPr>
          <p:nvPr/>
        </p:nvSpPr>
        <p:spPr>
          <a:xfrm xmlns:a="http://schemas.openxmlformats.org/drawingml/2006/main">
            <a:off x="4343400" y="2457450"/>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STATE-04">
            <a:extLst xmlns:a="http://schemas.openxmlformats.org/drawingml/2006/main">
              <a:ext uri="{FF2B5EF4-FFF2-40B4-BE49-F238E27FC236}">
                <a16:creationId xmlns:a16="http://schemas.microsoft.com/office/drawing/2014/main" id="{8A3A5640-180E-4402-907A-9F18499244F5}"/>
              </a:ext>
            </a:extLst>
          </p:cNvPr>
          <p:cNvSpPr>
            <a:spLocks xmlns:a="http://schemas.openxmlformats.org/drawingml/2006/main" noGrp="1"/>
          </p:cNvSpPr>
          <p:nvPr/>
        </p:nvSpPr>
        <p:spPr>
          <a:xfrm xmlns:a="http://schemas.openxmlformats.org/drawingml/2006/main">
            <a:off x="4343400" y="2552700"/>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STATE-04</a:t>
            </a:r>
          </a:p>
        </p:txBody>
      </p:sp>
      <p:sp>
        <p:nvSpPr>
          <p:cNvPr id="24" name="재사용 Workflow">
            <a:extLst xmlns:a="http://schemas.openxmlformats.org/drawingml/2006/main">
              <a:ext uri="{FF2B5EF4-FFF2-40B4-BE49-F238E27FC236}">
                <a16:creationId xmlns:a16="http://schemas.microsoft.com/office/drawing/2014/main" id="{99131E37-FA23-437F-B9D0-4ACC5F241BF9}"/>
              </a:ext>
            </a:extLst>
          </p:cNvPr>
          <p:cNvSpPr>
            <a:spLocks xmlns:a="http://schemas.openxmlformats.org/drawingml/2006/main" noGrp="1"/>
          </p:cNvSpPr>
          <p:nvPr/>
        </p:nvSpPr>
        <p:spPr>
          <a:xfrm xmlns:a="http://schemas.openxmlformats.org/drawingml/2006/main">
            <a:off x="4343400" y="2905125"/>
            <a:ext cx="350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25" name="">
            <a:extLst xmlns:a="http://schemas.openxmlformats.org/drawingml/2006/main">
              <a:ext uri="{FF2B5EF4-FFF2-40B4-BE49-F238E27FC236}">
                <a16:creationId xmlns:a16="http://schemas.microsoft.com/office/drawing/2014/main" id="{CF204200-907D-4DCE-87F0-AADB08F896A7}"/>
              </a:ext>
            </a:extLst>
          </p:cNvPr>
          <p:cNvSpPr>
            <a:spLocks xmlns:a="http://schemas.openxmlformats.org/drawingml/2006/main" noGrp="1"/>
          </p:cNvSpPr>
          <p:nvPr/>
        </p:nvSpPr>
        <p:spPr>
          <a:xfrm xmlns:a="http://schemas.openxmlformats.org/drawingml/2006/main">
            <a:off x="8077200" y="2457450"/>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26" name="STATE-04-PERF">
            <a:extLst xmlns:a="http://schemas.openxmlformats.org/drawingml/2006/main">
              <a:ext uri="{FF2B5EF4-FFF2-40B4-BE49-F238E27FC236}">
                <a16:creationId xmlns:a16="http://schemas.microsoft.com/office/drawing/2014/main" id="{33FC9939-866C-47C0-B12C-315648668C12}"/>
              </a:ext>
            </a:extLst>
          </p:cNvPr>
          <p:cNvSpPr>
            <a:spLocks xmlns:a="http://schemas.openxmlformats.org/drawingml/2006/main" noGrp="1"/>
          </p:cNvSpPr>
          <p:nvPr/>
        </p:nvSpPr>
        <p:spPr>
          <a:xfrm xmlns:a="http://schemas.openxmlformats.org/drawingml/2006/main">
            <a:off x="8077200" y="2552700"/>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6B4D"/>
                </a:solidFill>
                <a:latin typeface="Consolas"/>
                <a:ea typeface="Consolas"/>
                <a:cs typeface="Consolas"/>
              </a:defRPr>
            </a:defPPr>
            <a:lvl1pPr algn="l">
              <a:defRPr sz="1650" b="1">
                <a:solidFill>
                  <a:srgbClr val="176B4D"/>
                </a:solidFill>
                <a:latin typeface="Consolas"/>
                <a:ea typeface="Consolas"/>
                <a:cs typeface="Consolas"/>
              </a:defRPr>
            </a:lvl1pPr>
            <a:lvl2pPr algn="l">
              <a:defRPr sz="1650" b="1">
                <a:solidFill>
                  <a:srgbClr val="176B4D"/>
                </a:solidFill>
                <a:latin typeface="Consolas"/>
                <a:ea typeface="Consolas"/>
                <a:cs typeface="Consolas"/>
              </a:defRPr>
            </a:lvl2pPr>
            <a:lvl3pPr algn="l">
              <a:defRPr sz="1650" b="1">
                <a:solidFill>
                  <a:srgbClr val="176B4D"/>
                </a:solidFill>
                <a:latin typeface="Consolas"/>
                <a:ea typeface="Consolas"/>
                <a:cs typeface="Consolas"/>
              </a:defRPr>
            </a:lvl3pPr>
            <a:lvl4pPr algn="l">
              <a:defRPr sz="1650" b="1">
                <a:solidFill>
                  <a:srgbClr val="176B4D"/>
                </a:solidFill>
                <a:latin typeface="Consolas"/>
                <a:ea typeface="Consolas"/>
                <a:cs typeface="Consolas"/>
              </a:defRPr>
            </a:lvl4pPr>
            <a:lvl5pPr algn="l">
              <a:defRPr sz="1650" b="1">
                <a:solidFill>
                  <a:srgbClr val="176B4D"/>
                </a:solidFill>
                <a:latin typeface="Consolas"/>
                <a:ea typeface="Consolas"/>
                <a:cs typeface="Consolas"/>
              </a:defRPr>
            </a:lvl5pPr>
            <a:lvl6pPr algn="l">
              <a:defRPr sz="1650" b="1">
                <a:solidFill>
                  <a:srgbClr val="176B4D"/>
                </a:solidFill>
                <a:latin typeface="Consolas"/>
                <a:ea typeface="Consolas"/>
                <a:cs typeface="Consolas"/>
              </a:defRPr>
            </a:lvl6pPr>
            <a:lvl7pPr algn="l">
              <a:defRPr sz="1650" b="1">
                <a:solidFill>
                  <a:srgbClr val="176B4D"/>
                </a:solidFill>
                <a:latin typeface="Consolas"/>
                <a:ea typeface="Consolas"/>
                <a:cs typeface="Consolas"/>
              </a:defRPr>
            </a:lvl7pPr>
            <a:lvl8pPr algn="l">
              <a:defRPr sz="1650" b="1">
                <a:solidFill>
                  <a:srgbClr val="176B4D"/>
                </a:solidFill>
                <a:latin typeface="Consolas"/>
                <a:ea typeface="Consolas"/>
                <a:cs typeface="Consolas"/>
              </a:defRPr>
            </a:lvl8pPr>
            <a:lvl9pPr algn="l">
              <a:defRPr sz="1650" b="1">
                <a:solidFill>
                  <a:srgbClr val="176B4D"/>
                </a:solidFill>
                <a:latin typeface="Consolas"/>
                <a:ea typeface="Consolas"/>
                <a:cs typeface="Consolas"/>
              </a:defRPr>
            </a:lvl9pPr>
          </a:lstStyle>
          <a:p xmlns:a="http://schemas.openxmlformats.org/drawingml/2006/main">
            <a:pPr algn="l">
              <a:defRPr sz="1650" b="1">
                <a:solidFill>
                  <a:srgbClr val="176B4D"/>
                </a:solidFill>
                <a:latin typeface="Consolas"/>
                <a:ea typeface="Consolas"/>
                <a:cs typeface="Consolas"/>
              </a:defRPr>
            </a:pPr>
            <a:r>
              <a:rPr sz="1650" b="1">
                <a:solidFill>
                  <a:srgbClr val="176B4D"/>
                </a:solidFill>
                <a:latin typeface="Consolas"/>
                <a:ea typeface="Consolas"/>
                <a:cs typeface="Consolas"/>
              </a:rPr>
              <a:t>STATE-04-PERF</a:t>
            </a:r>
          </a:p>
        </p:txBody>
      </p:sp>
      <p:sp>
        <p:nvSpPr>
          <p:cNvPr id="27" name="검증된 제품 변경">
            <a:extLst xmlns:a="http://schemas.openxmlformats.org/drawingml/2006/main">
              <a:ext uri="{FF2B5EF4-FFF2-40B4-BE49-F238E27FC236}">
                <a16:creationId xmlns:a16="http://schemas.microsoft.com/office/drawing/2014/main" id="{DC8534B1-3FA7-42BA-AE81-E3F1E0883C8E}"/>
              </a:ext>
            </a:extLst>
          </p:cNvPr>
          <p:cNvSpPr>
            <a:spLocks xmlns:a="http://schemas.openxmlformats.org/drawingml/2006/main" noGrp="1"/>
          </p:cNvSpPr>
          <p:nvPr/>
        </p:nvSpPr>
        <p:spPr>
          <a:xfrm xmlns:a="http://schemas.openxmlformats.org/drawingml/2006/main">
            <a:off x="8077200" y="2905125"/>
            <a:ext cx="350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28" name="">
            <a:extLst xmlns:a="http://schemas.openxmlformats.org/drawingml/2006/main">
              <a:ext uri="{FF2B5EF4-FFF2-40B4-BE49-F238E27FC236}">
                <a16:creationId xmlns:a16="http://schemas.microsoft.com/office/drawing/2014/main" id="{1624F923-A2DA-477C-815C-2A6F86EB5C85}"/>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앞서 본 근거 다시 보기">
            <a:extLst xmlns:a="http://schemas.openxmlformats.org/drawingml/2006/main">
              <a:ext uri="{FF2B5EF4-FFF2-40B4-BE49-F238E27FC236}">
                <a16:creationId xmlns:a16="http://schemas.microsoft.com/office/drawing/2014/main" id="{54852B6F-590D-483C-98B9-DF24B71A1580}"/>
              </a:ext>
            </a:extLst>
          </p:cNvPr>
          <p:cNvSpPr>
            <a:spLocks xmlns:a="http://schemas.openxmlformats.org/drawingml/2006/main" noGrp="1"/>
          </p:cNvSpPr>
          <p:nvPr/>
        </p:nvSpPr>
        <p:spPr>
          <a:xfrm xmlns:a="http://schemas.openxmlformats.org/drawingml/2006/main">
            <a:off x="609600" y="33813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30" name="">
            <a:extLst xmlns:a="http://schemas.openxmlformats.org/drawingml/2006/main">
              <a:ext uri="{FF2B5EF4-FFF2-40B4-BE49-F238E27FC236}">
                <a16:creationId xmlns:a16="http://schemas.microsoft.com/office/drawing/2014/main" id="{15747079-BD6D-4CFA-A201-7A35BDA2A49D}"/>
              </a:ext>
            </a:extLst>
          </p:cNvPr>
          <p:cNvPicPr>
            <a:picLocks xmlns:a="http://schemas.openxmlformats.org/drawingml/2006/main" noChangeAspect="1"/>
          </p:cNvPicPr>
          <p:nvPr/>
        </p:nvPicPr>
        <p:blipFill>
          <a:blip xmlns:r="http://schemas.openxmlformats.org/officeDocument/2006/relationships" xmlns:a="http://schemas.openxmlformats.org/drawingml/2006/main" r:embed="R4aca19dca3224ac7"/>
          <a:srcRect xmlns:a="http://schemas.openxmlformats.org/drawingml/2006/main" l="5000" t="40741" r="5000" b="18519"/>
          <a:stretch xmlns:a="http://schemas.openxmlformats.org/drawingml/2006/main"/>
        </p:blipFill>
        <p:spPr>
          <a:xfrm xmlns:a="http://schemas.openxmlformats.org/drawingml/2006/main">
            <a:off x="609600" y="3778074"/>
            <a:ext cx="3505200" cy="892528"/>
          </a:xfrm>
          <a:prstGeom xmlns:a="http://schemas.openxmlformats.org/drawingml/2006/main" prst="rect">
            <a:avLst/>
          </a:prstGeom>
        </p:spPr>
      </p:pic>
      <p:sp>
        <p:nvSpPr>
          <p:cNvPr id="31" name="crop 계약 수정">
            <a:extLst xmlns:a="http://schemas.openxmlformats.org/drawingml/2006/main">
              <a:ext uri="{FF2B5EF4-FFF2-40B4-BE49-F238E27FC236}">
                <a16:creationId xmlns:a16="http://schemas.microsoft.com/office/drawing/2014/main" id="{6AFB0E3C-BF79-496B-ACC9-37BFAA3BA36B}"/>
              </a:ext>
            </a:extLst>
          </p:cNvPr>
          <p:cNvSpPr>
            <a:spLocks xmlns:a="http://schemas.openxmlformats.org/drawingml/2006/main" noGrp="1"/>
          </p:cNvSpPr>
          <p:nvPr/>
        </p:nvSpPr>
        <p:spPr>
          <a:xfrm xmlns:a="http://schemas.openxmlformats.org/drawingml/2006/main">
            <a:off x="609600" y="4829175"/>
            <a:ext cx="350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32" name="S16 · STATE-00 → STATE-00-FIXED">
            <a:extLst xmlns:a="http://schemas.openxmlformats.org/drawingml/2006/main">
              <a:ext uri="{FF2B5EF4-FFF2-40B4-BE49-F238E27FC236}">
                <a16:creationId xmlns:a16="http://schemas.microsoft.com/office/drawing/2014/main" id="{D728532A-EA2F-49B5-8CAE-6ADF31CD014B}"/>
              </a:ext>
            </a:extLst>
          </p:cNvPr>
          <p:cNvSpPr>
            <a:spLocks xmlns:a="http://schemas.openxmlformats.org/drawingml/2006/main" noGrp="1"/>
          </p:cNvSpPr>
          <p:nvPr/>
        </p:nvSpPr>
        <p:spPr>
          <a:xfrm xmlns:a="http://schemas.openxmlformats.org/drawingml/2006/main">
            <a:off x="609600" y="513397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S16 · STATE-00 → STATE-00-FIXED</a:t>
            </a:r>
          </a:p>
        </p:txBody>
      </p:sp>
      <p:pic>
        <p:nvPicPr>
          <p:cNvPr id="33" name="">
            <a:extLst xmlns:a="http://schemas.openxmlformats.org/drawingml/2006/main">
              <a:ext uri="{FF2B5EF4-FFF2-40B4-BE49-F238E27FC236}">
                <a16:creationId xmlns:a16="http://schemas.microsoft.com/office/drawing/2014/main" id="{F11A5D8F-8588-4A41-8F62-340EAC29D250}"/>
              </a:ext>
            </a:extLst>
          </p:cNvPr>
          <p:cNvPicPr>
            <a:picLocks xmlns:a="http://schemas.openxmlformats.org/drawingml/2006/main" noChangeAspect="1"/>
          </p:cNvPicPr>
          <p:nvPr/>
        </p:nvPicPr>
        <p:blipFill>
          <a:blip xmlns:r="http://schemas.openxmlformats.org/officeDocument/2006/relationships" xmlns:a="http://schemas.openxmlformats.org/drawingml/2006/main" r:embed="R9bbcf99eca984d6e"/>
          <a:srcRect xmlns:a="http://schemas.openxmlformats.org/drawingml/2006/main" l="5000" t="39352" r="5000" b="26852"/>
          <a:stretch xmlns:a="http://schemas.openxmlformats.org/drawingml/2006/main"/>
        </p:blipFill>
        <p:spPr>
          <a:xfrm xmlns:a="http://schemas.openxmlformats.org/drawingml/2006/main">
            <a:off x="4343400" y="3854141"/>
            <a:ext cx="3505200" cy="740392"/>
          </a:xfrm>
          <a:prstGeom xmlns:a="http://schemas.openxmlformats.org/drawingml/2006/main" prst="rect">
            <a:avLst/>
          </a:prstGeom>
        </p:spPr>
      </p:pic>
      <p:sp>
        <p:nvSpPr>
          <p:cNvPr id="34" name="상세 문서로 분리">
            <a:extLst xmlns:a="http://schemas.openxmlformats.org/drawingml/2006/main">
              <a:ext uri="{FF2B5EF4-FFF2-40B4-BE49-F238E27FC236}">
                <a16:creationId xmlns:a16="http://schemas.microsoft.com/office/drawing/2014/main" id="{9B853AA3-065F-43ED-B4F9-49FA48AE6510}"/>
              </a:ext>
            </a:extLst>
          </p:cNvPr>
          <p:cNvSpPr>
            <a:spLocks xmlns:a="http://schemas.openxmlformats.org/drawingml/2006/main" noGrp="1"/>
          </p:cNvSpPr>
          <p:nvPr/>
        </p:nvSpPr>
        <p:spPr>
          <a:xfrm xmlns:a="http://schemas.openxmlformats.org/drawingml/2006/main">
            <a:off x="4343400" y="4829175"/>
            <a:ext cx="350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35" name="S32 · STATE-02 → STATE-03">
            <a:extLst xmlns:a="http://schemas.openxmlformats.org/drawingml/2006/main">
              <a:ext uri="{FF2B5EF4-FFF2-40B4-BE49-F238E27FC236}">
                <a16:creationId xmlns:a16="http://schemas.microsoft.com/office/drawing/2014/main" id="{E6EAA373-0EC2-469A-A6A4-503D2A9AB3B3}"/>
              </a:ext>
            </a:extLst>
          </p:cNvPr>
          <p:cNvSpPr>
            <a:spLocks xmlns:a="http://schemas.openxmlformats.org/drawingml/2006/main" noGrp="1"/>
          </p:cNvSpPr>
          <p:nvPr/>
        </p:nvSpPr>
        <p:spPr>
          <a:xfrm xmlns:a="http://schemas.openxmlformats.org/drawingml/2006/main">
            <a:off x="4343400" y="513397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S32 · STATE-02 → STATE-03</a:t>
            </a:r>
          </a:p>
        </p:txBody>
      </p:sp>
      <p:pic>
        <p:nvPicPr>
          <p:cNvPr id="36" name="">
            <a:extLst xmlns:a="http://schemas.openxmlformats.org/drawingml/2006/main">
              <a:ext uri="{FF2B5EF4-FFF2-40B4-BE49-F238E27FC236}">
                <a16:creationId xmlns:a16="http://schemas.microsoft.com/office/drawing/2014/main" id="{37160BB4-C647-4EF0-9CA1-A900FBABF2F2}"/>
              </a:ext>
            </a:extLst>
          </p:cNvPr>
          <p:cNvPicPr>
            <a:picLocks xmlns:a="http://schemas.openxmlformats.org/drawingml/2006/main" noChangeAspect="1"/>
          </p:cNvPicPr>
          <p:nvPr/>
        </p:nvPicPr>
        <p:blipFill>
          <a:blip xmlns:r="http://schemas.openxmlformats.org/officeDocument/2006/relationships" xmlns:a="http://schemas.openxmlformats.org/drawingml/2006/main" r:embed="R341654fcb4ad4af0"/>
          <a:srcRect xmlns:a="http://schemas.openxmlformats.org/drawingml/2006/main" l="5000" t="33333" r="5000" b="16667"/>
          <a:stretch xmlns:a="http://schemas.openxmlformats.org/drawingml/2006/main"/>
        </p:blipFill>
        <p:spPr>
          <a:xfrm xmlns:a="http://schemas.openxmlformats.org/drawingml/2006/main">
            <a:off x="8077200" y="3676650"/>
            <a:ext cx="3505200" cy="1095375"/>
          </a:xfrm>
          <a:prstGeom xmlns:a="http://schemas.openxmlformats.org/drawingml/2006/main" prst="rect">
            <a:avLst/>
          </a:prstGeom>
        </p:spPr>
      </p:pic>
      <p:sp>
        <p:nvSpPr>
          <p:cNvPr id="37" name="같은 조건의 성능 비교">
            <a:extLst xmlns:a="http://schemas.openxmlformats.org/drawingml/2006/main">
              <a:ext uri="{FF2B5EF4-FFF2-40B4-BE49-F238E27FC236}">
                <a16:creationId xmlns:a16="http://schemas.microsoft.com/office/drawing/2014/main" id="{2FA33C66-FD27-4D7A-8D2A-3004FE524122}"/>
              </a:ext>
            </a:extLst>
          </p:cNvPr>
          <p:cNvSpPr>
            <a:spLocks xmlns:a="http://schemas.openxmlformats.org/drawingml/2006/main" noGrp="1"/>
          </p:cNvSpPr>
          <p:nvPr/>
        </p:nvSpPr>
        <p:spPr>
          <a:xfrm xmlns:a="http://schemas.openxmlformats.org/drawingml/2006/main">
            <a:off x="8077200" y="4829175"/>
            <a:ext cx="350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38" name="S45 · STATE-04 → STATE-04-PERF">
            <a:extLst xmlns:a="http://schemas.openxmlformats.org/drawingml/2006/main">
              <a:ext uri="{FF2B5EF4-FFF2-40B4-BE49-F238E27FC236}">
                <a16:creationId xmlns:a16="http://schemas.microsoft.com/office/drawing/2014/main" id="{5D81D3E8-0436-4E39-8238-98135CC792D9}"/>
              </a:ext>
            </a:extLst>
          </p:cNvPr>
          <p:cNvSpPr>
            <a:spLocks xmlns:a="http://schemas.openxmlformats.org/drawingml/2006/main" noGrp="1"/>
          </p:cNvSpPr>
          <p:nvPr/>
        </p:nvSpPr>
        <p:spPr>
          <a:xfrm xmlns:a="http://schemas.openxmlformats.org/drawingml/2006/main">
            <a:off x="8077200" y="513397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S45 · STATE-04 → STATE-04-PERF</a:t>
            </a:r>
          </a:p>
        </p:txBody>
      </p:sp>
      <p:sp>
        <p:nvSpPr>
          <p:cNvPr id="39" name="각 변화의 출발점은, 그때 마주친 문제였다.">
            <a:extLst xmlns:a="http://schemas.openxmlformats.org/drawingml/2006/main">
              <a:ext uri="{FF2B5EF4-FFF2-40B4-BE49-F238E27FC236}">
                <a16:creationId xmlns:a16="http://schemas.microsoft.com/office/drawing/2014/main" id="{152ED999-B3C0-4B8B-8E52-F76D8D38EE78}"/>
              </a:ext>
            </a:extLst>
          </p:cNvPr>
          <p:cNvSpPr>
            <a:spLocks xmlns:a="http://schemas.openxmlformats.org/drawingml/2006/main" noGrp="1"/>
          </p:cNvSpPr>
          <p:nvPr/>
        </p:nvSpPr>
        <p:spPr>
          <a:xfrm xmlns:a="http://schemas.openxmlformats.org/drawingml/2006/main">
            <a:off x="609600" y="54483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Tree>
    <p:extLst>
      <p:ext uri="{BB962C8B-B14F-4D97-AF65-F5344CB8AC3E}">
        <p14:creationId xmlns:p14="http://schemas.microsoft.com/office/powerpoint/2010/main" val="69315280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5 · 이번 Demo의 선택 기준">
            <a:extLst xmlns:a="http://schemas.openxmlformats.org/drawingml/2006/main">
              <a:ext uri="{FF2B5EF4-FFF2-40B4-BE49-F238E27FC236}">
                <a16:creationId xmlns:a16="http://schemas.microsoft.com/office/drawing/2014/main" id="{0967C806-A8E0-416A-B8F6-864BFE362E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3590F39E-D1EE-4DA7-9EA8-AA196931C8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EF139654-29FC-4C87-9883-5814D676A9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E3D79168-71BF-41FE-A9F4-4EB451D1B2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6823FB37-ACF9-4DA4-BD59-A014DFBA1A1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D0E2BBF8-5C14-4D82-B763-4B19867C680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번 문제에 필요했던 것">
            <a:extLst xmlns:a="http://schemas.openxmlformats.org/drawingml/2006/main">
              <a:ext uri="{FF2B5EF4-FFF2-40B4-BE49-F238E27FC236}">
                <a16:creationId xmlns:a16="http://schemas.microsoft.com/office/drawing/2014/main" id="{7FBCEFDC-512F-4BF0-B2A8-8B4C8E559F54}"/>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문제에 필요했던 것</a:t>
            </a:r>
          </a:p>
        </p:txBody>
      </p:sp>
      <p:sp>
        <p:nvSpPr>
          <p:cNvPr id="8" name="이번에는 정당화하지 못한 것">
            <a:extLst xmlns:a="http://schemas.openxmlformats.org/drawingml/2006/main">
              <a:ext uri="{FF2B5EF4-FFF2-40B4-BE49-F238E27FC236}">
                <a16:creationId xmlns:a16="http://schemas.microsoft.com/office/drawing/2014/main" id="{1CC823EC-F4C5-4E78-8B2D-9D46FF74E976}"/>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이번에는 정당화하지 못한 것</a:t>
            </a:r>
          </a:p>
        </p:txBody>
      </p:sp>
      <p:sp>
        <p:nvSpPr>
          <p:cNvPr id="9" name="">
            <a:extLst xmlns:a="http://schemas.openxmlformats.org/drawingml/2006/main">
              <a:ext uri="{FF2B5EF4-FFF2-40B4-BE49-F238E27FC236}">
                <a16:creationId xmlns:a16="http://schemas.microsoft.com/office/drawing/2014/main" id="{75DBFF33-1253-4D7B-B6D5-394FD9ECBABE}"/>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E7B24E7-C27E-4E6A-8A77-9A9056E52E03}"/>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1" name="Task Prompt&#10;Context와 Routing&#10;재사용 Workflow&#10;Tests와 Benchmark">
            <a:extLst xmlns:a="http://schemas.openxmlformats.org/drawingml/2006/main">
              <a:ext uri="{FF2B5EF4-FFF2-40B4-BE49-F238E27FC236}">
                <a16:creationId xmlns:a16="http://schemas.microsoft.com/office/drawing/2014/main" id="{2F539F9C-035C-4199-BD95-470276CAB52F}"/>
              </a:ext>
            </a:extLst>
          </p:cNvPr>
          <p:cNvSpPr>
            <a:spLocks xmlns:a="http://schemas.openxmlformats.org/drawingml/2006/main" noGrp="1"/>
          </p:cNvSpPr>
          <p:nvPr/>
        </p:nvSpPr>
        <p:spPr>
          <a:xfrm xmlns:a="http://schemas.openxmlformats.org/drawingml/2006/main">
            <a:off x="609600" y="3162300"/>
            <a:ext cx="487680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2" name="Subagent&#10;Memory">
            <a:extLst xmlns:a="http://schemas.openxmlformats.org/drawingml/2006/main">
              <a:ext uri="{FF2B5EF4-FFF2-40B4-BE49-F238E27FC236}">
                <a16:creationId xmlns:a16="http://schemas.microsoft.com/office/drawing/2014/main" id="{3D9A5E23-9761-4E89-93B6-85BA43EF1DE6}"/>
              </a:ext>
            </a:extLst>
          </p:cNvPr>
          <p:cNvSpPr>
            <a:spLocks xmlns:a="http://schemas.openxmlformats.org/drawingml/2006/main" noGrp="1"/>
          </p:cNvSpPr>
          <p:nvPr/>
        </p:nvSpPr>
        <p:spPr>
          <a:xfrm xmlns:a="http://schemas.openxmlformats.org/drawingml/2006/main">
            <a:off x="6705600" y="3314700"/>
            <a:ext cx="4876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3" name="현재 문제가 필요로 하는 만큼 설계한다.">
            <a:extLst xmlns:a="http://schemas.openxmlformats.org/drawingml/2006/main">
              <a:ext uri="{FF2B5EF4-FFF2-40B4-BE49-F238E27FC236}">
                <a16:creationId xmlns:a16="http://schemas.microsoft.com/office/drawing/2014/main" id="{E95472B0-862D-45EA-AFF6-45B7EC0F4B46}"/>
              </a:ext>
            </a:extLst>
          </p:cNvPr>
          <p:cNvSpPr>
            <a:spLocks xmlns:a="http://schemas.openxmlformats.org/drawingml/2006/main" noGrp="1"/>
          </p:cNvSpPr>
          <p:nvPr/>
        </p:nvSpPr>
        <p:spPr>
          <a:xfrm xmlns:a="http://schemas.openxmlformats.org/drawingml/2006/main">
            <a:off x="609600" y="52197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현재 문제가 필요로 하는 만큼 설계한다.</a:t>
            </a:r>
          </a:p>
        </p:txBody>
      </p:sp>
    </p:spTree>
    <p:extLst>
      <p:ext uri="{BB962C8B-B14F-4D97-AF65-F5344CB8AC3E}">
        <p14:creationId xmlns:p14="http://schemas.microsoft.com/office/powerpoint/2010/main" val="965667140"/>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5 · 개발자의 판단">
            <a:extLst xmlns:a="http://schemas.openxmlformats.org/drawingml/2006/main">
              <a:ext uri="{FF2B5EF4-FFF2-40B4-BE49-F238E27FC236}">
                <a16:creationId xmlns:a16="http://schemas.microsoft.com/office/drawing/2014/main" id="{5CB0CA00-4EFE-45DF-B005-FA79AEFBF7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2A5FFB35-99E6-4ADA-A3E7-E9F70A3124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8ECCA0FA-2E39-43DA-9F10-3776C2FA9D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01379094-A58E-4CEC-BE8F-B311E1E86BA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80EF291-A683-4BD5-A827-0B07721342A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9B4B9718-ACCF-4E63-972D-6DBFD989576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7341667D-F1B8-4D65-A68B-88AD8CCFA21E}"/>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4D5A68"/>
                </a:solidFill>
                <a:latin typeface="Malgun Gothic"/>
                <a:ea typeface="Malgun Gothic"/>
                <a:cs typeface="Malgun Gothic"/>
              </a:defRPr>
            </a:defPPr>
            <a:lvl1pPr algn="l">
              <a:defRPr sz="2475" b="0">
                <a:solidFill>
                  <a:srgbClr val="4D5A68"/>
                </a:solidFill>
                <a:latin typeface="Malgun Gothic"/>
                <a:ea typeface="Malgun Gothic"/>
                <a:cs typeface="Malgun Gothic"/>
              </a:defRPr>
            </a:lvl1pPr>
            <a:lvl2pPr algn="l">
              <a:defRPr sz="2475" b="0">
                <a:solidFill>
                  <a:srgbClr val="4D5A68"/>
                </a:solidFill>
                <a:latin typeface="Malgun Gothic"/>
                <a:ea typeface="Malgun Gothic"/>
                <a:cs typeface="Malgun Gothic"/>
              </a:defRPr>
            </a:lvl2pPr>
            <a:lvl3pPr algn="l">
              <a:defRPr sz="2475" b="0">
                <a:solidFill>
                  <a:srgbClr val="4D5A68"/>
                </a:solidFill>
                <a:latin typeface="Malgun Gothic"/>
                <a:ea typeface="Malgun Gothic"/>
                <a:cs typeface="Malgun Gothic"/>
              </a:defRPr>
            </a:lvl3pPr>
            <a:lvl4pPr algn="l">
              <a:defRPr sz="2475" b="0">
                <a:solidFill>
                  <a:srgbClr val="4D5A68"/>
                </a:solidFill>
                <a:latin typeface="Malgun Gothic"/>
                <a:ea typeface="Malgun Gothic"/>
                <a:cs typeface="Malgun Gothic"/>
              </a:defRPr>
            </a:lvl4pPr>
            <a:lvl5pPr algn="l">
              <a:defRPr sz="2475" b="0">
                <a:solidFill>
                  <a:srgbClr val="4D5A68"/>
                </a:solidFill>
                <a:latin typeface="Malgun Gothic"/>
                <a:ea typeface="Malgun Gothic"/>
                <a:cs typeface="Malgun Gothic"/>
              </a:defRPr>
            </a:lvl5pPr>
            <a:lvl6pPr algn="l">
              <a:defRPr sz="2475" b="0">
                <a:solidFill>
                  <a:srgbClr val="4D5A68"/>
                </a:solidFill>
                <a:latin typeface="Malgun Gothic"/>
                <a:ea typeface="Malgun Gothic"/>
                <a:cs typeface="Malgun Gothic"/>
              </a:defRPr>
            </a:lvl6pPr>
            <a:lvl7pPr algn="l">
              <a:defRPr sz="2475" b="0">
                <a:solidFill>
                  <a:srgbClr val="4D5A68"/>
                </a:solidFill>
                <a:latin typeface="Malgun Gothic"/>
                <a:ea typeface="Malgun Gothic"/>
                <a:cs typeface="Malgun Gothic"/>
              </a:defRPr>
            </a:lvl7pPr>
            <a:lvl8pPr algn="l">
              <a:defRPr sz="2475" b="0">
                <a:solidFill>
                  <a:srgbClr val="4D5A68"/>
                </a:solidFill>
                <a:latin typeface="Malgun Gothic"/>
                <a:ea typeface="Malgun Gothic"/>
                <a:cs typeface="Malgun Gothic"/>
              </a:defRPr>
            </a:lvl8pPr>
            <a:lvl9pPr algn="l">
              <a:defRPr sz="2475" b="0">
                <a:solidFill>
                  <a:srgbClr val="4D5A68"/>
                </a:solidFill>
                <a:latin typeface="Malgun Gothic"/>
                <a:ea typeface="Malgun Gothic"/>
                <a:cs typeface="Malgun Gothic"/>
              </a:defRPr>
            </a:lvl9pPr>
          </a:lstStyle>
          <a:p xmlns:a="http://schemas.openxmlformats.org/drawingml/2006/main">
            <a:pPr algn="l">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AI가 조사·생성·변경·실행·비교를 도와도</a:t>
            </a:r>
          </a:p>
        </p:txBody>
      </p:sp>
      <p:sp>
        <p:nvSpPr>
          <p:cNvPr id="8" name="">
            <a:extLst xmlns:a="http://schemas.openxmlformats.org/drawingml/2006/main">
              <a:ext uri="{FF2B5EF4-FFF2-40B4-BE49-F238E27FC236}">
                <a16:creationId xmlns:a16="http://schemas.microsoft.com/office/drawing/2014/main" id="{FED9601C-B90B-40E9-B8CB-1F55CC6EB469}"/>
              </a:ext>
            </a:extLst>
          </p:cNvPr>
          <p:cNvSpPr>
            <a:spLocks xmlns:a="http://schemas.openxmlformats.org/drawingml/2006/main" noGrp="1"/>
          </p:cNvSpPr>
          <p:nvPr/>
        </p:nvSpPr>
        <p:spPr>
          <a:xfrm xmlns:a="http://schemas.openxmlformats.org/drawingml/2006/main">
            <a:off x="60960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목표">
            <a:extLst xmlns:a="http://schemas.openxmlformats.org/drawingml/2006/main">
              <a:ext uri="{FF2B5EF4-FFF2-40B4-BE49-F238E27FC236}">
                <a16:creationId xmlns:a16="http://schemas.microsoft.com/office/drawing/2014/main" id="{353B02DB-7C83-49E4-9304-4D4B8274836F}"/>
              </a:ext>
            </a:extLst>
          </p:cNvPr>
          <p:cNvSpPr>
            <a:spLocks xmlns:a="http://schemas.openxmlformats.org/drawingml/2006/main" noGrp="1"/>
          </p:cNvSpPr>
          <p:nvPr/>
        </p:nvSpPr>
        <p:spPr>
          <a:xfrm xmlns:a="http://schemas.openxmlformats.org/drawingml/2006/main">
            <a:off x="60960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0" name="무엇을 해결할까?">
            <a:extLst xmlns:a="http://schemas.openxmlformats.org/drawingml/2006/main">
              <a:ext uri="{FF2B5EF4-FFF2-40B4-BE49-F238E27FC236}">
                <a16:creationId xmlns:a16="http://schemas.microsoft.com/office/drawing/2014/main" id="{25DA204F-2159-476B-9A67-BA99BFABDCA9}"/>
              </a:ext>
            </a:extLst>
          </p:cNvPr>
          <p:cNvSpPr>
            <a:spLocks xmlns:a="http://schemas.openxmlformats.org/drawingml/2006/main" noGrp="1"/>
          </p:cNvSpPr>
          <p:nvPr/>
        </p:nvSpPr>
        <p:spPr>
          <a:xfrm xmlns:a="http://schemas.openxmlformats.org/drawingml/2006/main">
            <a:off x="60960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무엇을 해결할까?</a:t>
            </a:r>
          </a:p>
        </p:txBody>
      </p:sp>
      <p:sp>
        <p:nvSpPr>
          <p:cNvPr id="11" name="">
            <a:extLst xmlns:a="http://schemas.openxmlformats.org/drawingml/2006/main">
              <a:ext uri="{FF2B5EF4-FFF2-40B4-BE49-F238E27FC236}">
                <a16:creationId xmlns:a16="http://schemas.microsoft.com/office/drawing/2014/main" id="{44D00E7D-DBA7-4971-A34B-8F7352C679BC}"/>
              </a:ext>
            </a:extLst>
          </p:cNvPr>
          <p:cNvSpPr>
            <a:spLocks xmlns:a="http://schemas.openxmlformats.org/drawingml/2006/main" noGrp="1"/>
          </p:cNvSpPr>
          <p:nvPr/>
        </p:nvSpPr>
        <p:spPr>
          <a:xfrm xmlns:a="http://schemas.openxmlformats.org/drawingml/2006/main">
            <a:off x="340995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판단">
            <a:extLst xmlns:a="http://schemas.openxmlformats.org/drawingml/2006/main">
              <a:ext uri="{FF2B5EF4-FFF2-40B4-BE49-F238E27FC236}">
                <a16:creationId xmlns:a16="http://schemas.microsoft.com/office/drawing/2014/main" id="{C0E5D927-BAD8-431A-8902-904BF3054B47}"/>
              </a:ext>
            </a:extLst>
          </p:cNvPr>
          <p:cNvSpPr>
            <a:spLocks xmlns:a="http://schemas.openxmlformats.org/drawingml/2006/main" noGrp="1"/>
          </p:cNvSpPr>
          <p:nvPr/>
        </p:nvSpPr>
        <p:spPr>
          <a:xfrm xmlns:a="http://schemas.openxmlformats.org/drawingml/2006/main">
            <a:off x="340995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3" name="어떤 선택이 적절할까?">
            <a:extLst xmlns:a="http://schemas.openxmlformats.org/drawingml/2006/main">
              <a:ext uri="{FF2B5EF4-FFF2-40B4-BE49-F238E27FC236}">
                <a16:creationId xmlns:a16="http://schemas.microsoft.com/office/drawing/2014/main" id="{2E1ADFDD-28A5-46A0-85B1-A43A4280B5CA}"/>
              </a:ext>
            </a:extLst>
          </p:cNvPr>
          <p:cNvSpPr>
            <a:spLocks xmlns:a="http://schemas.openxmlformats.org/drawingml/2006/main" noGrp="1"/>
          </p:cNvSpPr>
          <p:nvPr/>
        </p:nvSpPr>
        <p:spPr>
          <a:xfrm xmlns:a="http://schemas.openxmlformats.org/drawingml/2006/main">
            <a:off x="340995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어떤 선택이 적절할까?</a:t>
            </a:r>
          </a:p>
        </p:txBody>
      </p:sp>
      <p:sp>
        <p:nvSpPr>
          <p:cNvPr id="14" name="">
            <a:extLst xmlns:a="http://schemas.openxmlformats.org/drawingml/2006/main">
              <a:ext uri="{FF2B5EF4-FFF2-40B4-BE49-F238E27FC236}">
                <a16:creationId xmlns:a16="http://schemas.microsoft.com/office/drawing/2014/main" id="{75701EC9-603F-4F88-B5C0-201B13946574}"/>
              </a:ext>
            </a:extLst>
          </p:cNvPr>
          <p:cNvSpPr>
            <a:spLocks xmlns:a="http://schemas.openxmlformats.org/drawingml/2006/main" noGrp="1"/>
          </p:cNvSpPr>
          <p:nvPr/>
        </p:nvSpPr>
        <p:spPr>
          <a:xfrm xmlns:a="http://schemas.openxmlformats.org/drawingml/2006/main">
            <a:off x="621030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a:extLst xmlns:a="http://schemas.openxmlformats.org/drawingml/2006/main">
              <a:ext uri="{FF2B5EF4-FFF2-40B4-BE49-F238E27FC236}">
                <a16:creationId xmlns:a16="http://schemas.microsoft.com/office/drawing/2014/main" id="{F2338BF6-2D1C-4D04-ACBE-343570840DFE}"/>
              </a:ext>
            </a:extLst>
          </p:cNvPr>
          <p:cNvSpPr>
            <a:spLocks xmlns:a="http://schemas.openxmlformats.org/drawingml/2006/main" noGrp="1"/>
          </p:cNvSpPr>
          <p:nvPr/>
        </p:nvSpPr>
        <p:spPr>
          <a:xfrm xmlns:a="http://schemas.openxmlformats.org/drawingml/2006/main">
            <a:off x="621030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6" name="무엇으로 확인할까?">
            <a:extLst xmlns:a="http://schemas.openxmlformats.org/drawingml/2006/main">
              <a:ext uri="{FF2B5EF4-FFF2-40B4-BE49-F238E27FC236}">
                <a16:creationId xmlns:a16="http://schemas.microsoft.com/office/drawing/2014/main" id="{FAB02A41-3336-4D48-9733-45D492AA727C}"/>
              </a:ext>
            </a:extLst>
          </p:cNvPr>
          <p:cNvSpPr>
            <a:spLocks xmlns:a="http://schemas.openxmlformats.org/drawingml/2006/main" noGrp="1"/>
          </p:cNvSpPr>
          <p:nvPr/>
        </p:nvSpPr>
        <p:spPr>
          <a:xfrm xmlns:a="http://schemas.openxmlformats.org/drawingml/2006/main">
            <a:off x="621030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무엇으로 확인할까?</a:t>
            </a:r>
          </a:p>
        </p:txBody>
      </p:sp>
      <p:sp>
        <p:nvSpPr>
          <p:cNvPr id="17" name="">
            <a:extLst xmlns:a="http://schemas.openxmlformats.org/drawingml/2006/main">
              <a:ext uri="{FF2B5EF4-FFF2-40B4-BE49-F238E27FC236}">
                <a16:creationId xmlns:a16="http://schemas.microsoft.com/office/drawing/2014/main" id="{A7CB2991-D4C4-4C88-B7A5-919CA92C1F67}"/>
              </a:ext>
            </a:extLst>
          </p:cNvPr>
          <p:cNvSpPr>
            <a:spLocks xmlns:a="http://schemas.openxmlformats.org/drawingml/2006/main" noGrp="1"/>
          </p:cNvSpPr>
          <p:nvPr/>
        </p:nvSpPr>
        <p:spPr>
          <a:xfrm xmlns:a="http://schemas.openxmlformats.org/drawingml/2006/main">
            <a:off x="901065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책임">
            <a:extLst xmlns:a="http://schemas.openxmlformats.org/drawingml/2006/main">
              <a:ext uri="{FF2B5EF4-FFF2-40B4-BE49-F238E27FC236}">
                <a16:creationId xmlns:a16="http://schemas.microsoft.com/office/drawing/2014/main" id="{B5B29C34-4B62-4065-9A89-96D36437B2E6}"/>
              </a:ext>
            </a:extLst>
          </p:cNvPr>
          <p:cNvSpPr>
            <a:spLocks xmlns:a="http://schemas.openxmlformats.org/drawingml/2006/main" noGrp="1"/>
          </p:cNvSpPr>
          <p:nvPr/>
        </p:nvSpPr>
        <p:spPr>
          <a:xfrm xmlns:a="http://schemas.openxmlformats.org/drawingml/2006/main">
            <a:off x="901065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19" name="완료를 수용해도 될까?">
            <a:extLst xmlns:a="http://schemas.openxmlformats.org/drawingml/2006/main">
              <a:ext uri="{FF2B5EF4-FFF2-40B4-BE49-F238E27FC236}">
                <a16:creationId xmlns:a16="http://schemas.microsoft.com/office/drawing/2014/main" id="{A31BCD9B-D924-4D00-9845-6E463B8B3AC8}"/>
              </a:ext>
            </a:extLst>
          </p:cNvPr>
          <p:cNvSpPr>
            <a:spLocks xmlns:a="http://schemas.openxmlformats.org/drawingml/2006/main" noGrp="1"/>
          </p:cNvSpPr>
          <p:nvPr/>
        </p:nvSpPr>
        <p:spPr>
          <a:xfrm xmlns:a="http://schemas.openxmlformats.org/drawingml/2006/main">
            <a:off x="901065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완료를 수용해도 될까?</a:t>
            </a:r>
          </a:p>
        </p:txBody>
      </p:sp>
      <p:sp>
        <p:nvSpPr>
          <p:cNvPr id="20" name="결과를 받는 일에는, 결과를 판단하는 책임이 함께 남는다.">
            <a:extLst xmlns:a="http://schemas.openxmlformats.org/drawingml/2006/main">
              <a:ext uri="{FF2B5EF4-FFF2-40B4-BE49-F238E27FC236}">
                <a16:creationId xmlns:a16="http://schemas.microsoft.com/office/drawing/2014/main" id="{D91398CA-FF07-43AD-8C7F-3E52A35FB789}"/>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결과를 받는 일에는, 결과를 판단하는 책임이 함께 남는다.</a:t>
            </a:r>
          </a:p>
        </p:txBody>
      </p:sp>
    </p:spTree>
    <p:extLst>
      <p:ext uri="{BB962C8B-B14F-4D97-AF65-F5344CB8AC3E}">
        <p14:creationId xmlns:p14="http://schemas.microsoft.com/office/powerpoint/2010/main" val="1364425346"/>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5 · 일하는 환경을 설계한다">
            <a:extLst xmlns:a="http://schemas.openxmlformats.org/drawingml/2006/main">
              <a:ext uri="{FF2B5EF4-FFF2-40B4-BE49-F238E27FC236}">
                <a16:creationId xmlns:a16="http://schemas.microsoft.com/office/drawing/2014/main" id="{E615B900-49FF-4A43-971F-24E4A883CC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9E5E2D76-4A92-446D-9EA8-0432D873D9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84FAF9B3-FC47-4F59-89BB-6DD064F3712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CABC3E03-AE1A-46FB-BC4B-8365D4801BD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BA8F453E-0860-4DA5-887C-04ADC9DD466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285D359C-0445-47D6-B792-AE8B2C652AE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4DB50292-FCB0-4131-8B41-704810AD791B}"/>
              </a:ext>
            </a:extLst>
          </p:cNvPr>
          <p:cNvSpPr>
            <a:spLocks xmlns:a="http://schemas.openxmlformats.org/drawingml/2006/main" noGrp="1"/>
          </p:cNvSpPr>
          <p:nvPr/>
        </p:nvSpPr>
        <p:spPr>
          <a:xfrm xmlns:a="http://schemas.openxmlformats.org/drawingml/2006/main">
            <a:off x="609600" y="21621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2295D0E7-6A33-4076-873E-AB333D995B95}"/>
              </a:ext>
            </a:extLst>
          </p:cNvPr>
          <p:cNvSpPr>
            <a:spLocks xmlns:a="http://schemas.openxmlformats.org/drawingml/2006/main" noGrp="1"/>
          </p:cNvSpPr>
          <p:nvPr/>
        </p:nvSpPr>
        <p:spPr>
          <a:xfrm xmlns:a="http://schemas.openxmlformats.org/drawingml/2006/main">
            <a:off x="609600" y="3067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작업 경계">
            <a:extLst xmlns:a="http://schemas.openxmlformats.org/drawingml/2006/main">
              <a:ext uri="{FF2B5EF4-FFF2-40B4-BE49-F238E27FC236}">
                <a16:creationId xmlns:a16="http://schemas.microsoft.com/office/drawing/2014/main" id="{E7EA96D7-DA22-4744-9ECF-36095442515C}"/>
              </a:ext>
            </a:extLst>
          </p:cNvPr>
          <p:cNvSpPr>
            <a:spLocks xmlns:a="http://schemas.openxmlformats.org/drawingml/2006/main" noGrp="1"/>
          </p:cNvSpPr>
          <p:nvPr/>
        </p:nvSpPr>
        <p:spPr>
          <a:xfrm xmlns:a="http://schemas.openxmlformats.org/drawingml/2006/main">
            <a:off x="609600" y="318135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작업 경계</a:t>
            </a:r>
          </a:p>
        </p:txBody>
      </p:sp>
      <p:sp>
        <p:nvSpPr>
          <p:cNvPr id="10" name="무엇을 맡기고 어디까지 바꿀까?">
            <a:extLst xmlns:a="http://schemas.openxmlformats.org/drawingml/2006/main">
              <a:ext uri="{FF2B5EF4-FFF2-40B4-BE49-F238E27FC236}">
                <a16:creationId xmlns:a16="http://schemas.microsoft.com/office/drawing/2014/main" id="{B060F8A1-C189-42D0-8A4C-FB3D63EDAAF1}"/>
              </a:ext>
            </a:extLst>
          </p:cNvPr>
          <p:cNvSpPr>
            <a:spLocks xmlns:a="http://schemas.openxmlformats.org/drawingml/2006/main" noGrp="1"/>
          </p:cNvSpPr>
          <p:nvPr/>
        </p:nvSpPr>
        <p:spPr>
          <a:xfrm xmlns:a="http://schemas.openxmlformats.org/drawingml/2006/main">
            <a:off x="3895725" y="318135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맡기고 어디까지 바꿀까?</a:t>
            </a:r>
          </a:p>
        </p:txBody>
      </p:sp>
      <p:sp>
        <p:nvSpPr>
          <p:cNvPr id="11" name="">
            <a:extLst xmlns:a="http://schemas.openxmlformats.org/drawingml/2006/main">
              <a:ext uri="{FF2B5EF4-FFF2-40B4-BE49-F238E27FC236}">
                <a16:creationId xmlns:a16="http://schemas.microsoft.com/office/drawing/2014/main" id="{FA7928E9-776A-4A91-A3C8-4B6CE2426E52}"/>
              </a:ext>
            </a:extLst>
          </p:cNvPr>
          <p:cNvSpPr>
            <a:spLocks xmlns:a="http://schemas.openxmlformats.org/drawingml/2006/main" noGrp="1"/>
          </p:cNvSpPr>
          <p:nvPr/>
        </p:nvSpPr>
        <p:spPr>
          <a:xfrm xmlns:a="http://schemas.openxmlformats.org/drawingml/2006/main">
            <a:off x="609600" y="3810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지식 · 절차">
            <a:extLst xmlns:a="http://schemas.openxmlformats.org/drawingml/2006/main">
              <a:ext uri="{FF2B5EF4-FFF2-40B4-BE49-F238E27FC236}">
                <a16:creationId xmlns:a16="http://schemas.microsoft.com/office/drawing/2014/main" id="{9A05872C-5803-4FDA-94D4-015BA0C36ABC}"/>
              </a:ext>
            </a:extLst>
          </p:cNvPr>
          <p:cNvSpPr>
            <a:spLocks xmlns:a="http://schemas.openxmlformats.org/drawingml/2006/main" noGrp="1"/>
          </p:cNvSpPr>
          <p:nvPr/>
        </p:nvSpPr>
        <p:spPr>
          <a:xfrm xmlns:a="http://schemas.openxmlformats.org/drawingml/2006/main">
            <a:off x="609600" y="392430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지식 · 절차</a:t>
            </a:r>
          </a:p>
        </p:txBody>
      </p:sp>
      <p:sp>
        <p:nvSpPr>
          <p:cNvPr id="13" name="무엇을 알고, 어떤 방식으로 일할까?">
            <a:extLst xmlns:a="http://schemas.openxmlformats.org/drawingml/2006/main">
              <a:ext uri="{FF2B5EF4-FFF2-40B4-BE49-F238E27FC236}">
                <a16:creationId xmlns:a16="http://schemas.microsoft.com/office/drawing/2014/main" id="{01F27E48-B712-4CA9-A57D-CE12989A31DD}"/>
              </a:ext>
            </a:extLst>
          </p:cNvPr>
          <p:cNvSpPr>
            <a:spLocks xmlns:a="http://schemas.openxmlformats.org/drawingml/2006/main" noGrp="1"/>
          </p:cNvSpPr>
          <p:nvPr/>
        </p:nvSpPr>
        <p:spPr>
          <a:xfrm xmlns:a="http://schemas.openxmlformats.org/drawingml/2006/main">
            <a:off x="3895725" y="392430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알고, 어떤 방식으로 일할까?</a:t>
            </a:r>
          </a:p>
        </p:txBody>
      </p:sp>
      <p:sp>
        <p:nvSpPr>
          <p:cNvPr id="14" name="">
            <a:extLst xmlns:a="http://schemas.openxmlformats.org/drawingml/2006/main">
              <a:ext uri="{FF2B5EF4-FFF2-40B4-BE49-F238E27FC236}">
                <a16:creationId xmlns:a16="http://schemas.microsoft.com/office/drawing/2014/main" id="{DB68F9E5-F88F-42B5-BD49-D7ABB14C179B}"/>
              </a:ext>
            </a:extLst>
          </p:cNvPr>
          <p:cNvSpPr>
            <a:spLocks xmlns:a="http://schemas.openxmlformats.org/drawingml/2006/main" noGrp="1"/>
          </p:cNvSpPr>
          <p:nvPr/>
        </p:nvSpPr>
        <p:spPr>
          <a:xfrm xmlns:a="http://schemas.openxmlformats.org/drawingml/2006/main">
            <a:off x="609600" y="4552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검증 · 피드백">
            <a:extLst xmlns:a="http://schemas.openxmlformats.org/drawingml/2006/main">
              <a:ext uri="{FF2B5EF4-FFF2-40B4-BE49-F238E27FC236}">
                <a16:creationId xmlns:a16="http://schemas.microsoft.com/office/drawing/2014/main" id="{E1728AC0-B056-4C95-AEE5-0E55CF76CB02}"/>
              </a:ext>
            </a:extLst>
          </p:cNvPr>
          <p:cNvSpPr>
            <a:spLocks xmlns:a="http://schemas.openxmlformats.org/drawingml/2006/main" noGrp="1"/>
          </p:cNvSpPr>
          <p:nvPr/>
        </p:nvSpPr>
        <p:spPr>
          <a:xfrm xmlns:a="http://schemas.openxmlformats.org/drawingml/2006/main">
            <a:off x="609600" y="466725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 피드백</a:t>
            </a:r>
          </a:p>
        </p:txBody>
      </p:sp>
      <p:sp>
        <p:nvSpPr>
          <p:cNvPr id="16" name="어떻게 확인하고 다음 작업을 바꿀까?">
            <a:extLst xmlns:a="http://schemas.openxmlformats.org/drawingml/2006/main">
              <a:ext uri="{FF2B5EF4-FFF2-40B4-BE49-F238E27FC236}">
                <a16:creationId xmlns:a16="http://schemas.microsoft.com/office/drawing/2014/main" id="{A31C4897-E7AF-49ED-82D6-CFB4F4910130}"/>
              </a:ext>
            </a:extLst>
          </p:cNvPr>
          <p:cNvSpPr>
            <a:spLocks xmlns:a="http://schemas.openxmlformats.org/drawingml/2006/main" noGrp="1"/>
          </p:cNvSpPr>
          <p:nvPr/>
        </p:nvSpPr>
        <p:spPr>
          <a:xfrm xmlns:a="http://schemas.openxmlformats.org/drawingml/2006/main">
            <a:off x="3895725" y="466725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어떻게 확인하고 다음 작업을 바꿀까?</a:t>
            </a:r>
          </a:p>
        </p:txBody>
      </p:sp>
    </p:spTree>
    <p:extLst>
      <p:ext uri="{BB962C8B-B14F-4D97-AF65-F5344CB8AC3E}">
        <p14:creationId xmlns:p14="http://schemas.microsoft.com/office/powerpoint/2010/main" val="1808118277"/>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C++ VISION / 내 업무로 연결">
            <a:extLst xmlns:a="http://schemas.openxmlformats.org/drawingml/2006/main">
              <a:ext uri="{FF2B5EF4-FFF2-40B4-BE49-F238E27FC236}">
                <a16:creationId xmlns:a16="http://schemas.microsoft.com/office/drawing/2014/main" id="{C854088C-F7AF-44F4-9923-FABABC29FE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355F3C42-3346-45C9-80E3-C5CFE00BE6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A09A704D-9A9B-48C5-B4C0-4F52BE403D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D8B9939B-AEDC-47AA-AEC9-C12186D400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653B9959-3AFF-4C26-9614-42DC892BBFB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B8B088A5-6BE1-4574-88BC-0FFEEC44B6A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
            <a:extLst xmlns:a="http://schemas.openxmlformats.org/drawingml/2006/main">
              <a:ext uri="{FF2B5EF4-FFF2-40B4-BE49-F238E27FC236}">
                <a16:creationId xmlns:a16="http://schemas.microsoft.com/office/drawing/2014/main" id="{3401DA28-F6CC-4734-B2C9-45249AE027D0}"/>
              </a:ext>
            </a:extLst>
          </p:cNvPr>
          <p:cNvSpPr>
            <a:spLocks xmlns:a="http://schemas.openxmlformats.org/drawingml/2006/main" noGrp="1"/>
          </p:cNvSpPr>
          <p:nvPr/>
        </p:nvSpPr>
        <p:spPr>
          <a:xfrm xmlns:a="http://schemas.openxmlformats.org/drawingml/2006/main">
            <a:off x="609600" y="2162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Task">
            <a:extLst xmlns:a="http://schemas.openxmlformats.org/drawingml/2006/main">
              <a:ext uri="{FF2B5EF4-FFF2-40B4-BE49-F238E27FC236}">
                <a16:creationId xmlns:a16="http://schemas.microsoft.com/office/drawing/2014/main" id="{BBB773FA-D2DC-4F1B-9B0F-2C88B83E4236}"/>
              </a:ext>
            </a:extLst>
          </p:cNvPr>
          <p:cNvSpPr>
            <a:spLocks xmlns:a="http://schemas.openxmlformats.org/drawingml/2006/main" noGrp="1"/>
          </p:cNvSpPr>
          <p:nvPr/>
        </p:nvSpPr>
        <p:spPr>
          <a:xfrm xmlns:a="http://schemas.openxmlformats.org/drawingml/2006/main">
            <a:off x="609600" y="223837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9" name="조사할 성능 병목의 범위가 흐리다">
            <a:extLst xmlns:a="http://schemas.openxmlformats.org/drawingml/2006/main">
              <a:ext uri="{FF2B5EF4-FFF2-40B4-BE49-F238E27FC236}">
                <a16:creationId xmlns:a16="http://schemas.microsoft.com/office/drawing/2014/main" id="{8981A8E1-7A0C-4FB1-BFAF-581B7F95C816}"/>
              </a:ext>
            </a:extLst>
          </p:cNvPr>
          <p:cNvSpPr>
            <a:spLocks xmlns:a="http://schemas.openxmlformats.org/drawingml/2006/main" noGrp="1"/>
          </p:cNvSpPr>
          <p:nvPr/>
        </p:nvSpPr>
        <p:spPr>
          <a:xfrm xmlns:a="http://schemas.openxmlformats.org/drawingml/2006/main">
            <a:off x="3619500" y="223837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조사할 성능 병목의 범위가 흐리다</a:t>
            </a:r>
          </a:p>
        </p:txBody>
      </p:sp>
      <p:sp>
        <p:nvSpPr>
          <p:cNvPr id="10" name="">
            <a:extLst xmlns:a="http://schemas.openxmlformats.org/drawingml/2006/main">
              <a:ext uri="{FF2B5EF4-FFF2-40B4-BE49-F238E27FC236}">
                <a16:creationId xmlns:a16="http://schemas.microsoft.com/office/drawing/2014/main" id="{8628E8BD-958A-4C1C-85D0-9B536945FC6C}"/>
              </a:ext>
            </a:extLst>
          </p:cNvPr>
          <p:cNvSpPr>
            <a:spLocks xmlns:a="http://schemas.openxmlformats.org/drawingml/2006/main" noGrp="1"/>
          </p:cNvSpPr>
          <p:nvPr/>
        </p:nvSpPr>
        <p:spPr>
          <a:xfrm xmlns:a="http://schemas.openxmlformats.org/drawingml/2006/main">
            <a:off x="609600" y="2800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ontext">
            <a:extLst xmlns:a="http://schemas.openxmlformats.org/drawingml/2006/main">
              <a:ext uri="{FF2B5EF4-FFF2-40B4-BE49-F238E27FC236}">
                <a16:creationId xmlns:a16="http://schemas.microsoft.com/office/drawing/2014/main" id="{00487B4D-7D91-4E1C-B599-B48BACDE4A95}"/>
              </a:ext>
            </a:extLst>
          </p:cNvPr>
          <p:cNvSpPr>
            <a:spLocks xmlns:a="http://schemas.openxmlformats.org/drawingml/2006/main" noGrp="1"/>
          </p:cNvSpPr>
          <p:nvPr/>
        </p:nvSpPr>
        <p:spPr>
          <a:xfrm xmlns:a="http://schemas.openxmlformats.org/drawingml/2006/main">
            <a:off x="609600" y="2876550"/>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2" name="빌드 조건·계약·하드웨어 가정을 반복 설명한다">
            <a:extLst xmlns:a="http://schemas.openxmlformats.org/drawingml/2006/main">
              <a:ext uri="{FF2B5EF4-FFF2-40B4-BE49-F238E27FC236}">
                <a16:creationId xmlns:a16="http://schemas.microsoft.com/office/drawing/2014/main" id="{310BA7C3-3ABE-427A-9A03-E08447980309}"/>
              </a:ext>
            </a:extLst>
          </p:cNvPr>
          <p:cNvSpPr>
            <a:spLocks xmlns:a="http://schemas.openxmlformats.org/drawingml/2006/main" noGrp="1"/>
          </p:cNvSpPr>
          <p:nvPr/>
        </p:nvSpPr>
        <p:spPr>
          <a:xfrm xmlns:a="http://schemas.openxmlformats.org/drawingml/2006/main">
            <a:off x="3619500" y="2876550"/>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빌드 조건·계약·하드웨어 가정을 반복 설명한다</a:t>
            </a:r>
          </a:p>
        </p:txBody>
      </p:sp>
      <p:sp>
        <p:nvSpPr>
          <p:cNvPr id="13" name="">
            <a:extLst xmlns:a="http://schemas.openxmlformats.org/drawingml/2006/main">
              <a:ext uri="{FF2B5EF4-FFF2-40B4-BE49-F238E27FC236}">
                <a16:creationId xmlns:a16="http://schemas.microsoft.com/office/drawing/2014/main" id="{BCAFDA3A-F994-4FEF-B049-9773B91BD15A}"/>
              </a:ext>
            </a:extLst>
          </p:cNvPr>
          <p:cNvSpPr>
            <a:spLocks xmlns:a="http://schemas.openxmlformats.org/drawingml/2006/main" noGrp="1"/>
          </p:cNvSpPr>
          <p:nvPr/>
        </p:nvSpPr>
        <p:spPr>
          <a:xfrm xmlns:a="http://schemas.openxmlformats.org/drawingml/2006/main">
            <a:off x="609600" y="3438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Workflow">
            <a:extLst xmlns:a="http://schemas.openxmlformats.org/drawingml/2006/main">
              <a:ext uri="{FF2B5EF4-FFF2-40B4-BE49-F238E27FC236}">
                <a16:creationId xmlns:a16="http://schemas.microsoft.com/office/drawing/2014/main" id="{5FB10F8E-2B4E-4B33-B5FA-27ACC6618680}"/>
              </a:ext>
            </a:extLst>
          </p:cNvPr>
          <p:cNvSpPr>
            <a:spLocks xmlns:a="http://schemas.openxmlformats.org/drawingml/2006/main" noGrp="1"/>
          </p:cNvSpPr>
          <p:nvPr/>
        </p:nvSpPr>
        <p:spPr>
          <a:xfrm xmlns:a="http://schemas.openxmlformats.org/drawingml/2006/main">
            <a:off x="609600" y="351472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15" name="분석 → 변경 → 측정 → 회귀 확인을 매번 적는다">
            <a:extLst xmlns:a="http://schemas.openxmlformats.org/drawingml/2006/main">
              <a:ext uri="{FF2B5EF4-FFF2-40B4-BE49-F238E27FC236}">
                <a16:creationId xmlns:a16="http://schemas.microsoft.com/office/drawing/2014/main" id="{8A2E5194-C9C5-466A-A668-F2A9139A875E}"/>
              </a:ext>
            </a:extLst>
          </p:cNvPr>
          <p:cNvSpPr>
            <a:spLocks xmlns:a="http://schemas.openxmlformats.org/drawingml/2006/main" noGrp="1"/>
          </p:cNvSpPr>
          <p:nvPr/>
        </p:nvSpPr>
        <p:spPr>
          <a:xfrm xmlns:a="http://schemas.openxmlformats.org/drawingml/2006/main">
            <a:off x="3619500" y="351472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분석 → 변경 → 측정 → 회귀 확인을 매번 적는다</a:t>
            </a:r>
          </a:p>
        </p:txBody>
      </p:sp>
      <p:sp>
        <p:nvSpPr>
          <p:cNvPr id="16" name="">
            <a:extLst xmlns:a="http://schemas.openxmlformats.org/drawingml/2006/main">
              <a:ext uri="{FF2B5EF4-FFF2-40B4-BE49-F238E27FC236}">
                <a16:creationId xmlns:a16="http://schemas.microsoft.com/office/drawing/2014/main" id="{8C2FCCB7-D90C-48D1-A506-BAED6A8886B4}"/>
              </a:ext>
            </a:extLst>
          </p:cNvPr>
          <p:cNvSpPr>
            <a:spLocks xmlns:a="http://schemas.openxmlformats.org/drawingml/2006/main" noGrp="1"/>
          </p:cNvSpPr>
          <p:nvPr/>
        </p:nvSpPr>
        <p:spPr>
          <a:xfrm xmlns:a="http://schemas.openxmlformats.org/drawingml/2006/main">
            <a:off x="609600" y="4076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Verification">
            <a:extLst xmlns:a="http://schemas.openxmlformats.org/drawingml/2006/main">
              <a:ext uri="{FF2B5EF4-FFF2-40B4-BE49-F238E27FC236}">
                <a16:creationId xmlns:a16="http://schemas.microsoft.com/office/drawing/2014/main" id="{BAFBC33F-7595-4818-8001-C6412A4BDA53}"/>
              </a:ext>
            </a:extLst>
          </p:cNvPr>
          <p:cNvSpPr>
            <a:spLocks xmlns:a="http://schemas.openxmlformats.org/drawingml/2006/main" noGrp="1"/>
          </p:cNvSpPr>
          <p:nvPr/>
        </p:nvSpPr>
        <p:spPr>
          <a:xfrm xmlns:a="http://schemas.openxmlformats.org/drawingml/2006/main">
            <a:off x="609600" y="4152900"/>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18" name="테스트와 Benchmark의 확인 기준이 모호하다">
            <a:extLst xmlns:a="http://schemas.openxmlformats.org/drawingml/2006/main">
              <a:ext uri="{FF2B5EF4-FFF2-40B4-BE49-F238E27FC236}">
                <a16:creationId xmlns:a16="http://schemas.microsoft.com/office/drawing/2014/main" id="{9FECF2E5-A395-4268-B395-2BF1FD96FEAE}"/>
              </a:ext>
            </a:extLst>
          </p:cNvPr>
          <p:cNvSpPr>
            <a:spLocks xmlns:a="http://schemas.openxmlformats.org/drawingml/2006/main" noGrp="1"/>
          </p:cNvSpPr>
          <p:nvPr/>
        </p:nvSpPr>
        <p:spPr>
          <a:xfrm xmlns:a="http://schemas.openxmlformats.org/drawingml/2006/main">
            <a:off x="3619500" y="4152900"/>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테스트와 Benchmark의 확인 기준이 모호하다</a:t>
            </a:r>
          </a:p>
        </p:txBody>
      </p:sp>
      <p:sp>
        <p:nvSpPr>
          <p:cNvPr id="19" name="">
            <a:extLst xmlns:a="http://schemas.openxmlformats.org/drawingml/2006/main">
              <a:ext uri="{FF2B5EF4-FFF2-40B4-BE49-F238E27FC236}">
                <a16:creationId xmlns:a16="http://schemas.microsoft.com/office/drawing/2014/main" id="{894F6A0B-57B1-4578-8845-ACAAD93ED1F1}"/>
              </a:ext>
            </a:extLst>
          </p:cNvPr>
          <p:cNvSpPr>
            <a:spLocks xmlns:a="http://schemas.openxmlformats.org/drawingml/2006/main" noGrp="1"/>
          </p:cNvSpPr>
          <p:nvPr/>
        </p:nvSpPr>
        <p:spPr>
          <a:xfrm xmlns:a="http://schemas.openxmlformats.org/drawingml/2006/main">
            <a:off x="609600" y="4714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Feedback Loop">
            <a:extLst xmlns:a="http://schemas.openxmlformats.org/drawingml/2006/main">
              <a:ext uri="{FF2B5EF4-FFF2-40B4-BE49-F238E27FC236}">
                <a16:creationId xmlns:a16="http://schemas.microsoft.com/office/drawing/2014/main" id="{0B1E8CBB-D211-43E6-9549-F5C8AA8E3A73}"/>
              </a:ext>
            </a:extLst>
          </p:cNvPr>
          <p:cNvSpPr>
            <a:spLocks xmlns:a="http://schemas.openxmlformats.org/drawingml/2006/main" noGrp="1"/>
          </p:cNvSpPr>
          <p:nvPr/>
        </p:nvSpPr>
        <p:spPr>
          <a:xfrm xmlns:a="http://schemas.openxmlformats.org/drawingml/2006/main">
            <a:off x="609600" y="479107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21" name="같은 문제가 다시 생겨도 관련 시스템을 안 바꾼다">
            <a:extLst xmlns:a="http://schemas.openxmlformats.org/drawingml/2006/main">
              <a:ext uri="{FF2B5EF4-FFF2-40B4-BE49-F238E27FC236}">
                <a16:creationId xmlns:a16="http://schemas.microsoft.com/office/drawing/2014/main" id="{480499FE-3DCB-44F2-8D6E-E14B825BA12E}"/>
              </a:ext>
            </a:extLst>
          </p:cNvPr>
          <p:cNvSpPr>
            <a:spLocks xmlns:a="http://schemas.openxmlformats.org/drawingml/2006/main" noGrp="1"/>
          </p:cNvSpPr>
          <p:nvPr/>
        </p:nvSpPr>
        <p:spPr>
          <a:xfrm xmlns:a="http://schemas.openxmlformats.org/drawingml/2006/main">
            <a:off x="3619500" y="479107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문제가 다시 생겨도 관련 시스템을 안 바꾼다</a:t>
            </a:r>
          </a:p>
        </p:txBody>
      </p:sp>
      <p:sp>
        <p:nvSpPr>
          <p:cNvPr id="22" name="지금 내 업무와 가장 가까운 한 곳을 떠올려 본다.">
            <a:extLst xmlns:a="http://schemas.openxmlformats.org/drawingml/2006/main">
              <a:ext uri="{FF2B5EF4-FFF2-40B4-BE49-F238E27FC236}">
                <a16:creationId xmlns:a16="http://schemas.microsoft.com/office/drawing/2014/main" id="{0A1A5605-9591-4411-9792-3973AA90B85E}"/>
              </a:ext>
            </a:extLst>
          </p:cNvPr>
          <p:cNvSpPr>
            <a:spLocks xmlns:a="http://schemas.openxmlformats.org/drawingml/2006/main" noGrp="1"/>
          </p:cNvSpPr>
          <p:nvPr/>
        </p:nvSpPr>
        <p:spPr>
          <a:xfrm xmlns:a="http://schemas.openxmlformats.org/drawingml/2006/main">
            <a:off x="609600" y="54102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지금 내 업무와 가장 가까운 한 곳을 떠올려 본다.</a:t>
            </a:r>
          </a:p>
        </p:txBody>
      </p:sp>
    </p:spTree>
    <p:extLst>
      <p:ext uri="{BB962C8B-B14F-4D97-AF65-F5344CB8AC3E}">
        <p14:creationId xmlns:p14="http://schemas.microsoft.com/office/powerpoint/2010/main" val="208212494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5 · 잠시 생각해 보기">
            <a:extLst xmlns:a="http://schemas.openxmlformats.org/drawingml/2006/main">
              <a:ext uri="{FF2B5EF4-FFF2-40B4-BE49-F238E27FC236}">
                <a16:creationId xmlns:a16="http://schemas.microsoft.com/office/drawing/2014/main" id="{9A5EB0F4-F56C-451E-895E-974968DC96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B289CF3D-7897-4E77-B212-BFE1E12F06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B00ED269-DB13-4EAB-8E44-BBFDBCD7A7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671F30F4-3F46-4E78-A50B-F97F00EAEFB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CB1658E6-C4BE-491E-825A-3BC58A94045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8DF2961A-B6F5-48FD-B0B3-88333FEF276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
            <a:extLst xmlns:a="http://schemas.openxmlformats.org/drawingml/2006/main">
              <a:ext uri="{FF2B5EF4-FFF2-40B4-BE49-F238E27FC236}">
                <a16:creationId xmlns:a16="http://schemas.microsoft.com/office/drawing/2014/main" id="{B7CD4969-BEEA-47C0-8751-723F4AD1686D}"/>
              </a:ext>
            </a:extLst>
          </p:cNvPr>
          <p:cNvSpPr>
            <a:spLocks xmlns:a="http://schemas.openxmlformats.org/drawingml/2006/main" noGrp="1"/>
          </p:cNvSpPr>
          <p:nvPr/>
        </p:nvSpPr>
        <p:spPr>
          <a:xfrm xmlns:a="http://schemas.openxmlformats.org/drawingml/2006/main">
            <a:off x="609600" y="2381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내가 반복해서 적는 설명은 무엇인가?">
            <a:extLst xmlns:a="http://schemas.openxmlformats.org/drawingml/2006/main">
              <a:ext uri="{FF2B5EF4-FFF2-40B4-BE49-F238E27FC236}">
                <a16:creationId xmlns:a16="http://schemas.microsoft.com/office/drawing/2014/main" id="{330D477A-E24F-4199-99AC-91D85196CE82}"/>
              </a:ext>
            </a:extLst>
          </p:cNvPr>
          <p:cNvSpPr>
            <a:spLocks xmlns:a="http://schemas.openxmlformats.org/drawingml/2006/main" noGrp="1"/>
          </p:cNvSpPr>
          <p:nvPr/>
        </p:nvSpPr>
        <p:spPr>
          <a:xfrm xmlns:a="http://schemas.openxmlformats.org/drawingml/2006/main">
            <a:off x="609600" y="25527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내가 반복해서 적는 설명은 무엇인가?</a:t>
            </a:r>
          </a:p>
        </p:txBody>
      </p:sp>
      <p:sp>
        <p:nvSpPr>
          <p:cNvPr id="9" name="">
            <a:extLst xmlns:a="http://schemas.openxmlformats.org/drawingml/2006/main">
              <a:ext uri="{FF2B5EF4-FFF2-40B4-BE49-F238E27FC236}">
                <a16:creationId xmlns:a16="http://schemas.microsoft.com/office/drawing/2014/main" id="{7A340C7F-AAE2-46F9-BDC0-EEB67D70B7D1}"/>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AI가 반복해서 다시 찾는 프로젝트 사실은 무엇인가?">
            <a:extLst xmlns:a="http://schemas.openxmlformats.org/drawingml/2006/main">
              <a:ext uri="{FF2B5EF4-FFF2-40B4-BE49-F238E27FC236}">
                <a16:creationId xmlns:a16="http://schemas.microsoft.com/office/drawing/2014/main" id="{DFEF459A-5034-4B94-9B7F-DC86480F6F7C}"/>
              </a:ext>
            </a:extLst>
          </p:cNvPr>
          <p:cNvSpPr>
            <a:spLocks xmlns:a="http://schemas.openxmlformats.org/drawingml/2006/main" noGrp="1"/>
          </p:cNvSpPr>
          <p:nvPr/>
        </p:nvSpPr>
        <p:spPr>
          <a:xfrm xmlns:a="http://schemas.openxmlformats.org/drawingml/2006/main">
            <a:off x="609600" y="35242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AI가 반복해서 다시 찾는 프로젝트 사실은 무엇인가?</a:t>
            </a:r>
          </a:p>
        </p:txBody>
      </p:sp>
      <p:sp>
        <p:nvSpPr>
          <p:cNvPr id="11" name="">
            <a:extLst xmlns:a="http://schemas.openxmlformats.org/drawingml/2006/main">
              <a:ext uri="{FF2B5EF4-FFF2-40B4-BE49-F238E27FC236}">
                <a16:creationId xmlns:a16="http://schemas.microsoft.com/office/drawing/2014/main" id="{29C08750-840A-4775-BB9B-8BE171CB5A50}"/>
              </a:ext>
            </a:extLst>
          </p:cNvPr>
          <p:cNvSpPr>
            <a:spLocks xmlns:a="http://schemas.openxmlformats.org/drawingml/2006/main" noGrp="1"/>
          </p:cNvSpPr>
          <p:nvPr/>
        </p:nvSpPr>
        <p:spPr>
          <a:xfrm xmlns:a="http://schemas.openxmlformats.org/drawingml/2006/main">
            <a:off x="609600" y="4324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같은 실패가 또 생긴다면 어디를 고칠 것인가?">
            <a:extLst xmlns:a="http://schemas.openxmlformats.org/drawingml/2006/main">
              <a:ext uri="{FF2B5EF4-FFF2-40B4-BE49-F238E27FC236}">
                <a16:creationId xmlns:a16="http://schemas.microsoft.com/office/drawing/2014/main" id="{05F612A4-4D41-4109-87FE-A13D02298EA4}"/>
              </a:ext>
            </a:extLst>
          </p:cNvPr>
          <p:cNvSpPr>
            <a:spLocks xmlns:a="http://schemas.openxmlformats.org/drawingml/2006/main" noGrp="1"/>
          </p:cNvSpPr>
          <p:nvPr/>
        </p:nvSpPr>
        <p:spPr>
          <a:xfrm xmlns:a="http://schemas.openxmlformats.org/drawingml/2006/main">
            <a:off x="609600" y="44958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같은 실패가 또 생긴다면 어디를 고칠 것인가?</a:t>
            </a:r>
          </a:p>
        </p:txBody>
      </p:sp>
    </p:spTree>
    <p:extLst>
      <p:ext uri="{BB962C8B-B14F-4D97-AF65-F5344CB8AC3E}">
        <p14:creationId xmlns:p14="http://schemas.microsoft.com/office/powerpoint/2010/main" val="171855510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5 · 마지막 질문">
            <a:extLst xmlns:a="http://schemas.openxmlformats.org/drawingml/2006/main">
              <a:ext uri="{FF2B5EF4-FFF2-40B4-BE49-F238E27FC236}">
                <a16:creationId xmlns:a16="http://schemas.microsoft.com/office/drawing/2014/main" id="{2CC4B717-C6C7-4ECB-ADA3-FA9B20B5B3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3867DEBF-2C96-4120-8661-79D5940768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6622C39F-B79A-4851-80C2-CB0F187C45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8510B59-A23E-42CB-82D2-3A482B0E0A8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6B382DAC-61B5-47BA-9913-3DD3BD5C277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7B02DD27-EE16-4DDE-922B-2C5D83A9C41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7E615A70-D3CC-4785-A7BA-CB58CDC9C816}"/>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87FE6A75-9475-4699-BA21-9945704A57D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12C338E-B527-4EEE-87AD-4573038B91E3}"/>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DDC292B7-7C34-40E2-A61E-69CCC471C409}"/>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Tree>
    <p:extLst>
      <p:ext uri="{BB962C8B-B14F-4D97-AF65-F5344CB8AC3E}">
        <p14:creationId xmlns:p14="http://schemas.microsoft.com/office/powerpoint/2010/main" val="21394624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2026-10-18T14:37:20.3450000Z</dcterms:created>
  <dcterms:modified xsi:type="dcterms:W3CDTF">2026-10-18T14:37:20.3450000Z</dcterms:modified>
</coreProperties>
</file>