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ff0eab4ec894c94" /><Relationship Type="http://schemas.openxmlformats.org/officeDocument/2006/relationships/extended-properties" Target="/docProps/app.xml" Id="Rb31774c56e154515" /><Relationship Type="http://schemas.openxmlformats.org/officeDocument/2006/relationships/officeDocument" Target="/ppt/presentation.xml" Id="R783d5f80064747c1" /></Relationships>
</file>

<file path=ppt/presentation.xml><?xml version="1.0" encoding="utf-8"?>
<p:presentation xmlns:p="http://schemas.openxmlformats.org/presentationml/2006/main">
  <p:sldMasterIdLst>
    <p:sldMasterId xmlns:r="http://schemas.openxmlformats.org/officeDocument/2006/relationships" id="2147483648" r:id="R295b5451c66542cb"/>
  </p:sldMasterIdLst>
  <p:notesMasterIdLst>
    <p:notesMasterId xmlns:r="http://schemas.openxmlformats.org/officeDocument/2006/relationships" r:id="Rb27f5a1b14824281"/>
  </p:notesMasterIdLst>
  <p:sldIdLst>
    <p:sldId xmlns:r="http://schemas.openxmlformats.org/officeDocument/2006/relationships" id="256" r:id="R14136dcc56494e4a"/>
    <p:sldId xmlns:r="http://schemas.openxmlformats.org/officeDocument/2006/relationships" id="257" r:id="R9fc1bd87d6dd4d34"/>
    <p:sldId xmlns:r="http://schemas.openxmlformats.org/officeDocument/2006/relationships" id="258" r:id="Rabfdbcdd547d4e0b"/>
    <p:sldId xmlns:r="http://schemas.openxmlformats.org/officeDocument/2006/relationships" id="259" r:id="R6f6af02ae0d14aed"/>
    <p:sldId xmlns:r="http://schemas.openxmlformats.org/officeDocument/2006/relationships" id="260" r:id="R9137877276dd4bb3"/>
    <p:sldId xmlns:r="http://schemas.openxmlformats.org/officeDocument/2006/relationships" id="261" r:id="R8e8fb320bcde4b03"/>
    <p:sldId xmlns:r="http://schemas.openxmlformats.org/officeDocument/2006/relationships" id="262" r:id="R4195f7ca630e4446"/>
    <p:sldId xmlns:r="http://schemas.openxmlformats.org/officeDocument/2006/relationships" id="263" r:id="R0f00433724ff4ae6"/>
    <p:sldId xmlns:r="http://schemas.openxmlformats.org/officeDocument/2006/relationships" id="264" r:id="Rfc7184151561470a"/>
    <p:sldId xmlns:r="http://schemas.openxmlformats.org/officeDocument/2006/relationships" id="265" r:id="R0bf2c15d5fe74892"/>
    <p:sldId xmlns:r="http://schemas.openxmlformats.org/officeDocument/2006/relationships" id="266" r:id="R458e428892684fe2"/>
    <p:sldId xmlns:r="http://schemas.openxmlformats.org/officeDocument/2006/relationships" id="267" r:id="R41bb0651bc864efa"/>
    <p:sldId xmlns:r="http://schemas.openxmlformats.org/officeDocument/2006/relationships" id="268" r:id="Rb1c67700285d4c7c"/>
    <p:sldId xmlns:r="http://schemas.openxmlformats.org/officeDocument/2006/relationships" id="269" r:id="Rb660bd1fd9c34268"/>
    <p:sldId xmlns:r="http://schemas.openxmlformats.org/officeDocument/2006/relationships" id="270" r:id="R82df68cebe06475c"/>
    <p:sldId xmlns:r="http://schemas.openxmlformats.org/officeDocument/2006/relationships" id="271" r:id="R042a3e82fce44547"/>
    <p:sldId xmlns:r="http://schemas.openxmlformats.org/officeDocument/2006/relationships" id="272" r:id="R4742d0604b8b4ffa"/>
    <p:sldId xmlns:r="http://schemas.openxmlformats.org/officeDocument/2006/relationships" id="273" r:id="Rb91df986b3ed44da"/>
    <p:sldId xmlns:r="http://schemas.openxmlformats.org/officeDocument/2006/relationships" id="274" r:id="R52932c13508944e9"/>
    <p:sldId xmlns:r="http://schemas.openxmlformats.org/officeDocument/2006/relationships" id="275" r:id="Rd868eab340f246e4"/>
    <p:sldId xmlns:r="http://schemas.openxmlformats.org/officeDocument/2006/relationships" id="276" r:id="Rc469dcccccf44742"/>
    <p:sldId xmlns:r="http://schemas.openxmlformats.org/officeDocument/2006/relationships" id="277" r:id="R5699ac579e794dfb"/>
    <p:sldId xmlns:r="http://schemas.openxmlformats.org/officeDocument/2006/relationships" id="278" r:id="R7fbfbf7e6dc74eac"/>
    <p:sldId xmlns:r="http://schemas.openxmlformats.org/officeDocument/2006/relationships" id="279" r:id="Re110c76715ab465a"/>
    <p:sldId xmlns:r="http://schemas.openxmlformats.org/officeDocument/2006/relationships" id="280" r:id="Rb80ecddbc72b4b5d"/>
    <p:sldId xmlns:r="http://schemas.openxmlformats.org/officeDocument/2006/relationships" id="281" r:id="Ra5058bf90b4e4f65"/>
    <p:sldId xmlns:r="http://schemas.openxmlformats.org/officeDocument/2006/relationships" id="282" r:id="R17f2f3dc5f844bb3"/>
    <p:sldId xmlns:r="http://schemas.openxmlformats.org/officeDocument/2006/relationships" id="283" r:id="Rd6214882d3504ab6"/>
    <p:sldId xmlns:r="http://schemas.openxmlformats.org/officeDocument/2006/relationships" id="284" r:id="Rf3a5a71792fa4306"/>
    <p:sldId xmlns:r="http://schemas.openxmlformats.org/officeDocument/2006/relationships" id="285" r:id="Re4decf687eec4d3e"/>
    <p:sldId xmlns:r="http://schemas.openxmlformats.org/officeDocument/2006/relationships" id="286" r:id="R758fa392129e4590"/>
    <p:sldId xmlns:r="http://schemas.openxmlformats.org/officeDocument/2006/relationships" id="287" r:id="Rb2d857a1fa764d60"/>
    <p:sldId xmlns:r="http://schemas.openxmlformats.org/officeDocument/2006/relationships" id="288" r:id="R92da2930a5a5480f"/>
    <p:sldId xmlns:r="http://schemas.openxmlformats.org/officeDocument/2006/relationships" id="289" r:id="R7330cce7bc1243b9"/>
    <p:sldId xmlns:r="http://schemas.openxmlformats.org/officeDocument/2006/relationships" id="290" r:id="R33b0abbca2854c90"/>
    <p:sldId xmlns:r="http://schemas.openxmlformats.org/officeDocument/2006/relationships" id="291" r:id="Re88bba0550114694"/>
    <p:sldId xmlns:r="http://schemas.openxmlformats.org/officeDocument/2006/relationships" id="292" r:id="R508d4ffc553a4c95"/>
    <p:sldId xmlns:r="http://schemas.openxmlformats.org/officeDocument/2006/relationships" id="293" r:id="R8802554a698c410b"/>
    <p:sldId xmlns:r="http://schemas.openxmlformats.org/officeDocument/2006/relationships" id="294" r:id="R9e57a49c856549ee"/>
    <p:sldId xmlns:r="http://schemas.openxmlformats.org/officeDocument/2006/relationships" id="295" r:id="Ra5ae6042d5b34386"/>
    <p:sldId xmlns:r="http://schemas.openxmlformats.org/officeDocument/2006/relationships" id="296" r:id="R1d0c8014e3614cc5"/>
    <p:sldId xmlns:r="http://schemas.openxmlformats.org/officeDocument/2006/relationships" id="297" r:id="Rc158722b6c974590"/>
    <p:sldId xmlns:r="http://schemas.openxmlformats.org/officeDocument/2006/relationships" id="298" r:id="Rc738275df3a140ce"/>
    <p:sldId xmlns:r="http://schemas.openxmlformats.org/officeDocument/2006/relationships" id="299" r:id="Rb2f76ee8331d4b90"/>
    <p:sldId xmlns:r="http://schemas.openxmlformats.org/officeDocument/2006/relationships" id="300" r:id="R986bbf2685b149f3"/>
    <p:sldId xmlns:r="http://schemas.openxmlformats.org/officeDocument/2006/relationships" id="301" r:id="Ra0a9417f8b4646fb"/>
    <p:sldId xmlns:r="http://schemas.openxmlformats.org/officeDocument/2006/relationships" id="302" r:id="Rc6a1303d860f4b51"/>
    <p:sldId xmlns:r="http://schemas.openxmlformats.org/officeDocument/2006/relationships" id="303" r:id="R26f7e278969f4212"/>
    <p:sldId xmlns:r="http://schemas.openxmlformats.org/officeDocument/2006/relationships" id="304" r:id="R63304d8f03b84c56"/>
    <p:sldId xmlns:r="http://schemas.openxmlformats.org/officeDocument/2006/relationships" id="305" r:id="Re35874268f594122"/>
    <p:sldId xmlns:r="http://schemas.openxmlformats.org/officeDocument/2006/relationships" id="306" r:id="Rf256e2fd4b354aa7"/>
    <p:sldId xmlns:r="http://schemas.openxmlformats.org/officeDocument/2006/relationships" id="307" r:id="R302ff3734f2e47ea"/>
    <p:sldId xmlns:r="http://schemas.openxmlformats.org/officeDocument/2006/relationships" id="308" r:id="Rd24b4ca06be440e3"/>
    <p:sldId xmlns:r="http://schemas.openxmlformats.org/officeDocument/2006/relationships" id="309" r:id="R3b4ca49479114cb4"/>
    <p:sldId xmlns:r="http://schemas.openxmlformats.org/officeDocument/2006/relationships" id="310" r:id="R44ab3ab3046c4d4b"/>
    <p:sldId xmlns:r="http://schemas.openxmlformats.org/officeDocument/2006/relationships" id="311" r:id="Rb5673bd11a5f4561"/>
    <p:sldId xmlns:r="http://schemas.openxmlformats.org/officeDocument/2006/relationships" id="312" r:id="R7045b7067e4b4692"/>
    <p:sldId xmlns:r="http://schemas.openxmlformats.org/officeDocument/2006/relationships" id="313" r:id="R9174cca0d5fd432a"/>
    <p:sldId xmlns:r="http://schemas.openxmlformats.org/officeDocument/2006/relationships" id="314" r:id="R7c63a7266eb84b60"/>
    <p:sldId xmlns:r="http://schemas.openxmlformats.org/officeDocument/2006/relationships" id="315" r:id="R65c1be32d9cd442c"/>
    <p:sldId xmlns:r="http://schemas.openxmlformats.org/officeDocument/2006/relationships" id="316" r:id="R4bd9a81d29b246e3"/>
    <p:sldId xmlns:r="http://schemas.openxmlformats.org/officeDocument/2006/relationships" id="317" r:id="Rc72ccef5ec604898"/>
    <p:sldId xmlns:r="http://schemas.openxmlformats.org/officeDocument/2006/relationships" id="318" r:id="Re4faec5e8aa942b6"/>
    <p:sldId xmlns:r="http://schemas.openxmlformats.org/officeDocument/2006/relationships" id="319" r:id="R08cdc5a4cd3a4a18"/>
    <p:sldId xmlns:r="http://schemas.openxmlformats.org/officeDocument/2006/relationships" id="320" r:id="R59e6216a75ba4061"/>
    <p:sldId xmlns:r="http://schemas.openxmlformats.org/officeDocument/2006/relationships" id="321" r:id="Rce024c16e4174c70"/>
    <p:sldId xmlns:r="http://schemas.openxmlformats.org/officeDocument/2006/relationships" id="322" r:id="Rd214f752ec274a92"/>
    <p:sldId xmlns:r="http://schemas.openxmlformats.org/officeDocument/2006/relationships" id="323" r:id="R8214706518664a73"/>
    <p:sldId xmlns:r="http://schemas.openxmlformats.org/officeDocument/2006/relationships" id="324" r:id="R6a46b4ce96b84a66"/>
    <p:sldId xmlns:r="http://schemas.openxmlformats.org/officeDocument/2006/relationships" id="325" r:id="Re1c40252b0094a09"/>
    <p:sldId xmlns:r="http://schemas.openxmlformats.org/officeDocument/2006/relationships" id="326" r:id="Rccf67e5686f248b3"/>
    <p:sldId xmlns:r="http://schemas.openxmlformats.org/officeDocument/2006/relationships" id="327" r:id="R07b95e0e7bad4a04"/>
    <p:sldId xmlns:r="http://schemas.openxmlformats.org/officeDocument/2006/relationships" id="328" r:id="Rd50b0996483f4760"/>
    <p:sldId xmlns:r="http://schemas.openxmlformats.org/officeDocument/2006/relationships" id="329" r:id="R0b83ec0a743a40a7"/>
    <p:sldId xmlns:r="http://schemas.openxmlformats.org/officeDocument/2006/relationships" id="330" r:id="R9872d848f6394501"/>
    <p:sldId xmlns:r="http://schemas.openxmlformats.org/officeDocument/2006/relationships" id="331" r:id="R0af4df39040f42db"/>
    <p:sldId xmlns:r="http://schemas.openxmlformats.org/officeDocument/2006/relationships" id="332" r:id="R5def92392e1f45e0"/>
    <p:sldId xmlns:r="http://schemas.openxmlformats.org/officeDocument/2006/relationships" id="333" r:id="R2226555af73e4b9b"/>
    <p:sldId xmlns:r="http://schemas.openxmlformats.org/officeDocument/2006/relationships" id="334" r:id="R47af39e547814789"/>
    <p:sldId xmlns:r="http://schemas.openxmlformats.org/officeDocument/2006/relationships" id="335" r:id="R001b14d257b74d1f"/>
    <p:sldId xmlns:r="http://schemas.openxmlformats.org/officeDocument/2006/relationships" id="336" r:id="R1ac63321d0874c1a"/>
    <p:sldId xmlns:r="http://schemas.openxmlformats.org/officeDocument/2006/relationships" id="337" r:id="R876160d48b7d4689"/>
    <p:sldId xmlns:r="http://schemas.openxmlformats.org/officeDocument/2006/relationships" id="338" r:id="Rd6c79cbc7c0447cc"/>
    <p:sldId xmlns:r="http://schemas.openxmlformats.org/officeDocument/2006/relationships" id="339" r:id="Ra44ed4db129a4799"/>
    <p:sldId xmlns:r="http://schemas.openxmlformats.org/officeDocument/2006/relationships" id="340" r:id="R0a51b7e60f444218"/>
    <p:sldId xmlns:r="http://schemas.openxmlformats.org/officeDocument/2006/relationships" id="341" r:id="R351dfff7699e4009"/>
    <p:sldId xmlns:r="http://schemas.openxmlformats.org/officeDocument/2006/relationships" id="342" r:id="Ra1675db3e2f84bc0"/>
    <p:sldId xmlns:r="http://schemas.openxmlformats.org/officeDocument/2006/relationships" id="343" r:id="R7f05e869595f4bee"/>
    <p:sldId xmlns:r="http://schemas.openxmlformats.org/officeDocument/2006/relationships" id="344" r:id="R55eb24c127004a5f"/>
    <p:sldId xmlns:r="http://schemas.openxmlformats.org/officeDocument/2006/relationships" id="345" r:id="R7b0efb8c00864504"/>
    <p:sldId xmlns:r="http://schemas.openxmlformats.org/officeDocument/2006/relationships" id="346" r:id="R850aeef7b26d4bdb"/>
    <p:sldId xmlns:r="http://schemas.openxmlformats.org/officeDocument/2006/relationships" id="347" r:id="Rb00625e3703743da"/>
    <p:sldId xmlns:r="http://schemas.openxmlformats.org/officeDocument/2006/relationships" id="348" r:id="R7553f098476549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6372e9a9514d54" /><Relationship Type="http://schemas.openxmlformats.org/officeDocument/2006/relationships/slideMaster" Target="/ppt/slideMasters/slideMaster1.xml" Id="R295b5451c66542cb" /><Relationship Type="http://schemas.openxmlformats.org/officeDocument/2006/relationships/notesMaster" Target="/ppt/notesMasters/notesMaster1.xml" Id="Rb27f5a1b14824281" /><Relationship Type="http://schemas.openxmlformats.org/officeDocument/2006/relationships/presProps" Target="/ppt/presProps.xml" Id="Raebd7336f7dd4181" /><Relationship Type="http://schemas.openxmlformats.org/officeDocument/2006/relationships/tableStyles" Target="/ppt/tableStyles.xml" Id="R72495e22cc1a4ee0" /><Relationship Type="http://schemas.openxmlformats.org/officeDocument/2006/relationships/slide" Target="/ppt/slides/slide1.xml" Id="R14136dcc56494e4a" /><Relationship Type="http://schemas.openxmlformats.org/officeDocument/2006/relationships/slide" Target="/ppt/slides/slide2.xml" Id="R9fc1bd87d6dd4d34" /><Relationship Type="http://schemas.openxmlformats.org/officeDocument/2006/relationships/slide" Target="/ppt/slides/slide3.xml" Id="Rabfdbcdd547d4e0b" /><Relationship Type="http://schemas.openxmlformats.org/officeDocument/2006/relationships/slide" Target="/ppt/slides/slide4.xml" Id="R6f6af02ae0d14aed" /><Relationship Type="http://schemas.openxmlformats.org/officeDocument/2006/relationships/slide" Target="/ppt/slides/slide5.xml" Id="R9137877276dd4bb3" /><Relationship Type="http://schemas.openxmlformats.org/officeDocument/2006/relationships/slide" Target="/ppt/slides/slide6.xml" Id="R8e8fb320bcde4b03" /><Relationship Type="http://schemas.openxmlformats.org/officeDocument/2006/relationships/slide" Target="/ppt/slides/slide7.xml" Id="R4195f7ca630e4446" /><Relationship Type="http://schemas.openxmlformats.org/officeDocument/2006/relationships/slide" Target="/ppt/slides/slide8.xml" Id="R0f00433724ff4ae6" /><Relationship Type="http://schemas.openxmlformats.org/officeDocument/2006/relationships/slide" Target="/ppt/slides/slide9.xml" Id="Rfc7184151561470a" /><Relationship Type="http://schemas.openxmlformats.org/officeDocument/2006/relationships/slide" Target="/ppt/slides/slide10.xml" Id="R0bf2c15d5fe74892" /><Relationship Type="http://schemas.openxmlformats.org/officeDocument/2006/relationships/slide" Target="/ppt/slides/slide11.xml" Id="R458e428892684fe2" /><Relationship Type="http://schemas.openxmlformats.org/officeDocument/2006/relationships/slide" Target="/ppt/slides/slide12.xml" Id="R41bb0651bc864efa" /><Relationship Type="http://schemas.openxmlformats.org/officeDocument/2006/relationships/slide" Target="/ppt/slides/slide13.xml" Id="Rb1c67700285d4c7c" /><Relationship Type="http://schemas.openxmlformats.org/officeDocument/2006/relationships/slide" Target="/ppt/slides/slide14.xml" Id="Rb660bd1fd9c34268" /><Relationship Type="http://schemas.openxmlformats.org/officeDocument/2006/relationships/slide" Target="/ppt/slides/slide15.xml" Id="R82df68cebe06475c" /><Relationship Type="http://schemas.openxmlformats.org/officeDocument/2006/relationships/slide" Target="/ppt/slides/slide16.xml" Id="R042a3e82fce44547" /><Relationship Type="http://schemas.openxmlformats.org/officeDocument/2006/relationships/slide" Target="/ppt/slides/slide17.xml" Id="R4742d0604b8b4ffa" /><Relationship Type="http://schemas.openxmlformats.org/officeDocument/2006/relationships/slide" Target="/ppt/slides/slide18.xml" Id="Rb91df986b3ed44da" /><Relationship Type="http://schemas.openxmlformats.org/officeDocument/2006/relationships/slide" Target="/ppt/slides/slide19.xml" Id="R52932c13508944e9" /><Relationship Type="http://schemas.openxmlformats.org/officeDocument/2006/relationships/slide" Target="/ppt/slides/slide20.xml" Id="Rd868eab340f246e4" /><Relationship Type="http://schemas.openxmlformats.org/officeDocument/2006/relationships/slide" Target="/ppt/slides/slide21.xml" Id="Rc469dcccccf44742" /><Relationship Type="http://schemas.openxmlformats.org/officeDocument/2006/relationships/slide" Target="/ppt/slides/slide22.xml" Id="R5699ac579e794dfb" /><Relationship Type="http://schemas.openxmlformats.org/officeDocument/2006/relationships/slide" Target="/ppt/slides/slide23.xml" Id="R7fbfbf7e6dc74eac" /><Relationship Type="http://schemas.openxmlformats.org/officeDocument/2006/relationships/slide" Target="/ppt/slides/slide24.xml" Id="Re110c76715ab465a" /><Relationship Type="http://schemas.openxmlformats.org/officeDocument/2006/relationships/slide" Target="/ppt/slides/slide25.xml" Id="Rb80ecddbc72b4b5d" /><Relationship Type="http://schemas.openxmlformats.org/officeDocument/2006/relationships/slide" Target="/ppt/slides/slide26.xml" Id="Ra5058bf90b4e4f65" /><Relationship Type="http://schemas.openxmlformats.org/officeDocument/2006/relationships/slide" Target="/ppt/slides/slide27.xml" Id="R17f2f3dc5f844bb3" /><Relationship Type="http://schemas.openxmlformats.org/officeDocument/2006/relationships/slide" Target="/ppt/slides/slide28.xml" Id="Rd6214882d3504ab6" /><Relationship Type="http://schemas.openxmlformats.org/officeDocument/2006/relationships/slide" Target="/ppt/slides/slide29.xml" Id="Rf3a5a71792fa4306" /><Relationship Type="http://schemas.openxmlformats.org/officeDocument/2006/relationships/slide" Target="/ppt/slides/slide30.xml" Id="Re4decf687eec4d3e" /><Relationship Type="http://schemas.openxmlformats.org/officeDocument/2006/relationships/slide" Target="/ppt/slides/slide31.xml" Id="R758fa392129e4590" /><Relationship Type="http://schemas.openxmlformats.org/officeDocument/2006/relationships/slide" Target="/ppt/slides/slide32.xml" Id="Rb2d857a1fa764d60" /><Relationship Type="http://schemas.openxmlformats.org/officeDocument/2006/relationships/slide" Target="/ppt/slides/slide33.xml" Id="R92da2930a5a5480f" /><Relationship Type="http://schemas.openxmlformats.org/officeDocument/2006/relationships/slide" Target="/ppt/slides/slide34.xml" Id="R7330cce7bc1243b9" /><Relationship Type="http://schemas.openxmlformats.org/officeDocument/2006/relationships/slide" Target="/ppt/slides/slide35.xml" Id="R33b0abbca2854c90" /><Relationship Type="http://schemas.openxmlformats.org/officeDocument/2006/relationships/slide" Target="/ppt/slides/slide36.xml" Id="Re88bba0550114694" /><Relationship Type="http://schemas.openxmlformats.org/officeDocument/2006/relationships/slide" Target="/ppt/slides/slide37.xml" Id="R508d4ffc553a4c95" /><Relationship Type="http://schemas.openxmlformats.org/officeDocument/2006/relationships/slide" Target="/ppt/slides/slide38.xml" Id="R8802554a698c410b" /><Relationship Type="http://schemas.openxmlformats.org/officeDocument/2006/relationships/slide" Target="/ppt/slides/slide39.xml" Id="R9e57a49c856549ee" /><Relationship Type="http://schemas.openxmlformats.org/officeDocument/2006/relationships/slide" Target="/ppt/slides/slide40.xml" Id="Ra5ae6042d5b34386" /><Relationship Type="http://schemas.openxmlformats.org/officeDocument/2006/relationships/slide" Target="/ppt/slides/slide41.xml" Id="R1d0c8014e3614cc5" /><Relationship Type="http://schemas.openxmlformats.org/officeDocument/2006/relationships/slide" Target="/ppt/slides/slide42.xml" Id="Rc158722b6c974590" /><Relationship Type="http://schemas.openxmlformats.org/officeDocument/2006/relationships/slide" Target="/ppt/slides/slide43.xml" Id="Rc738275df3a140ce" /><Relationship Type="http://schemas.openxmlformats.org/officeDocument/2006/relationships/slide" Target="/ppt/slides/slide44.xml" Id="Rb2f76ee8331d4b90" /><Relationship Type="http://schemas.openxmlformats.org/officeDocument/2006/relationships/slide" Target="/ppt/slides/slide45.xml" Id="R986bbf2685b149f3" /><Relationship Type="http://schemas.openxmlformats.org/officeDocument/2006/relationships/slide" Target="/ppt/slides/slide46.xml" Id="Ra0a9417f8b4646fb" /><Relationship Type="http://schemas.openxmlformats.org/officeDocument/2006/relationships/slide" Target="/ppt/slides/slide47.xml" Id="Rc6a1303d860f4b51" /><Relationship Type="http://schemas.openxmlformats.org/officeDocument/2006/relationships/slide" Target="/ppt/slides/slide48.xml" Id="R26f7e278969f4212" /><Relationship Type="http://schemas.openxmlformats.org/officeDocument/2006/relationships/slide" Target="/ppt/slides/slide49.xml" Id="R63304d8f03b84c56" /><Relationship Type="http://schemas.openxmlformats.org/officeDocument/2006/relationships/slide" Target="/ppt/slides/slide50.xml" Id="Re35874268f594122" /><Relationship Type="http://schemas.openxmlformats.org/officeDocument/2006/relationships/slide" Target="/ppt/slides/slide51.xml" Id="Rf256e2fd4b354aa7" /><Relationship Type="http://schemas.openxmlformats.org/officeDocument/2006/relationships/slide" Target="/ppt/slides/slide52.xml" Id="R302ff3734f2e47ea" /><Relationship Type="http://schemas.openxmlformats.org/officeDocument/2006/relationships/slide" Target="/ppt/slides/slide53.xml" Id="Rd24b4ca06be440e3" /><Relationship Type="http://schemas.openxmlformats.org/officeDocument/2006/relationships/slide" Target="/ppt/slides/slide54.xml" Id="R3b4ca49479114cb4" /><Relationship Type="http://schemas.openxmlformats.org/officeDocument/2006/relationships/slide" Target="/ppt/slides/slide55.xml" Id="R44ab3ab3046c4d4b" /><Relationship Type="http://schemas.openxmlformats.org/officeDocument/2006/relationships/slide" Target="/ppt/slides/slide56.xml" Id="Rb5673bd11a5f4561" /><Relationship Type="http://schemas.openxmlformats.org/officeDocument/2006/relationships/slide" Target="/ppt/slides/slide57.xml" Id="R7045b7067e4b4692" /><Relationship Type="http://schemas.openxmlformats.org/officeDocument/2006/relationships/slide" Target="/ppt/slides/slide58.xml" Id="R9174cca0d5fd432a" /><Relationship Type="http://schemas.openxmlformats.org/officeDocument/2006/relationships/slide" Target="/ppt/slides/slide59.xml" Id="R7c63a7266eb84b60" /><Relationship Type="http://schemas.openxmlformats.org/officeDocument/2006/relationships/slide" Target="/ppt/slides/slide60.xml" Id="R65c1be32d9cd442c" /><Relationship Type="http://schemas.openxmlformats.org/officeDocument/2006/relationships/slide" Target="/ppt/slides/slide61.xml" Id="R4bd9a81d29b246e3" /><Relationship Type="http://schemas.openxmlformats.org/officeDocument/2006/relationships/slide" Target="/ppt/slides/slide62.xml" Id="Rc72ccef5ec604898" /><Relationship Type="http://schemas.openxmlformats.org/officeDocument/2006/relationships/slide" Target="/ppt/slides/slide63.xml" Id="Re4faec5e8aa942b6" /><Relationship Type="http://schemas.openxmlformats.org/officeDocument/2006/relationships/slide" Target="/ppt/slides/slide64.xml" Id="R08cdc5a4cd3a4a18" /><Relationship Type="http://schemas.openxmlformats.org/officeDocument/2006/relationships/slide" Target="/ppt/slides/slide65.xml" Id="R59e6216a75ba4061" /><Relationship Type="http://schemas.openxmlformats.org/officeDocument/2006/relationships/slide" Target="/ppt/slides/slide66.xml" Id="Rce024c16e4174c70" /><Relationship Type="http://schemas.openxmlformats.org/officeDocument/2006/relationships/slide" Target="/ppt/slides/slide67.xml" Id="Rd214f752ec274a92" /><Relationship Type="http://schemas.openxmlformats.org/officeDocument/2006/relationships/slide" Target="/ppt/slides/slide68.xml" Id="R8214706518664a73" /><Relationship Type="http://schemas.openxmlformats.org/officeDocument/2006/relationships/slide" Target="/ppt/slides/slide69.xml" Id="R6a46b4ce96b84a66" /><Relationship Type="http://schemas.openxmlformats.org/officeDocument/2006/relationships/slide" Target="/ppt/slides/slide70.xml" Id="Re1c40252b0094a09" /><Relationship Type="http://schemas.openxmlformats.org/officeDocument/2006/relationships/slide" Target="/ppt/slides/slide71.xml" Id="Rccf67e5686f248b3" /><Relationship Type="http://schemas.openxmlformats.org/officeDocument/2006/relationships/slide" Target="/ppt/slides/slide72.xml" Id="R07b95e0e7bad4a04" /><Relationship Type="http://schemas.openxmlformats.org/officeDocument/2006/relationships/slide" Target="/ppt/slides/slide73.xml" Id="Rd50b0996483f4760" /><Relationship Type="http://schemas.openxmlformats.org/officeDocument/2006/relationships/slide" Target="/ppt/slides/slide74.xml" Id="R0b83ec0a743a40a7" /><Relationship Type="http://schemas.openxmlformats.org/officeDocument/2006/relationships/slide" Target="/ppt/slides/slide75.xml" Id="R9872d848f6394501" /><Relationship Type="http://schemas.openxmlformats.org/officeDocument/2006/relationships/slide" Target="/ppt/slides/slide76.xml" Id="R0af4df39040f42db" /><Relationship Type="http://schemas.openxmlformats.org/officeDocument/2006/relationships/slide" Target="/ppt/slides/slide77.xml" Id="R5def92392e1f45e0" /><Relationship Type="http://schemas.openxmlformats.org/officeDocument/2006/relationships/slide" Target="/ppt/slides/slide78.xml" Id="R2226555af73e4b9b" /><Relationship Type="http://schemas.openxmlformats.org/officeDocument/2006/relationships/slide" Target="/ppt/slides/slide79.xml" Id="R47af39e547814789" /><Relationship Type="http://schemas.openxmlformats.org/officeDocument/2006/relationships/slide" Target="/ppt/slides/slide80.xml" Id="R001b14d257b74d1f" /><Relationship Type="http://schemas.openxmlformats.org/officeDocument/2006/relationships/slide" Target="/ppt/slides/slide81.xml" Id="R1ac63321d0874c1a" /><Relationship Type="http://schemas.openxmlformats.org/officeDocument/2006/relationships/slide" Target="/ppt/slides/slide82.xml" Id="R876160d48b7d4689" /><Relationship Type="http://schemas.openxmlformats.org/officeDocument/2006/relationships/slide" Target="/ppt/slides/slide83.xml" Id="Rd6c79cbc7c0447cc" /><Relationship Type="http://schemas.openxmlformats.org/officeDocument/2006/relationships/slide" Target="/ppt/slides/slide84.xml" Id="Ra44ed4db129a4799" /><Relationship Type="http://schemas.openxmlformats.org/officeDocument/2006/relationships/slide" Target="/ppt/slides/slide85.xml" Id="R0a51b7e60f444218" /><Relationship Type="http://schemas.openxmlformats.org/officeDocument/2006/relationships/slide" Target="/ppt/slides/slide86.xml" Id="R351dfff7699e4009" /><Relationship Type="http://schemas.openxmlformats.org/officeDocument/2006/relationships/slide" Target="/ppt/slides/slide87.xml" Id="Ra1675db3e2f84bc0" /><Relationship Type="http://schemas.openxmlformats.org/officeDocument/2006/relationships/slide" Target="/ppt/slides/slide88.xml" Id="R7f05e869595f4bee" /><Relationship Type="http://schemas.openxmlformats.org/officeDocument/2006/relationships/slide" Target="/ppt/slides/slide89.xml" Id="R55eb24c127004a5f" /><Relationship Type="http://schemas.openxmlformats.org/officeDocument/2006/relationships/slide" Target="/ppt/slides/slide90.xml" Id="R7b0efb8c00864504" /><Relationship Type="http://schemas.openxmlformats.org/officeDocument/2006/relationships/slide" Target="/ppt/slides/slide91.xml" Id="R850aeef7b26d4bdb" /><Relationship Type="http://schemas.openxmlformats.org/officeDocument/2006/relationships/slide" Target="/ppt/slides/slide92.xml" Id="Rb00625e3703743da" /><Relationship Type="http://schemas.openxmlformats.org/officeDocument/2006/relationships/slide" Target="/ppt/slides/slide93.xml" Id="R7553f098476549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e322fb8e9b4f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19db3faf5f4a64" /><Relationship Type="http://schemas.openxmlformats.org/officeDocument/2006/relationships/notesMaster" Target="/ppt/notesMasters/notesMaster1.xml" Id="Rb943bdd960a049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53fa633ef94077" /><Relationship Type="http://schemas.openxmlformats.org/officeDocument/2006/relationships/notesMaster" Target="/ppt/notesMasters/notesMaster1.xml" Id="R94fd96d0d0d0417a"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9dc91870bc4df9" /><Relationship Type="http://schemas.openxmlformats.org/officeDocument/2006/relationships/notesMaster" Target="/ppt/notesMasters/notesMaster1.xml" Id="R94e4486b1cc746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f2af63b02f4650" /><Relationship Type="http://schemas.openxmlformats.org/officeDocument/2006/relationships/notesMaster" Target="/ppt/notesMasters/notesMaster1.xml" Id="Rc51d9729c17245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441ef988024019" /><Relationship Type="http://schemas.openxmlformats.org/officeDocument/2006/relationships/notesMaster" Target="/ppt/notesMasters/notesMaster1.xml" Id="Rebb076660bdc47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c199fbf2714fe0" /><Relationship Type="http://schemas.openxmlformats.org/officeDocument/2006/relationships/notesMaster" Target="/ppt/notesMasters/notesMaster1.xml" Id="Rd652e67a2f0244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b003f3cc0e47cb" /><Relationship Type="http://schemas.openxmlformats.org/officeDocument/2006/relationships/notesMaster" Target="/ppt/notesMasters/notesMaster1.xml" Id="R0926bd4d2c8b4b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7e6b83134842f7" /><Relationship Type="http://schemas.openxmlformats.org/officeDocument/2006/relationships/notesMaster" Target="/ppt/notesMasters/notesMaster1.xml" Id="Re21e1670013048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7a918ac91e24c00" /><Relationship Type="http://schemas.openxmlformats.org/officeDocument/2006/relationships/notesMaster" Target="/ppt/notesMasters/notesMaster1.xml" Id="R87bdb4368c8949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15166287b048db" /><Relationship Type="http://schemas.openxmlformats.org/officeDocument/2006/relationships/notesMaster" Target="/ppt/notesMasters/notesMaster1.xml" Id="Re8de06005e804f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2bf353c29a4909" /><Relationship Type="http://schemas.openxmlformats.org/officeDocument/2006/relationships/notesMaster" Target="/ppt/notesMasters/notesMaster1.xml" Id="R976f9d5147f840d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a71bd7c6504297" /><Relationship Type="http://schemas.openxmlformats.org/officeDocument/2006/relationships/notesMaster" Target="/ppt/notesMasters/notesMaster1.xml" Id="R5b63a17eff09489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76eeecc9f74ecf" /><Relationship Type="http://schemas.openxmlformats.org/officeDocument/2006/relationships/notesMaster" Target="/ppt/notesMasters/notesMaster1.xml" Id="R090e4874c2e44bf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1c84253a61b4610" /><Relationship Type="http://schemas.openxmlformats.org/officeDocument/2006/relationships/notesMaster" Target="/ppt/notesMasters/notesMaster1.xml" Id="R95c391e2b91d47e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5c421aa58484872" /><Relationship Type="http://schemas.openxmlformats.org/officeDocument/2006/relationships/notesMaster" Target="/ppt/notesMasters/notesMaster1.xml" Id="R43c6677723aa44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2ea7dd795314436" /><Relationship Type="http://schemas.openxmlformats.org/officeDocument/2006/relationships/notesMaster" Target="/ppt/notesMasters/notesMaster1.xml" Id="Rec5c9f253d104cb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c1d9054f8b44de8" /><Relationship Type="http://schemas.openxmlformats.org/officeDocument/2006/relationships/notesMaster" Target="/ppt/notesMasters/notesMaster1.xml" Id="R48914b9c20bd46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520fd92f6a44ad8" /><Relationship Type="http://schemas.openxmlformats.org/officeDocument/2006/relationships/notesMaster" Target="/ppt/notesMasters/notesMaster1.xml" Id="R1ab1fd82610c46d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8b25876c194221" /><Relationship Type="http://schemas.openxmlformats.org/officeDocument/2006/relationships/notesMaster" Target="/ppt/notesMasters/notesMaster1.xml" Id="R7a5ce9a482b1483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072d94ae8f84886" /><Relationship Type="http://schemas.openxmlformats.org/officeDocument/2006/relationships/notesMaster" Target="/ppt/notesMasters/notesMaster1.xml" Id="Rb375684171df4f6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91ca7e64b1f46e2" /><Relationship Type="http://schemas.openxmlformats.org/officeDocument/2006/relationships/notesMaster" Target="/ppt/notesMasters/notesMaster1.xml" Id="Rb0d03338f7dc453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c3154d567844b6d" /><Relationship Type="http://schemas.openxmlformats.org/officeDocument/2006/relationships/notesMaster" Target="/ppt/notesMasters/notesMaster1.xml" Id="Rff11759c9a344cc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38c9fa337004227" /><Relationship Type="http://schemas.openxmlformats.org/officeDocument/2006/relationships/notesMaster" Target="/ppt/notesMasters/notesMaster1.xml" Id="Rd3fdb6d79b554f4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afa49930fe24a9b" /><Relationship Type="http://schemas.openxmlformats.org/officeDocument/2006/relationships/notesMaster" Target="/ppt/notesMasters/notesMaster1.xml" Id="Ree025e0bb2a748e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138cdc77b34740" /><Relationship Type="http://schemas.openxmlformats.org/officeDocument/2006/relationships/notesMaster" Target="/ppt/notesMasters/notesMaster1.xml" Id="R7f56c59e7743468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816fcdae2f84c83" /><Relationship Type="http://schemas.openxmlformats.org/officeDocument/2006/relationships/notesMaster" Target="/ppt/notesMasters/notesMaster1.xml" Id="Rb5319fbd23bb46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d9f2d8da4604af4" /><Relationship Type="http://schemas.openxmlformats.org/officeDocument/2006/relationships/notesMaster" Target="/ppt/notesMasters/notesMaster1.xml" Id="Rd5b5c85429464e4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484bcca0a474c39" /><Relationship Type="http://schemas.openxmlformats.org/officeDocument/2006/relationships/notesMaster" Target="/ppt/notesMasters/notesMaster1.xml" Id="R17b4042aee1945f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64c49f23f9040d1" /><Relationship Type="http://schemas.openxmlformats.org/officeDocument/2006/relationships/notesMaster" Target="/ppt/notesMasters/notesMaster1.xml" Id="R3e2396d7c1244c3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a4f52ee542d4988" /><Relationship Type="http://schemas.openxmlformats.org/officeDocument/2006/relationships/notesMaster" Target="/ppt/notesMasters/notesMaster1.xml" Id="R050e4998a4854c6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43584229c6d43b6" /><Relationship Type="http://schemas.openxmlformats.org/officeDocument/2006/relationships/notesMaster" Target="/ppt/notesMasters/notesMaster1.xml" Id="Rbade7a6c7b9147e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693638b749f413f" /><Relationship Type="http://schemas.openxmlformats.org/officeDocument/2006/relationships/notesMaster" Target="/ppt/notesMasters/notesMaster1.xml" Id="R7122a0b3ef4a43a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ca940721c294039" /><Relationship Type="http://schemas.openxmlformats.org/officeDocument/2006/relationships/notesMaster" Target="/ppt/notesMasters/notesMaster1.xml" Id="R77c951df97ab440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84f9b0accf04edf" /><Relationship Type="http://schemas.openxmlformats.org/officeDocument/2006/relationships/notesMaster" Target="/ppt/notesMasters/notesMaster1.xml" Id="R88766d2911da4d3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1543a77294d42fc" /><Relationship Type="http://schemas.openxmlformats.org/officeDocument/2006/relationships/notesMaster" Target="/ppt/notesMasters/notesMaster1.xml" Id="R78a81dabcdae4ae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47f65986c7f49d1" /><Relationship Type="http://schemas.openxmlformats.org/officeDocument/2006/relationships/notesMaster" Target="/ppt/notesMasters/notesMaster1.xml" Id="Rb8ec884c61a5403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284816bd8bc4b4e" /><Relationship Type="http://schemas.openxmlformats.org/officeDocument/2006/relationships/notesMaster" Target="/ppt/notesMasters/notesMaster1.xml" Id="Rf1b370cdb029465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db88b20ace2451f" /><Relationship Type="http://schemas.openxmlformats.org/officeDocument/2006/relationships/notesMaster" Target="/ppt/notesMasters/notesMaster1.xml" Id="R921f62c9bb1b47b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60f75a3214646d0" /><Relationship Type="http://schemas.openxmlformats.org/officeDocument/2006/relationships/notesMaster" Target="/ppt/notesMasters/notesMaster1.xml" Id="R0b7cba6a5d01435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895ded9957b47fa" /><Relationship Type="http://schemas.openxmlformats.org/officeDocument/2006/relationships/notesMaster" Target="/ppt/notesMasters/notesMaster1.xml" Id="Rf08d29ab44784e5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e61beacbe774493" /><Relationship Type="http://schemas.openxmlformats.org/officeDocument/2006/relationships/notesMaster" Target="/ppt/notesMasters/notesMaster1.xml" Id="Rdcb1d8ed9af8443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101761341714b88" /><Relationship Type="http://schemas.openxmlformats.org/officeDocument/2006/relationships/notesMaster" Target="/ppt/notesMasters/notesMaster1.xml" Id="R46c54021ca294ea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40e873d48294885" /><Relationship Type="http://schemas.openxmlformats.org/officeDocument/2006/relationships/notesMaster" Target="/ppt/notesMasters/notesMaster1.xml" Id="R097aa272be5442c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009c2f359a54e91" /><Relationship Type="http://schemas.openxmlformats.org/officeDocument/2006/relationships/notesMaster" Target="/ppt/notesMasters/notesMaster1.xml" Id="Rc98bab3c00b74c1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3d8104b4ddd405d" /><Relationship Type="http://schemas.openxmlformats.org/officeDocument/2006/relationships/notesMaster" Target="/ppt/notesMasters/notesMaster1.xml" Id="Rb89f1dc54f094ee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9aa0496837a4c93" /><Relationship Type="http://schemas.openxmlformats.org/officeDocument/2006/relationships/notesMaster" Target="/ppt/notesMasters/notesMaster1.xml" Id="Re0065dbf3894438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0b185a41a544146" /><Relationship Type="http://schemas.openxmlformats.org/officeDocument/2006/relationships/notesMaster" Target="/ppt/notesMasters/notesMaster1.xml" Id="R675277a0a9ea456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e2d8eb027fc44aa" /><Relationship Type="http://schemas.openxmlformats.org/officeDocument/2006/relationships/notesMaster" Target="/ppt/notesMasters/notesMaster1.xml" Id="R1543911541f44a8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e633f21726e4820" /><Relationship Type="http://schemas.openxmlformats.org/officeDocument/2006/relationships/notesMaster" Target="/ppt/notesMasters/notesMaster1.xml" Id="Rb0f9612b153f4fc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b509d65f3124b3f" /><Relationship Type="http://schemas.openxmlformats.org/officeDocument/2006/relationships/notesMaster" Target="/ppt/notesMasters/notesMaster1.xml" Id="Rf8c7b5f91a864e6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a19aef60dd54787" /><Relationship Type="http://schemas.openxmlformats.org/officeDocument/2006/relationships/notesMaster" Target="/ppt/notesMasters/notesMaster1.xml" Id="R1dc1d36516994b9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1d0137d77964f11" /><Relationship Type="http://schemas.openxmlformats.org/officeDocument/2006/relationships/notesMaster" Target="/ppt/notesMasters/notesMaster1.xml" Id="Rf35c715533d54e4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97c7728f545477a" /><Relationship Type="http://schemas.openxmlformats.org/officeDocument/2006/relationships/notesMaster" Target="/ppt/notesMasters/notesMaster1.xml" Id="R73be6b35e24a459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851e6a7b6914825" /><Relationship Type="http://schemas.openxmlformats.org/officeDocument/2006/relationships/notesMaster" Target="/ppt/notesMasters/notesMaster1.xml" Id="R07c84453b8eb46e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67bec5d1a204685" /><Relationship Type="http://schemas.openxmlformats.org/officeDocument/2006/relationships/notesMaster" Target="/ppt/notesMasters/notesMaster1.xml" Id="Ra168313460094cf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289d34f81104777" /><Relationship Type="http://schemas.openxmlformats.org/officeDocument/2006/relationships/notesMaster" Target="/ppt/notesMasters/notesMaster1.xml" Id="R35f99dec8fc34ef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4d58d813bbc4dde" /><Relationship Type="http://schemas.openxmlformats.org/officeDocument/2006/relationships/notesMaster" Target="/ppt/notesMasters/notesMaster1.xml" Id="R702fc543fa914bc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125efbf5788451a" /><Relationship Type="http://schemas.openxmlformats.org/officeDocument/2006/relationships/notesMaster" Target="/ppt/notesMasters/notesMaster1.xml" Id="Rc0e1a3c6636642e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8de0fa736b047da" /><Relationship Type="http://schemas.openxmlformats.org/officeDocument/2006/relationships/notesMaster" Target="/ppt/notesMasters/notesMaster1.xml" Id="R248d3a48f7844b1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468944296f345c5" /><Relationship Type="http://schemas.openxmlformats.org/officeDocument/2006/relationships/notesMaster" Target="/ppt/notesMasters/notesMaster1.xml" Id="Rceb14daf4ae24f1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b16f72ca5c1464a" /><Relationship Type="http://schemas.openxmlformats.org/officeDocument/2006/relationships/notesMaster" Target="/ppt/notesMasters/notesMaster1.xml" Id="R1e2bbd736d2d413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6c9e66f28634cec" /><Relationship Type="http://schemas.openxmlformats.org/officeDocument/2006/relationships/notesMaster" Target="/ppt/notesMasters/notesMaster1.xml" Id="Rddfa88bb6d6a4bf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f8ca2ee0a7547fd" /><Relationship Type="http://schemas.openxmlformats.org/officeDocument/2006/relationships/notesMaster" Target="/ppt/notesMasters/notesMaster1.xml" Id="Rf932e54eaea7408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036d4608649435d" /><Relationship Type="http://schemas.openxmlformats.org/officeDocument/2006/relationships/notesMaster" Target="/ppt/notesMasters/notesMaster1.xml" Id="Rd2e14def12604fb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3352146a6ab4bdf" /><Relationship Type="http://schemas.openxmlformats.org/officeDocument/2006/relationships/notesMaster" Target="/ppt/notesMasters/notesMaster1.xml" Id="R727ae6f9357e439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ac5b2efd69d4f3f" /><Relationship Type="http://schemas.openxmlformats.org/officeDocument/2006/relationships/notesMaster" Target="/ppt/notesMasters/notesMaster1.xml" Id="R5e7cbffaff3a429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adc6793f6334b1b" /><Relationship Type="http://schemas.openxmlformats.org/officeDocument/2006/relationships/notesMaster" Target="/ppt/notesMasters/notesMaster1.xml" Id="Rb107d3d1d7fb4ed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fc18688f06645e3" /><Relationship Type="http://schemas.openxmlformats.org/officeDocument/2006/relationships/notesMaster" Target="/ppt/notesMasters/notesMaster1.xml" Id="R67e6ac056070440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6d7092d8ca8410e" /><Relationship Type="http://schemas.openxmlformats.org/officeDocument/2006/relationships/notesMaster" Target="/ppt/notesMasters/notesMaster1.xml" Id="Rc41d2a8d3e614e2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a7b4bf2a4074be1" /><Relationship Type="http://schemas.openxmlformats.org/officeDocument/2006/relationships/notesMaster" Target="/ppt/notesMasters/notesMaster1.xml" Id="R1d14d388f2614ba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2275c385df74666" /><Relationship Type="http://schemas.openxmlformats.org/officeDocument/2006/relationships/notesMaster" Target="/ppt/notesMasters/notesMaster1.xml" Id="R2ed4660b1a25494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a2d57abd49c4550" /><Relationship Type="http://schemas.openxmlformats.org/officeDocument/2006/relationships/notesMaster" Target="/ppt/notesMasters/notesMaster1.xml" Id="Ree4c3039f3c246c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f307094d6264a7f" /><Relationship Type="http://schemas.openxmlformats.org/officeDocument/2006/relationships/notesMaster" Target="/ppt/notesMasters/notesMaster1.xml" Id="R146cb7fb6f3241f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08061c3cc224f54" /><Relationship Type="http://schemas.openxmlformats.org/officeDocument/2006/relationships/notesMaster" Target="/ppt/notesMasters/notesMaster1.xml" Id="Rd944948bc64f4e0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88ede06da4145b6" /><Relationship Type="http://schemas.openxmlformats.org/officeDocument/2006/relationships/notesMaster" Target="/ppt/notesMasters/notesMaster1.xml" Id="Re52e8242c7654e7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85af28f8e6b4da8" /><Relationship Type="http://schemas.openxmlformats.org/officeDocument/2006/relationships/notesMaster" Target="/ppt/notesMasters/notesMaster1.xml" Id="R1058a132b4c4453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5279cd828224db6" /><Relationship Type="http://schemas.openxmlformats.org/officeDocument/2006/relationships/notesMaster" Target="/ppt/notesMasters/notesMaster1.xml" Id="Rc8f53ccc5cf147a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a500a017aab40f7" /><Relationship Type="http://schemas.openxmlformats.org/officeDocument/2006/relationships/notesMaster" Target="/ppt/notesMasters/notesMaster1.xml" Id="Re79e707450d8484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3c2a48985d34efc" /><Relationship Type="http://schemas.openxmlformats.org/officeDocument/2006/relationships/notesMaster" Target="/ppt/notesMasters/notesMaster1.xml" Id="Rec592842470e41b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581688945eb4046" /><Relationship Type="http://schemas.openxmlformats.org/officeDocument/2006/relationships/notesMaster" Target="/ppt/notesMasters/notesMaster1.xml" Id="Ra6897cdd6914479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80401728a434a63" /><Relationship Type="http://schemas.openxmlformats.org/officeDocument/2006/relationships/notesMaster" Target="/ppt/notesMasters/notesMaster1.xml" Id="R5fd1f81972e3433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bd911a75b764101" /><Relationship Type="http://schemas.openxmlformats.org/officeDocument/2006/relationships/notesMaster" Target="/ppt/notesMasters/notesMaster1.xml" Id="R8c60b2d9a326412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9fd6e67a61fb4dca" /><Relationship Type="http://schemas.openxmlformats.org/officeDocument/2006/relationships/notesMaster" Target="/ppt/notesMasters/notesMaster1.xml" Id="R205df72b310944b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16440b22b644e62" /><Relationship Type="http://schemas.openxmlformats.org/officeDocument/2006/relationships/notesMaster" Target="/ppt/notesMasters/notesMaster1.xml" Id="R82a82414cde049b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4781a9390794baf" /><Relationship Type="http://schemas.openxmlformats.org/officeDocument/2006/relationships/notesMaster" Target="/ppt/notesMasters/notesMaster1.xml" Id="R5700f802215b45db"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d6e8ae03bf440f9" /><Relationship Type="http://schemas.openxmlformats.org/officeDocument/2006/relationships/notesMaster" Target="/ppt/notesMasters/notesMaster1.xml" Id="Rbe2e5badec044d01"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eb42b34ae1148cf" /><Relationship Type="http://schemas.openxmlformats.org/officeDocument/2006/relationships/notesMaster" Target="/ppt/notesMasters/notesMaster1.xml" Id="Rdd40cfa22f5d413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36c7b0926c6e461b" /><Relationship Type="http://schemas.openxmlformats.org/officeDocument/2006/relationships/notesMaster" Target="/ppt/notesMasters/notesMaster1.xml" Id="R7a698e9371d24c7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8cf1fab3a524a3f" /><Relationship Type="http://schemas.openxmlformats.org/officeDocument/2006/relationships/notesMaster" Target="/ppt/notesMasters/notesMaster1.xml" Id="Rd221e036a3e4472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efdd1b352a9c42ed" /><Relationship Type="http://schemas.openxmlformats.org/officeDocument/2006/relationships/notesMaster" Target="/ppt/notesMasters/notesMaster1.xml" Id="R70d6dba6af33466c"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e676aab15f94492" /><Relationship Type="http://schemas.openxmlformats.org/officeDocument/2006/relationships/notesMaster" Target="/ppt/notesMasters/notesMaster1.xml" Id="R7530a2338aa342c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751e5b08b776462a" /><Relationship Type="http://schemas.openxmlformats.org/officeDocument/2006/relationships/notesMaster" Target="/ppt/notesMasters/notesMaster1.xml" Id="Raecdf8b7df7b4f6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8bf965d2b94408d" /><Relationship Type="http://schemas.openxmlformats.org/officeDocument/2006/relationships/notesMaster" Target="/ppt/notesMasters/notesMaster1.xml" Id="Ra9355472c53542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c64026071c4d2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85d181637943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c88e0ed5e1e499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403070f2feb4f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c653011ef0c45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2975bd8dd394a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2C585D-D6B6-4E5C-85B0-A1940924105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D2AFBAD-8A26-4694-A96D-4AC835A47D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DACD291-F4F6-48FF-86D5-40DA73A8A3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F0522A-281B-4DDE-AACF-E844BD3E6E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1885ABD-3780-4B09-A34A-01F45515210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58FBAF-0441-435A-9498-D4C948B682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7A24D3-30C4-46AB-8C26-444089858C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14AEC3-E4F9-4B89-BA24-EEDCDD25ED5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BA21A5-D99A-48D7-B92E-BA4AFA7424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C739DA-386B-419D-B680-7BAD5DB685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be3885d94d466d" /><Relationship Type="http://schemas.openxmlformats.org/officeDocument/2006/relationships/slideLayout" Target="/ppt/slideLayouts/slideLayout1.xml" Id="R0270bf72c71f442f" /><Relationship Type="http://schemas.openxmlformats.org/officeDocument/2006/relationships/slideLayout" Target="/ppt/slideLayouts/slideLayout2.xml" Id="R395531bc70604b0e" /><Relationship Type="http://schemas.openxmlformats.org/officeDocument/2006/relationships/slideLayout" Target="/ppt/slideLayouts/slideLayout3.xml" Id="R8dbb44472f42478e" /><Relationship Type="http://schemas.openxmlformats.org/officeDocument/2006/relationships/slideLayout" Target="/ppt/slideLayouts/slideLayout4.xml" Id="R960af1952b184863" /><Relationship Type="http://schemas.openxmlformats.org/officeDocument/2006/relationships/slideLayout" Target="/ppt/slideLayouts/slideLayout5.xml" Id="R9c121cee49a34060" /><Relationship Type="http://schemas.openxmlformats.org/officeDocument/2006/relationships/slideLayout" Target="/ppt/slideLayouts/slideLayout6.xml" Id="Rd626f543ecd743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70bf72c71f442f"/>
    <p:sldLayoutId xmlns:r="http://schemas.openxmlformats.org/officeDocument/2006/relationships" id="2147483650" r:id="R395531bc70604b0e"/>
    <p:sldLayoutId xmlns:r="http://schemas.openxmlformats.org/officeDocument/2006/relationships" id="2147483651" r:id="R8dbb44472f42478e"/>
    <p:sldLayoutId xmlns:r="http://schemas.openxmlformats.org/officeDocument/2006/relationships" id="2147483652" r:id="R960af1952b184863"/>
    <p:sldLayoutId xmlns:r="http://schemas.openxmlformats.org/officeDocument/2006/relationships" id="2147483653" r:id="R9c121cee49a34060"/>
    <p:sldLayoutId xmlns:r="http://schemas.openxmlformats.org/officeDocument/2006/relationships" id="2147483654" r:id="Rd626f543ecd743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7409adc2064a83" /><Relationship Type="http://schemas.openxmlformats.org/officeDocument/2006/relationships/image" Target="/ppt/media/image.png" Id="Rd7795c17dae24dea" /><Relationship Type="http://schemas.openxmlformats.org/officeDocument/2006/relationships/notesSlide" Target="/ppt/notesSlides/notesSlide1.xml" Id="R11770d8291ba48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7a8d019ecf4c4f" /><Relationship Type="http://schemas.openxmlformats.org/officeDocument/2006/relationships/notesSlide" Target="/ppt/notesSlides/notesSlide2.xml" Id="Rbd77562b1dc841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5a1e335ea754ece" /><Relationship Type="http://schemas.openxmlformats.org/officeDocument/2006/relationships/notesSlide" Target="/ppt/notesSlides/notesSlide3.xml" Id="Ra9109d37cf044c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373292cdb294164" /><Relationship Type="http://schemas.openxmlformats.org/officeDocument/2006/relationships/image" Target="/ppt/media/image2.png" Id="R1e21700974fa4216" /><Relationship Type="http://schemas.openxmlformats.org/officeDocument/2006/relationships/notesSlide" Target="/ppt/notesSlides/notesSlide4.xml" Id="R85e0fc698e8543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86fa933e2246f1" /><Relationship Type="http://schemas.openxmlformats.org/officeDocument/2006/relationships/notesSlide" Target="/ppt/notesSlides/notesSlide5.xml" Id="Rf5a29332871347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747cb0b255c4c42" /><Relationship Type="http://schemas.openxmlformats.org/officeDocument/2006/relationships/notesSlide" Target="/ppt/notesSlides/notesSlide6.xml" Id="Rdf18fe7d92fa40e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fc566926ebf4dab" /><Relationship Type="http://schemas.openxmlformats.org/officeDocument/2006/relationships/image" Target="/ppt/media/image3.png" Id="Rd5d81030d2494133" /><Relationship Type="http://schemas.openxmlformats.org/officeDocument/2006/relationships/notesSlide" Target="/ppt/notesSlides/notesSlide7.xml" Id="R1f0d1ae8456341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e1032b63fbc491d" /><Relationship Type="http://schemas.openxmlformats.org/officeDocument/2006/relationships/notesSlide" Target="/ppt/notesSlides/notesSlide8.xml" Id="R5a3591bda4894e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19254ad4de3408d" /><Relationship Type="http://schemas.openxmlformats.org/officeDocument/2006/relationships/image" Target="/ppt/media/image4.png" Id="R1cd05301bfa7465b" /><Relationship Type="http://schemas.openxmlformats.org/officeDocument/2006/relationships/image" Target="/ppt/media/image5.png" Id="Rd886eb5df40947c0" /><Relationship Type="http://schemas.openxmlformats.org/officeDocument/2006/relationships/image" Target="/ppt/media/image6.png" Id="Rd2ac43c20c164731" /><Relationship Type="http://schemas.openxmlformats.org/officeDocument/2006/relationships/notesSlide" Target="/ppt/notesSlides/notesSlide9.xml" Id="Rf0d4d8fc387e493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aaf27bc87d4200" /><Relationship Type="http://schemas.openxmlformats.org/officeDocument/2006/relationships/notesSlide" Target="/ppt/notesSlides/notesSlide10.xml" Id="R000d6fbb37c54b2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1fe6a8089a44e61" /><Relationship Type="http://schemas.openxmlformats.org/officeDocument/2006/relationships/image" Target="/ppt/media/image7.png" Id="Ra6b6941a191548f2" /><Relationship Type="http://schemas.openxmlformats.org/officeDocument/2006/relationships/image" Target="/ppt/media/image8.png" Id="R8e66c01edd04442c" /><Relationship Type="http://schemas.openxmlformats.org/officeDocument/2006/relationships/image" Target="/ppt/media/image9.png" Id="Rca71b628eba2461b" /><Relationship Type="http://schemas.openxmlformats.org/officeDocument/2006/relationships/notesSlide" Target="/ppt/notesSlides/notesSlide11.xml" Id="R826eb5d458234b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e72df9705594eac" /><Relationship Type="http://schemas.openxmlformats.org/officeDocument/2006/relationships/image" Target="/ppt/media/image10.png" Id="R13ede85b42954185" /><Relationship Type="http://schemas.openxmlformats.org/officeDocument/2006/relationships/notesSlide" Target="/ppt/notesSlides/notesSlide12.xml" Id="Radc7d2065ae544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ebb508f530b4a7a" /><Relationship Type="http://schemas.openxmlformats.org/officeDocument/2006/relationships/image" Target="/ppt/media/image11.png" Id="Re85e099555db48ca" /><Relationship Type="http://schemas.openxmlformats.org/officeDocument/2006/relationships/notesSlide" Target="/ppt/notesSlides/notesSlide13.xml" Id="R843636f0d0b2487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7be20ea27bc418c" /><Relationship Type="http://schemas.openxmlformats.org/officeDocument/2006/relationships/notesSlide" Target="/ppt/notesSlides/notesSlide14.xml" Id="R9b5bb2dcc6a542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53b01c99e64d7d" /><Relationship Type="http://schemas.openxmlformats.org/officeDocument/2006/relationships/notesSlide" Target="/ppt/notesSlides/notesSlide15.xml" Id="R88f0073479be46f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fd9905d6fad48d9" /><Relationship Type="http://schemas.openxmlformats.org/officeDocument/2006/relationships/notesSlide" Target="/ppt/notesSlides/notesSlide16.xml" Id="Rf21606f41688421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5b71b8f251446df" /><Relationship Type="http://schemas.openxmlformats.org/officeDocument/2006/relationships/notesSlide" Target="/ppt/notesSlides/notesSlide17.xml" Id="R9b4b735fe1dd4b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9d407298bbe47b8" /><Relationship Type="http://schemas.openxmlformats.org/officeDocument/2006/relationships/notesSlide" Target="/ppt/notesSlides/notesSlide18.xml" Id="R9abdd1ada1ee4d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5004881725f4f14" /><Relationship Type="http://schemas.openxmlformats.org/officeDocument/2006/relationships/notesSlide" Target="/ppt/notesSlides/notesSlide19.xml" Id="Rc3fe60114a0a498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d33a1226ebc4813" /><Relationship Type="http://schemas.openxmlformats.org/officeDocument/2006/relationships/notesSlide" Target="/ppt/notesSlides/notesSlide20.xml" Id="Ra1a43aeb6a5f4b0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965760173d64959" /><Relationship Type="http://schemas.openxmlformats.org/officeDocument/2006/relationships/notesSlide" Target="/ppt/notesSlides/notesSlide21.xml" Id="R1101020274e14f8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af863631bac4971" /><Relationship Type="http://schemas.openxmlformats.org/officeDocument/2006/relationships/notesSlide" Target="/ppt/notesSlides/notesSlide22.xml" Id="Rac3c08dc6594470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0edb4a8a11349a3" /><Relationship Type="http://schemas.openxmlformats.org/officeDocument/2006/relationships/notesSlide" Target="/ppt/notesSlides/notesSlide23.xml" Id="Ra7d7c2a75a2b4eb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f58bf1f93d84c05" /><Relationship Type="http://schemas.openxmlformats.org/officeDocument/2006/relationships/notesSlide" Target="/ppt/notesSlides/notesSlide24.xml" Id="Re497533ea7fa445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d8d0430f92f4a41" /><Relationship Type="http://schemas.openxmlformats.org/officeDocument/2006/relationships/notesSlide" Target="/ppt/notesSlides/notesSlide25.xml" Id="Re106d4b6619b41e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5bdca8afe2841ca" /><Relationship Type="http://schemas.openxmlformats.org/officeDocument/2006/relationships/notesSlide" Target="/ppt/notesSlides/notesSlide26.xml" Id="Rccef3bb7948c47e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9d33e796d1b4be5" /><Relationship Type="http://schemas.openxmlformats.org/officeDocument/2006/relationships/notesSlide" Target="/ppt/notesSlides/notesSlide27.xml" Id="Re7bad45a8779464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4bc9e90cfdf4024" /><Relationship Type="http://schemas.openxmlformats.org/officeDocument/2006/relationships/notesSlide" Target="/ppt/notesSlides/notesSlide28.xml" Id="R2392338c18144df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280338ed1404f98" /><Relationship Type="http://schemas.openxmlformats.org/officeDocument/2006/relationships/notesSlide" Target="/ppt/notesSlides/notesSlide29.xml" Id="R89b3c87afbf74d2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42ed43235d247fe" /><Relationship Type="http://schemas.openxmlformats.org/officeDocument/2006/relationships/notesSlide" Target="/ppt/notesSlides/notesSlide30.xml" Id="Rc25ac51f8085417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2db0064e81f450e" /><Relationship Type="http://schemas.openxmlformats.org/officeDocument/2006/relationships/notesSlide" Target="/ppt/notesSlides/notesSlide31.xml" Id="R8b97388510bd4ec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d75d7fd45cb4c6e" /><Relationship Type="http://schemas.openxmlformats.org/officeDocument/2006/relationships/notesSlide" Target="/ppt/notesSlides/notesSlide32.xml" Id="R0b05c03355f8418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bf7ddd8047843ce" /><Relationship Type="http://schemas.openxmlformats.org/officeDocument/2006/relationships/notesSlide" Target="/ppt/notesSlides/notesSlide33.xml" Id="R579dc505952d471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832535409d44b5b" /><Relationship Type="http://schemas.openxmlformats.org/officeDocument/2006/relationships/notesSlide" Target="/ppt/notesSlides/notesSlide34.xml" Id="Rb5d16526edf448a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844e5b773274401" /><Relationship Type="http://schemas.openxmlformats.org/officeDocument/2006/relationships/image" Target="/ppt/media/image12.png" Id="Rbfd1ae2358d04af8" /><Relationship Type="http://schemas.openxmlformats.org/officeDocument/2006/relationships/image" Target="/ppt/media/image13.png" Id="R33f0647a9ca341f1" /><Relationship Type="http://schemas.openxmlformats.org/officeDocument/2006/relationships/notesSlide" Target="/ppt/notesSlides/notesSlide35.xml" Id="R2c0f46c1cc1a408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4879fd6883340fa" /><Relationship Type="http://schemas.openxmlformats.org/officeDocument/2006/relationships/image" Target="/ppt/media/image14.png" Id="Rc6eb0e172e96435f" /><Relationship Type="http://schemas.openxmlformats.org/officeDocument/2006/relationships/notesSlide" Target="/ppt/notesSlides/notesSlide36.xml" Id="R3ff0f304760b4b8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f4b5edec7b7455e" /><Relationship Type="http://schemas.openxmlformats.org/officeDocument/2006/relationships/notesSlide" Target="/ppt/notesSlides/notesSlide37.xml" Id="R69cde8d05d2443c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20be991d6af4886" /><Relationship Type="http://schemas.openxmlformats.org/officeDocument/2006/relationships/notesSlide" Target="/ppt/notesSlides/notesSlide38.xml" Id="R12b0607eed78408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48ee40d4d544515" /><Relationship Type="http://schemas.openxmlformats.org/officeDocument/2006/relationships/notesSlide" Target="/ppt/notesSlides/notesSlide39.xml" Id="R3dda2254155f474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302ed4331944dfc" /><Relationship Type="http://schemas.openxmlformats.org/officeDocument/2006/relationships/notesSlide" Target="/ppt/notesSlides/notesSlide40.xml" Id="Raf63148f1895494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0ed66cce28e49cd" /><Relationship Type="http://schemas.openxmlformats.org/officeDocument/2006/relationships/notesSlide" Target="/ppt/notesSlides/notesSlide41.xml" Id="R8cc5bce1b2be480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ee9f6cef71043f7" /><Relationship Type="http://schemas.openxmlformats.org/officeDocument/2006/relationships/notesSlide" Target="/ppt/notesSlides/notesSlide42.xml" Id="R6bb645d9e19f452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c2376ea123842dd" /><Relationship Type="http://schemas.openxmlformats.org/officeDocument/2006/relationships/notesSlide" Target="/ppt/notesSlides/notesSlide43.xml" Id="R7b758e432dcd424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1e08f36e6124b4f" /><Relationship Type="http://schemas.openxmlformats.org/officeDocument/2006/relationships/notesSlide" Target="/ppt/notesSlides/notesSlide44.xml" Id="R0209c131f9cd4ba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9bd92e34bf2d4916" /><Relationship Type="http://schemas.openxmlformats.org/officeDocument/2006/relationships/notesSlide" Target="/ppt/notesSlides/notesSlide45.xml" Id="R75e5447e818c48c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7fa2dee192d4c32" /><Relationship Type="http://schemas.openxmlformats.org/officeDocument/2006/relationships/notesSlide" Target="/ppt/notesSlides/notesSlide46.xml" Id="Rd35e7c7d7114402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6b692e3210d4ab1" /><Relationship Type="http://schemas.openxmlformats.org/officeDocument/2006/relationships/notesSlide" Target="/ppt/notesSlides/notesSlide47.xml" Id="R6d11f94df0b34aa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d56a2a7077a54ed2" /><Relationship Type="http://schemas.openxmlformats.org/officeDocument/2006/relationships/notesSlide" Target="/ppt/notesSlides/notesSlide48.xml" Id="Rd079b6c16a19435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fbc5cd238ca14683" /><Relationship Type="http://schemas.openxmlformats.org/officeDocument/2006/relationships/notesSlide" Target="/ppt/notesSlides/notesSlide49.xml" Id="Rfc3dd7b174b94aa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a7bbe9b858345e7" /><Relationship Type="http://schemas.openxmlformats.org/officeDocument/2006/relationships/image" Target="/ppt/media/image15.png" Id="Re5d80f36cccc4ea4" /><Relationship Type="http://schemas.openxmlformats.org/officeDocument/2006/relationships/image" Target="/ppt/media/image16.png" Id="Rc0c905b0b4f94ca8" /><Relationship Type="http://schemas.openxmlformats.org/officeDocument/2006/relationships/notesSlide" Target="/ppt/notesSlides/notesSlide50.xml" Id="Rf6906409bb21493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abf1f633e904345" /><Relationship Type="http://schemas.openxmlformats.org/officeDocument/2006/relationships/notesSlide" Target="/ppt/notesSlides/notesSlide51.xml" Id="R93ab1192aae04a7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09df6a678a6c4447" /><Relationship Type="http://schemas.openxmlformats.org/officeDocument/2006/relationships/notesSlide" Target="/ppt/notesSlides/notesSlide52.xml" Id="R23dae6bd9d7849d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c7f0967635242c3" /><Relationship Type="http://schemas.openxmlformats.org/officeDocument/2006/relationships/notesSlide" Target="/ppt/notesSlides/notesSlide53.xml" Id="R93184287cfe8469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19b4610611c4cec" /><Relationship Type="http://schemas.openxmlformats.org/officeDocument/2006/relationships/notesSlide" Target="/ppt/notesSlides/notesSlide54.xml" Id="Rcd5b7b9876e0453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641768a8eb641bf" /><Relationship Type="http://schemas.openxmlformats.org/officeDocument/2006/relationships/notesSlide" Target="/ppt/notesSlides/notesSlide55.xml" Id="R8b29e69b628e420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30f30a6dcc314d1f" /><Relationship Type="http://schemas.openxmlformats.org/officeDocument/2006/relationships/notesSlide" Target="/ppt/notesSlides/notesSlide56.xml" Id="R2ca1c39cd845498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0beaff348214df7" /><Relationship Type="http://schemas.openxmlformats.org/officeDocument/2006/relationships/notesSlide" Target="/ppt/notesSlides/notesSlide57.xml" Id="R3121874952fe4d2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b21b0fc015c48c3" /><Relationship Type="http://schemas.openxmlformats.org/officeDocument/2006/relationships/chart" Target="/ppt/slides/charts/chart1.xml" Id="Rd86c8fecd0de4cdb" /><Relationship Type="http://schemas.openxmlformats.org/officeDocument/2006/relationships/notesSlide" Target="/ppt/notesSlides/notesSlide58.xml" Id="R56cbc69a7ed64fa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85e3f124fdc404d" /><Relationship Type="http://schemas.openxmlformats.org/officeDocument/2006/relationships/notesSlide" Target="/ppt/notesSlides/notesSlide59.xml" Id="R4624fa5d953441e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a84803e2f2fd414a" /><Relationship Type="http://schemas.openxmlformats.org/officeDocument/2006/relationships/notesSlide" Target="/ppt/notesSlides/notesSlide60.xml" Id="R3e0a69af0bc0425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06c2fdd14e8434a" /><Relationship Type="http://schemas.openxmlformats.org/officeDocument/2006/relationships/notesSlide" Target="/ppt/notesSlides/notesSlide61.xml" Id="R678fcc8e87a8485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65fd462199ab4df4" /><Relationship Type="http://schemas.openxmlformats.org/officeDocument/2006/relationships/notesSlide" Target="/ppt/notesSlides/notesSlide62.xml" Id="R55575f72e03841d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83448d714994ba7" /><Relationship Type="http://schemas.openxmlformats.org/officeDocument/2006/relationships/notesSlide" Target="/ppt/notesSlides/notesSlide63.xml" Id="R82f63955ba54470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95379f4c7814a57" /><Relationship Type="http://schemas.openxmlformats.org/officeDocument/2006/relationships/notesSlide" Target="/ppt/notesSlides/notesSlide64.xml" Id="R1bb86ca125c04ce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d4faeaa9eb14726" /><Relationship Type="http://schemas.openxmlformats.org/officeDocument/2006/relationships/notesSlide" Target="/ppt/notesSlides/notesSlide65.xml" Id="Rd54ccd4a05a64d5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18a547ddb1a24782" /><Relationship Type="http://schemas.openxmlformats.org/officeDocument/2006/relationships/image" Target="/ppt/media/image17.png" Id="R0aa97f7531164c77" /><Relationship Type="http://schemas.openxmlformats.org/officeDocument/2006/relationships/notesSlide" Target="/ppt/notesSlides/notesSlide66.xml" Id="R2b00864303db474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72a65410543640ab" /><Relationship Type="http://schemas.openxmlformats.org/officeDocument/2006/relationships/notesSlide" Target="/ppt/notesSlides/notesSlide67.xml" Id="Rd127ee26c2f74a3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41631c9075ec45f3" /><Relationship Type="http://schemas.openxmlformats.org/officeDocument/2006/relationships/notesSlide" Target="/ppt/notesSlides/notesSlide68.xml" Id="R7c4c956fe1c84b8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cc02b1caa8e041bd" /><Relationship Type="http://schemas.openxmlformats.org/officeDocument/2006/relationships/notesSlide" Target="/ppt/notesSlides/notesSlide69.xml" Id="R72489fbea411444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1a314cb05c641d5" /><Relationship Type="http://schemas.openxmlformats.org/officeDocument/2006/relationships/notesSlide" Target="/ppt/notesSlides/notesSlide70.xml" Id="Rcc4f62fa0a53405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ff15e62c61274d90" /><Relationship Type="http://schemas.openxmlformats.org/officeDocument/2006/relationships/notesSlide" Target="/ppt/notesSlides/notesSlide71.xml" Id="R1428f6ac9fce461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84d71691f8c47e2" /><Relationship Type="http://schemas.openxmlformats.org/officeDocument/2006/relationships/notesSlide" Target="/ppt/notesSlides/notesSlide72.xml" Id="R33c642c12b174ee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6dad04eebc8a4409" /><Relationship Type="http://schemas.openxmlformats.org/officeDocument/2006/relationships/notesSlide" Target="/ppt/notesSlides/notesSlide73.xml" Id="Rc29ade57e7ce451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e94d7a654051421d" /><Relationship Type="http://schemas.openxmlformats.org/officeDocument/2006/relationships/notesSlide" Target="/ppt/notesSlides/notesSlide74.xml" Id="R13c555431384456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d708cf2d21264620" /><Relationship Type="http://schemas.openxmlformats.org/officeDocument/2006/relationships/notesSlide" Target="/ppt/notesSlides/notesSlide75.xml" Id="Re8a364e436f84ba1"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938f0c605e44523" /><Relationship Type="http://schemas.openxmlformats.org/officeDocument/2006/relationships/notesSlide" Target="/ppt/notesSlides/notesSlide76.xml" Id="R7184b657176f4e1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0ba774d9550c486f" /><Relationship Type="http://schemas.openxmlformats.org/officeDocument/2006/relationships/notesSlide" Target="/ppt/notesSlides/notesSlide77.xml" Id="R2ecf6cd4c90e4809"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ec948148d324dcb" /><Relationship Type="http://schemas.openxmlformats.org/officeDocument/2006/relationships/notesSlide" Target="/ppt/notesSlides/notesSlide78.xml" Id="R2de8951123d446f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453f8e17116e4a96" /><Relationship Type="http://schemas.openxmlformats.org/officeDocument/2006/relationships/notesSlide" Target="/ppt/notesSlides/notesSlide79.xml" Id="Re2fe197006064eb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461ea5130824093" /><Relationship Type="http://schemas.openxmlformats.org/officeDocument/2006/relationships/notesSlide" Target="/ppt/notesSlides/notesSlide80.xml" Id="R5fa5e9e7234c46a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1a1603cee68949f5" /><Relationship Type="http://schemas.openxmlformats.org/officeDocument/2006/relationships/notesSlide" Target="/ppt/notesSlides/notesSlide81.xml" Id="R22905d9dac654a1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352339be54fc49ce" /><Relationship Type="http://schemas.openxmlformats.org/officeDocument/2006/relationships/notesSlide" Target="/ppt/notesSlides/notesSlide82.xml" Id="R698d4b9037384471"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626e6a2e15394d2f" /><Relationship Type="http://schemas.openxmlformats.org/officeDocument/2006/relationships/notesSlide" Target="/ppt/notesSlides/notesSlide83.xml" Id="R2963998eeab542f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fd9235edcb2b4f13" /><Relationship Type="http://schemas.openxmlformats.org/officeDocument/2006/relationships/notesSlide" Target="/ppt/notesSlides/notesSlide84.xml" Id="R1e45edc5aa4b4de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c18998bb43034910" /><Relationship Type="http://schemas.openxmlformats.org/officeDocument/2006/relationships/image" Target="/ppt/media/image18.png" Id="Rec6daabd957a4daf" /><Relationship Type="http://schemas.openxmlformats.org/officeDocument/2006/relationships/notesSlide" Target="/ppt/notesSlides/notesSlide85.xml" Id="R2f2cb18ceb2349a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3a42a508b104aed" /><Relationship Type="http://schemas.openxmlformats.org/officeDocument/2006/relationships/notesSlide" Target="/ppt/notesSlides/notesSlide86.xml" Id="Rf38d47bc3250453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d89e789df0514cef" /><Relationship Type="http://schemas.openxmlformats.org/officeDocument/2006/relationships/image" Target="/ppt/media/image19.png" Id="R7dd9bedca17d4c3f" /><Relationship Type="http://schemas.openxmlformats.org/officeDocument/2006/relationships/image" Target="/ppt/media/image20.png" Id="R03c948e05a864000" /><Relationship Type="http://schemas.openxmlformats.org/officeDocument/2006/relationships/image" Target="/ppt/media/image21.png" Id="R916dc09fba804f17" /><Relationship Type="http://schemas.openxmlformats.org/officeDocument/2006/relationships/notesSlide" Target="/ppt/notesSlides/notesSlide87.xml" Id="R4e752611258845a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83117862eefb4c7a" /><Relationship Type="http://schemas.openxmlformats.org/officeDocument/2006/relationships/notesSlide" Target="/ppt/notesSlides/notesSlide88.xml" Id="R7d33376f5355450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1bb15f696e554ae5" /><Relationship Type="http://schemas.openxmlformats.org/officeDocument/2006/relationships/notesSlide" Target="/ppt/notesSlides/notesSlide89.xml" Id="Re24aac65e937436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03afa6585c47494b" /><Relationship Type="http://schemas.openxmlformats.org/officeDocument/2006/relationships/notesSlide" Target="/ppt/notesSlides/notesSlide90.xml" Id="R404c985dc8a046a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478f9d5f9e624a36" /><Relationship Type="http://schemas.openxmlformats.org/officeDocument/2006/relationships/notesSlide" Target="/ppt/notesSlides/notesSlide91.xml" Id="R0adf6ac835194b96"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43bc313dd3e84fbe" /><Relationship Type="http://schemas.openxmlformats.org/officeDocument/2006/relationships/notesSlide" Target="/ppt/notesSlides/notesSlide92.xml" Id="Rdbecf5a1f7e946cf"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4c2441712a1d419f" /><Relationship Type="http://schemas.openxmlformats.org/officeDocument/2006/relationships/notesSlide" Target="/ppt/notesSlides/notesSlide93.xml" Id="Rbbab6ebe527b47b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39F69A76-D78D-4B79-A6C5-76C9C62E0B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D61F1CA5-7846-4000-9B3C-F6E91D539D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FF00EAED-03B6-4440-89C6-BC8FE287C2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ADF8C83-76E1-4F36-BDC0-C46EDEBC0C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C5342FF5-6E71-4514-97B3-022F97E82E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D137C58F-C441-4263-981E-D1E9B7A0C8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FB769987-3794-40A8-8AD1-3C75CACF1512}"/>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60A45B48-AA20-4DCD-9837-51C81880A079}"/>
              </a:ext>
            </a:extLst>
          </p:cNvPr>
          <p:cNvPicPr>
            <a:picLocks xmlns:a="http://schemas.openxmlformats.org/drawingml/2006/main" noChangeAspect="1"/>
          </p:cNvPicPr>
          <p:nvPr/>
        </p:nvPicPr>
        <p:blipFill>
          <a:blip xmlns:r="http://schemas.openxmlformats.org/officeDocument/2006/relationships" xmlns:a="http://schemas.openxmlformats.org/drawingml/2006/main" r:embed="Rd7795c17dae24dea"/>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F92B40C-1BBF-40F5-89DA-E159C85C40F0}"/>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E0B9ADBB-9914-43E4-85FD-6A7C49CEBFDF}"/>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8D99706-3CD8-4BF7-85DA-557340253470}"/>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E5D1AB2C-7235-4E2C-AE2D-6875C6E0B7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5396734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94CF8D7D-5A9D-4839-A2F4-0B9FD8F4F3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33D8BA0F-A8B4-4AE7-B9E3-CFFD1E60AD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BD603E9-EBBD-4D37-8166-ED2127400C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06E54AA1-B639-49FC-9859-4EDE64C68C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AF75451E-FE0A-4886-97E2-30EE2EA74A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BF08A1E-99D3-456D-9893-3E79EA5E46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1D467746-C803-4F05-BF68-41F681CA964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0B8925AA-B589-4856-B856-3AD4262305B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AD6C58AF-6BCD-4A71-8239-98DDAEE9A20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8E5C1CA-0351-4288-B151-4D6118D9496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068D00D-14F5-4D6F-B092-2ED620FF7B4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DE846109-5289-4A2B-9910-5392001B76C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7C49B35C-DF4C-4F1C-9C2A-DEC17A048B7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3A75EBFC-C8BA-4146-9CBE-5B3D178E8E3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07A2F3E-77F1-46F4-B68B-69A27992562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C61490B1-3252-4706-96B4-C756D7A45A7A}"/>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E41ABF1-B1C6-4ACB-B563-16D23B825A25}"/>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89C3DF8-2F45-4178-8EF0-1167B356300E}"/>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0B35264-5C39-4812-A74F-238D1B572AD6}"/>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5DD431B4-FAA5-4AC9-962A-9CF1B1EDD3B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1F37E60-4E31-4EE8-93A6-2B97DEA3690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75E4937B-5659-4A4E-815E-C13C9F9157F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89BC5288-4EE0-475D-A45A-BC8FBCB7126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92CB46DF-C200-485B-85F8-673C78466A5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20E3FBC-4F82-44D1-AF75-6B94B1EB8018}"/>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F93C7C62-325D-4862-AB02-BBD416B8A20E}"/>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A5404F0-E291-4669-9436-7379EA5CE51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CA24EB9-99FA-45FC-9583-927DDC6E601F}"/>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0BF308B-CEE6-4636-AEC2-2583C1607F3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2EBAA6E-D055-40D2-962C-EEA02438DD0E}"/>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D0B9CE1-34DE-446D-A7B4-A34E43A3AB5B}"/>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850E3DA-B578-453A-A2D0-CC671C12EB61}"/>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BE8AB8B-6B05-49B3-88D2-EB5A6DF241E7}"/>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977093C-D21A-4EA4-B7EA-6A83C22645DC}"/>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879C72EE-C444-4323-A136-C1FBDA80685A}"/>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65D5D22-7591-4CEF-BE8B-D93F11325BD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339E540D-6694-46C1-8419-BD694942BB4A}"/>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FEF97D1-1CD2-4911-83DD-D36442EE19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5668740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8083D05-9F2C-4DC3-BBF1-7C1F2A28D2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630209C3-FE5D-4B32-8922-2A98CB36C7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1F8BC8C0-B8DC-471D-8D7D-01FB86F11B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7B1E8CD-5A79-4C06-ACC1-C63FF0149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6D2AF4C0-0813-4917-9812-B1E2449A45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77553CF-CFB6-45FA-85E3-BC4CD31A79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54A5085-BC9A-47E4-8512-D89199C9485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18EA4F4-BEFC-459D-BBCC-0EDA91595F8E}"/>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DD80D6FB-2CF4-4ECF-BF4D-F113CCE3177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25416423-C510-47F5-B909-BC0B33598BE6}"/>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569DE757-220F-4588-B8F8-68DA4D5CC96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F189884-B518-43AE-BA88-DFE10CFC99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15B5DA84-4063-4EDB-9772-8385E7D6F359}"/>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EAF7C57E-4C96-44C3-AF8B-184D1CFE0562}"/>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1E29AC9F-5B0D-4C5B-A499-CE574CF11BB6}"/>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031556C-E3E8-4B40-A384-78BA5BC0E76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63F2053-D180-4785-B3F3-D2718473590A}"/>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C65146B-D8CB-449E-8FAF-87FB06F33BEB}"/>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AA61356F-36B7-4D78-9FBC-4BE9C8B9F3E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51B2DD7-FA27-44E4-8F4A-22E7A6B65B2D}"/>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62E126F0-38E3-439F-B231-B70AAF76F3C1}"/>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AC8054DF-56CA-4522-8AB9-0EF025791E6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E65F9E18-6C01-4A00-8928-8F7C56018FB9}"/>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B637C831-75FE-450E-9627-7B3159CD64F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DAD0BE2-7D91-49E7-AFE0-2B0AB58E8731}"/>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FFD3CC5-CCE1-42E1-87DC-C91A3BA8A65F}"/>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FF3603E9-DE41-4A31-8EB5-A5E4CA17016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19D165C-226B-4E3C-B8EB-2733BE6248AE}"/>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85981B4-8EDC-44ED-8E06-F6DBEBD19461}"/>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146E84E2-25D8-4DE0-98C8-9B68F34FF4C6}"/>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DD3FB48-ABC5-4044-B9FD-1AEE4C2C3717}"/>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AE0291B-DCD2-4037-B64E-45F48045C3C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8715AB4E-E5FD-4977-BDB4-A345ED9C94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2961258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75ACB8B-4C73-4752-9B90-52C21CF962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509B4BB2-EDA8-42A6-AF07-9D9337509B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D52EDF90-1DB4-43AC-B9AC-2D152D3E26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A474B-BA1A-4D4D-8393-9044DF425F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5467B4A6-5F48-40A7-B930-2BD474A2E7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76058607-AFA0-4BFD-AB86-3B64CB6B2F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A15C732-4081-4CC3-8690-4BDBD08FDA85}"/>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14623796-E2C4-4A26-8A60-03F5DB12BB98}"/>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0B224018-2FEA-447D-823D-BF72178B4474}"/>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A69FA94-B3F0-4F34-BFC7-4A1DA6BC8A7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1965E4E-BA76-471B-8FDF-3D0BFD21235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87712430-49BF-4B19-8E2E-E9650230AEB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500D64C-ADC6-418A-BF3B-9980441F754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1E6F8AD3-AC63-4ADA-A739-8DC522E5DE5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F50EF3FD-7AD2-4BAE-AD6A-4A62585466D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132844E-0EE5-4D5A-A224-2696786DB09E}"/>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95476B93-2412-4784-9ACA-4A88CF4FF95D}"/>
              </a:ext>
            </a:extLst>
          </p:cNvPr>
          <p:cNvPicPr>
            <a:picLocks xmlns:a="http://schemas.openxmlformats.org/drawingml/2006/main" noChangeAspect="1"/>
          </p:cNvPicPr>
          <p:nvPr/>
        </p:nvPicPr>
        <p:blipFill>
          <a:blip xmlns:r="http://schemas.openxmlformats.org/officeDocument/2006/relationships" xmlns:a="http://schemas.openxmlformats.org/drawingml/2006/main" r:embed="R1e21700974fa4216"/>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D8E1D1E2-ABDC-4463-97EB-3E03C096713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C205C866-A7E5-4E28-9F8E-48AC356858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3175392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C898C006-62CE-4782-8044-5C41304BBA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832F50A0-825D-4050-87B1-34746C21BC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733A05D5-E472-4BD6-A71B-19C6C7A9E4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B1EA5B83-9FFB-46DE-ADC1-F9FC165CB1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1FB54CCB-4768-4FFB-BD45-C844EAB794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E05610E3-5C12-4F68-8CED-D6AF3DCB63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5F878361-1332-4E56-A9C2-22E9BFCF0508}"/>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5794112D-F0B1-4C9B-B034-CD1FEEF8A2A3}"/>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FA7648D8-49C7-436D-B867-66EFF7F0975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FAADADAE-D573-4087-84D1-68DBA519726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311B7797-B3AE-4BE2-ADDB-E8A64372E0CA}"/>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631EE7D4-0925-4AA7-A6DB-CAC67E7AF924}"/>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5EE6DC39-3A1F-4E45-88E6-5806F667DF88}"/>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DC12913-A514-4D56-A0EF-246FCB347DD8}"/>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A3A94A07-D39C-43FF-986F-C1FEB720DD5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4A069508-B7A3-4F0D-838E-A2DE9382BFE3}"/>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672247F9-2F26-45B9-B88A-3E8F931C61E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FE6CA0A8-2A95-4057-961F-F8B63089289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5745247F-A15E-41BF-A0C2-55FF7E907E13}"/>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72CDA120-CC7B-4014-B39E-01D5EEF7240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53A0DD96-5910-41BC-A2F4-8B3D2C8CA18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C6530726-DB54-46A8-8CFE-A019B03B812A}"/>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885D2603-597C-4811-87CE-2DB10106724D}"/>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D9417922-B2C9-4186-9671-82CD0AB72B8C}"/>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963D9F94-1287-49BA-A2DA-E0BDE349F862}"/>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86551A1F-A3EB-44DF-B05D-AFF8AF6B4E3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E18ED035-CA50-4EE0-BC64-4A68D7BA64B5}"/>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BBD20D29-56CE-4CC2-9E64-F7DDF3852EDC}"/>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D5EBEAAE-FA5C-4FF0-BB4C-6EC080A4CC0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C9A4F41B-390A-4576-882D-A11D743A1658}"/>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90155A69-F2B4-4497-9B00-BBE139BBCB6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23420403-EEF0-4E10-887D-C30197504211}"/>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7777B3E9-BF9C-4CCD-8031-F2AB079EF4C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51B7B16D-0612-4C26-B559-CCE62D5EBC2A}"/>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26CDA673-A173-4C5E-AA92-58D7E5A8675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1A2B1B8-569E-4EBA-9A37-ADBDA69EA9EE}"/>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ECBC476A-1D7D-4042-8323-81046F20CE87}"/>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293D95DE-DE9B-4BC2-9468-EC15C9010D13}"/>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3ABB4EBA-8E24-4A06-8C37-E02BCF8576FF}"/>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3AA4A002-58CB-4205-8334-897C3DEB97A9}"/>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32002067-6B3A-4305-B19A-9CDE69928958}"/>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BF8AF4B-8776-4FCF-9BD1-19F1C0EF8313}"/>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58E080E7-606C-4504-96BC-9AA2BBBF5D02}"/>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2B2E8D78-867E-4D84-BB9E-DFA627829A81}"/>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E1122CB3-923F-4464-9904-3E9C11918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7780864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1C1B1EEA-6387-42F1-99AA-2F60DE75AD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63A748F7-F7F6-4EC7-86A2-0DD90EE5D9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889AE2F1-21A7-446E-8F98-6CDBAF4209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7A2EC9F-56B6-4E0E-ACAC-315A0B5847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37B1469A-8032-4621-B60B-03095891AF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464CD9C3-71A3-4B2F-A965-85A9D907A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E4B29823-A4D6-48BB-AE11-F9B4ACEAA837}"/>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444122D0-590C-4CBC-BE73-E91A4828CD1D}"/>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2FAAD205-591A-4F58-823B-607355938E3D}"/>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FD29F27C-8DDE-485A-99B1-B73A2501B025}"/>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88C7423-60AE-4A6E-9194-1FC623E5FABF}"/>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A39DB669-C42D-42C5-9D49-387AE1820F16}"/>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B47BF939-C049-4BC1-A678-DC98154FE528}"/>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7401C587-0BED-4D6C-A52F-1112DC475EBF}"/>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58DBC7D-A4D1-4C85-8396-FA57C3431C80}"/>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03B07E24-F1CD-44B3-8252-517F99CBE5E6}"/>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388FA926-FD44-4D96-9B4C-5C23186D8B86}"/>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024CFAC7-ED3E-4CCA-98D0-826DD10775C8}"/>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08E68C9A-9E7A-4434-9A44-B3D1C508444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DDE81F67-DA71-41DE-8B4A-E958EC46B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495427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CEB6D86F-2508-4D44-B079-C7715123AE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7CE07CD6-8ADD-44A6-8D27-0DA52046CD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F1FE07CE-2E36-4228-B796-0BE168D95F3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2C52BF4-599D-437D-9283-BA1BC1B799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85505C0-E80C-4CC8-BF53-7CD096C900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101F833-FA8F-4B8B-94DE-8D3A345A27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DDB688C7-D037-444D-8642-87B031A51D65}"/>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E8F679A3-7ADB-4212-B38A-68722E772A09}"/>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7414FFC4-D6AF-4E76-995E-2D26ADAC22BF}"/>
              </a:ext>
            </a:extLst>
          </p:cNvPr>
          <p:cNvPicPr>
            <a:picLocks xmlns:a="http://schemas.openxmlformats.org/drawingml/2006/main" noChangeAspect="1"/>
          </p:cNvPicPr>
          <p:nvPr/>
        </p:nvPicPr>
        <p:blipFill>
          <a:blip xmlns:r="http://schemas.openxmlformats.org/officeDocument/2006/relationships" xmlns:a="http://schemas.openxmlformats.org/drawingml/2006/main" r:embed="Rd5d81030d2494133"/>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517E2F08-DA98-4C1E-89B5-0151EECAF104}"/>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608E8C1A-A1BB-4451-B9B9-88BEB704C01C}"/>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5878E2D5-0857-4F74-A95A-2017E9BD7E8A}"/>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2A627CD4-6F12-46D2-A7A8-B422EBF86E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9320469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C296E790-13FC-4BC5-9464-4197F3A16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6E21C01D-F43A-4F8B-9AD8-29A9E198FD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C1D38093-09B2-4567-B4E0-6405CFEB0D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4A48D70-6E1A-4EC4-B989-A9B265B88B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41B6C32-5762-4DD9-A707-7745ACA062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6519455-B7BC-4765-92B1-ACF348764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63DF15AD-A6EB-4C81-A4C1-ED4274324D1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BBCA150-DA83-4DCB-B3B9-A66411466195}"/>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A856B888-371C-4160-AA4A-817BFF0C429B}"/>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F996DFC4-B75D-43A8-9D71-F16B76A7D4FF}"/>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2B6D0EC-E96A-4AD4-BC90-5887BF90F97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F1F31B70-FC13-4F97-9FEC-6E25FB95220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19458117-C779-44FB-AB59-4420A339979D}"/>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E19C6E7-AD72-4578-882A-34DD2A595779}"/>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0074F697-2CB6-48FD-AA53-6ECE530FFFB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E7FF922A-5C6B-45B6-A57E-A5EB5216BB25}"/>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2FC5433-8389-4D05-8902-EAEB43E06AE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05D7BA7-4BB7-4B3A-A3A7-5143F739D51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B66E152-0446-4730-9499-46B0CF4B4A4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9FE45972-07D3-4CE4-BDF1-7698FC19BE8D}"/>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F713EABD-41E3-42A5-B05E-8C72DCC53D16}"/>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9CE1152E-8E46-4CED-937B-FB121B77C6D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2F77F00A-F3C1-43A1-9F3D-A4E2B310111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78A2FDA-563C-4C59-B691-E32056640FE4}"/>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71480B7A-257A-4025-B893-F229C2DCC460}"/>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40E49929-07CE-4CAF-A0B2-4CF09CE3B7BB}"/>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C9A5669-BF22-4611-A95B-CDBFD4CF69B5}"/>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E9F7BAFC-FF93-488D-BD69-FF8B5E1FDD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4032840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970E8306-6008-4EC7-8D8F-277DC6E9FD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315D597B-9740-42E3-80E2-70A69919CD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9817D838-524E-49C8-8799-D6C2EFC012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9D4810FC-1C58-4D75-9C13-005E8B5E79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EF92AAFE-62AF-48ED-976A-E71321DCEB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D4E3AF1B-ADF9-40DA-976E-16ED2CCA8F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F69D54F3-2773-46FD-9394-5FBD2A86BCEE}"/>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F2C6F641-0DCB-455D-9B68-49C1F972905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499E5BF-BD4B-4BB9-8682-8CCDE602117E}"/>
              </a:ext>
            </a:extLst>
          </p:cNvPr>
          <p:cNvPicPr>
            <a:picLocks xmlns:a="http://schemas.openxmlformats.org/drawingml/2006/main" noChangeAspect="1"/>
          </p:cNvPicPr>
          <p:nvPr/>
        </p:nvPicPr>
        <p:blipFill>
          <a:blip xmlns:r="http://schemas.openxmlformats.org/officeDocument/2006/relationships" xmlns:a="http://schemas.openxmlformats.org/drawingml/2006/main" r:embed="R1cd05301bfa7465b"/>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0F7DE65-15F1-4C74-BEE9-42F85C66597E}"/>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419D5D77-EABC-4959-AC7D-8BEDFB8F7150}"/>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3ECB2C03-4289-4F52-AC67-70EF67394406}"/>
              </a:ext>
            </a:extLst>
          </p:cNvPr>
          <p:cNvPicPr>
            <a:picLocks xmlns:a="http://schemas.openxmlformats.org/drawingml/2006/main" noChangeAspect="1"/>
          </p:cNvPicPr>
          <p:nvPr/>
        </p:nvPicPr>
        <p:blipFill>
          <a:blip xmlns:r="http://schemas.openxmlformats.org/officeDocument/2006/relationships" xmlns:a="http://schemas.openxmlformats.org/drawingml/2006/main" r:embed="Rd886eb5df40947c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D6F32B20-0806-4DA6-AFFB-32D8F237038C}"/>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7F1DC2BB-1BEE-4FF4-98A8-7C3600EC502C}"/>
              </a:ext>
            </a:extLst>
          </p:cNvPr>
          <p:cNvPicPr>
            <a:picLocks xmlns:a="http://schemas.openxmlformats.org/drawingml/2006/main" noChangeAspect="1"/>
          </p:cNvPicPr>
          <p:nvPr/>
        </p:nvPicPr>
        <p:blipFill>
          <a:blip xmlns:r="http://schemas.openxmlformats.org/officeDocument/2006/relationships" xmlns:a="http://schemas.openxmlformats.org/drawingml/2006/main" r:embed="Rd2ac43c20c164731"/>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02140BC-B813-4D7D-9554-34F44896E9B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1D2A01F-CED3-40A9-BC83-9BD1E0E5BD3C}"/>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BB3014DE-050C-4CC2-8657-440DD1E61C1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A3B8622-0ADB-40C3-8C5A-712273D00511}"/>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8F859F4-D50D-41B4-BFD9-9221ABB0FE1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EFA2479-4555-446F-B499-1B204B5B8A00}"/>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FA4970B7-4BF6-4BD0-87ED-46D16D639AEE}"/>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06E8AA3-78A3-4335-ACF5-0098079F66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6877045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1C946475-0938-46C4-AC5F-353110CC97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F2FF335C-4F80-482F-8315-624791D1C6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9D5F13FB-689B-4A8A-AADB-7C8E6E72DB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6DD331A9-9843-4797-B4E3-4BC3BD8929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F8FDDB3-CC62-4711-BECB-059908A9E1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141C203-F40C-4B92-BF72-D323B019CE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0A63DB11-1235-4465-BDC9-5E19C3D6965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FC3405F-6C53-4804-8688-A6ECDD5814E7}"/>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9F012E0A-6F41-4D4E-A0BC-FA01D0E14F1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131AA201-B4BD-45BA-A41E-0E8D42E1D186}"/>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D1C9B9F8-4BC7-43BA-A8E6-4868612E7A82}"/>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F45897AF-9B79-4641-BB2D-E71B553E9DB1}"/>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67F4966B-D3B1-472F-8B58-709BB33C5FE5}"/>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C15793C-A085-49CE-B420-E6FA686AB52E}"/>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CE75945-2A26-4AB9-A1A4-7C64F7262CE8}"/>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D1B7926A-5294-41AE-98CD-566EC96E8F3F}"/>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8DD44494-EAB8-4202-9935-D28554653FFA}"/>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938736E-A89E-4F10-883D-CF707498BE52}"/>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7E4D21B-9ECC-458B-8DBC-F1BD228C65D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8FBED099-F170-47FF-B5F1-D231D848004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197E559C-DE2B-475C-A5D0-DEEFC593B85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5DC7B062-483E-4926-8CF9-EDC653B731EB}"/>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C510CE8-464A-43EA-A9AB-25E486B09ACD}"/>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74E3D11-263B-4F72-9A77-62A5D1056970}"/>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EF9AEBF9-ABFB-4BC8-9FC7-A241A9FF5C2E}"/>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0A4E17AD-81C6-4F9C-8DB7-D62440EF3318}"/>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5BF8801-2968-43B8-90AC-F835976AEACF}"/>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80B8D867-AD52-49D0-A438-4AF4F692A9F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4E574CD-3879-4CEC-B1F3-3CD5113C368E}"/>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2023249D-5E8F-4ECE-9AF6-29D85F571246}"/>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FF1031C-41EC-42C6-95E9-D89A0CD6AC5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41C91B6-6C93-4BDA-922F-BE8391662959}"/>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0B3CEF5E-B49C-489A-A43B-339141F3F3B0}"/>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ED443DD-BA4E-45D3-8E87-FEAA391FB4AF}"/>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8E13FCF6-455C-4BAE-B0BF-5B0DCF2C1E1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8945C02-CAF1-45B1-83DB-995CBDE61C0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25E501E7-5E2D-4C9D-97DF-CC4EA2777AEE}"/>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6C9B2EB8-9FAE-487A-8F83-E6E0651AAE95}"/>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8B77D9ED-BA6F-41E9-9296-75A022C44C1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6BA5C4E-3A35-4A27-8525-2EA480E60C89}"/>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A33829C-D6B5-498E-BE95-B78EDD864C70}"/>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D58FD8FC-996A-4B82-B60B-FD288C41812B}"/>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5E9FD55-78B0-4CA0-BDA0-2E92700740F8}"/>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F3A608FE-EE42-428B-A314-F64E67AFF243}"/>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671BFF7E-AE1D-41D9-82AF-AD95D6FAA544}"/>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838A575D-4E96-46E3-AECF-95A9D135FEE0}"/>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7582596-A564-4557-A4FE-721295D7EEA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4A8E243-D4C0-4E57-A7B2-B76AF51A7EB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A7EAC2B-680F-4AE0-86B0-D565FAE6121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E5F2FDFB-18AA-4F4C-ADEA-DDB71D9A799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28DF4FF-C980-4CCA-865A-EF724EDF361F}"/>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AF630C8-09F3-445E-9632-4C70B8CCC502}"/>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32220BA4-9C4D-47EA-BE8F-07DC9C9439B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116E07A3-4B1A-4697-A523-9A02C28D48EE}"/>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98453EDC-6DB5-4AED-8D2F-7ED0C76B43EC}"/>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9E4262F-7BB3-4AED-8C3D-8343AA0C1D4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7BC410EF-B124-4ABA-9324-5C89782CE1F0}"/>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950BCEC-64B2-4818-A5EF-2DE710DC51E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0C259724-ADD2-4F00-9E17-A8F2BD804C6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920902B5-AE7A-4AB2-8336-A17535E50D08}"/>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5433759-10AA-414D-B05A-FB083EA9F3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9458203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43CD6448-5235-4A1A-A904-B6A9734BB3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575E560C-02B9-4B4B-ADF5-A4B61FF2AB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B67072D7-C48E-44D5-8DCF-E391DC4800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259FF8FB-5B2D-4CA8-A79D-F2D6DA2A78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1AB29EE-1FF2-4FF8-A19D-D670C9D9BB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496845B-2D03-4F6E-86F2-F1EAEB0E2C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7E23022D-1AAD-4807-9503-27E3721DEC47}"/>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ABA12017-9BC6-4BB0-AF88-D30B320D1617}"/>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A705FE5-4132-4EC1-8268-727A7AE3C8DA}"/>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91C06CD-2D20-4F47-8102-4F4526B842FE}"/>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D4C6836-3075-49AA-B48E-5660B8A54A2A}"/>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BD6139B7-C7D4-484F-B26A-2E627B8A5839}"/>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A20193D-2905-4A37-A32E-578668DC93D1}"/>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AA2278-2FFB-4D9E-80A6-4A59B4EBCAB0}"/>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D185A93-0F4D-4738-BF18-02241833A4C6}"/>
              </a:ext>
            </a:extLst>
          </p:cNvPr>
          <p:cNvPicPr>
            <a:picLocks xmlns:a="http://schemas.openxmlformats.org/drawingml/2006/main" noChangeAspect="1"/>
          </p:cNvPicPr>
          <p:nvPr/>
        </p:nvPicPr>
        <p:blipFill>
          <a:blip xmlns:r="http://schemas.openxmlformats.org/officeDocument/2006/relationships" xmlns:a="http://schemas.openxmlformats.org/drawingml/2006/main" r:embed="Ra6b6941a191548f2"/>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F0C980CF-4EE1-4591-BC2C-C403F7457978}"/>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9EBE2064-3603-415C-94C9-7DEC53C40D64}"/>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1A417F79-C4CC-4DDE-BD92-BAC86263802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C8FFFD7F-73CB-4855-86B6-A56F65B5304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14D2E85-AE02-401B-917D-3A5E9C144B0F}"/>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FD4EB05C-72A6-4772-94AA-F781A32D973F}"/>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530B3744-F09A-4453-A755-75A88CD57AA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BA7B2FF-CE74-4C3D-9B14-9CC84BDBD8C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210066F-3506-4CCF-BEB8-C056E2E9902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8886BBE6-6E75-4B81-9752-9A322A6C2C17}"/>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6D41E20-54E5-4DC8-8BAA-255C4100AD6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8710F79-CD9F-4261-BA68-5165895D7CBB}"/>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8A48EEAB-4FA2-4337-8051-0505110E48FC}"/>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8FF3113-51A9-41F1-B16F-8360098D56EB}"/>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F2432A0-CB7D-4CD8-8D1B-7AF9B4E59C1E}"/>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63C6D71-6F1C-4560-84A8-FCDE2C7C7410}"/>
              </a:ext>
            </a:extLst>
          </p:cNvPr>
          <p:cNvPicPr>
            <a:picLocks xmlns:a="http://schemas.openxmlformats.org/drawingml/2006/main" noChangeAspect="1"/>
          </p:cNvPicPr>
          <p:nvPr/>
        </p:nvPicPr>
        <p:blipFill>
          <a:blip xmlns:r="http://schemas.openxmlformats.org/officeDocument/2006/relationships" xmlns:a="http://schemas.openxmlformats.org/drawingml/2006/main" r:embed="R8e66c01edd04442c"/>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55D9F9EC-1BFD-40B3-9498-5D17EC80F82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EC1A0AFE-8B4B-4531-9665-EFEFC60494E9}"/>
              </a:ext>
            </a:extLst>
          </p:cNvPr>
          <p:cNvPicPr>
            <a:picLocks xmlns:a="http://schemas.openxmlformats.org/drawingml/2006/main" noChangeAspect="1"/>
          </p:cNvPicPr>
          <p:nvPr/>
        </p:nvPicPr>
        <p:blipFill>
          <a:blip xmlns:r="http://schemas.openxmlformats.org/officeDocument/2006/relationships" xmlns:a="http://schemas.openxmlformats.org/drawingml/2006/main" r:embed="Rca71b628eba2461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DFBDB2EA-6501-4FB0-88F1-1003EB6BF0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117859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B4DF1749-6A7C-442A-9BDC-CA73213CAB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260DF709-D26F-4536-A69C-48C26754EC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8055C0BB-0FAC-4CD0-9EFB-1E9D8337B9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18496255-EE54-4725-A927-BD93236AD3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0C1F837C-A9F5-4DEE-AA5D-F5A8975D70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FC3A8BE-EAA6-437A-A4B0-D3EAA7EC17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AAD0D88D-A8B0-4416-BA60-C0D2247B3B9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76B7C86-77B7-4143-819F-6592F5B02247}"/>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FEA3C16-FC50-4049-B9AF-D298DEC87652}"/>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BB85BF7-137A-4E38-BD2C-88551D72117C}"/>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DD6F24A9-D465-4506-989E-9BDB6326CB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1E2DD339-8389-496C-B606-D3B2623426D7}"/>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DE0DCFD1-1989-404D-BC03-E379C20509D3}"/>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AFA7CF1-2D2F-43B9-B64A-EBBA698DCEC0}"/>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3907B3D-0DC0-4AF5-A2B2-4D29BED12151}"/>
              </a:ext>
            </a:extLst>
          </p:cNvPr>
          <p:cNvPicPr>
            <a:picLocks xmlns:a="http://schemas.openxmlformats.org/drawingml/2006/main" noChangeAspect="1"/>
          </p:cNvPicPr>
          <p:nvPr/>
        </p:nvPicPr>
        <p:blipFill>
          <a:blip xmlns:r="http://schemas.openxmlformats.org/officeDocument/2006/relationships" xmlns:a="http://schemas.openxmlformats.org/drawingml/2006/main" r:embed="R13ede85b42954185"/>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3CC13AAF-CFF8-4691-BB8E-2583235B0E1F}"/>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738ECF39-AC67-468E-9221-7B457D430571}"/>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B4408DE-20BE-4589-9E5E-EFC1F52D8B2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7A84947-60D5-4FEB-8260-4FD468E614B8}"/>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509B85E6-0978-4EF9-B602-D45D4393E2D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44B65DF9-A391-4A65-AA23-B600EFD6FC8A}"/>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C875A98-1C2C-470E-8BC9-4F0AE09E5CCF}"/>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F1F3C57-61FC-43DB-AA5C-9F952E7ED77C}"/>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58AE511-BA10-4068-98EF-0FD30B96A9E1}"/>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91E0A2D6-09E7-40C3-B411-C50298C47C2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23A1F5B-95BB-4E7C-A692-E7B9835978DC}"/>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77C290B6-775A-4093-8224-3533A19C514C}"/>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0FFACE0-9494-4599-8948-45BEFC25D8E7}"/>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792A164-6D31-40F4-B13D-F2333C392066}"/>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308C92D9-0D8F-41BC-A615-EA281538D85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D2648D31-FC6F-4D46-90A4-1FA640A3E165}"/>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87C026D-D54E-4F64-8BFE-44D631C62539}"/>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8CEAB252-BCFC-4B00-9711-1C9D17C35878}"/>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42D5D44-05B2-4628-84BA-54C4989459B1}"/>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54895146-FE1C-4AF5-87B3-6C031759B7D0}"/>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1E36554-168F-4473-BAA2-A69F4E0CF7DE}"/>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7071CA16-FE6E-4B5E-965D-8328EBBD3B3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AEE44ADF-D2C8-457C-9701-A333F9820048}"/>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7C421FA-12C3-42BE-9E11-D0AB509E342C}"/>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0ECFAF1-5684-4A5F-8A10-B5F91F972FF3}"/>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8FC8ADE5-7CD4-416B-A973-A94415A4B4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91682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11A49474-4C65-42AD-BCD3-83F11E7402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E1DEB15-947B-4AF7-AD9E-634B825E0B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407DDF77-EDE9-4F8C-8399-220ABAA1F5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655B31B9-B91D-4A3E-AE24-A56C4C6C3E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E845B2B-AC8F-495F-92A1-9A2D88830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9463E98F-3967-451B-AF4E-1654338D39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D5CA9536-9D38-4383-B81A-4D86F542AB64}"/>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46948766-1587-4206-ABF8-279B682493FB}"/>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F8C55E53-6876-4B21-B32B-D8B82CFBC2E1}"/>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86D597D6-E1B4-4F43-992E-B138BDD73784}"/>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26BE97D-23C4-4A93-852C-7FA45B55C97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E15FFF2A-0BC6-4C2B-91E3-4E11D741991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80DA25D-C813-41D4-A991-5A5AD40A0AF4}"/>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21453312-63F9-49ED-891F-7234DC05F9F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44FD8FB2-CECC-40DD-A50E-C2CFBCE08EB4}"/>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BAC667F8-2EB7-46A6-9D7B-D02D713E7B48}"/>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27596DF-C2A6-4DFB-8579-1E04C09618F1}"/>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82E4041A-0769-4D66-9B52-F97BABA42E4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3877BC82-96F1-4CEC-AED8-C4AF53F11A35}"/>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69E8C779-C3F2-4CE3-BF68-6E7B8E92E93C}"/>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A8F33C9-07FC-45C8-B63D-86E755F59BD6}"/>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4A074F19-09BD-4A43-A269-0091433AC36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E663CDD-2CA5-44B2-A163-ED4647CD8A04}"/>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20A7094-2A4C-4B32-823B-CB1F14506F00}"/>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E86E9B0F-B860-4FBD-A042-6C52FD548BA8}"/>
              </a:ext>
            </a:extLst>
          </p:cNvPr>
          <p:cNvPicPr>
            <a:picLocks xmlns:a="http://schemas.openxmlformats.org/drawingml/2006/main" noChangeAspect="1"/>
          </p:cNvPicPr>
          <p:nvPr/>
        </p:nvPicPr>
        <p:blipFill>
          <a:blip xmlns:r="http://schemas.openxmlformats.org/officeDocument/2006/relationships" xmlns:a="http://schemas.openxmlformats.org/drawingml/2006/main" r:embed="Re85e099555db48ca"/>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FA50F14-B3EA-4FB0-AF73-93738E8D3E0A}"/>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0E5321F-DBB9-4F2A-BAE0-816C502CCA8E}"/>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1B2EB77A-48BF-4228-9549-7EBEA28C250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957C87F-1569-4686-8556-17C62EB0BF87}"/>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FE4DE016-AB8A-4242-BDCF-3C8D87D48DC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3BD7925C-D949-49BC-96FD-5D574C24058A}"/>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560C6D8F-532A-4A34-AB8E-8CD45B0B254A}"/>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7283E32-91BE-4D9D-8B1D-58E29D446B1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556F6AE6-07B7-4CE2-AA7E-AF64754F6754}"/>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1C4C473-715D-443C-8F20-383F3EE6DB6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5A134872-B017-4A56-9E36-B2D87B35282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7190C8F7-B357-4F21-8A99-3CC084C25E24}"/>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AA80060C-0E36-48FF-B78A-B5749A70B9C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FC891BE6-4F22-4A51-91F4-87E30D46BE99}"/>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6723EEDE-F5DD-4A1B-8D54-93A0EDE0E0F1}"/>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410645A-DA91-4F25-8953-39DCB715BE31}"/>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39B76A78-6145-43F8-9F0A-9DC7B453C68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A43913C-1A3C-4E07-A394-BE9E79E41E8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1FC61527-06B9-4A38-9416-2DC22477D598}"/>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9128AAA8-3028-496C-8FC3-FB406E481A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778895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F2E5030-A10B-4D3F-B662-5B19BD639F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903BCC0D-2CF5-4C08-8FC4-7CBBD6D24E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D070BD8-617F-4F60-A5E6-58061FE035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59ECD13-842A-4B9E-B7F9-0E64C4D059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25B3F2B4-3B3D-4916-9AA7-0ADC9C76F8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03DF9686-6460-45CB-9AB2-64D42048D2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D0E7DA17-2706-4CEA-8F3F-B5BB81D5FEEC}"/>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073C6C89-12DB-4C3D-8615-C23F57DD0EAD}"/>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6C3B0084-4BA9-4539-90DA-D5C3E2E83EC8}"/>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99DF5D7-A169-4650-B469-6AC0DB27B4EF}"/>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F861428-91BF-4027-A935-5A4A7A745BC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9808ACC4-68D3-4BDB-8896-EA94A8CDFE5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04AA50E-1E2B-4238-B261-70C9CC3DDD1B}"/>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13B8D7C1-F54A-4A67-9481-FC916AEA4335}"/>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199E4D08-D221-4478-9DC2-5E1B7F48F4F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603FA188-5DEC-42B5-842C-08749AC5FDDF}"/>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2EE4D86A-BA5C-43A8-9CBF-6A04CA1C28A2}"/>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64A63713-59D3-4A62-8F64-5618D48C06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CEDA14B7-1103-4FEE-9DBD-3583DABA702D}"/>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CAEF9B3-0A5E-46D7-98A9-106B255A52D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48B49D85-51E7-41D6-A329-231710B8F92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9AD93759-5DE0-403D-8A8E-24A405E38A55}"/>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0C511C55-0506-42F6-8875-BCFAF88FBB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5050237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8BAEB20-069C-4CE5-9CB9-F5918429D5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15B0983-5EC0-4A2E-9321-F951776123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19455111-9953-48B9-9EF3-B75579BB7B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C66DD15-B871-4799-8F42-EB02B79525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9AFA31E-0127-445C-A23B-AFAB1150E1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5E52C683-C3B0-49A6-8F85-542AA5363F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A02ABA5C-A838-4E2D-8AFA-EFAA531C828A}"/>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B9FCB93B-EC92-485A-878B-DF257AFE020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343E9E2-3453-4048-8D84-AC47192FAE58}"/>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A6A3A74A-FBD7-4299-8511-190C480572D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0EA47E8A-FCCD-434F-BD29-5F3F067D489B}"/>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8CED14C7-4BB6-4A98-B5CA-1F35FA9704DC}"/>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5B4EAC9-3817-4A00-8AAD-58F470075A3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D09C132-38CA-40B5-A540-05B796C551C1}"/>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408C1CAD-3DAA-4E29-922B-460E8E647F0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212AA61-07E1-4983-935B-FA51214B3C40}"/>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DA960928-0D3D-4549-A50B-8F1963429C3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0FE804A6-0C16-4A9C-8E22-A038F52CB163}"/>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905C8E76-4683-49E8-A232-C7D5B5F7481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073135B5-7B3B-4112-A216-2BFFB02988CF}"/>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9ADE5474-49C3-4F64-8AF0-7CFB91F029A2}"/>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B718BE48-672A-4BE4-8AD4-169AE6B8394D}"/>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094D596-4A2B-45E8-9889-2F9E6C360B0D}"/>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69A380F5-439C-4BF1-86C8-336B6FDBC9D2}"/>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6682DC7D-414E-4819-8721-D98DC1B76A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414156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C7247475-A321-47F4-9F8B-952B3721E9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0F4C7842-0BBD-4B24-A1C5-35DE03EC0C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2BA41EF-EA53-4A9E-8907-C6FB10358F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88BA0BF-AC44-4997-B5D4-0626A356C5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80ED4479-D08D-4AFA-9EB2-8FDFFDD54B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E4CAE94B-879E-47B7-9CAB-1EAE501602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6FBC41E2-1395-4249-8189-B22DD511538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4531EB65-CF9E-4605-ABA9-5087A82333CD}"/>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5283C877-FA0B-4949-9DE2-D6584D3F59BB}"/>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04EF14CE-A5FD-44E3-95B7-16451FCD9A4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1C83DD3E-9027-4442-BFDF-F47FE5D0C4DD}"/>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3B3667CC-25E7-499D-9859-9FECDC650E8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6D5A68C-6433-4AAE-B996-F45A36C6CEB4}"/>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FC670CD-04D5-4731-9E26-83CDD2A08F6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0C352F7-6537-49E2-89D2-9A77A3173C81}"/>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3206D1C3-3821-4914-836F-F810BE9C720A}"/>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F3E01FAB-C110-4AAE-AA8A-0AEB53ECB2A7}"/>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026D42CA-076A-4ABA-B6B6-16CDC379919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FF8B177F-B80A-4842-95A9-06924B2EF22C}"/>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25067F86-FD81-4B5D-A9F5-A921A40A2BD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14FEAC61-5015-4B46-8522-7A6AC9B81628}"/>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934A302C-8BE2-4948-882D-65E387DB1A56}"/>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5D7D97E5-1F66-4D5D-BDBA-D714343F5EA6}"/>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5C0C4B45-2878-4A11-B063-EBE20FAF7FF6}"/>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57F9F2B-DF58-4FDE-98DF-35422D35C27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4EADD25-A5B7-4802-815E-CA233B5823C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10E5847-0BCF-4D9A-9F7D-65D0619E3D1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969F16A0-7C9A-4F17-A016-5974B2BC1A0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86FE490-287B-40CE-B365-8E33D0BE67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0137444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A521BE70-D19A-47E0-AD45-D3F3D54740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A1B9339B-E8AB-49B4-8123-0E39BBBBFD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2891A5A7-DB59-4B64-B83D-1DB41264B0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AFD5E50-E0AA-4322-B330-AF1DD23943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A298D737-B03F-4A10-86F8-B167633BCA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B4DC9A2-DE84-4C38-98ED-50E0932566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9C31DC0-132E-4A24-A897-7DDE8C2FFD7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5AAF6360-2E92-45F6-B9DA-1C0DD86139A1}"/>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DCAC45F2-A4E6-451C-B887-0C4F89E09170}"/>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1199E7A6-8514-41DD-AE38-5E61B040A15A}"/>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1EE064A6-FA08-4DA1-946E-FFD83D8608AA}"/>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0BB53E21-3533-40B0-A974-08B36F7236E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0C7F80F9-DA90-4C33-9AA4-5EDD3988C161}"/>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77B43432-F5AA-4F6A-85D0-4FE4C8E2A2F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5C342E0-699E-4BEA-9EC9-5AC9F36507BB}"/>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24D6F8BA-7469-48C8-B9B3-5D25B16F1F11}"/>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EE5C250-58BC-4DBF-BF97-9B5B4CB50692}"/>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7BFF8A5-7863-42B1-A1A3-75F114916BB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368A222-C691-44A1-8267-44856C44767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EB422C79-F05A-4874-BBB5-4DF445FD60E5}"/>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CB94971A-721C-4C62-91BA-535DA2C4EE13}"/>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B1BA8FB-0C33-4EB9-A0C5-6EE29F5CD03C}"/>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640A118E-DE0C-4BFF-B0FB-D55C7DCF95C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6569BCF9-6746-4768-9461-770E6D4FC9F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4CEE54A-ABE4-40A9-A3E7-E311FBDB5F9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5927995-4A4A-4A97-85F2-31A78F2441A3}"/>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F8B288DE-86AC-4B29-A953-866F1166B68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D9E1038D-8BE9-44E2-B362-DB5EF61EC9CE}"/>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76DACB07-CE69-4E68-8B25-D95914D89F9B}"/>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74A9F8F4-9AF2-429E-BAAB-5A236891C707}"/>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58485C7-499C-4E12-9995-7F907A08F3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C9D6A507-D62E-4C44-B99D-F9C73ED2EE4B}"/>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3F664313-63E0-47BB-A2AA-7F7F60C9F471}"/>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5FA2A15C-3F58-4DF0-BD5C-237B91ECE9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109650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77979055-4497-48B3-AFC9-584C11098A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22ABD73B-C4A7-48D1-BF0B-C1AA273CB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00795C87-E0AF-4DAB-BCA2-C6FD40A5D3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75F3A938-FE86-4979-9168-C910ED83D6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8618CC7B-6FEC-4F0F-8592-8625C2F286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8403254-D29C-4FA0-8D73-16DB5E18F7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31A34225-65B9-4E48-9BE4-D833051B1614}"/>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3DF45126-3A3C-441E-9595-3937CA514100}"/>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9286B6A8-0D06-478B-9618-46CCC569543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21C558-B9E2-4D5E-BBB8-DCF3918D047D}"/>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DC8142C-5060-4F7A-923D-035DC7F49793}"/>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2F16BB0-C6FA-4DC6-B4C3-25379BE5260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608033C0-9DCD-40A0-A9EE-94832F21B238}"/>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16445A2F-83FF-49D2-BE18-4D5F466A2CD3}"/>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EC39B715-2918-41BD-A81D-5CB429720A96}"/>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057F6A3-F7B8-4E41-8C3C-B1720076B02C}"/>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8D4A2CCC-4B1E-4889-A679-9F0E12D5315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DB80B0E-9C45-4895-80FC-A00444125A53}"/>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9DE7FF85-4FF0-4666-B5A7-88DD79206A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0245325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70EE6375-FD3F-4C9A-AA02-CDEA56CADA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E018D84E-2F4C-4773-B452-49021683A1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99AC7203-E88A-4BE5-87A1-1586D0659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1930A5D-5721-4627-B127-9E4192ADC9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B70E898E-CE4B-42B2-AA79-3D8792F8ED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DC10C285-3CE1-4CBD-A8E9-ED27CAA70D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79A99C7B-7145-4B56-8003-B871AEB0A236}"/>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EB050B11-0406-4AC4-8284-E0D76F418527}"/>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CB19820-9D9C-4634-9BD7-999ED6429A8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7849AB8-A302-40D8-A8F7-B51AEAD4BA59}"/>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8F1318-58BC-4842-9373-BE4198C188FB}"/>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DB71A26-82A3-476B-8528-08C09701DBC9}"/>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0850FDE-F919-4D6F-9DD3-98917348908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14CC88D1-B404-41B2-8266-8358D8ED256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5430E7C-6ED9-47DD-AD9A-F80633C40F78}"/>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B55A2713-3EBE-49B9-BBFC-509FA79607F1}"/>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56CC2635-5252-492C-9D06-C042E2477021}"/>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0ECE377C-A087-49E6-8447-9D58DFB8A0DA}"/>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C5C84590-A2DE-4F48-B496-1D647B815AA5}"/>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DD68951-8B88-4806-8C7C-95457FE6EA92}"/>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5D6AFBEB-C7B3-4A54-9960-95FFD384F0A0}"/>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694FF86-F6D7-43E2-B7CA-5EE218595024}"/>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3A8AF66B-E2E6-46FA-97D0-27A9E2FB31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8019576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5662615C-9731-4E3A-8DB3-92463A37C5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0A148870-F280-42C6-B01F-765332976C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4E6EE856-85E1-4849-A431-FB108B6E27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E340CED-262B-48B0-9902-D151D4CA35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57DFD1A2-6082-4F5B-8BA1-33D1C5C5FA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9224A619-008D-432E-91F1-7B21B70F70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5518E4FE-6BEE-4D19-A682-66996C6EF16E}"/>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3CD2A799-F634-4E4F-8FE6-3DEDC0EA85B6}"/>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0C3B6B6-B064-4506-B9EF-88BADC8E0701}"/>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817E32F8-FEE7-4577-A777-DF5BD7E0335F}"/>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9960C3C-425D-42E6-88A8-DC1256B202A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E4A68BB4-8ED8-4445-844D-E0C1503FEDA0}"/>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95CAEE21-1273-4185-B9D6-B6BA7004F6E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9B0599E-D43C-459E-BD82-D25086B2BFD6}"/>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0EEF3392-2116-41CD-8E40-8FBBBD29B40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4421BD1-E36C-440C-97B2-6E6847A8BF2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A7054671-EF7E-4FD4-AE57-1C2C66757029}"/>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36647485-81CC-45FF-9B19-00ECAF9675F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E798DBA-2692-4B40-B985-9A4907E533E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998304FA-2382-4A14-B8FD-3C9947AA9C5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5F8C45A5-7C10-44BE-8721-73F7CFE4C445}"/>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9214C886-6079-41E7-8CBE-0570C87DDB2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12B5F37F-0726-422B-8F8A-BF6A55D46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99446066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645C7743-684D-47D0-8A39-6165BC6D4E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F0F1066D-836E-421A-85C5-E604F49826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A44757F8-3FA2-4F27-AB40-10D0FC33B8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A15C4AC-06F2-4110-9CA6-3B24306D35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BC50C784-8D1F-4B93-ACF7-F8ABCD8A75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C1B6EF8-399A-424E-BFAD-9E828F80A9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5EBE391D-C7F0-4060-92BD-5E4FE5B208B9}"/>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307F654E-1ED0-4B43-9C64-8ED2B0946B74}"/>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01B05EE-8A8E-4AE7-8248-F0383FE9CAF7}"/>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47834FC-1922-4DC9-94A7-62ED5C09EBF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D4DAD547-9AA1-487D-85F3-BB6CF57C2108}"/>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0F58D704-5E90-4B32-A1AA-6D9B9C061D16}"/>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E0D5E70F-DC9B-4BC8-8313-7D04B892BCCC}"/>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6C932459-CB2B-4635-8538-4693E00ECE9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01B0741-EBE1-4824-91C5-4491F332031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57A935A-E5C9-4642-B787-AC8BD5F1B9E0}"/>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8BDD2A8-7425-47D7-8292-A4D81D54F09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F66E61B-EC32-4AEA-B069-6E76715E029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9D01D831-FD3B-4EB1-8CB1-5490A4E32739}"/>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A4C9766-D23D-4F3B-9F81-AAB50E900FBA}"/>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9DA08449-08A7-4A75-9039-48B68AF8D74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E33456A-0987-4920-8493-A1AC13366EC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8B987F83-62CC-434F-820C-8A5DC0D14E9D}"/>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4EE7B53-5842-4640-9A7A-FEF8E2512FB4}"/>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D8E52555-E06A-4863-8BE1-F7B3C6267C5E}"/>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B8CB943C-74D9-4736-944C-3A200E1095A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0260C2AC-201F-4E3A-A617-9EF56603DF2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F947099B-CBAA-457F-9DA4-C38AC1895E3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087B0CAD-FEEE-4C08-B22D-B0907A9F60B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1C4CD30D-2601-4089-BFBB-1907F8B83DD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3C36292-854C-4927-931D-9C55BE80A455}"/>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96217B19-6E1F-497A-BEF0-E9E89BAD5EF0}"/>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7908BC90-15E2-446A-AD54-D5FAFE6C0E8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F94FB7BA-39A2-4E15-9378-AB161C5F732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02A2C097-61D3-4A44-ABC6-CCD5B416A9FE}"/>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EC49C922-DA2B-435E-92CF-4A21C02D694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0ADADBE7-C21C-46C1-A94C-916AFEF4438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DA6B9606-7589-45E4-A6FB-D1731C48BC5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EE31FA05-8309-4D86-9F2F-19BF811F0CB6}"/>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9D6DBF0A-9653-4D18-8C31-8850967AEB6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543AB61E-967D-4E8E-8022-98AB6776251C}"/>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65200E6-6754-4330-8FF3-04CDB5F4C0AE}"/>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02E9EB57-6E76-4FF4-A064-82027FF937A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2387AE6-E329-49B7-839A-96A2CBD43F98}"/>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E6449F67-E3C2-4AE6-BD63-6A6439EA10EC}"/>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B4C05F8F-A449-4BF1-90A5-48468E2818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1087874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0273E667-F4B3-401B-9D7E-E4158F7117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9267E90D-D254-4C63-9C3C-57BFDF0A9D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63B9FF11-9EBA-4E03-B584-C5EF1F1C45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D171372-1026-482A-AF89-AFAECE9BD6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DDE84FF-E9E7-42CF-B5D0-9A81DC8E58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7811633-E691-491B-98AF-403C1F0CA3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F192B238-4C5A-48B0-B7D2-C0ED11C710E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8A13651-414C-42A7-81CE-7008C6BC546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C92B1FF-33E3-45E0-813C-417AD2FDDF1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8031D86-6333-4D5F-93E1-02C8D6B085A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6F637D7-9553-4519-803D-676F8957725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CF12F6-7586-43C8-9508-9377F01103D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4E9CD98B-4FE4-4066-8EA3-981FDB279E6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5FF9F68E-7987-417E-AD32-171E43C7DE1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E1600469-14C0-46AB-A383-20E312C0473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87D26AE9-E6F3-4BF4-8122-FA205ECBAEA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2945A775-FD37-4356-BA43-F897F6EF7F3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0BB43349-F6E0-4F90-8532-0B43AA4413F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B2E04795-9A66-47AD-9C88-ADECE8D456C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22D18E74-E590-42E8-82A4-053B5331F16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3CA3FCA7-93EA-4410-98C6-953E66D3B2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7883027"/>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4FF3F2E1-ACFF-427E-BF9E-2E9312238E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6DC45B94-18A2-43B0-9334-E41D8B6865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59957244-28DE-413D-A4FA-A47FDF86A2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A246430-B6B0-45EB-B7D0-9C06E8C8BB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EEEBAB24-8719-4614-A54D-5B94FA273D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55695640-5BEB-4366-BA71-B08940788D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B564D56D-481A-4B97-85D4-408D5F8511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DDA7B52-BD5A-4A6E-84F5-F7DA79ACE27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6C099D14-9D1F-4039-BAA2-17D91C7AE3F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A6922AE0-073D-419A-B967-12A28BB6FDD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DCAFE8A-091A-4ED3-B69D-53EB2A7DD0F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6528310-0D90-458D-9AC6-AFC3253A212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86D9BED6-7915-4165-B590-4C9C51E66F0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013E48-2486-429A-A1DD-22CE635A88B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C05E6404-E110-44F7-8D73-D8AA9700D5C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BA105CAF-F547-4F41-8A8B-01CF4D547DA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56682368-EA68-4F2F-ADCB-44DE79137A6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9BEE2437-BB87-47AC-9DC6-46014566908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40B24457-9253-4965-9335-1179551E5A1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263791E2-54CD-4693-997E-332C1BBD43B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CC230842-D38A-4678-88F9-B46709F41A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431105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097D85FC-E2B2-4410-BDC5-57071D2936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A8380E5D-3500-400E-9004-25795B5C5D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6CB35E97-6A3B-487D-9E11-68F6A8844E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81318003-F868-44A4-BAAE-080AFACA1F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26AA7264-2C22-49F6-ACCD-98C730F35C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6BECC86-86C1-4EC0-AD90-5EA739B3BA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6736F25-8EA9-448C-BF41-EB04F1E0810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E92E5D9-69D9-40DF-9541-9BF6665C21C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5794677-89FE-49F7-8E2E-6D6EDB4DE6B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D6E7A15D-4DCA-4BD4-85B7-3C40E17F542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B53CD04-2FA9-40F0-AF96-C7D465EEE59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A5F3404-752C-4353-8C8A-A4EFF87C2C9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66E59CE4-5F50-40E6-9CC8-BC8B6F70C04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55C3AEC1-EFB8-4D16-BA84-75632117600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9FB831F1-35FC-4F17-80E8-AF3E76CF29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E94951B9-17A3-45BF-BE4C-7FF5839992D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6631A504-C8A6-4A40-AD1B-833C9D6F2AF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9505193-F583-4281-A072-86C2507C216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17FF83E3-CF3A-4D14-9BD7-19EA05A4B0F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0A2AE38C-0663-4E75-B657-F0396EEE3F8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8287A7F7-9565-4C64-A455-ABAB65F20D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466142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094AD93-BF47-4B94-B65C-B8BF284626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37D8F28-1024-4967-9BE8-B9C06F75D0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D7565A5A-F5F9-4CAB-B3AE-438593405E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23B8C620-D0AD-44B3-A891-D9A1C50B6E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2F0A50F-D8F1-48BC-BE84-208AA24983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DD26E71F-5561-4717-8147-519DE9E855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31E3E9F-B623-456B-9C04-B2B40585C84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72FBAC1-41BA-4200-8F62-F55271DB4D3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8ADD3837-6F86-455D-966B-7F5F539577B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07F2466B-2589-4CDE-8B64-F6B09B691F1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DDD16A6-94A7-4ACB-B602-DE9F4C6B32F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C387C07-D0AB-495D-9306-F7EFE3BD724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E6298A93-3DE2-45BB-B496-09E228E712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71A2AF8C-943F-40FC-952A-A5CBE1551F1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5C95E79E-ECD9-460E-B316-8CA74FA2C85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70934A-42A4-4392-80F9-FDE8595620A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36CEA13B-492E-4329-8921-BE353616D45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A4E3841B-F35B-4AFC-AB08-643B52C746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34D5B85B-4DEB-4B70-9A69-F3FFEDE85D2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B71D863-4A0B-45BA-A8DA-E44BB1CE896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4525D040-9EDF-464D-97A2-E7CD8F8D51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81222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B3278AB0-2672-4319-9086-B800239800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64873899-DD6B-474F-88E2-28EAB70D55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0ABD79F1-C415-4910-9345-F51AE6BC29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5FC8D64A-EEBF-45A4-8A04-50CA4A178D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EA2C5916-8D1E-477A-899C-F963728C8D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C140B782-9252-4A6E-B5B0-A6BAEA893E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2C8011E2-248D-4D71-9F0A-72DAF295BC3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63B6848-01A2-4AF8-9CE6-81A0F233F05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657CE6EA-47C8-46A4-A113-7D9031FF0C1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69FC3A5-D00E-4146-96F6-6718185ABA1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900B83A-41FB-4209-92EE-FFCA41AE892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2D1F826-B1CD-458F-98C0-13391028619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E8B8DE43-1BC3-4ED3-AC26-BC06296D095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FDE7E5BC-4C7A-4D1D-BE1A-D71FCF1951E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1D7FE994-54A3-4D20-AB4E-47A1C93990A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2C8AF36D-D6EA-43D7-9F11-EC91B29947F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AD95641B-14B9-4A7D-86E3-EDB980B96C1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B82C9DB0-7FAC-4B09-AC20-B98F225D990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348C0B95-8861-432D-9C40-FB7F1A36191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5D14F998-9080-4E51-8BA8-7DF10705BC8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83551022-83AD-45EB-9900-2DBB82449C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5862934"/>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44D2BE73-464D-42B7-90F4-CA1B038CD9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62E1360A-845B-45C6-9B8F-A76846F59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DC12C9F7-914C-4377-819C-98A8DB6B28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DD1619F-D18D-49B4-8A0A-C036382442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C03413C0-FA42-4E58-B726-FB1AC7AE91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0D5749B-9F6B-4F4A-B41B-BBE1C92ACC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75B2865F-A9C8-4C97-9302-86EC0E4B690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ADA04BE-B507-430D-BCCF-60E46E8C43B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8247EA48-379D-4157-AE90-46CE735B5DF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1ABFECD4-EE8B-408D-8402-95D6836CA6F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490F606-AE14-4C33-8D8F-05C3866EFBB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AD9C8DB-8D1F-4D8E-8E45-079B9F7B0AA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60FF6A98-3F8E-42E5-8766-3DB5A4A2DCE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D98F19D-6712-4621-A16B-38930110C23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8BC5E6E-9A67-4E96-8FF6-241F8A54FDA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200BA3A-CFEB-4417-9A28-9D27D4DA54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384F8BC6-7533-4EAF-B1E7-1DFBE497B9B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1C708D98-6CB7-4950-96CF-123DDCDE326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1566D41-9A3B-42B8-9D4F-56E30BE2E6C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9D8E2D5B-DAE3-486D-B66E-8ADE0F0E735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CAD19F11-5DA9-43D9-B4F7-779276820B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956042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E0B88EB5-0BDF-4551-A646-0ED031BB28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0A424F6F-CEBC-4213-BEEB-3C0ABA2325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61DAB051-4D55-43CD-BFCD-233E814027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0A29A091-7B30-4366-8013-98C6FA0740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1FA8809-516B-4661-A991-980D760D56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6EB5ED8E-2C13-42D7-B9A3-0591C986D5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51DB7363-05EF-43BF-A1B7-FA28993646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DBED6F-D1AA-4BCE-BE98-9271EF00972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B492967-79C6-4EF6-8292-AA533FF6AEF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541D3E0-6F39-4C28-A2FC-7D7EDA135C7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E760A20-B49C-4B08-A188-51BFE644579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39D36DF-ED6D-4436-846B-CE10F36C8B0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9782B639-31A0-4D45-9F5D-19CDCF8ADC2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70F57203-8708-4BC3-B684-E05D04F82CF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C6D97FD-C4FE-4BE3-9D7C-DDF380965D5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37F7AFD0-C6BE-40CE-9E8D-6DB6142D473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2BA31AA-D289-47C5-9892-45CB2075024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78C5F9DF-726D-43AA-8CE3-CDEB5C7F5AB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71B50FAD-86BD-4EC9-8BF4-2D7D2BA8CE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E45D79C3-4B16-4E68-AC3B-5CFACB3ED0A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1834A0CE-F09A-4673-AA9F-173BD9B17C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27753596"/>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43AF832C-88C2-47A2-96F2-0EDFE64D6D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81826247-8BA0-4E79-B718-967913C93A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27DBE3AE-BEBE-4374-AE47-32AA7A41C1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3CE3F1D1-3026-4042-9C4C-F2FA46B90E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9337023-B351-435F-8698-F8097BCC46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DAEBBF0-C7F0-488A-A4EE-9D13FB502A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C624B086-6460-49CC-9ED7-63A028C6B80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ACC639F-6F0B-47E0-8948-1FEA5C537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4BC6B32A-CAB1-44AF-A4A2-E8ED2CB18AC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70C357A6-E598-49DB-B6AE-0C0A5263F0D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72A8A58-E091-4D07-97C5-410BE037FF2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FE4C393-1E47-41E2-AAA0-4E76B2070B0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B049156B-BBE9-4848-A5E5-8FC27E0B01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A59E407-9CFA-4F3A-A7D5-0D0B2B20B7F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404F2E3-74CC-43D9-976B-0263B86150E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15F62480-108D-4B17-8713-2B83F8127B9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D4767612-D1FF-4781-9519-C8D15A96A47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551B90EB-94C5-4A97-83E2-BB187FFBB2C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4A0B3686-1B3D-49EB-8D04-AA0DD838905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17908AB5-ADE3-4FC3-8C07-1B78C198D41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14E8805A-1FAB-414C-B8E4-FD17072377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31454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2D3471AC-6679-48E5-A0E1-A48CBD7AB3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E9E93D56-D390-4350-ABF0-3134239777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9FEC591F-3109-4F6E-B0E7-C5DAE1E31E7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16D327C6-7B16-4437-A6AF-C529F1426B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FF6D14CA-0F18-4A94-8282-DF4A2D4B7B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D7D6EFDA-0B7E-4623-A32D-70BB5A2662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9AFDCD46-6677-4B23-8A4C-AE711AE8D13B}"/>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948151B9-92B1-4569-A18A-59FBCEC83FA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CCECCCC-351B-4B27-AEEA-B1E6F997E39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5D240AE-ACEF-413D-9257-27F82C9B4CB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D7AC951-FB5D-4083-9661-109245CFDA8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8742EE2-EFA4-451F-8EC6-9B9ECF76863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A3144C1A-10F9-4526-9E6C-B707A4E5EC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5521975"/>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FD8E6FF-B8D2-459B-A140-C404F8E262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DEB2F0B0-0C92-4564-959C-A04127C641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84149EA8-CD11-4EAF-AEB5-C1C6468372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88C7DD81-485B-42FC-991F-9D71C1BB24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594DB852-2CA1-464F-89D0-E4CC063D8E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D6BA653-CBD0-4888-8AC2-93F64E206C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162270D4-11DB-4EAB-B045-53A7E8E24A4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60DD369F-0A97-4C39-B0A2-92B00CE0A599}"/>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1385EA78-3413-480B-A9EB-4E769FC191A0}"/>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AA76F51C-AB01-4B8B-BDCB-B8F40D44F78C}"/>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B83D84C1-C21E-4376-97E0-3146547BC7D4}"/>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5880C07A-F828-415C-BF36-133DFD1B710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1C3963-5046-4D11-ABB0-0BEBC82BCE5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8717F1B8-D139-4DE8-ABBF-0BB80F19AB61}"/>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C9554E20-AE6E-4D41-8E1F-E3AE1B05D52B}"/>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EB9F039F-7A17-45E6-8B34-E81599A4945D}"/>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AB873B8D-E360-47F9-A6F9-348E838F77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1949785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C9700D62-DED4-409D-B952-EE3141AE7C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4901BF0E-F520-4814-B8C6-E513F4EA6E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2CFD1190-A77C-4620-A710-B76A699A49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CEFBB707-F85B-429D-983E-7530D09329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6031CC62-E586-40CE-902C-848592F8EF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9941CD5C-BB25-4620-BFCE-199358313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5510DED8-20EF-4355-96F0-8BECB3634694}"/>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FF6BBFC-056E-489E-A201-B482224DD60F}"/>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0C2BCD73-FB34-439D-A66E-DE1BC448010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A56AD8C-1BA0-4AF2-9AF6-C47043D87A4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658AAEE-8F27-4D80-8F84-26A792F66B1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09C240BB-443C-46CC-A0D3-7E4886EF6416}"/>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56322FD3-1668-4C2F-BD99-A890BD7D9B3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C2CEE29B-82C7-41DC-B9A7-8A1F04158D2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4EC5119-20CD-4E7D-9480-6D5CB2ABA0A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0ABE079-285B-41E9-A41A-6D5A834AC0B2}"/>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5CDE909-29CF-4C8D-84FC-45BD4C2D96DC}"/>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86E6F40-1245-494B-9E87-A24E773FE4FA}"/>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134496B-ADFC-45A5-B05D-2AD5E6E1BA0D}"/>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57A4D18-229B-445B-8B1D-E1BAA5AA6AF4}"/>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9D626B4-340B-4051-8FF4-3878ABCB47D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CCCA288-151D-487D-86E0-8DDB5432E913}"/>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406235-BC4C-4FE7-BF87-88840F474F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7233204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F0178B7E-E4F8-45C3-83B7-897A9E4FA4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A7AB46BA-A74B-482E-B2C9-DEC73C90BE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885173BA-919B-4602-9D6C-80AB05B312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B66A52B-BDF3-47AF-A02C-EFD42AA1A3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3D48CCE-3AF3-4D74-84CB-05CE1CF1F9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3476C08-30CF-4C07-B8EF-B693847DAF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1BD468E-C58A-4D4E-B4ED-3690C185669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2B8CE0A-064D-4410-87E3-475600CA9581}"/>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4B9F536D-025A-49EA-A0A4-1241F9BB0807}"/>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A880E39-53F3-4F38-96E9-DB09D9BAE70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8C34F2D-0348-4FF0-9AEA-77C97F8C3B2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A95581A-9083-48A7-8EE6-F20251668600}"/>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E81929D-B04F-4DC2-8CC4-9E295774E17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FB19E6C-9F62-473B-8F75-CE4BA6F479D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C5E5F58-7B0F-4696-B060-4677296E805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C9D49FB-8E36-4095-8B3E-A8FB8FE97CBE}"/>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A99F89E-6545-47A5-A467-ABB94161D80E}"/>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DEAE1B30-D0D7-4350-97EB-B7989B30720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7ECCA5B-06AB-4CE9-BA75-608147F7056A}"/>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BBBAA956-BDD4-4C79-B9EE-ADE241EB66D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6D4794EC-1937-46CC-9929-1CF36261FF97}"/>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4E97E71B-A837-4A6C-92D8-CA533F3080F5}"/>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2DFB167A-CB2C-4750-9139-5E2780B999F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8BCB6BF5-C3F2-4479-86E8-A7563BFA0C56}"/>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BA518EB-60AE-41CC-ABD7-078532BFE2A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6ED23AF8-3734-477C-BB54-6BAED35EA6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088168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BEB2BA7E-C33D-495E-B939-F1E792A647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0EECED06-B9D9-4342-B3AF-C69DB4F5DF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632091E2-7F7D-446F-B31F-D7D81A8DF3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F4EC9903-DF44-48CC-A90A-F180EA8E5C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B13D9C2E-2FBD-4788-B929-771CE1F955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0CD2F270-C673-428A-8783-070E69857B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865D9284-C328-4C00-8946-6D0832986482}"/>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CF74884B-ECC1-41C7-8EA9-D0373DAFFD23}"/>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2E0A660-21C2-4E6E-8DF8-6DCA6E22C7E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30D53C88-E26F-4F5C-969F-CAF48748826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F2CD938-58D7-4600-86C3-D41A2182632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ABE18B5-090D-4C49-964D-9B69C3EAB532}"/>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90FA9632-9793-402C-A9BD-6936CCA258F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876716E-FFDA-4E3B-B601-F2D0AA1F2D84}"/>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CCE440A-692B-49BD-9C4B-A166D50CC071}"/>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5A635EF5-8F68-4272-B26B-D03B1A61665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1FE45D4-62A9-4FAE-B37B-3965754C5DF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97E26A3A-FE04-4AE3-8904-1BA76577F521}"/>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79AEB53-214E-48B5-B5AE-B88500E532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47B6511-6228-4F20-935A-6C94D1D8859A}"/>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27BD5E91-5AAF-411F-9737-11302EBF9D32}"/>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A2DE083-BBFA-4818-8CDC-60B156E602D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A45DDC9A-5EF5-4E08-8314-AE3CA9748C70}"/>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D017F045-02E0-4294-8862-0A670C939BA6}"/>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E19E158F-DA1E-4F16-96D2-4B9E12F022C2}"/>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CD5F373-4295-4EC2-8D48-F638B9D6E5D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4CF27192-140B-4A58-A8C6-118ED5BE149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56257EF-208C-4DEB-B82F-26711F7517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4681011"/>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DB5A8C93-1276-40DC-945D-9A0DA478A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5095354-13C5-4531-BFBF-7FDB5FB58A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255B2FF2-64B5-4180-8F22-A120DBCA2B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024CEA7-48C6-484A-9AB7-3CC1B883E4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4515003-669E-4C43-A281-53AE1AE29E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B17049B-0A42-4415-B4D0-32D404B2E7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5819251B-ABF4-4CF8-8C92-100E06344EA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75E122B9-D880-4580-9428-D8FFCE715CB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E3EE139-ADFC-4FE7-9667-4B5FDC54508B}"/>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D7AF1EC-D801-4FD5-9995-DB35680D37B0}"/>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A7051CC9-3E76-45E4-8B8E-40AF334B7F8F}"/>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7555CF53-E7F1-4DF3-AD4F-00D50559AE70}"/>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A530C97-BD3F-41FE-AB19-BEB06AFC9CE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3EB1E64-7485-48A5-A622-0064C9A10AE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BEFC29F3-F7D1-44D0-9A04-FB101090B213}"/>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0ECFA95B-F61D-4F0E-A822-AEDC8B76AB19}"/>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48BE1454-5536-4D1D-B158-DEEBBD34F854}"/>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A2BBDDA-50B2-4E13-816C-49F258222CF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071937F-FEFA-4D1E-81EA-93B0C7703C41}"/>
              </a:ext>
            </a:extLst>
          </p:cNvPr>
          <p:cNvPicPr>
            <a:picLocks xmlns:a="http://schemas.openxmlformats.org/drawingml/2006/main" noChangeAspect="1"/>
          </p:cNvPicPr>
          <p:nvPr/>
        </p:nvPicPr>
        <p:blipFill>
          <a:blip xmlns:r="http://schemas.openxmlformats.org/officeDocument/2006/relationships" xmlns:a="http://schemas.openxmlformats.org/drawingml/2006/main" r:embed="Rbfd1ae2358d04af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176C047-B13E-41D5-B974-C90871FD6966}"/>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5876F5A-3291-493C-BEAB-9258CD30A919}"/>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045ED1D3-630D-498F-B0B7-16E12A3151B3}"/>
              </a:ext>
            </a:extLst>
          </p:cNvPr>
          <p:cNvPicPr>
            <a:picLocks xmlns:a="http://schemas.openxmlformats.org/drawingml/2006/main" noChangeAspect="1"/>
          </p:cNvPicPr>
          <p:nvPr/>
        </p:nvPicPr>
        <p:blipFill>
          <a:blip xmlns:r="http://schemas.openxmlformats.org/officeDocument/2006/relationships" xmlns:a="http://schemas.openxmlformats.org/drawingml/2006/main" r:embed="R33f0647a9ca341f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867AA916-1E34-44B9-A99B-860FFD128391}"/>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0B9C534-F567-4790-9889-48C54B5FF35D}"/>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342ACF8-7812-4E7F-97C6-423D5B7BD88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0EA10B32-045A-43F3-BFB9-8CF34249E84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D16D18BF-B1FA-433D-BBFF-BE8345CC7B63}"/>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18640B95-3BEE-48A4-81D6-1A88968C62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156018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6B532921-B90F-4297-89B9-8D4DEEF95F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AA32A0B2-C4BB-4B6B-861D-91A371482F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319ED833-D2C7-43C8-86C2-8F4FCE48F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FB7CF56-DB62-4758-88D5-05B6C0E536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E767A876-8D77-4E50-A1EA-DD50768989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9D337A4F-9BE8-4EAF-BDA6-FF7A2026DC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7C3C01F-6F4E-4392-AB18-48073F23762B}"/>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72F79ECF-15D8-4E36-BA7A-C7DA6620E1A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F0EFD0E-1E6B-45C1-B06A-8093F4B26DD8}"/>
              </a:ext>
            </a:extLst>
          </p:cNvPr>
          <p:cNvPicPr>
            <a:picLocks xmlns:a="http://schemas.openxmlformats.org/drawingml/2006/main" noChangeAspect="1"/>
          </p:cNvPicPr>
          <p:nvPr/>
        </p:nvPicPr>
        <p:blipFill>
          <a:blip xmlns:r="http://schemas.openxmlformats.org/officeDocument/2006/relationships" xmlns:a="http://schemas.openxmlformats.org/drawingml/2006/main" r:embed="Rc6eb0e172e96435f"/>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829869C8-3D9A-4135-8E28-C31954962E74}"/>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462E5E9-5BAE-4046-85D0-86F398F12DB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BF2BA8-E4CC-4ABC-B302-F10CFC72DB6F}"/>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0488AE8-2BE3-48A9-8FB5-33FF9BF6508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5F9EDD2-08D6-48FA-BD3E-3C3CC83ED7E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089DA12C-4BC1-4DEC-8037-8311EC7F86CA}"/>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AF217068-0F6F-4F0F-92DE-5B14FCB8A777}"/>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2FA27C5-AE54-4E42-984A-3A25C8DE71E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EF39D10-FCAB-421B-A171-BD60CB31DA49}"/>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99123400-B8BB-4661-AF22-0EB4A5806116}"/>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77C9FF20-9907-47DA-B05B-BF2D7268EE45}"/>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020C834F-D27F-4963-B3F1-2663EC39B9F6}"/>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3708A856-F6F8-454D-9B43-1B4D5CE9DC31}"/>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9407C859-E15F-4B33-9DFA-07A4C6C5010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6118B672-0A50-406B-BEA6-BFBA3E8A3152}"/>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0579804C-6095-4F1B-B272-FC0F7A307D77}"/>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F146A06E-6E3C-4798-8497-B00E424B54C8}"/>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3A32FFF4-87EA-4302-818B-B70A7CB53816}"/>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13BF5A5D-80BF-4632-BD91-D4E476B9CB1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4C1236F8-862F-4D1A-868F-128B89F984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847805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8ABF672F-A01A-449E-B883-25A1A0CFDD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7AE633DF-11F3-4443-8D70-ED1D891987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6B1F1916-E723-49FA-8157-702A907FBD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6F7BE53B-9D4A-4910-AFD1-93A02CB711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A22AB37E-598F-437D-8C10-D08F1A888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5279D000-18A5-40A4-8CD1-ED3AF120A8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E5B88592-DEC5-4B5C-9681-71FA6C5D3B6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F1D11217-E10B-4C89-894B-15855ACC71E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C96F45CC-489F-48BF-8309-1D01DF02D14F}"/>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D2828F0-37D9-43D3-870B-662B97F26F9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1BB5896F-60F9-4C45-ACFD-0429A8863E35}"/>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D9A92CD-F2ED-424E-A8A4-62941C352251}"/>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CB3AE5E0-BFA5-4264-9A3D-43CD61524595}"/>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B05FF3-6A03-4DAB-B276-9BD881E8F4E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0FF3ACDB-83C8-49A8-9848-D5BB8FD2760D}"/>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B84BFAB7-BF2E-44AF-B1AE-C1100E8C6384}"/>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C6466E7-8F30-41EF-867A-68A7678A01E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B2D349EA-DC54-40B2-9F4E-D9D6875F95EC}"/>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A834149E-0A17-4E5D-B89A-F427D214399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AFE245CA-58AD-46D4-9360-7ADA9211D193}"/>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5DDE4A41-D608-40A6-844E-2019E660750C}"/>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FE1FAE08-3B8A-4381-8E2A-F84C04E6E486}"/>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80EF9809-C8B6-4E16-8CEC-CA27245AB4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1439273"/>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7D30A02F-23E2-40E9-ABEB-6ACC0B5F10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1AA1A104-FB88-447E-A95E-2B7DDD1120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46822F72-F367-45BB-985B-8FF417912E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2FF0270-83CB-49DD-8E90-C5C68F15B2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EC93C925-836B-4049-BBAF-754A68D4CF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0BC60959-0E55-47E9-A82E-CD28D610F8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C658C263-B4BB-48C5-96B5-80BAB783E963}"/>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566C371F-E064-4A42-903C-04C799F0817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1A5C6FC1-902C-4976-93EB-E6CCF66F1F5E}"/>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09E90EF9-0651-4523-B2A6-8A96FD953A6C}"/>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2BB8411A-0C31-4293-AE99-47AF6A56031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2FDDF001-981A-4228-8C19-E495C753EDB0}"/>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3FEC89A-F5D3-4253-8797-BABB2CF884D2}"/>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57E3F434-1729-46AA-A91F-03162273E4A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76A4F67F-3BDB-42E8-AD22-0AF68037E618}"/>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BFD6797B-3FAC-4C92-9C62-BE9BBA45445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C945156B-F8A5-4CAC-BCF1-3FC1630719C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D75236D-1D8D-4D95-87B3-BFD72A045EFB}"/>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312F8290-B3EA-47E0-BAFE-D40186040D33}"/>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8C1DE676-BF28-426E-B6B2-9673738DB13E}"/>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1BE5F51-D348-4EE5-AA13-F06F5A61A9CD}"/>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A2B07907-4E7C-4F06-9A47-DD4623384D61}"/>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00456BDE-F10A-4FEB-8034-6563D82C0277}"/>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EC91465E-9D40-49DC-A7C5-C966281A62C6}"/>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899360A-E703-49A1-8B16-A0F3062EACDE}"/>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C0A38CBB-FF0E-443E-B1E0-6FC2AA3FA1AC}"/>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3C68D07-A5CB-4F8B-9AFA-FA833551FC7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942FBECF-F832-41B9-A72A-DD31EC69E581}"/>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E39441B-74A8-4806-820C-6C50BBDDA56B}"/>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20BD73CA-529E-47DD-8DE9-295B03D2E0EA}"/>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DD177CEC-81A0-43A6-BE18-A4BEE5573F26}"/>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AD08C7A4-FE3E-4884-A033-F5768E95B2F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CE033B1C-929F-49C6-A84E-CD218AA43653}"/>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47F02114-937C-467A-8049-F9A3467CC065}"/>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040AAC89-F8F2-4330-8D58-3BD1CA64C415}"/>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27DB6475-ECD7-4807-AB60-62A3E48BFAA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44D0555B-3094-41E7-8EA7-F6FF67118C96}"/>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4AAA68B3-610A-4670-B873-541063AF65A7}"/>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559BB371-9386-4F29-B5DA-5F6A6EB1E1B1}"/>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94F209EE-06D8-4616-9ACD-CA59D039A8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79119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1E3E55DC-B5E5-4E5C-B29A-39598A73F3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AB071C2A-B3BA-42EF-8680-C4A9BA65AC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BD2A5486-799D-4987-A49F-5DF519CC12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5B70FD9F-D7CA-47D6-83AC-C20C8593F7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56742AA8-95BF-49FA-80E9-68926FD375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83A804D0-B755-458B-B51A-B499DE59D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926F5FA-8896-4489-B5D2-D9F2F61CEB1D}"/>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CF8264E-8C22-4932-AD25-9571A61A8BF4}"/>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088CB0D1-EBEB-4242-AAFD-1698FE4E3C65}"/>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DD7195DB-92CA-4157-A335-5E72565AE657}"/>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861DA447-370E-4584-9D1A-87C75BC0C49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DB4A90D5-75D4-4CF9-B605-C1BEC9EF665F}"/>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51E2FB-23AC-40B4-837A-E185F7A93241}"/>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DA169C7-7601-408C-96B8-322649618CBF}"/>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8C0F074-5A45-4026-9327-D4D477914A1E}"/>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02C7661C-EAD9-4EB8-9190-1028C0B1A7CC}"/>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331C168-7568-4C3B-8869-E16AFC39CD36}"/>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7AECFDE-C9FE-4BC8-BB00-C5C0F9ECD07E}"/>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8388837-ACA2-4507-A49C-B697E603A6D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7C0033D-168E-4484-835F-903BAE57852C}"/>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A8E7663A-A652-4961-B593-4992D7183A94}"/>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9FCDA7D2-751A-40A6-B602-3EF445FE5145}"/>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1A3C294-7567-45E1-BA3D-68A7FC6A7492}"/>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50BB118F-6D68-4B09-BDFA-F5E8CCA6BEE6}"/>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5BA95FB-8334-4D96-8EB3-DB955C91A8E3}"/>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2B00E5D-70D2-4058-A870-89D0BAE35D40}"/>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F301086-A82E-4C97-8619-5FC371FF7FBE}"/>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AE2C99A0-F378-4CD9-ABE5-856F35BCE3A5}"/>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4695EF7A-146E-45B1-93BB-482B26C5B985}"/>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A2CC4C5A-37D1-4D5E-ABF6-B30F32D871B1}"/>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8F78F739-CCA6-4F67-8D57-1ECE96F1BC7F}"/>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9EBCF7FD-BD50-46D5-B334-6ACFCCD6230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2ECDAF10-E8EE-47EE-B549-DAA38F44F47A}"/>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61A32BB1-932A-4ECF-9EB8-8843F7BC8CD0}"/>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15D7F3D1-B013-492E-AF27-D88C1B7A6A9D}"/>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86ADAE6-7B6F-4F97-BDF0-825577B9AE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19309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1A87092-EE99-4603-B297-5AB0D8EA31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0CD061BC-DECE-45A4-AD0A-E255F77596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C041E57C-2A8F-4223-BB0F-E09983FF515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C8C8C677-D300-4CFD-ABBA-907599F5CD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9C92498A-8C4B-4055-B594-CDE9A5B76A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C903E149-9B91-46C5-BB00-3BD2FB87FB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BF7493C1-9DE2-443D-99F2-4B29E1925D33}"/>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9B878D86-EDEE-42F4-AF9B-468D3D320150}"/>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78B5C353-493C-4183-844A-3A14D49B0998}"/>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7F58AD12-C93E-4E3F-BAAA-1BA89C1035E8}"/>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1E45C368-FC70-4060-818C-988C7657A55A}"/>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D129D66-D720-43F5-A1A8-70C8718ACFC3}"/>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1782D10C-0403-4592-8504-ED9C45828DB8}"/>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508663AD-C2DC-4963-88CF-095F2C71062B}"/>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9C3D85B7-69C3-49EC-B680-138AFF1982A7}"/>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B9183868-1790-445E-BB2F-9730C9BD34A3}"/>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F7584235-D22F-4117-9653-9DC17C56518E}"/>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72AC24B-5305-4DA9-BC12-939E59DC27C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E1B193AA-832D-466B-866A-A3420AA5D819}"/>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B5313F19-9AC5-4583-A954-C96D13B56095}"/>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96EAB880-AEE0-4FE8-9827-BDB004A0A42F}"/>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6EBA42FB-4F5F-4877-866D-DA97BF4A8146}"/>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8001A059-224D-4F10-9E5D-94C7B6396F81}"/>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780B3EF0-4DD8-400F-B275-A8EB45BB72A1}"/>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11A04421-3300-49F4-BF7F-D36D1B1D1EE3}"/>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080EE132-017E-4E00-9518-B681430BE165}"/>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A7824A8A-3250-416E-8BA5-5031C5A84594}"/>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77D70F97-AA30-4C4F-B7FE-E0E39ACCCCD1}"/>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D5D60D5-F791-4CC3-A63C-1B7F1FC2E64E}"/>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B6F9866B-B663-4EC3-9327-0B847D1482C5}"/>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7394B1FE-48C2-4D9F-9610-2EF6436A0AC0}"/>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CE2E63A6-4FB7-4F98-9A51-53005BDA42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485512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C4E52165-EA37-4EC4-94C4-D229239469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44FAD42F-078B-4F38-BDB1-70EDD77643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94B285F3-0990-422C-9583-9789065907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35F25F98-4FDB-43A1-BE41-4E093F655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37C68C22-5FE0-43BC-94E7-67957B54DD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9CA679DD-9A1C-4E83-A3F1-F3A28C843E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81AB9C8F-1F44-49C3-B0BB-49EE14AFDA9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5E1AA4C0-E43F-4DCA-B5F7-EB8650FE891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BC28069F-CB68-4825-B92D-9D9078AAD0C1}"/>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EB635034-C604-4010-ABCA-388D94A8F8E6}"/>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068CCAC1-8FAE-4FB5-836A-55BBA10822FB}"/>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86569A2A-4B06-4A22-84E8-B74247872587}"/>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11476C2B-11DE-4034-8336-B85D96EEE4BF}"/>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519B8955-AF5A-4E98-98B0-E3BB5C8DDB04}"/>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69D505B8-DDA0-4F39-A965-FE0EC1D0CE2B}"/>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6D595B8-30DE-49E0-B7D5-2A33E8E6116C}"/>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4E5C1EC7-CA17-48C1-A84F-8145688F3A66}"/>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3B1B4C31-A34A-431C-B489-6DCD845C0434}"/>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1738125A-EEDD-4767-A759-13B5C631E71E}"/>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33B42748-B987-45D1-8C1C-30F295C66307}"/>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089B44C1-80E7-4799-A085-1CA9537D6265}"/>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978C524-C93D-4802-93C3-DC9021F0894C}"/>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729204C-0380-4DD1-81B5-0FF674B9847C}"/>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5DEFC92C-9A39-41CA-9107-ECCE38818985}"/>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C32BF29-AE80-48B0-99C0-A8ECAA645C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901567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31F80C05-DAAC-4B2C-A588-2EDF7750DC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F107355A-CC02-4618-B7DA-ECE8284105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B1E8779A-A3EF-4283-A583-9E48A029EC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49292570-9552-4C1F-A168-0BF6E509ED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3B991DAB-05FA-4768-A867-A5639F3CC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FE14BB3E-CB13-4A18-B199-E59A3658AB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FF130F9-22BB-4DE0-9E58-3EADE14B0AE3}"/>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E135965B-21DB-4E72-822F-193BC95B6ED5}"/>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2A93A9C8-85FD-4328-9BC2-7D9A8B818F95}"/>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60738A00-262F-4095-81F0-0B6B4567D431}"/>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5B424EC-2DF4-4F97-9CDD-E83440FEAF73}"/>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6F14459-E021-4C2A-8772-A08F6B3DB4FA}"/>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32DB9145-DCCC-4F1F-B0C6-D604E15B3396}"/>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70DE0870-C1E9-4BC5-87B1-EB4191E5FEA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7A30E1FC-B2BB-49D1-B042-1E253EDF0A31}"/>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01E0A4D0-DBAD-4650-9594-C57C17DEA73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DCCD51B7-7083-40F9-BAB8-BF5AA6AB226B}"/>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6D58DD03-E880-4FC2-AB93-2C10E77B5D7E}"/>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31C127DA-2065-4CBD-9DE4-A5A64FED08EC}"/>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FDBAE98-F2C6-4D31-A3C4-DE5FD60CE23B}"/>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DFE3F1D3-0456-43C3-89DB-5A5A6EB7B769}"/>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15B690-0E9E-4FC4-8CC6-16F17035B6D9}"/>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003A5A0A-C64B-4EC0-8BB5-0EDC203DF418}"/>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2737C862-F4AC-42B5-B732-A10D4F06D126}"/>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C11521F7-CCDE-4B10-AA6D-AD9B1203B5A1}"/>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294E4175-C449-453B-B42A-31D84F0A1BD8}"/>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40215C26-1507-4450-BAFA-6C3510767B94}"/>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85F4EE80-2A57-4D6D-953E-CA70041575FE}"/>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C6BCBB2E-7D23-4752-A468-9CA8B0297FA9}"/>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25F0B3F3-9420-413E-A1A0-61B1C70AC684}"/>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ADFB0104-FDB6-44D1-966B-A0596B1737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4118845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5F3549E7-57F8-4E81-A8C8-7A258EFB44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1DA377BA-2013-480D-941E-9EC3C33C2B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35C12FC2-ED1E-4E00-83A3-8A3324A354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4960D817-A616-49C8-9A5A-09C8B0623F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CFBC312E-00C0-4FC4-8A9D-22DD78203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1B7CEE36-980C-4FBD-9E42-5D90B8BFCF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C77D4789-762C-45AF-8E84-D419163D5FB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55517C06-9766-45B1-A6BE-33BDEA718171}"/>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28701300-6221-490D-83E3-3CC9AE4F4B33}"/>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B2C8A17C-03E8-43F5-BA13-EBD90A373CEC}"/>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21890941-64D9-42C1-B65A-76D6B9C5415D}"/>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34754472-4E5D-439A-8588-5504C0E423F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861F4982-1989-4CC4-8202-8AD97FDD8F4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46759FC8-FD51-4A65-AA9C-4DE7DDB934F2}"/>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6345F88-7F0B-4058-841F-092B410549BE}"/>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CCA30D60-EF05-4E83-B4C2-82F279E7A4E3}"/>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455926C8-4764-4FCB-91CD-DBE486020B15}"/>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37C829E-B9BE-409C-AEBF-830B7DF061C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306B3F4B-944B-4A87-82B8-A5A9124CAFA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C29DA565-12AB-4167-A3E0-06B420F7D313}"/>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6B53FEB5-AADA-4D9A-B9DD-6047B9B10C3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1CD2B90-5703-4BDD-A192-F4BAB2DF1CFA}"/>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C43FE096-020D-42F6-B397-CE9037EFB004}"/>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D4680951-EA90-46A8-8358-918D56AA0C5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1F6B0EA3-78AB-4560-8B67-D3BABCE51AEA}"/>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CFE7008-4781-4B47-99F2-B45D48A30268}"/>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25BB721D-7249-4AC9-87EF-CC3578ECD36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E99F2865-6DD0-4A74-A302-BB3B1AC081A9}"/>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C6FD295-16EE-4E04-9688-754959D959F7}"/>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6452030D-B3AF-4C19-BA6E-00192A39D930}"/>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89EAB60C-8BD3-4F4F-B4D9-F7D30CA33D86}"/>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325D4CDD-C48B-4D63-A2E1-0D978CD75721}"/>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02A73097-26AC-4848-8B87-B9ED3C491F3E}"/>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BF93C3E6-219D-4950-B429-1186FE750E2E}"/>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F3802A63-9365-4DB2-BA34-9DCB7E4C2663}"/>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9FF3C41-9DC4-42DA-9801-7E64894B5CD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7752C1B-C0FE-4B99-BB9C-857BF31BDCA2}"/>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844EBA1-56EA-4441-B311-20FAA52CC559}"/>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6BA33D95-56D0-4BB4-8DB0-1D84BE5AB285}"/>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67F55BF3-B9FE-42A0-B84A-FF850AC371CC}"/>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2DAEE2AB-7F58-4071-A6AB-106557E8D3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859100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D2E73AD4-1EF8-4C19-AC43-DA9ACC778A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A7B3AFEB-0061-4929-B7D6-4EC0379621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0B815B05-EA18-4621-96EC-7D06DAE271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0C978539-98F2-4151-884C-412DA98BF3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83ADA476-C0A4-4C2E-AD50-3787C2E207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DFEBDAC-39D1-4720-BA5C-E1F58059AD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1826EB95-BBD3-41F3-9E9C-5F9BCAF4821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2B57903E-DBC9-44C4-AF5E-1225108CA692}"/>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A9D0E597-0D5F-43D7-89A6-58E180BC7DA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7AFA01-C29F-40AC-A530-5D4D74A3082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8E83CB20-AAF2-422E-ADDF-62970E10A2B6}"/>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BF87B401-A234-4325-920A-1E43AB9602F7}"/>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80012FC7-A7C1-493D-A2C0-6BF33045A322}"/>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91D960E-F017-4743-9431-C1935B150E5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B71357B-42C3-4972-9F2D-1EB7C49B2F92}"/>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1CE548AA-10AB-4CDA-98AA-EA412B876D63}"/>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C888DF3E-D4C9-4889-B45D-449A55DC323F}"/>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E7CCB7FF-F6F0-471F-8315-D67E5BB98292}"/>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30D6AFD9-0230-4071-A8FD-68CE043A0FF1}"/>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A45FF84-B452-4BE9-911D-FFF42CC8BD7E}"/>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6CD3561-1D0A-470C-846C-52F536FB62B0}"/>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847CB314-624A-4E34-B83D-06C60ADDEF5F}"/>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C55657B0-75AF-4E86-A657-20A6B45BBC33}"/>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F29A0B81-22AF-4E13-84AF-26E9D1669C07}"/>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45867FB0-D20D-4F08-A651-5603F4454527}"/>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563CB937-45DB-46D0-B77A-A20530679A44}"/>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EB9EF0B-942B-43F3-913E-38DF52EE52C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1F4B13FB-6F00-4613-AFC4-1BF8B672C317}"/>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3350A79D-0A0A-4A4C-9CD4-189CA97B7E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6914961"/>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F0641178-B307-479C-AF0E-264FFE90BB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4FF81619-3E88-4474-BD60-BBFF5FDE29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7E5E2268-E9E6-41B5-AC5B-E8CCF80BAF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ABE5ADBA-6FFF-415E-94D9-5D228CBE77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D8EED5B-EAE7-4B94-830F-5F3F65EB36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FC06BD19-B209-46B5-A223-903E12CB9B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340EA8B2-5B11-4F5E-BD33-E67A94003BF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971CFDF4-DF1C-44B2-AF72-8C170681B00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510E2307-6C8E-4A21-82C1-A3E0C96291D2}"/>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E4AF7736-BAD2-4346-93B4-ECE6BF105A69}"/>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21D1DDB-01F8-493B-8ED2-FB7FCC7D4EA7}"/>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845C6696-6F08-40D4-B0AF-C80E324B6D08}"/>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36C260E3-B2FE-4D1F-B3EE-6950AB24702F}"/>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F46AEC0-CA11-4DF2-9C04-CF1E5868A29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61C36405-D591-455F-A226-B128812E8D71}"/>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37D1E6BE-6F5E-4F4A-BD74-C5BD46FAA0D5}"/>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2CBC5A5E-89EA-4A1D-B418-62046501B769}"/>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B595FF86-EA4D-4E13-AF59-BB31D853476E}"/>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545D854-CB07-459D-A0E8-5760A75F309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AC45B868-21B2-4AAF-9B98-9A853601A2BE}"/>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E28DC9C4-959C-4F52-B165-F540BC846D87}"/>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7FB423E0-8038-4080-B8BD-AF26D311714B}"/>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230561D4-FC33-46B0-B122-F19B55647DCC}"/>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B812CBD6-2609-4498-8811-67A6A83D0770}"/>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39A06A44-A33F-4856-96DB-58824346141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F3BC7BF4-0F3A-463C-AEFD-37DB1214D02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65FDCD3B-A945-4FE3-8D97-552CD7354C1D}"/>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906947F-7FE6-4FB2-B71B-0EB6574B7780}"/>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62D808EF-A6D3-4F69-A500-DFACF91386DF}"/>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0BEC96CD-EEEC-435E-AB32-B323E58F3F0B}"/>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69537D04-AFEE-4947-95CC-E462260726F3}"/>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E65F97A9-FA9A-4092-9EDF-82728CF2C310}"/>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47A6C6-C326-405C-A0B8-0BB609A4364F}"/>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6DB9B86-3CDF-4F3E-B817-9004DDA1F878}"/>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43E9490-C9CF-44A3-99FE-059FEAC689D5}"/>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734EFAF2-4EAD-41FF-9A83-A5F13E7CAD63}"/>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B8CF0B7B-2FA5-4976-A404-2E83FF140FB5}"/>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2B5227F-F353-43DB-8F99-40D95EE137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227E696-345A-4825-AD04-BBCAD94946F1}"/>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8DA8755-8A91-47D8-80EB-C1C889193601}"/>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2C1420F2-6332-40F8-9FAC-4CB154AC9EB5}"/>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F8A9230-161C-44FC-AC9D-F2FED372964F}"/>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5A0BBF94-8B7C-4BDB-BD47-22C8883E9C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023295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4A0E24EA-B768-4C8B-9CC7-18CE0F2085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4EC2C57A-EB25-44DA-8500-1F7615568E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3AD9408D-102F-43AB-81DB-CFF99FD25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585A740B-4B42-475A-851D-68491550A0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9A42E1DB-775E-47F3-A048-FDC5AB1127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9E00F788-BA50-4945-A9D0-7DE434D6E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43DABA74-A1C5-43C4-8324-AE7E0390F188}"/>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BC66A72-4F59-42CC-A972-24A1E0D718E7}"/>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92AF8A95-6C75-4B6B-A33A-B90DC06BC3C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2CE9F6E0-E271-4669-9903-968A5271378D}"/>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5875339A-010C-4F80-9BF5-8AAB4C9550D7}"/>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5CF2D598-82EE-49BC-9131-48BB337814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78F042F7-99DB-4A5F-8E5C-C46A9C95F8A5}"/>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D339E3E6-D210-4199-8010-81CED805BAD3}"/>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ABA07ACA-B84C-4887-80BB-CFDECDA2998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D1135B89-13E5-4B71-A0E6-BAB5945CC51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098DEBB5-B945-4ED5-B735-F8176CB66113}"/>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F7F0937F-5D7F-44AC-A7CE-B7E07170C934}"/>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177731D2-B736-44F2-BEA9-444CA77927D8}"/>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12617C9-0D76-4E4D-B94D-A331AEB68CCA}"/>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367C9DAD-4A94-4E8E-8982-5AA06AD573CA}"/>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DD510A0D-2D2C-452C-BE56-A5337748368E}"/>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2D0CC484-6BDF-4845-B505-A0DB64FF8DB8}"/>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98A66BDC-E5A4-4292-976C-8F5825E4AFCC}"/>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01790985-F5C2-4687-849E-8D04C7EB2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262520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80F822EA-485A-466D-93F0-F7AE5A2F88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E380C472-2B32-49D3-A6D8-38BD9E65B4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19E84581-19D4-4BDB-93B2-81D8C80093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80660E94-C9DC-4FB1-A732-78F9F85795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0CD4957-B51C-4559-8630-955B399545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F20C28BC-C5D3-440F-996B-4375D77438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A23532FF-72FD-4D08-91F1-35966FFF5AE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4C347434-F3A1-42D9-A59E-778D0A6BAC40}"/>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94CF2355-7D0F-4CBF-B602-1DEF0C4ECA70}"/>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16C934A-6361-4AD6-BF6E-C01C90D61ED4}"/>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F7FB75D-673C-4583-9317-93B29CC2845A}"/>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A1689BB8-BE7D-448D-99DD-FE452B7C362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8FAEF40B-33A6-451F-8603-629EED002982}"/>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6A425E8-A21C-4448-9F7C-78FEDC8F77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98626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8B4C496C-96BC-4E60-9B9D-F863B16BBC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9105247C-559E-4BDD-90FB-7A8113BF80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5EB3257C-7805-4E36-9EE8-20F8B7CE01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3348461-5DE3-49DA-B7A9-ECF6FD4195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DF81522A-FEB9-4938-8865-A82D048C7E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164C5DE9-09A7-494B-BB69-67D000540B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E651DB1C-9A3A-4453-8359-342A0BA209C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7E3C736-607F-4567-B747-6BD08512C835}"/>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368E1D02-07BA-4D49-B6B6-E7FB4A124919}"/>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4F68226-0431-4145-9F00-1C0AD5AB56B0}"/>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986BB213-4DF7-4614-901B-F05403B6A539}"/>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0446DFE1-453E-4329-BCEA-01C090F71ED4}"/>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11028323-4E3D-4651-AE57-76CE9392276B}"/>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EBDB4E8A-3549-47E6-B0DB-E0574E9504A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DD2FE155-074E-4FCB-AE19-691DEC70CFFF}"/>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002AC442-74CB-4765-A03C-EA849461C334}"/>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D76732DE-987B-4307-A0C5-C7F6DAF6950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8514ABB3-B92E-4D44-A2A6-805073E1AB06}"/>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02B69DB1-9050-432D-943B-550AD4FA162B}"/>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42BCB578-4A5E-40BB-A933-CC719BB6CECE}"/>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9C5876F4-BA38-4BA0-90FD-8BB312B766AD}"/>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9B01248A-93E0-46E0-91D0-E2615CB733F2}"/>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78B6D9A5-498B-4E10-97F0-619C651952FA}"/>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B4313B5E-96E0-4913-AD02-F5037011363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CA1D46A9-1102-4731-8F46-C9FDA1217B4A}"/>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E8A78BC5-9CC1-432B-9CD1-45157E953956}"/>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563AB29F-E7F5-439A-B7B5-10F3B0022EB5}"/>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1D43C83C-5F77-4CD1-909A-D121D1E9DCD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96F0F4B6-9DE4-45BF-BABE-1BC93376F318}"/>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F7F745E8-A128-4C7E-A586-9E3EF239ECD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87132431-A2E5-499E-B5D7-FE1D1346B7D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718D690D-F2DE-452B-80CB-95424016B1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73612108"/>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6499341A-363C-4106-AFBD-1FC75A5427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B1B27070-6CA3-47E5-81AC-E52FA633C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A43FEA1C-8CCE-40DB-A04B-B482280AE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10A87A8-C07E-43C8-A6BD-EBDD735AF4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4B98672F-CD92-473E-B8B7-832AE4A6F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BEE7CD03-4964-4AF4-B6E6-857940C1ED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2D24F4C5-DACA-4182-A65E-B67902FBA184}"/>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5935AD99-F795-4B57-B1A9-AED2D6841945}"/>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5550D25-39D6-41C8-B9FB-4A54827636A0}"/>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DC28AADB-4AC0-4173-B20A-3605AB08DBD6}"/>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1AC1D922-1EEE-4B8A-BCA2-0035601BFE93}"/>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8012E477-1B4A-498B-A6A4-E995F594E72E}"/>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8B706932-41A5-422B-971D-F0B00371ABEB}"/>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8723F2FB-F37F-4B54-BF2A-E771EB391A3C}"/>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771F67AE-A6A1-43AA-A91B-3AF072B966ED}"/>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FA321D7-D9A3-4571-A6FD-272CCC16ACF0}"/>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2FE47460-8B5B-4B96-8F9E-66B678865344}"/>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548A981-2C4D-4689-B4B7-2CF7E0B0F20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61451783-4786-4BEE-86C4-4F44261A591F}"/>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CFCF28C2-18CF-4063-8AA2-08A8DE6019E5}"/>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7620C0DF-4C11-42EA-9E36-5B734B64E9A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BA6959F8-2DED-4363-8F47-4673393BF8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7183362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2DBFC61A-FCAA-4CEC-9506-10BA70FC29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3139AE0F-78E5-49A7-9C8C-78F591CAB7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B95403D9-2437-4C5A-84EA-0FFCFA75DE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B961B029-F165-4603-A5DF-FBB2F4F98E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4E841DC9-1AE5-4E81-9FDC-394A32CC95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56493CB9-2EC6-44E0-8D6D-8BEEE16838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25890DA6-EDC1-4B7A-A519-AE0A78E98E7C}"/>
              </a:ext>
            </a:extLst>
          </p:cNvPr>
          <p:cNvPicPr>
            <a:picLocks xmlns:a="http://schemas.openxmlformats.org/drawingml/2006/main" noChangeAspect="1"/>
          </p:cNvPicPr>
          <p:nvPr/>
        </p:nvPicPr>
        <p:blipFill>
          <a:blip xmlns:r="http://schemas.openxmlformats.org/officeDocument/2006/relationships" xmlns:a="http://schemas.openxmlformats.org/drawingml/2006/main" r:embed="Re5d80f36cccc4ea4"/>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0CEF2604-A38A-41E6-B6C8-33BFE0F71148}"/>
              </a:ext>
            </a:extLst>
          </p:cNvPr>
          <p:cNvPicPr>
            <a:picLocks xmlns:a="http://schemas.openxmlformats.org/drawingml/2006/main" noChangeAspect="1"/>
          </p:cNvPicPr>
          <p:nvPr/>
        </p:nvPicPr>
        <p:blipFill>
          <a:blip xmlns:r="http://schemas.openxmlformats.org/officeDocument/2006/relationships" xmlns:a="http://schemas.openxmlformats.org/drawingml/2006/main" r:embed="Rc0c905b0b4f94ca8"/>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505A1219-C0C0-4BFB-8FC0-C1A3A0C8232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6A2E17FC-3F1B-4174-8CF5-D2DDA33EC571}"/>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FBF6D7C2-7CE2-4276-8240-91D37C7020F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ED13E56-7B8E-40D8-9FB2-4F912462120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848E1372-16B1-4967-89DA-36A6014069F4}"/>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0133FB3-3F42-4F41-B5BC-D5FCA611ECA9}"/>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F5AC4116-1CFE-4E29-90AA-1BA8EB8D611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27979F9E-6599-4C1B-B32A-FF45FDF3DBD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1737AE4-52A7-4E5D-8A98-4412748F7C8F}"/>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564A6D46-254E-4A0A-82ED-62E2BE4558C8}"/>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DA91C02D-3B08-4CA4-AD08-5907047214E8}"/>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1B115D2-5CB5-4065-B4DB-5DA4BD1D9209}"/>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24A6DA7-1BAC-48B7-A2BB-4D9BEAEF4588}"/>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B70D1FB-99FD-48E4-9052-736757D6793E}"/>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E19A5EE7-C6EA-402B-84B1-18FBFF2E74CE}"/>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CF8E0928-7F22-4CB2-817A-A8B685C89AE1}"/>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FF760711-D7C6-4819-9E60-6A539B233CCF}"/>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0FD58D29-0758-458B-9B42-B4C84CE8666E}"/>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A71FB6C6-2D14-43EB-879A-BEC2A3AB5375}"/>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099E9600-0D30-4BEC-9CB5-195342B17B69}"/>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16A5B586-6209-4D37-A332-ACE34FE30E16}"/>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EBDBD27E-7F2A-4AD0-848E-5F9BED95E861}"/>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74E7024C-76C5-4478-A3F3-DDE421A134B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E32A586C-5242-4EEF-A3EC-CC8171876670}"/>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84BF195E-B93E-4B24-AE18-7F89679BD5D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D56FBF1-A5F1-4A2E-BFF1-40CC641403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88373926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95D56878-A787-439F-9933-D6CAC554E9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778A93A0-5B58-400F-8254-03D3023F59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296107F1-FDDC-4E8C-8369-268D350490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573FDAD2-FAC5-4AE6-8960-1A61B06728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CB558C55-6A40-4B6A-9240-2F909F1941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F74466CE-C8E4-4F59-AB39-5830B24705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3FE4C6A9-8C11-4B8D-BCE3-0289D544788F}"/>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0E0994E0-2BEB-4150-A977-D5185E3A3C27}"/>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F7A5CB8-EB77-4CFD-A71A-55ED8284C701}"/>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15339D1C-D9CB-43B5-85F1-DA176081C3B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A02DD631-DD43-4E5F-B387-B3CA183DDD09}"/>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3C7598C5-5C40-429F-BE43-18F92151FC1E}"/>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F1B65AE-ABEE-4FE2-9AE0-D3807AB83CC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58760E2C-92A4-45A5-86E3-20F6D982CA1F}"/>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9546C382-559A-438C-9753-302CED9AAA4C}"/>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4945A237-FB4A-4F6F-8210-BDE472B1EA1E}"/>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38ED08F-8E9B-49ED-A4BA-518A9D34A67A}"/>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ABA69D8-7B3D-4194-B5D2-4B2198C5DF17}"/>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089783AB-F28B-4C7F-93C8-71733DC7FB1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0438B391-B09B-4FD3-9137-320221EF4062}"/>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31F226B-CA79-41C1-9116-DEE0B0E06A7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C499AB5-80EE-4E28-993B-B6EEDD45365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4F16CB9-F537-4F64-AD49-A6F58A6926F2}"/>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591BDAC0-EB57-405A-9620-91F7506DDE1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6671A760-598F-411D-8171-88277AC3507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BF05D5C3-3CD0-4112-807E-4311034B5CA2}"/>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B8237F5-3115-4736-8926-1FE0486080A6}"/>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DE458C2D-B366-40D9-9661-53B365FAE56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5A4F09D-1313-4975-84BF-07C1B8BAAEC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C7DDEEE9-17C8-49D0-9478-AD8B16787E2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E71ED98-C2FD-4C98-BD20-538E986752EE}"/>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2AE9A3EF-2C9C-415D-80AB-EA47DADD2FB3}"/>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24AC587D-5D92-4EE7-92F3-A40F7E192D2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33479D4-95C7-48DF-8649-944420F0203D}"/>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13EA1CEA-E057-4D9E-BF52-E8162B59B860}"/>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4EE6867-CE8B-47F3-8FFE-38FB7F39AB8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8410E3FF-5DEC-4558-A11B-A4931CEBCF9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178A2CE0-DFD1-463D-983F-444A8FA130CB}"/>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E5BFC323-06F0-4D59-9EE9-1BB7E1D2544C}"/>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300FD2FF-D293-4F79-A345-63C58EF87F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13263389"/>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5EE5664-093F-4704-8E85-20651C62CD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3248DA07-2BDF-4229-8E49-97FD7C5E7B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1FE8897D-4D71-4F30-9F54-423C9AB3E4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C4E6C4B4-24A0-41E3-A89B-FA969E9D63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DD79265C-8CBC-4083-BA4E-EF1D1D792E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2860B1FB-09A1-4765-B4B1-2EA78BEB7D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CE857CA-4F0C-4442-842C-5C6E9840445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CEFD240-FF0D-45B8-B113-7836B8603984}"/>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C4B09D5D-355F-49C8-A7BA-0219CDCEE158}"/>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0D18945-D9BB-4297-A398-F66885323FC2}"/>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C021764-D91B-47CF-854B-BF1E4BA990C6}"/>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B78AD989-68D4-46C0-9CF2-79399C476F53}"/>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CB63EFE-903C-4E91-9EA3-B997B3A5CF3C}"/>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C508BDD1-EE8E-4A45-A6CE-E2CB95DB2EE8}"/>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33C0525C-D680-42D8-B95C-A206D1DB8AF0}"/>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0DAE7AF8-68E5-48A9-B678-AF5B09B7A576}"/>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D9A7175-5FA5-4B0C-99DE-5141516305E0}"/>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8D37949F-6441-4988-91DF-C92BB84C9A5A}"/>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9472AAA1-69AB-4AFA-AE44-CB3C90454AAB}"/>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DBEC0053-D6B0-41F4-BACD-D75FDA38619F}"/>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B9FA9E4-79FC-4399-9D8E-83EB181882E1}"/>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BB31AF71-6524-45F1-B048-AB6020A26402}"/>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A8DD1A7D-CE4B-4B6F-945C-DD215F12CC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2828938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E57DD5C7-9456-4987-BAB9-0BD6860AB6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23EA5526-A7E1-4F80-906B-154E73D40A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E5FFCEA7-3D24-461A-A05D-43C0DC6162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3E7DAC49-34F0-44F5-80D9-85691AEEFB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E951CED1-01E8-4F1E-85AD-D21C7A7666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5C50C563-2C60-4687-AE93-A5F921F4CC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DC6A2F0E-E5E1-4C40-ABA0-400A90680740}"/>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3DDD3F9B-2983-4C6B-9221-5FDB8412D1B1}"/>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BDD83BED-D115-43B4-BFC6-F0C208AD7137}"/>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13A4D27-33E3-4EE4-B161-C09B3B3E28A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9C864EC8-B1CA-417C-9A84-7B885A8F1A69}"/>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9D33C8DF-1EF6-4D1C-95E2-9AF7A1EF2AF0}"/>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1CEB392D-349F-4A07-8498-F73E3482E686}"/>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2376BA35-C8E2-4272-BD88-8DB116F71EDC}"/>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D9FAAF7B-0C46-4C79-A4A1-3B4445C022D6}"/>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28BD9FD3-CB30-4017-B793-93A82DC11D7B}"/>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F0F6C8C6-377E-41AE-A9B2-0E8E4C6C1B9A}"/>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5B4FC56C-9D87-4743-ACB0-1F3BF1493703}"/>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C3AD7FA8-DA1A-4CF2-8DE5-812583B5311E}"/>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4B2666CC-399F-4127-B227-78290C7EC70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E5B3EBE2-104B-4DB0-90B8-46C632156B8B}"/>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B185BDF2-D20C-4AD7-8974-164B5102053E}"/>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53EC029C-0F5B-4882-9B33-D7421557CCA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47BDBD7-1755-4173-A114-726A355868DC}"/>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C05BA8BA-05B1-4316-A80A-3126B6D981ED}"/>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28A5377-515D-4F9C-848E-AF37E073D53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DD29026-4A82-4D80-8CAB-CE79AEE70A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79053386"/>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B43B342A-AC5E-456F-B5FB-8C56D6C6A0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91E12A85-DB34-4A40-ADF7-BAA4836D37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6440E4BD-726A-432F-9822-519C441144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B68C894-6596-44DB-825D-4855BCBD75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639C9AD6-1B68-496B-9E27-A64FE58BDB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DC2EF576-2046-42F1-9A65-4E9DBC49F8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F85134ED-61F2-4F55-986A-8F508582085C}"/>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23A85365-DDA5-4B94-AEDB-00C55CA45FF1}"/>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913564EE-6DF5-4335-8DBE-67DE74D3E2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60E2F11E-E073-4032-AA7B-B352102D99C1}"/>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F10D0CD2-7A7D-445D-B800-41EC6680AA53}"/>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4CE93EB-2B0C-435E-B662-82F1400AD72F}"/>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C433C0C2-C465-4CE3-95CA-C8BD6E8B0664}"/>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58C30D1-2631-4448-9302-E3FED77F44EC}"/>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EB1D690E-848D-4879-9E44-3B2DDF294636}"/>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CA4570E5-594E-4F23-BB8D-53FCB586B78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37518F9A-28BF-4A42-8F48-1B5A5C5C882C}"/>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297F0FFF-EFC3-46D5-8725-09DFADD55D64}"/>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DCE615F7-6796-40F2-A38C-585F3D3E0852}"/>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22ACDF43-EC4A-4564-B7B7-CCB30673446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573C674-B025-4D46-9BEB-B3AED62C27AE}"/>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3686C555-60B0-4967-BB41-FDACC3856E0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A9526D1B-6F0D-4A25-AB44-A0556B72BD18}"/>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D503A182-8007-4F54-A88F-CD3DCC2C4644}"/>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09D9C0D7-93A3-44D1-9559-37EDF302996E}"/>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717DF8D-0D25-4FAD-9BEB-A318A9FA4365}"/>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8000A462-CE48-4B36-86DA-600BAE3A5D09}"/>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776A75CF-7DDA-417B-94EE-A15A7F7972F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EC936A9E-5B97-4A47-9F24-D9D59844744A}"/>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E6EAF870-C249-42AE-8FC9-014500594B91}"/>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33DDBDE-4996-4E8E-9FA5-5CF4B3AF631D}"/>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BF87AAD2-FBED-4429-8676-A0DBA4516EBE}"/>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19B76712-3448-4017-8BF5-9427E0B317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600347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BE62C56E-1DEF-400E-99C8-74878F08ED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D5F6956C-43FD-4189-9BBA-E526CF99D0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80CCD637-75B2-46CE-9E36-C111E7641A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F7FC5533-223A-4137-89D9-896871E695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2DE34C5E-516B-491E-A726-C3EFBED5A8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9A943EE2-1535-4D82-B4D8-5CBCDE5945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A758B254-EE64-4102-BABA-99CFB836D7C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988189A9-212A-4887-8651-9FDE60A590D6}"/>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E4E2E55A-B2AA-4977-9F3E-D34331D49A02}"/>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B349ADD8-A584-4F92-8FA0-B10B2D57E8DB}"/>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205329B8-A1A0-4298-B786-4675B99AD1F9}"/>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86F2EDC-E46D-4878-9D0B-B78EB5BDB13E}"/>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C42E2AB0-5004-4D6A-906D-43AEB1645642}"/>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FFA441BC-9B5F-4862-8AD5-8ABCE2F90C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426799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8EC97732-9F2D-42F4-967F-A052EE5C57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B20CBBD8-1273-4CE5-8FA6-AEB57F3DED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02362F31-1CE9-4292-B759-05EB39698C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7D978FFF-ECBB-4604-B1B1-6DD1C98D6F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5AC3E936-A98B-4C2C-8C9D-BCD47BF75F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C1CCB52D-F668-4E2B-BD03-950CF19A64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12BFE6A-2426-4A6D-8220-9D666C1BC0A9}"/>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99AC52D-E27A-4039-812E-8E21D0CF373D}"/>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81B3152D-3B02-434E-860D-329C4DA4E8E5}"/>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B0C580B2-8AD4-4B2B-98D3-656663A796D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A6075A94-3D28-4FD9-8FDC-A1C3E56BC526}"/>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2697930E-1E76-4D8C-8EF0-96FB35988D6E}"/>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9BC2C97C-83F0-4459-BEA1-0A3B5A214055}"/>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8D9123F3-B3A2-4E55-A3B4-4D7609B57471}"/>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8DBA80FC-4121-454B-BCFD-12CA10C0D34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B497F87C-12AB-47A8-8491-E0BE3319DA92}"/>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6463938B-BAC0-4BDA-8DE7-BBC8B0E0C0BB}"/>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3C0B69CC-49C3-49B0-ABAC-7CB5D767D5C2}"/>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3D63F6B1-BCF8-422C-90EB-2F2EE6A33F4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D01BD9E0-75FE-4A76-8E52-98E9F56AE2B3}"/>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EC4A92F2-9C70-429D-81B2-B531BECC188C}"/>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2A7D30C3-F598-4D0A-8E38-BF997D92C109}"/>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04D3021F-83B5-4CF8-87AE-AACE41F983BA}"/>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F911D982-1037-4EC2-BFA0-AE3FAEADE76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C52C7274-8B50-45CC-9C0C-648E3BDBBD57}"/>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85E8339E-F5ED-44E3-B9AA-428927B2383B}"/>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62447BF1-D181-4BDB-A5C5-856F064B2E16}"/>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08A7336-BFA1-4BDE-820E-29392BB800FF}"/>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06090746-A1B6-4D2B-BB02-6B8F9578D225}"/>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144E74C6-A084-4736-B787-9BBED713E8BB}"/>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32822074-5DF0-4A7C-A6F5-24C2DFCB45D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96BE9027-A38C-439F-B4AE-E6EBDF095B7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A4A4E40D-0BE1-4F62-A6EC-9CFF316C9455}"/>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605E5F8-3AAD-4CAE-9B60-0C0562EEC408}"/>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0B001FC7-1AF9-43F1-A531-3DBB31A1CB66}"/>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E018AC12-6FDF-45A6-94AA-677BE85FC518}"/>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BF31018E-73DA-4209-8C0E-C2D82ED63A02}"/>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826FEC1E-46BB-4022-9475-CF00CA46FE54}"/>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9071D275-7E3D-4A4B-98D0-DB16C2107A52}"/>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6E4E0B97-D82D-4A52-A8AF-55206EAFEC16}"/>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E395A4B6-853A-47C7-B4E4-D4B10E871BD8}"/>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CE4C2303-C687-4CE8-9B76-CA0538EF97B6}"/>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05302B2C-6D9B-4F2E-A1EA-E23308CAC1C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51EB0397-3E3F-4725-87BB-931CA6170E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90427391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FB729A8C-F4B4-47B4-B58C-4C777697DE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0D85E6CC-C41D-4D25-934F-9F5D72B52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7EE9E5CD-7932-4535-868C-8F3E5E9468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EE44BA35-E7F6-4CC3-82EC-3D6705D219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55CAA5C5-B561-44AD-BD55-75A9256735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650FD73A-0637-45A2-91F2-6DA65B5A6D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58B3FC71-4ECA-45C4-9CBF-0E0E62B2D9D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50BBA03-C288-4EE1-BB2C-4952563BFFAC}"/>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A61ADFCA-A3BD-4F72-85D4-6F61BA2D0520}"/>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98884118-35AA-4764-8964-C761654DA172}"/>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C8816086-107D-40FA-BC91-5B5856732960}"/>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39007634-FFE0-4CBC-9608-C84F8616FDA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E55D74-0E17-4E45-ABBB-815B2503753D}"/>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122A6786-07A7-4621-A9A6-BFB866D74F62}"/>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13D19A01-AF5E-4D96-A7B1-50B22BD80D7D}"/>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04A06817-9BEF-4BD7-9A98-B6FBD3A4474A}"/>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F5EBA47-CDE0-4FB0-A280-A64A3A69922F}"/>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EC4C1A96-941A-4762-A1D2-7CDB24EB247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6DE4C11C-0074-4092-BD29-119B2A67F37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FEAAA594-DF79-418A-A90B-B976F5A832E1}"/>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BB706A5D-4733-452C-A971-C054B76A6990}"/>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B3847B-E67D-4A06-BD10-1267A96D9FB0}"/>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420E786C-30C6-4591-86E5-9B7D0C5335BD}"/>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3C9B591-833B-4193-89DF-675664467269}"/>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39133940-D166-4325-A4A4-7548D7B3A375}"/>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3D702C60-CED7-4404-8188-FAB7C894102A}"/>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049BEE9E-6456-4DD2-BF47-B9D4B9177DA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496C3F3E-576B-4558-B724-7353A4F46D19}"/>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1626058-D93B-4EA6-9AAA-3AD2872F6E5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36498174-B514-4F13-9DBE-58AC5F24216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5648BF10-D6C0-4D62-8A6C-A6308C5EE11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C823C9DC-EDFD-4E2A-AB55-D2C65FF4DD5E}"/>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EEF20FFB-A5AC-4145-B328-16CF155873C8}"/>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2F093D9C-AEFC-4E67-A98A-39C0A0F60335}"/>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8CD2CBE8-2199-4CB6-9142-2D89DD51370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ED14638-9E37-4F5A-8892-3B9E407564A0}"/>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1A6B20A0-0277-49BE-BCC2-7059938EA506}"/>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CD2C8345-3E03-44E8-9E68-A2071FA4683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92911EBD-3464-4489-B933-172DE4ABEA82}"/>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1030A4DD-78E9-4445-9B92-BD71E13A1D6D}"/>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31FC26C5-B3D4-4D70-89C4-B816B8A9F4A0}"/>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A9CC567A-1DED-43E1-A35B-86A080C28CEA}"/>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40DB21E7-BF52-4DAB-85DD-09C8509C8C64}"/>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45457099-6665-4AD9-BDBC-43B5BFF46B45}"/>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A0C2E0B7-B773-46FC-9D6E-1BA5A5F81421}"/>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04289F38-6EF3-4DC0-8A59-88DE4A50733F}"/>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36DAB61E-C692-492C-B84F-7E9BB064760B}"/>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2065E972-0784-4472-A8DF-71C7C79E418E}"/>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DC55D7F9-D3F8-407F-BA15-2B21CD07D075}"/>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313B3B7D-B494-49B0-ABF7-AEB05D51326C}"/>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F57FB3A2-B4DC-4866-9B62-37776BFA8503}"/>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E137686F-9E27-4853-AEED-5E14570CC565}"/>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D419BB7-832A-4848-9620-39154616C553}"/>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7963C5C1-A459-42A6-A0E0-B503BBC2C4D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73C8C4C1-8DC7-42C0-8EA7-10958EABEA69}"/>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A088D4F0-9BB2-4B38-B1DC-D65011EA6A07}"/>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0129A9CE-7BCD-4E0E-870C-BA165AB150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91640231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1FE29514-D5F9-4100-90EB-86FFE184CC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B01D6D47-E8F8-43D6-B84D-3F852DAC44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32291C2C-D26C-4693-A43E-F891AA7787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5A12F70F-A5F0-45E1-972A-C892EDF75F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40D1A16E-ADCF-4FD2-8E14-979E6323CB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D4014BAF-6CEB-4DAE-8188-C16696CD36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55B94FC-40F2-438D-A424-564F253F91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18FAE7A-9EB8-4F29-99D2-A29A0977FA0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6A134162-0FDB-4B53-B21D-09C9A94C90A7}"/>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F1CE9EA7-81C2-4A53-80B2-8DFF9044CE89}"/>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D9505628-968F-44E9-9839-4DC53D5F01D4}"/>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0F14E1-377F-40B2-95D7-E37C0C41E809}"/>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3E7AC402-4A5D-42D5-BE9D-58AC73C4E48C}"/>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F160D4EA-1645-4BD3-A10B-681EF876466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d86c8fecd0de4cdb"/>
          </a:graphicData>
        </a:graphic>
      </p:graphicFrame>
      <p:sp>
        <p:nvSpPr>
          <p:cNvPr id="15" name="Python 할당 피크">
            <a:extLst xmlns:a="http://schemas.openxmlformats.org/drawingml/2006/main">
              <a:ext uri="{FF2B5EF4-FFF2-40B4-BE49-F238E27FC236}">
                <a16:creationId xmlns:a16="http://schemas.microsoft.com/office/drawing/2014/main" id="{2C612D48-72EC-475F-85D8-E0BC00D6316C}"/>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FE045C07-9D8F-45A7-AACE-BD95D58BE2AE}"/>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B32D1B3E-94C7-46BB-926C-88CF45AD4210}"/>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E4858F27-313B-4DDA-8332-6B045E19E246}"/>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39A04231-FD6D-490D-962A-2D2D74150C6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3E4D2946-D327-4387-A42A-1BA051CF82D9}"/>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233251B0-0CBA-471E-81D3-CCD320B2914E}"/>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F50121B2-F828-42C3-B962-8F2DFC8160C4}"/>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A59B6316-A546-406D-BE94-DFB79F629457}"/>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9D5E4AD8-68CF-4C37-92B7-D19350FA0E8A}"/>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A59496E3-1652-4261-BDC3-A7B85EC4C1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42075153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C361F922-4B9D-4443-AC8F-57AA88F84D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5A9B88EB-680A-4D1D-8FED-5EDAD2D7DC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71CA6F71-0E31-45D4-B1DA-C9BFBF61C9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55C1A403-F89F-489A-8336-5F0322D162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10ED07F2-DBB9-405D-8B75-324308ED64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D49AAC8C-D410-4E45-B932-9225A26DE8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C74353F-690B-4ED5-981E-2E6D220CDFD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EB278C6A-64D4-4AEC-A1C8-125E8FF01C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2784E72-109D-42E1-A558-3390C2D44A94}"/>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E6245C85-0F7A-40FC-918A-65EF70D2AECC}"/>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E0AAD6D-F46B-492F-829B-0F69C89219DE}"/>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F85502AE-3AC4-4618-8129-EF6CCBEC750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DFD2E780-D5AE-4DB9-9382-CFD182C97217}"/>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522B2238-1A73-4D01-8E85-2C25A2B3D1FC}"/>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7578C88E-1BCB-46CA-B6DA-73411CA2D030}"/>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4B205B23-1F93-4321-8505-9BFEB4676577}"/>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F28DB38A-69C2-420E-843F-08325D481856}"/>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5D081655-1CE3-4372-9DD0-4114AB99624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033E521A-004B-4C15-AF16-A5865D0DDC9A}"/>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2510F12E-5D18-4B88-80D4-338A6590B2AA}"/>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DCDB06-0162-4DA7-81B1-49CA4B8AE6FE}"/>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5EEC1B1E-A042-46E5-A344-B60A76CD551B}"/>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9AE09325-E74A-4B8D-B37E-A3E3890928AB}"/>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643F68D7-EA7D-47C0-9358-21009B6E158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AD3C15E4-1B85-45EE-985C-C180FD3228B0}"/>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98699B3E-D9A9-44F8-9ADE-E9BCCC0988DD}"/>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D85D2B2A-03CA-448D-8BE0-8A69AB5F372C}"/>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DB2B59F3-3D7C-4D7B-998E-0FDD45B86306}"/>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06105934-10AC-451C-B5D0-792D5739C98C}"/>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EC8443AE-3256-4770-B105-F11A82DE204C}"/>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D0DC3EC2-841A-4052-A56E-B140BC66781C}"/>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AD6D797D-8247-49A1-8952-9A5BCCC55ABF}"/>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1AE2671-5E80-4E88-BD03-916436CB4563}"/>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2877F201-7ED2-40BD-BFEB-256DE81EA694}"/>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03B2866D-71BF-45B1-B5E3-CC92B8635AC4}"/>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9DCA8146-BBC0-4ADA-8F97-D58B7B0337C4}"/>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29A29FF5-01E6-485D-87BC-8B074197B3B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55EE64A8-5FED-4DDA-847B-AD040E703AA0}"/>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6D13CEB-B69E-4680-ADBC-576821687819}"/>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64305AF4-8210-4E57-A167-75CCED992E44}"/>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371A9206-F7C9-487A-93F8-9CBD0C53BC04}"/>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FDC0D732-1175-4049-9CB5-DC5F982473B8}"/>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9E622E2-A6A0-4D69-B29C-891FB2E940B6}"/>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CD20A07C-36E3-498D-8A54-919A1EAB64C7}"/>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898C542D-3B6F-490F-BBF5-68C48D9D9501}"/>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FF38BB02-8FF0-4CAB-82A3-5642D5F5F1DE}"/>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72F68760-680D-4D9A-A553-2869AB4D353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7A6DCD76-D74D-464D-A5B9-5A25A640FF7D}"/>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E083C23-66C6-4604-A865-6E1077F545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81097273"/>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3015B6DD-CA51-41E3-B524-61EBBFAA60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2D2E19D6-F433-435E-A1C3-B26AE4FDB7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6EFC4E85-6153-4265-8E4A-88A1539F1A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8873B0DA-2602-433C-B4B3-A1CFED22DC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A8F53264-1793-4B48-924F-E64892CBB5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139A63E-E2C0-4ED8-B71D-E557245CB3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8F37B29B-262C-4BE8-8DAF-F3D393A4DAC8}"/>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3DB35E3-631A-4C6C-8687-3B149680B28A}"/>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0E0818FA-7674-4B4D-AA65-82326B16ACE0}"/>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350006C9-BDFE-41BC-BFD9-B37CE740A713}"/>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AFD9CE12-B733-4F26-94DC-005363857D91}"/>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2064B147-D911-4482-8AC2-F0CCE6BE8C7E}"/>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E8E01A70-A9B7-4BB2-BF1D-7B0CA80DEE9D}"/>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8CFD4BA3-9D70-4425-895F-AC4F376F24D8}"/>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42FA2033-5053-45FD-9C6F-2F2E980BF180}"/>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71C5D5F6-825F-40AA-AFBE-24BDAC8BF06C}"/>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5BB06A82-E7D3-47AC-BDB8-3598777C58F9}"/>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183AEAE3-E463-4F68-BE32-EEC154E3CE35}"/>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C6F9C4FC-A3C8-4685-8390-4F7E197B3862}"/>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50B6BE5A-9705-4109-B774-D59859A07291}"/>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E43DBAF4-A692-45C9-BBA5-90A60FF8E7ED}"/>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9188DF6-1BBB-49D7-A34D-352908E9E5B2}"/>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C8AAED7-7407-4E20-825A-D4CD594141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5578521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B9A4C477-0114-4C41-8DD4-9F1227BA5E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0E0E7B7B-5FD2-4C75-BE29-B6C634E69D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DA8AC4F7-4262-45F2-8B99-305CE6B634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400BDF45-A7B0-4C91-8FC6-896525C91F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15C3E758-DEAD-42D5-9734-03A6FCFAA7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6DB3E8BD-2360-4C76-86DF-179B8381B5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926E20CC-35CA-47EC-AAAC-909D4BE0FB70}"/>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B81DEA98-5216-48DC-AFC6-39F3F7381369}"/>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5065E2CD-D2E1-41DC-9DE6-989951E58417}"/>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9076889B-A8FA-4756-B510-8B83C598DDF0}"/>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B909C19E-45D2-4F2F-BA24-07F5817689E0}"/>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A5AF343-8805-44A5-AF6F-254B41C682C6}"/>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4C7DA73C-9DB2-4D27-B8EB-7A117F966535}"/>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8B61A4CB-15AE-4415-B84B-FB4A2BA15646}"/>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4BDFF93A-B9F7-4E25-9E9B-9680BA44B8B6}"/>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86DC24C-07DB-4F53-AA97-D4412C16FC85}"/>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32AAD8DA-2512-4192-BBD8-FEB4DFB1B03D}"/>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9D3A7513-2A97-4F0B-BA5B-BB9E4CE952FF}"/>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7A59420A-8F56-4232-81ED-202592F8F676}"/>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332A47F1-2B13-4FE2-8E6A-9D0196A6C324}"/>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5B39327C-0C5F-4F6A-ACF7-8FBE92E53D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923304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8503541B-4FCD-4490-8A28-E624045CA0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67FC863C-7FDD-4F5E-BC73-C18881F2BF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C32AFF97-FD26-4257-B35C-A088AA984C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57E687F6-BFD0-42B0-8572-30B3E30EE4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25791584-51C0-4DB0-BE81-7057EB591F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A237662B-80E1-41EB-87FD-7F772D2F79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D3007D71-61DB-4385-9C30-5E59D061B7AB}"/>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2B2840F1-4AEA-4BE0-8657-7153038615B8}"/>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F5FB017E-FDAB-494D-93BC-A70185A107EB}"/>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7ED2FE2F-4860-412D-9889-49E944588E3D}"/>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A117FDC0-9458-4F44-8315-9FF7F12144D6}"/>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9ABAA99A-CA47-46BF-82A1-ED3F827CDE9C}"/>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19219899-003A-49A4-8561-277BF1B1507B}"/>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71731AD3-3D73-47C7-B4E3-06F4EE05C839}"/>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61AEEE85-E3BF-43CF-9145-8A5081EE2992}"/>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FD412B9D-74A8-4720-9957-F58D2ED69416}"/>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7F21978E-E5F9-4581-A1E2-D1AA4C20BE5B}"/>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9AADA08C-B11B-48DC-839D-EFEC1E2BE707}"/>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DFFF511E-2103-428C-960E-1CFD66C9BB1B}"/>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B2004A9E-9FFA-4409-8FA8-F63FEC6FA80A}"/>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361A7320-5624-4F4B-B209-7B819F99AA7C}"/>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608A62D5-044E-47AE-80CC-08AFB76D26FB}"/>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F12BDE4F-2651-494F-992B-70A87AFC9D52}"/>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DC678EB6-5655-48C4-9383-F708166DF233}"/>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CC7FE1AC-A122-4834-96B0-38AE541E6272}"/>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89C7F383-2394-4F7B-9FEF-FF9CDE879B3C}"/>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E1410AF9-AA57-4CCF-9105-3972E238EC06}"/>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F040E7E1-B188-4092-A92C-22DE18B752EF}"/>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12F932AF-618C-4666-BD3E-74AC9A669E87}"/>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CB79F327-D06A-4704-8759-47AA4C4E1B7B}"/>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C6BC0985-53D6-45D4-B04C-5AD1AE0BFE49}"/>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71911D11-A1A7-4005-8B01-1180D66985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905746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FDC50E33-A317-4881-B7FA-AEF4AE24B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568D07E7-2349-4F77-B523-3A286D4B2A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229C7714-1BAA-444E-A4F7-3704FC8080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49041E20-C75F-45EF-B8F8-972C3686C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614842C9-67E5-4C6F-BB25-D19221E4E2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C3B05965-D3B7-4F60-9930-D65BD8B79F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9529D144-53CE-4D89-B870-1ABE2E837C30}"/>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C06F2075-DFEB-4A7B-A05A-82D180DA77BB}"/>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3ED88054-809A-4075-99CD-3FE1A121FCA8}"/>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4DF3A72E-1199-4A88-8592-342FB0B055C1}"/>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B517FF61-483A-4881-94FB-7873A826F80A}"/>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919E9434-730A-4716-8D79-EB9655350F8C}"/>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5A35C882-49C5-406D-85F1-D06DA351AB92}"/>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23FD48C9-4840-403D-8902-4608E2522C9D}"/>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A8F1A500-E731-4526-9A5E-9F997D3E090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4F29F398-3166-4284-A06B-66766D91A82A}"/>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1BB8E9DF-9842-4D38-8635-2A84AA361382}"/>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86BB5DB4-7A86-4655-BDEA-5C07AF2743CB}"/>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8FA18C73-B93F-4F29-950C-8758F4C3C08A}"/>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2CF56C63-40B3-463C-8B09-C945FF0FE5B5}"/>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51B775DF-66BC-4100-ACD5-AA96B52C27A1}"/>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7D5E83EF-C566-4976-9078-73B37D1C229E}"/>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AD57BB69-7FA0-4961-BCF6-4A12EC034178}"/>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8346E0A7-2013-4EA3-807A-24D2243DAC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955548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C932900E-7A9E-4B93-97B2-65CBFBEE18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A6C69F8D-1AE1-4E67-A5A5-892F74708A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2D1532DA-9210-426B-A47F-B456F9A204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579E2677-DE4B-430B-9842-30BDE862F2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998D06DB-73F5-4466-BDED-C506F8E66B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A08B6A83-5041-4442-A954-7BE1B3D6CC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D8544269-8039-427F-86DA-744F5F41E058}"/>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C87B466A-9351-4C94-9570-B924F96869F3}"/>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48F12B6E-C37B-46D6-B3BE-D82AA01D7246}"/>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645142B2-3BDE-4BB8-B12A-49D5FCAED8E2}"/>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07602C1F-C991-4E4A-8BE4-E0BAE29E0A91}"/>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203C0305-7393-48D0-9F30-EC1002DF5D0C}"/>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49EAD72-EDEF-4995-B242-E983926B9EBA}"/>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E8C885EE-5AD7-4898-B026-9C59856846EA}"/>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EDED0CB5-1B10-4A1F-87A1-0A121A4C4258}"/>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2171F3C7-6544-4424-8F04-19D47C183293}"/>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438D6EE-034F-4E2A-AB99-EA1E7920E03E}"/>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E2EAE039-777E-4463-9F6C-E88A4DAFBEBA}"/>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CF1FF2A2-E151-4665-B4E7-2ADB7D3126D4}"/>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45FD8647-6FC6-42BD-86D2-54B0A9B5D71F}"/>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87EB5B89-E683-4597-B515-78A51258CF2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86E0379A-8219-40AF-BA01-37DC994B0C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0397284"/>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8E80190A-01F7-45CF-A352-4836C58CFD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DA7CD859-807A-4B58-89C5-C27D45D420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887D19E2-DCD8-44D6-AB16-4F3435CA99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58780EDC-E80F-46E2-82D1-A8A1372E8B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6BC0D8A-8F59-45EC-8F93-CFD6293B3BF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E28E427E-CF12-496F-854C-4E5418D58B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A1D4452A-4D89-464F-9525-3BA499D93B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EDF09146-1E5A-4D86-B397-C609FB833F2F}"/>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94F6617E-5CD1-4A5A-9AC5-73A1419A4234}"/>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55AD9B2B-5162-47E3-AD98-A3DB5A0234FE}"/>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531D1D1E-7744-4C46-A670-626C94E7A244}"/>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6BA260E9-DF38-4C8E-9C62-CD05C67835F8}"/>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6AABF18B-E676-4079-AE9F-B30E5D37C76F}"/>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89D4FDE9-CB9E-4867-A606-70E0B4887078}"/>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14163560-7C05-4C81-A323-E4DA9C855648}"/>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8E076FB8-C247-4BDD-A036-4F4037283C42}"/>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15200710-D4F1-4A29-9B77-4ED86B82764F}"/>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AE0DBA1D-97DE-4BF3-BFEB-9CE5E03397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1134126"/>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10E429A0-21DD-4985-8960-E1DB26798F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8D88C764-B6AA-487E-9364-D964A1EC5E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2622AC7A-CA2B-4120-BF44-B49A7CA8B8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A3D2BFBD-6D71-47B3-A851-E8CA9F1B2F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6523EF9-881A-47B3-BF3E-201C6CAF4D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B7D5EC9E-EDA6-4786-9393-006B30456C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88F616D9-B3BB-402B-9EA6-B77E149C10C7}"/>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A13DB237-542D-4BF7-B759-AEFFAE08CDD6}"/>
              </a:ext>
            </a:extLst>
          </p:cNvPr>
          <p:cNvPicPr>
            <a:picLocks xmlns:a="http://schemas.openxmlformats.org/drawingml/2006/main" noChangeAspect="1"/>
          </p:cNvPicPr>
          <p:nvPr/>
        </p:nvPicPr>
        <p:blipFill>
          <a:blip xmlns:r="http://schemas.openxmlformats.org/officeDocument/2006/relationships" xmlns:a="http://schemas.openxmlformats.org/drawingml/2006/main" r:embed="R0aa97f7531164c7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87633C16-99B6-4909-948A-7DF6F2ECC76E}"/>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8511959B-8423-4BC3-90A5-A2F597644650}"/>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689B4BBF-E840-4D42-B84D-62C5B7B3E5B3}"/>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B4146BF0-75EF-43F9-89D8-D247455D31DA}"/>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A0F19F19-86AB-4875-9C97-4C46C0C78E1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1B45651F-28F0-431E-9BD6-5EC7EDDD956C}"/>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640200DF-DE11-4564-8CE1-D8341069437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F608199A-0BF0-4A5D-B269-AED2AFE68777}"/>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A4603659-C13A-4544-9C5E-E210D9D55018}"/>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AC851EA3-7F4C-43DE-93AD-1AC370EE4241}"/>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BE12DB60-ED16-4577-8236-80D041AACA77}"/>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F4F3EF5C-4CF1-490C-A379-713FB9134481}"/>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E0BB8EBE-D5CF-4DFE-A714-81C97012099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C89C79D0-0CD7-451F-B80D-5ADDE18EB3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5254618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DECB8FEF-4001-48E9-B0C8-EAFC9B5708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6C2675D0-2F88-43F9-AE12-49F5AD24CC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C3F71904-7C09-4627-ADEE-A27A7DEBA2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7E716956-E5C4-4A55-9627-B1499CDE83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CD2FEC72-FBF6-469D-B214-365BF53FA9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37B2EC1D-5D97-453D-B7B6-55E2DC5FF4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E4B60EFD-4B6E-4F25-AFA6-39814D86874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DFDB3615-8256-4B58-8AD3-E0939FA7DACF}"/>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1CAAF2B7-21C3-4DA0-9FCC-016198125955}"/>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36323C25-7DAD-49DB-9F56-4203DFE8F374}"/>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D142D201-8ADD-4BEB-ADDD-B34B122EB9A8}"/>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3EA9EABF-0D5F-4622-8601-F870901EB1F1}"/>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450E402D-F722-4731-9102-88322FCD3FAD}"/>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99ECB7BA-A8AD-4C3D-9DFF-E4E52DA9A02D}"/>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26471291-29C8-4368-8E30-DEE450A30EA4}"/>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083B57DA-DE61-42D2-9604-B4A474453C78}"/>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707D1410-5304-4AB6-BF50-08252FD3EF53}"/>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72828DDB-7376-47FE-A9EB-3352DA01A059}"/>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20B34F6E-E53D-49FC-94DD-6310D3FC6A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4341541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9E89481C-E568-40C5-BED4-EA5257B943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9578BA85-5C58-4D7C-9DBD-608B97779C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8DE82CB0-8639-4EC7-86C6-7B009593D9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5CA9DF5-DB31-4255-9666-1D48AEDA9A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5CD6C36E-4D8B-4EB9-B0B8-B8DBE53C8D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2C187FCB-8A04-484E-9E59-BB3C7F8B8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A7A3E2DE-8C24-4507-B4FC-B6329F36B29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9F78D472-EFC7-4479-99CF-4E5D826E73D6}"/>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C22F1CE4-BC11-4240-B649-689878EDB1D0}"/>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3D8C70DC-1409-413B-8C62-972D8DAC6435}"/>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C4518FB3-9F23-4E71-A577-54307599889C}"/>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683E9397-F475-478C-8BBC-0B980273A5B3}"/>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EEDE4193-E884-4494-A978-5102CFDFA029}"/>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F5F95445-4C78-4361-9D02-66CCB656CE6E}"/>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B6C6E774-8B41-47A3-B15C-20F30EAE482C}"/>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4E8047E9-9FFE-45F4-9584-0D10A3CFAA64}"/>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2BF059E0-46D8-4DA4-BAEA-BC4F6DECFABF}"/>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C72DAD2E-6246-4F7D-9F6D-A6CA4189A0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1681609"/>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D8C3B407-C519-46CA-B43B-D1BA387C41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D956F933-2495-456E-A131-0183B891AB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B502BA5E-CB3E-4C4C-85E5-C5A812D594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5EC3751E-1355-48FD-BCEB-7D9CC3EF55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680AE170-2FD5-4ED8-9F40-39D8B6F7A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C60DB525-24F4-4C4F-B3E4-08F17A0452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89911353-6126-4943-824A-FFEA22B24BFC}"/>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60865A70-5E30-4935-B45B-481E01E01257}"/>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A815014C-0BA4-4D2D-8812-9EA50CEF02CD}"/>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2C3CF506-5B89-4338-852D-5686C7807E52}"/>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CD63505-6C0D-4540-AB92-19E8A38D13F7}"/>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2A2CDE3A-E53E-4064-9B4D-8A98A54AED4F}"/>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8B7BD550-517E-4FC9-A16A-CAF136C5D72C}"/>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774FC949-000B-4DB4-9A69-688CE17FE712}"/>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BE3295CD-61C3-439B-9E34-B6F6A4616C21}"/>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80048041-7AB5-4BE7-A23C-C084F32BCF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83943601"/>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FAE2295-C2EF-49BB-8CAD-73F737E8B6E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862CA21A-744B-4965-A64B-E70E59C766E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3B2C4B2F-26C4-4C06-AE71-D53087E8EB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6C53FF09-84E9-4F73-92C8-D15D4D1A938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9506700B-ACBE-46FD-AA09-E1BC2368D427}"/>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52540B0-4202-4188-B628-09874C343EBC}"/>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0DF98808-5610-4757-A483-42F8371F841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64ECE447-3729-45B7-B4F3-C358CE0BC77D}"/>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81115D8-5A4E-4FE5-8E04-ED2FEB0D30A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A5EFE3A-0B32-43B5-8092-C9D090F51009}"/>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AAF293A-56B8-4DAB-956E-A342BDEAB484}"/>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7BE20082-3EDA-4215-8EEE-DB474753FDD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723F5DFC-E349-4C6F-8D23-A09DE8E207B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BA371179-1C69-44D4-B2F3-55B24248899C}"/>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15C79BE3-A8F2-48D9-A49A-3DB39DACAB3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40B647B-9319-4DD1-AF84-5FB8556B2848}"/>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7B428798-97AF-4A34-83FE-A897F8A7E68C}"/>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97E652E2-ABF8-4A3E-AA9B-398A5C438873}"/>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549DE64D-8674-4432-83B3-1CA8F795826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AF38B511-0CEE-4183-A525-FE2121A36D84}"/>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0E88A92D-4C6F-4989-85D9-4B2E3B34D86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15BFE89C-344B-40A1-B3C1-49975E9A006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918F94D-8BDE-493E-A2CD-CFC96455086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E4D70CA8-D143-4970-AC3D-98076F362DD6}"/>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FF6E776E-D440-4EFE-BD6A-AC6B2B777DF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79F6F3BC-5BA9-4ECC-9548-0523968996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6C34BE5-E3A3-4932-B0CE-7EB310A5F7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5DFF4166-4AF0-4B50-BC0B-A0273D1B65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D825267C-B842-4E92-9555-5D795FC2DF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67974854"/>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FDAEAAE1-46D5-4CD4-8B33-7A6AB490C0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92CF35B1-12C2-4CDA-B6C0-DFB1A3DF69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76B1AEDD-4198-4FE8-B73F-70A06F5977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3D6FDAB6-EB71-4646-A62A-CBAE52D899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D07E4A6-5203-4A60-8984-0A0411A210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A579D9D6-332A-48EB-921E-5B422A5058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6CC38DF0-12A6-4152-AFFE-F68978A5960A}"/>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218EE3CF-E35E-4108-91F7-590FBE01C2CC}"/>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713813C9-1BCD-43BB-BCE3-1AA23D00400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5F8D33E7-4278-4F32-9584-18B894511DCD}"/>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E1829AC-1912-4EFA-8A97-F835EB5CE333}"/>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CC2AD3A2-1A5B-4C40-BB27-5CBB04383926}"/>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11059B53-8870-46EA-9FBB-BF96C9CE9D50}"/>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CC9534A0-466B-4026-989A-3B775A931293}"/>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1DF4D86B-A4DE-48E0-A3FA-AE84029F4B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7142640"/>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F439AA14-BB1C-4931-B82E-48BCFA2C0A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02FDA03A-A58F-48BA-AA0A-EB105829F4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419D9CDF-5B79-44BB-9287-DEF257F1B8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F1F18A6-E39B-48B4-959F-CA4D48F0CE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3C96FE4B-37AE-4696-8623-69DC9BDAB9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B2B01EE4-6275-4D28-93C2-40A9F32890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76442493-C691-4247-87CF-F3BDBEFBAE6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431E36B1-B516-4B0A-BE43-AD53E71E013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0D9DE743-3979-48D2-9A3B-33298D8CACB9}"/>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AA25F93A-CB0F-4D8C-AB69-1F64476D8E25}"/>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7E724F4D-6043-4330-9215-35CF7BADE539}"/>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12427EA-0BF7-4F28-B315-59C3C1BDB81A}"/>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290FE024-2446-4FDE-A9E9-0CAAADB4CB4A}"/>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E3BFE096-4B97-4E0F-854A-A864DDA54179}"/>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4E209A44-FAD9-44B3-B888-BFD54A8656E6}"/>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25BCB3DE-D1AE-4AB5-9FA3-CA880DD099C5}"/>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D134958B-49F1-48C5-AEDF-14E053423458}"/>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32A98F6A-AEBC-4366-BC53-DB307E0E7B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170859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90EBBF32-72F7-460D-B8BE-54FE567798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372EA4B4-B26A-44DF-988F-956A129DB8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419C8038-977C-454B-B6BC-EB14E30237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514DED7D-1D19-4209-8B59-E0B5E636CC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B94B927C-F219-4716-816A-485A24D629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0AEB2974-9A2D-4891-B83F-1FC0A81949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B6611C11-77DB-4505-A388-5694407AEC36}"/>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C2460C8C-820E-4E6E-A33A-4CE7DF8E0630}"/>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AA253FC8-A8F8-4D6F-9596-672E25BB8533}"/>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8EE093FC-B890-4854-8667-D012A323E0F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FB0EC1CB-1625-4823-8B74-C92F7BD77D19}"/>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F615BFBC-4AAC-42BC-B9AF-8CEB52F9CBA5}"/>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E85B6AE4-0177-46E0-8C57-E544C5334E4A}"/>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B6036C46-4FC5-4AC3-B420-72A02E17F2E7}"/>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2448EA6B-375F-4829-B642-97D475399E0A}"/>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5102AEF9-23D8-4C3F-9710-04CCB21E0ACD}"/>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A0E53A98-E495-4616-BE31-9BD8789F0FC6}"/>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B92E3F45-96F9-4243-BF9D-8F7414AE45B3}"/>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087D5386-DC1D-49DC-AF00-DB8F172D072E}"/>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EC8F6D58-9AED-4881-8F31-4B47229142EA}"/>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B76FC273-3EB4-4F99-9C2D-A6EA82C41C97}"/>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18B105F2-61B4-4A51-BD5D-2DEBBCEE62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6203143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53117479-B617-4574-9EAA-36D0971279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E890F017-622E-40B9-BEB4-B7EECB9C02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D32D6F1A-DD0C-4BD5-8D6E-C06D32CFA9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8E5C4947-52C2-445B-A292-07FFF07068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392DAE5D-5E67-40E6-99A0-25385CAC5E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BB8F0F65-FABD-485F-AEBC-9055DF6D41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1C54B352-29C5-4931-8AED-5BA773CF352D}"/>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3DB84651-577C-4E7C-8F9C-9F4147118C15}"/>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4B505493-F5A1-4E18-9C34-D5BFDB18EC7E}"/>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3DC30A9-65AF-48FC-A025-B15BD295059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DADBD775-CD8F-4DD1-9FEF-5EF38043995B}"/>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759FBE64-A519-4D69-BDED-DB94C78DD6A5}"/>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7CCB903-F8F2-4A44-B808-223F8D55F92A}"/>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7AC5B25A-BB13-4C5D-A044-59BB8217AE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64702746"/>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CDCA5AF3-6709-4998-A8BF-61069EC220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13AE91EA-E6D1-4EC3-9B3E-8076042B81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4918393A-6884-48B9-B446-4E9B02A0B2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7BC6CB18-9FA9-44B6-8ED7-FC4A11F360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6AD5B696-1E60-4222-AF2B-38FBD49DB3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3B11164-311A-4273-988F-FADEA2C20E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6376E741-4BD8-4A92-B237-0C05C2220D44}"/>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91F4C69D-E71A-4818-9A1C-1FBCCD45338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6CFA2CE3-F091-41D8-83EA-18EC8D41DE4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DB90AED3-33CC-4B62-A901-9F683E7BC4D4}"/>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AE4282F2-B738-47A5-9B19-23B1A6D25F71}"/>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DC3D964F-E497-4C15-BC79-B33EF71CF3B9}"/>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0B9A1A37-2D88-49EA-8BCD-EFF619C72CD6}"/>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2F456E6E-E257-45E0-A0DD-DEF317263A03}"/>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7C8455A4-04EA-4224-9189-5F59DE9DE1EB}"/>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419E6320-5864-423C-ADB3-B181572137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79500197"/>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787779AB-6BF1-4963-BF96-E2A675EDD6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05A06BEE-86E7-4585-8BBE-A3A3C8E04F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07919DC2-EDE9-4149-BA95-87BE87DD28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B70D2AAD-4273-49FF-A119-F8BA23EC8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4D975FF0-5711-46DE-B88A-87A1FFE832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3C95902F-5D15-4C44-B0FE-5BE9C368BC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28D7CE4F-142F-4E0D-BA79-ED117F8F70DE}"/>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A5AB36D9-6D94-454B-9BB0-598C0DAB50D4}"/>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1BBF8CE-F5DA-4720-B09C-A3C52318C8C4}"/>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9893C62-25A4-4252-AE58-E3B958A1B0FD}"/>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52534C2E-6803-4956-82B7-E11FB9D8DAFF}"/>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AFCB7D5F-2CD1-47DE-AF13-02D1424832EB}"/>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114C7F76-89BF-47F8-87A7-4362D04DE5F7}"/>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317E335F-C316-4FAB-872D-72190188D8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61833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93A2EE45-AD7A-4BC9-8862-450876B4AE5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359FBB4B-3650-434F-9BB9-060A4491CDC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DADCC8FF-B457-466A-8D59-D953162905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5EBACF91-91E6-44C1-A71F-634AE82A8D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1C23ECB4-1DA5-4500-B8F1-81EEAC7B05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707F56CD-6DD1-477D-80A6-7D4A12FD33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6043876F-C483-43BC-9A72-732EF5C3228F}"/>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A5ACC555-CFC0-4F36-8A7C-A2AA5174E45F}"/>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2F5F688A-CEE1-4A06-A401-A181864099AE}"/>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5A30C31F-527E-4C10-86CC-E3935CFD84DE}"/>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DE088844-5754-41E3-A06E-03E20AB7BC89}"/>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D917E0A2-3A4C-4F04-9243-59B72B429902}"/>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B5AE0B10-F398-47C5-A36B-5BA9AA9FDFF4}"/>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4E0FD400-840D-4323-BBA5-B0F1D240F705}"/>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478F590E-ECEE-45DC-B273-4E179B237F24}"/>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0BDF35CC-9CEE-47E0-8D40-69C78934CA85}"/>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611511E7-5884-44E7-B864-C3350FA3A1E3}"/>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B9910644-E7C5-4A38-95BC-683D6826086D}"/>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6F9FDA1F-827F-498D-8F1C-9EA290DE9566}"/>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1073FE9E-C082-4243-BA86-0F7115768988}"/>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C0E0D624-AB45-49E2-BF4F-492E7CE6D6E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D7EFC40D-EB8D-49C6-87B9-FD1E90EC2CD2}"/>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BAA1714F-9519-44FD-8E55-C5B37D690EAA}"/>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6FF7DF2A-87BA-48A8-944C-3E0B6F3AB953}"/>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8AB4B236-1560-4507-9AFB-FD8CDF287466}"/>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D13023B6-1375-4B7A-844C-9EB59D4ACEA3}"/>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DF440D47-A81E-411C-8FBA-6428E4EBC09C}"/>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0C1019B6-26A5-4662-9D58-49B9F44CA48A}"/>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7B1B88BB-004B-4C35-A28A-8E7F19B6ADCB}"/>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58B5E8BA-3A57-4FAA-9409-C039112AFB0C}"/>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DF1BC59F-4C44-4A4C-A88C-4942DD15C950}"/>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3271BB01-2C3E-4B6C-8387-7C85EEC41EE3}"/>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3AA6286D-5C33-452B-877B-04D488D25680}"/>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3DA338C5-6D9D-4039-BBA3-298471FC44F2}"/>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EC156F5B-59A7-4478-B8F7-984BDC7E70CB}"/>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6EBBEAB3-07CE-43ED-AB42-EE51B5B397F8}"/>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2195432A-DD43-49FA-A2FC-20E8E7D79C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8798866"/>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6EA69A9C-7F70-4C84-89D9-CBCDB93429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BF500984-40D1-429E-BF03-87AF4F3880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0698C060-D44D-4B1A-88C7-E0D2CED7806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1C47F3AB-D602-42D7-85B4-2C9304765E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FEBF26C-EBD2-473A-8611-70D124C690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A0E0C841-3AA1-441C-9EBB-DC5E2AD1CE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A528E9DD-F994-461C-9D43-15D8C62F1591}"/>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05D16237-F708-45F0-82BA-FE51281F7FD2}"/>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3A1ADDCF-C702-43A6-8046-E663731C4F4D}"/>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BEA49682-19D4-45AF-9074-73141E4A878C}"/>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08015D18-E889-4508-A7FE-25BC3F5E2230}"/>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37125FA6-42B2-4D41-ACD8-C399F640EA54}"/>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BC668A9A-45B7-4F86-ADC7-74334DE71DB3}"/>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5D177AD-3455-41C9-8AD8-150E355C4B07}"/>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A78CA55F-7F27-4919-A126-BB5C1BBDC43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A78D81E3-3741-4B79-B2C7-A397986FEBF9}"/>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FA9C92C1-42A0-4EB2-A1E2-EC0CD83ADB09}"/>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77C1F15-FF28-4281-82A7-399F942BFB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2173578"/>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B7E64852-C2DA-4F38-9DB1-F59DEA7691B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A442FB5D-43FE-4CDD-88A5-E88383C0938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B810BE26-7064-4756-AA1A-582B2D09F6C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9C8E9829-DCB6-4C8C-8CDE-4DDB6AC388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A9F7C87F-7735-4447-8E37-BD9E3C33B5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C7611409-A46A-4935-963D-1C3C5A8407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0BEFD066-FCE1-49B8-A361-2C2F71AA50EE}"/>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D994C0B3-1DA4-42D1-B772-D1C95CE7877F}"/>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3E9C77A-FB98-4FC1-9F3A-151E8A7033D4}"/>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BFBE2C89-EE11-4070-B426-F6E6C528D88E}"/>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D8AF7D35-3C85-47CF-9595-DFDF775EEA27}"/>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45F1C36-B865-433E-A226-B7EF204AA466}"/>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A4109F6E-B584-4008-AF73-C5D065251FCF}"/>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A6EE1D12-1AC1-458C-AFA8-0154F5BFD6A7}"/>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14BD7E52-F302-47C4-99CB-BF5E51A27BB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010C175-2647-4931-B492-2F069E40E4EA}"/>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B282D548-A81A-4578-AD8B-43566C3196FF}"/>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8643B273-0C22-40AA-A3E8-D837888FED69}"/>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62DE42CE-4D36-4838-A142-E534EB47BEA8}"/>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22EA3059-5F00-4428-95DB-EA4ABD29FDE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3E0F521A-1CCA-45D7-84FD-6BAD46183545}"/>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A762D6CA-3CE0-4076-BEB7-3F4770E26540}"/>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0B6A3608-7299-482C-A4C8-147B480533F7}"/>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B5B7005-757C-4EDD-8694-D27BD83FFB45}"/>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7562BBAB-0624-4338-A88C-94008574137D}"/>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3CAEE0CB-7AEA-4B14-90E8-3F114B49A456}"/>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FCBE634-EFBB-4876-BD65-A0BDAFC37024}"/>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D09F17DC-A9DF-4F30-827E-C156A3675FEC}"/>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5249A2FF-D47A-448B-B8C8-B400080EC092}"/>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07A16C00-A7E8-43CE-9EF0-564428E94155}"/>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8F91515-C56B-4E27-9D2C-AE168B95626E}"/>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65F2CAB5-712C-42BE-8014-4E044169FFFA}"/>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C48495C-A507-4B99-9B0D-5295A5544D7D}"/>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6958D7A9-802D-48D4-9109-0133093ABF92}"/>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F39B4C48-DCFB-43E0-9727-B8A6176749F6}"/>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46252CF2-1712-4D5B-8C6A-C88B89B8C2B4}"/>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362B72D-82F7-4FAA-A6D5-6F64ED0594DE}"/>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F142D0C1-855B-4554-B8B4-8A33F08C4B1C}"/>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06D22573-046F-4698-9584-12D47B90122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2C2ED427-00EF-4130-9F05-A0D91E022350}"/>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2D5BC95-BA0B-4F50-B45E-3C27F99FA681}"/>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9B97115D-F802-4DB8-A60F-F3188F2279E3}"/>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12DE8504-8AA8-4A97-97D3-E1A6704A83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4280129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D5764049-A0E3-425F-8651-DF47AD7732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E7B5EDB8-8910-4373-9885-EAC1B502904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1AF2A054-DFA1-451C-A0B7-1675B1F168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16479D12-0C39-451D-BC19-C9D11AB4FA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D86957E-8180-42FA-9C1E-4D88BCA885C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54F481F4-A39D-46CD-BAD3-37B7AA8DAD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D3A7B73D-FAF0-4A74-992A-AD3F8E3D99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74AD6EF4-D45C-45AA-9C03-0CBE7453093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E449E7A3-AB2C-4C7F-B35C-70ABE0977CB5}"/>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2679A56F-810B-4C4A-BAEC-6E5F05412879}"/>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EA30991B-8A12-4D58-92AE-531325C3CB91}"/>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529A1909-7A59-4728-B32C-01E238F07947}"/>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29ACB8E0-DDA1-45F3-A2BD-19C040A7B522}"/>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E558BEB-C63A-441D-9B33-05EDBAB2E59C}"/>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4D5C4C1C-CE3D-4CAD-97F9-78D6B665A1FF}"/>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5ED903CC-9F1E-4782-8E4A-E45C8B9AA536}"/>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E106D03D-6CC5-44D5-AB5F-6C4FDBA7DEA1}"/>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ED655D1E-7D9B-4BA8-A579-6D3F5E4AFFD3}"/>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82863841-07BB-4A79-AEF6-30813F795665}"/>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0F598B5F-D40F-4AE7-A0EF-A5D60DE18BFA}"/>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6CA5FEF9-1B60-4C93-90E0-B3F7A53B643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7224F725-F7AB-44E8-92D6-D8FFEB1C529D}"/>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D85B7042-8785-4F4B-993A-A3C677F8F5E2}"/>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A72F8C9C-0199-4061-A0D8-0F22CEF58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515169"/>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40631BA8-217A-4169-90E4-9CFB97B4A18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C932710F-7F12-4B66-B89B-2522E272AFB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FB85D192-A79D-46E6-B841-C21A8510AD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99DDE3D-41DA-4314-9626-25D0CE9DF7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1495AE6-4CB3-42A8-B4AB-B3AAE32DF80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2A192E41-6408-4DF9-8BEF-AF515A8DB4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637E1A3E-D76F-4580-9E80-D19704070F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AD450AAB-1A7B-4941-A207-8A9BBC99AA41}"/>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0DB0ABF8-DD42-4B30-A264-32518FD1012E}"/>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E00359E7-17D6-4C28-9BB6-2430DD5035DD}"/>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8E465B31-7D53-49A7-9424-B784FFED406D}"/>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6933D93B-FEDC-4066-98D8-1F0BC1743762}"/>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CE106B30-CAA0-4FBB-98C7-979BDDFD6A80}"/>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AD79E7FB-ABEA-4A6C-844D-302EE58C1B1C}"/>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F1460F3D-4B50-412B-9457-52D566C3F12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43EA307E-31F3-4B27-AF67-5C2C463D407D}"/>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F9FFEC77-A8D9-4C1E-B486-4DDEBE924A83}"/>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E803A70C-490B-4975-95BF-DB2D572C376B}"/>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1825DE13-A6BA-4FC1-9B1C-E5948E0889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458086"/>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B9A13D9-F2EF-441A-8788-43AD6E5B231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DE1B9735-543D-4A07-B4F9-AD37AC413A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3F61201A-D6E7-4977-9407-796A3FA30D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AFCFDDE2-6250-4752-B7BD-B7FABF35AB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7BDFB2D-2730-4419-BCDD-CE755D86143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695342EF-79A7-4B89-B6F7-0C6488739E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6CFE5629-0074-4F30-BB4C-0325597199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E9958F2F-0221-41B1-8D91-3A46B9D2B16E}"/>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1BDB57D7-6FC7-4089-A780-925F659E700C}"/>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239210B8-E404-45A5-AA17-8CCDB84B4396}"/>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1C48F4AF-F104-453F-97B7-E2B05D19D4DE}"/>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997390D4-9125-4FC0-B8E4-BFFAF7F493DE}"/>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DD361DEA-962E-4A01-ABE4-61BDCC650F50}"/>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E489F59-3F84-48F8-8A0F-3A310B70257C}"/>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C4B1DF6-04B7-4664-8C1A-4AECD32971F1}"/>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220B9770-2D35-4321-90A2-761DCA3FEC24}"/>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72DDD3BB-0B4D-4E27-9645-A5C433CCB438}"/>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88D8AC9-AA20-44D7-B34A-C25ED6088E69}"/>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987D035A-4BF5-44C0-8E39-C5B58FC752A7}"/>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699E0C6B-1DB0-4B45-B480-2937B2704AF7}"/>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4D536D21-AE51-47B0-B0EC-47C23B488F36}"/>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DDFB776C-9979-4DF5-A23A-D1CA8AE994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485712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1EFF0F58-903F-45F7-AD54-9B0722EF5FF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67A64C63-4250-4752-BBCB-F5C10FAE3FC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0E7D68FE-D35B-474A-B283-28EAC52F84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2CCA3ED6-9041-473F-B4F6-708E779681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65837E2-5EEB-462B-8DA4-16F5A1CF0C4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CAF62508-F740-421B-9717-9C0E98A884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5CBCBA10-2CA4-4BA6-B56E-D888E6A30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5EABDCD-46A7-4555-A1A5-3BAC262D2207}"/>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016A03B0-D15F-436E-ACAB-05FF7E1915B1}"/>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DF0A1D7B-2753-489D-A404-F3137CAF4E3B}"/>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35CCAD12-4740-47D3-9B8B-B4E3BE69CB8F}"/>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EBCBC0A0-EC2C-414D-92A4-38EFC3778F8B}"/>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6600CB87-08C4-40AC-9F4C-90169D771C32}"/>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2602B073-DE64-4ED3-8A2C-423238F1AC2F}"/>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5E27EA94-13B8-4F67-BC82-7F53D78E5DA0}"/>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2F9B1942-3E49-417E-AB49-ADF5AEB0CE5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529E99B5-AE24-42A3-9918-E070AF25B286}"/>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3233226C-1152-4C57-8B6E-0F16E4CD9AB4}"/>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47AF00D2-B298-4C52-8356-A00FD7701916}"/>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EED4C26D-106D-4875-91EC-44E6850DA65D}"/>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4F9E99BC-2657-45DC-AF71-B3917A069276}"/>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C2CE6BE-5205-4113-8117-26634DD18272}"/>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FC623D95-023C-4EAA-85DE-AAB3865C2B6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01349E5-DB8E-4235-B213-8A2240C826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27861252"/>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5BD2F538-46D9-44AF-B13D-05F3BD02F12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39B2DA00-C564-433D-BA69-F109D269B91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55A84711-E9D1-44CF-AD08-DEFD8768E2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B77A4796-46B1-49E3-A01B-D30AA3757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E99E81B-AEEF-4DEE-A390-AEE3E6B6CA4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717C446C-AFFC-478E-BBC1-5EC7453325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1AD0518D-6AE6-4A25-885B-AD56222E27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F810E37A-693B-4704-A298-AC64DF349863}"/>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C5A920A9-D489-4DC9-95C6-C208E53E22E4}"/>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BEADBA3C-C57E-4683-9313-491D51DD16D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2B70EACF-F2E4-4919-ABDE-E019D97DA1D9}"/>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4EF7ECC2-5DE5-4265-BCA5-02EE5E266702}"/>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0B45E3B6-8A91-4DFB-AAB7-F8F7EB80B61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DA35E9D9-CD7F-480A-9BFD-611622409D93}"/>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7DC248D6-6066-4061-8FE0-B8277880E786}"/>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58C1EA70-7786-4230-9D27-907279D82D04}"/>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0D33F022-9A0A-47D7-A408-12D3ED611623}"/>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EBD61C91-E98E-4F20-B0E6-C5646A03E5CE}"/>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C9887BFB-648E-4D8F-961B-86E600A386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33895983"/>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DC389EC7-0242-41B0-B14F-0AB11833F5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5ADEB9CA-01A7-4800-88BD-69D21A7325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FD9E1765-83C8-49F1-ABD9-0BC53FE41CE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5A374A56-CC69-4D2A-A075-9D34CAAD89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65A87A90-342C-408D-87CC-845E4DF0F1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C4BE35E-4399-4735-99CC-6B71F24AC3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8332D955-4088-4A74-9054-D6AC2F608116}"/>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E7C14334-D635-4610-9720-D094A96D60CE}"/>
              </a:ext>
            </a:extLst>
          </p:cNvPr>
          <p:cNvPicPr>
            <a:picLocks xmlns:a="http://schemas.openxmlformats.org/drawingml/2006/main" noChangeAspect="1"/>
          </p:cNvPicPr>
          <p:nvPr/>
        </p:nvPicPr>
        <p:blipFill>
          <a:blip xmlns:r="http://schemas.openxmlformats.org/officeDocument/2006/relationships" xmlns:a="http://schemas.openxmlformats.org/drawingml/2006/main" r:embed="Rec6daabd957a4da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AEEAA1EC-C312-426C-B79E-C35442ED2CA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B4208F75-71DA-4E1D-BC63-41DD14073D35}"/>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8007A081-3810-4FC9-B7D1-C57F1E0AE361}"/>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9112F76-F75E-4D74-9ED6-B41468B086B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4945459A-3F9F-4401-A676-DB1627069A9D}"/>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E4CA3883-2764-49D5-A056-CD63333BDBDB}"/>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E47922F-D984-424C-95FB-0B826DB15B1B}"/>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1F461E3A-1BA7-4295-8B91-AD91379D1015}"/>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55989C51-ED5F-40DF-A539-59833AD2328D}"/>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0484A770-CD62-4746-8B7E-F3E911A4F230}"/>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EDD0716C-0AFA-47B1-A27E-D9B0AB08AB72}"/>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ECBB6130-54C9-437F-84BB-566888D08083}"/>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3C0C980A-9ECD-47E2-94B5-854011A13D81}"/>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4F31839-D39B-4955-9CC2-7B9F3A59C48D}"/>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C4704684-4F52-4721-909F-D90A350B6B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609204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4162C93-B027-424C-9AE1-2F29B85CECA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C7DA9325-63E6-4183-AEBC-96EFA85062E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99A73A40-73FA-416D-8B20-306404524C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59E4E4E1-3463-46EC-BDBC-275C2DAE74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59B8582-1617-40F9-9800-DD14DDA8A9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675F21E5-0C46-4A40-B2AB-D3B4BF15C6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4DF43FD3-A7FB-4A8D-9E35-BF3A10AFED42}"/>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651A3367-CBB9-4E82-ADDA-C8703B7FD1D7}"/>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CCB6BC3-E3BE-48EC-AA76-D4EAB99762E6}"/>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9016D24-2B4C-4086-9BAF-2DF20F81359B}"/>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C4795863-F2F0-4A67-A8DA-752DFE74C4EA}"/>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68B321FD-54AA-4B49-B8A7-9B53D1477651}"/>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AA500937-9843-45D8-A255-E605BCFE2F1F}"/>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6D37FA7B-58ED-464A-A573-923BDB972E95}"/>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9E6FE7A-A7AB-4EDE-89D2-7B61F188723E}"/>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CB9646D-2735-42BE-BE22-0CE327EA603F}"/>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39DF25B9-656B-48F2-9963-D2A422F85291}"/>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8DC48B47-A983-48F2-8787-B66A55B759F9}"/>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372D8619-E6C3-4543-9E5C-FB247D1A7B8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44CAA5F5-3DDD-4D54-B0DA-CC9830E3BF8F}"/>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A4BDBAC8-1A3F-4665-9A74-D4DDB188AA56}"/>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E251B0BF-E151-487C-B665-21987F3001BB}"/>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64A1612E-FF61-4DB7-9F9A-DDB134972064}"/>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CB25F506-19C2-47FD-BB9A-D3900E2B0BA4}"/>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8B954C6E-974B-4161-A547-19F4828AB2B8}"/>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96623BF8-55BD-4A97-9B38-52B200691492}"/>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B0A8B314-EA26-4196-975D-1B01A0F620DD}"/>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1E5EBFF0-5545-49DB-A275-AB26C28F4746}"/>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B4029594-2BDF-4527-AEA0-5CA458DA72F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DEA9492B-EA34-469B-82B2-16732592B3E1}"/>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5001C4DA-6A81-4AB5-AEBF-D9A0F2B40FF9}"/>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7B0184B8-9C24-4DA2-AD2E-FB78B92E0E0D}"/>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C9E398A3-F02D-447B-AB9A-78E81B1958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62735125"/>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3BE9830A-7F30-4421-8BE7-257C255637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467A53AE-581A-4B0F-AA47-8214547C5A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1F6CD24D-728C-490F-BC2D-40FA1D1AC9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A793A023-EDB2-467D-9C0B-DA8DD04B20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6358652B-6DDD-4ABA-82A2-5E9A7D39D0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18405DCE-9293-451F-8EC8-24D28F101A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BE308E08-B72B-438D-A139-A370A5FFF82C}"/>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C90B18D3-6BF1-449A-86BA-0A39741BF4D9}"/>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6BE22A19-774A-4D6F-895B-2D69FD064254}"/>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3B28EA51-1320-4F23-AC1A-450D975D49E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AC32F0F-B3A8-4D52-8959-F92855EB101A}"/>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6B5661C-323C-407C-ABCF-F1CDA0B55E90}"/>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A952016E-A2E6-4645-B703-201F90FD3028}"/>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5CD342DD-4DBD-491D-8A75-038E721B7CA5}"/>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C4D40529-C7CB-4244-978A-C4E3853CB489}"/>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A03FFD51-5511-4DD4-8808-D75FC91F984B}"/>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A9FDF0F-4AE9-4C23-B795-6C558ACFCB77}"/>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7F56A61A-DA6B-4B97-81CE-80F7EE80926E}"/>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6628E0BB-9293-4E17-B0D9-E32C1E79FC4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71392B21-CC93-48C0-8C04-38949E83B7F8}"/>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82D016FB-4B5C-48CF-B380-EE134C723D9B}"/>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5D9C4F4-175E-4189-81BB-980D61A0315C}"/>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5E441F90-3C48-49B7-BDCB-78FF34016124}"/>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6A1C9DF9-2268-4C4F-A7EC-A5C89289C8CE}"/>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FC5DED8D-6C4D-4075-8660-B8F62D3A4348}"/>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F98285DF-1182-402B-B046-A942547DFE2F}"/>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2A435E05-867D-4A4E-BCCB-1DEA581F06D6}"/>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71E9373A-7A98-418F-BEF0-88E079B546B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5374C9A-CB63-4A28-BADF-28DC83691003}"/>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57460747-86C6-4896-AC56-A1B116335BA1}"/>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4F1EB0F-4A21-45AD-A2B6-0FD0539BF3DF}"/>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F1C1240E-73E1-4BF6-A3F2-5FFFD3060BBA}"/>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0C46413-5202-4EF4-AF1C-8B12CFC59142}"/>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6E30778E-32DD-4DC7-9870-D8399D36878B}"/>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59BAD174-ED24-4F6E-86A6-C2D546775DF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CA0C343-0DD5-4A1C-978B-C2948E584DD9}"/>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A129996A-104E-461B-965D-743ABB21D801}"/>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06685D30-04B4-4FC2-A711-F95665980B93}"/>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8D78AE3C-5EA3-4D87-8BB5-8F0664AC1454}"/>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E0E98625-A341-4E93-B4BF-450F85AB10D1}"/>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771A476-EFB3-4AF0-A103-AFACA5A2E4E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43E6FCC9-68B5-449E-A0CE-63B708A58E51}"/>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F8446B84-C7EF-4A2F-8015-C504D710298C}"/>
              </a:ext>
            </a:extLst>
          </p:cNvPr>
          <p:cNvPicPr>
            <a:picLocks xmlns:a="http://schemas.openxmlformats.org/drawingml/2006/main" noChangeAspect="1"/>
          </p:cNvPicPr>
          <p:nvPr/>
        </p:nvPicPr>
        <p:blipFill>
          <a:blip xmlns:r="http://schemas.openxmlformats.org/officeDocument/2006/relationships" xmlns:a="http://schemas.openxmlformats.org/drawingml/2006/main" r:embed="R7dd9bedca17d4c3f"/>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1DBF2EF8-B53F-4A91-917B-6915038895B3}"/>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89D36ED4-153D-42C6-A590-AE4EAF15890D}"/>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FA3E9B4D-F22F-470C-9A52-0AD09A5B26DF}"/>
              </a:ext>
            </a:extLst>
          </p:cNvPr>
          <p:cNvPicPr>
            <a:picLocks xmlns:a="http://schemas.openxmlformats.org/drawingml/2006/main" noChangeAspect="1"/>
          </p:cNvPicPr>
          <p:nvPr/>
        </p:nvPicPr>
        <p:blipFill>
          <a:blip xmlns:r="http://schemas.openxmlformats.org/officeDocument/2006/relationships" xmlns:a="http://schemas.openxmlformats.org/drawingml/2006/main" r:embed="R03c948e05a864000"/>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582E29AD-CA36-4DDA-8255-71C6A83DBFC8}"/>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5BADBA80-D257-4AFA-B383-FE11327C0B97}"/>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7E45BE05-E1DC-4A5C-94E8-3D740AF6DE6E}"/>
              </a:ext>
            </a:extLst>
          </p:cNvPr>
          <p:cNvPicPr>
            <a:picLocks xmlns:a="http://schemas.openxmlformats.org/drawingml/2006/main" noChangeAspect="1"/>
          </p:cNvPicPr>
          <p:nvPr/>
        </p:nvPicPr>
        <p:blipFill>
          <a:blip xmlns:r="http://schemas.openxmlformats.org/officeDocument/2006/relationships" xmlns:a="http://schemas.openxmlformats.org/drawingml/2006/main" r:embed="R916dc09fba804f17"/>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97760723-69F8-48BD-B257-28164B0ADBA0}"/>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65FFD52C-0DAA-48A7-83A2-945E7DE907BD}"/>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29133441-022F-4B47-A85F-825694B1CD78}"/>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D5FC5FB4-4D92-481A-86CC-2D75B5E080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6594531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5C997367-6165-4A4D-A846-804E017E503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E95AF8A5-A8F4-4629-BE3B-7D95565DFDA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1AFB1F5B-2E92-4089-9279-11BCE828F8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6B2A0E41-98C1-484F-8AA5-F32819E53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B538376D-3370-4C78-A6F0-B7E460B4A9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7AA32761-E7DE-47BF-A77D-724B6B744D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901FE84-D854-4F0A-9AB7-D44626E852C1}"/>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A42B0B33-86A4-4C0B-90A2-E37D412761CB}"/>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A06BDBC9-47FE-4ED8-B72F-B78BD89DDBB4}"/>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BDADF269-A882-40BC-8512-39028E6348F5}"/>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7A00BF0-4FC4-4305-AFFA-CE73A21380D1}"/>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43D8AB6-A848-4B9E-A11D-096E848B2E2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9BC6175-7382-4183-B125-2A6DC462CA57}"/>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9BF692C5-DD13-4082-9DA3-0F089392ED7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9F2137EB-97EE-4BCA-B32D-925DCA988B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49923279"/>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9C24B754-DBF7-4EFF-BAA2-CCE49F5DBCD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6E67B48F-7D6D-4116-9911-D58D50ECD89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E1D3870A-C935-4B22-8678-16BFC2D0E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B828B836-6564-43BE-8322-FB61397A3B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F280000-EBEF-4486-847F-7514D1FDC3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CA7FBC3C-C7DA-4DE3-B1B2-2026048640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DBC5A2EB-3AAD-445B-A085-1DFC7B46FB51}"/>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409FAEF7-9A39-404D-9902-13DAA5DBCC9A}"/>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77209ED-4029-4898-A456-99AA46C64C5A}"/>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67B0C348-831D-4BD6-A512-9FC1AD10E17E}"/>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EF6BDE8-C17A-454F-9EC4-1BCE40A5D171}"/>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41ED5B7-1B20-4BBE-859F-7D011D07DCB0}"/>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1079450A-7B5F-4F6A-B65A-D2B0E1105C3C}"/>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B08771F9-676C-4BAA-852C-FF18BAF10C5F}"/>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F56552AE-B54D-4561-85D4-0C7123FC9722}"/>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CB5D246-ED6B-48C2-9912-9247622BF9F1}"/>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95CE4C08-D693-4CFD-8D11-76E020A4D9B3}"/>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541E65DD-2531-484A-957B-CE70AB56DCF1}"/>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6BC72C63-F1EA-49ED-A2C4-27D81ED8A36E}"/>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57354622-4484-4C06-90A1-B51844B5AD3B}"/>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33FFEBC7-343E-4BAE-B47D-B4297E50082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E3E16877-A671-4F59-9D36-C4B8A1F794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34814955"/>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BEB1FAE4-5EF1-46EC-AE14-D71CC4A5679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C98353D2-E35C-48BB-BB9A-85445705D19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1CD62374-4E69-4DE9-A9B7-52A34043D83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C05D607A-7B0B-404D-A9DC-6A424ACA27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F764F33C-6F71-4971-AA3C-87EFF319F0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48A8B368-278A-40E1-BA69-61E9A69003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47F732B8-FEA7-42C8-BD39-FA4201375864}"/>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9497AE45-6B2D-4E01-A2AA-D51248B5D882}"/>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E0151590-7230-43EB-83AC-57EB1B20B009}"/>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D96507FB-AF9E-476D-9D11-61CA10BD8EAE}"/>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08BEF938-58E9-4764-88E5-58E73B2EAA81}"/>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2386BBCF-94CE-41FA-9499-827E7FEABB2B}"/>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E250E9F2-F41D-4D82-AED5-A6A695ED81FD}"/>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55765A4B-DD89-4346-A95F-7C4E9994CB9B}"/>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9A9F822D-31A7-425C-AFD3-DA293C7E5399}"/>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E4DD581F-863A-46A9-8AFE-58423781C8D6}"/>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606D5498-4AAB-47DD-A7E6-FD4251AC42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8609802"/>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70FD2B3E-FAF5-4305-9180-9F1F1B0B840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0CB21302-DA8A-45F9-B10A-CAF3DAB94A3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2B8CBD79-98FD-4EAB-AD67-124C230DA5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606294CC-1EDF-400D-B55B-70C23ECCD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97B9A4C-0EB2-4D62-9A65-899CA9A199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130E60A-37AC-438E-B635-5968AF5F18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FD3F0A5C-8847-49F4-8E4B-E568FD32FADC}"/>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FE0AE65-9B62-42AB-A474-DDBA94EC0F97}"/>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255B649-C287-4F60-AFD5-E7233A9F7DC6}"/>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DCB5589-5C72-44B5-A92F-8B868FA7AF3B}"/>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B61075CF-5FF7-4D4A-8B85-2DD1F38FBE1E}"/>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1F60EF0F-817C-4890-A4E1-6BE4D846CDA6}"/>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07BA3112-AEF8-459E-B49C-09D92EEB5282}"/>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AA5C2F8-E554-4993-847C-E4C46E3231DC}"/>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B7F50174-5AA7-4579-8C17-077C6F582C5C}"/>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EC95A56A-7902-431A-8E5C-EDD2F0DE43B8}"/>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142E7C0F-D6A9-4C2C-BC64-5DA80B66AAF7}"/>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487D45D3-09AD-40FD-B079-6A85D9FEE565}"/>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03FDECF-6F7B-43CE-B42F-A9ABF7E055A3}"/>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A5C8C3F2-1F97-4A97-85BC-165774A16A7C}"/>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BB6FF451-5DA1-44C8-BD91-2A63375375AF}"/>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6345430B-BFF1-4C37-94F2-E1483BC72EA2}"/>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14BDA96D-817C-4865-8AD8-F9F3F43AB4DB}"/>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D7C1149-E028-4B3E-BAE5-41BBC9E84868}"/>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B98E0ADB-C5CF-4E03-B626-921ADE00FF75}"/>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0254F0BD-FFA4-4B38-AAC4-189E233EDE6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5568F742-0F9D-4DC1-BC43-CDD8B50F7276}"/>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070344BD-163E-47E6-BF30-0C0DBF66BB92}"/>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EEB32B8-D9F5-47E4-AA30-3BC63DC07245}"/>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BCB02A98-4AC6-452B-99A2-1BEE94F1FD31}"/>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74A96311-5908-40A8-B901-910EC2778C7B}"/>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AC1EFA1-356A-43DA-9373-B8ED8171E33D}"/>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4A11A426-2BFF-46C9-8855-66B4FCFAF3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81329639"/>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F1CD0C68-849A-45BD-A52F-3C32BC13049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3DA9A447-EED9-4F78-BC4A-E114BBD1234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0BAC1F96-3AF9-46D3-8790-2E7338579E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443C5DFC-862F-409B-A690-503FFD3577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4DF91A3A-9FCA-4603-9F63-BC5DFB3B9E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5D83E2D5-1F0E-4F19-ABD3-CAFE859566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59BEE745-42C8-424A-A337-80BDE487B1C9}"/>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FD8C958D-D95E-4B94-B7A7-4CE67E74D7C3}"/>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46EC4A48-2402-4862-99FF-EDBB02887540}"/>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3B32B3DD-A348-4FF9-9ADA-F51297638096}"/>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EEBFB769-B502-4708-97D1-8362C9252784}"/>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D059496-B979-4B91-ACA2-011404DD7008}"/>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A6ABE227-3FD8-4760-8666-3CC80784DAE9}"/>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40C851DD-2F1C-40D2-9A12-381F65C34895}"/>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24C0B32-F863-4321-8D7A-54AFA84C778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4290A1CB-7E15-405A-9780-C7E873312D31}"/>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757E41FB-4836-42FA-9283-57CB78C80C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691416997"/>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B3099B94-0B33-4AB9-9FE2-00ACD7AAE1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7009FD48-6BF4-4FD0-9ABE-09ACE2146F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D3C35383-250C-4390-9548-7D9875BD80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BFD26F0A-642D-4307-A33B-4406CE39DF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B1C00557-3963-41D7-B7EF-55E0CA168E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97CA4C00-EBA3-4BBF-8F66-5553E87BF0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B97036E2-2690-45E3-89CF-55A12155C85C}"/>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053838CF-92DD-4F9C-926C-2D09FFF4868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8C7468FF-40E2-462F-9283-2C4008680CFE}"/>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A6220F3-0057-4497-A2F2-3FBFF1BE0C66}"/>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0FE56205-89E4-40D4-9CEE-63DA77309F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18252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2026-10-23T04:49:14.3580000Z</dcterms:created>
  <dcterms:modified xsi:type="dcterms:W3CDTF">2026-10-23T04:49:14.3580000Z</dcterms:modified>
</coreProperties>
</file>