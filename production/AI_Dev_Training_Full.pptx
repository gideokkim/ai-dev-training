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76d9eaddf08498e" /><Relationship Type="http://schemas.openxmlformats.org/officeDocument/2006/relationships/extended-properties" Target="/docProps/app.xml" Id="R71ce44e5b1334d7b" /><Relationship Type="http://schemas.openxmlformats.org/officeDocument/2006/relationships/officeDocument" Target="/ppt/presentation.xml" Id="Rf4fc58613bb54cdc" /></Relationships>
</file>

<file path=ppt/presentation.xml><?xml version="1.0" encoding="utf-8"?>
<p:presentation xmlns:p="http://schemas.openxmlformats.org/presentationml/2006/main">
  <p:sldMasterIdLst>
    <p:sldMasterId xmlns:r="http://schemas.openxmlformats.org/officeDocument/2006/relationships" id="2147483648" r:id="Re27d0188e2f94409"/>
  </p:sldMasterIdLst>
  <p:notesMasterIdLst>
    <p:notesMasterId xmlns:r="http://schemas.openxmlformats.org/officeDocument/2006/relationships" r:id="Rfd442b8276bf4990"/>
  </p:notesMasterIdLst>
  <p:sldIdLst>
    <p:sldId xmlns:r="http://schemas.openxmlformats.org/officeDocument/2006/relationships" id="256" r:id="R2bdb335af61a4bdd"/>
    <p:sldId xmlns:r="http://schemas.openxmlformats.org/officeDocument/2006/relationships" id="257" r:id="Rd4f16eb93aaf4736"/>
    <p:sldId xmlns:r="http://schemas.openxmlformats.org/officeDocument/2006/relationships" id="258" r:id="R7696b91262df42c6"/>
    <p:sldId xmlns:r="http://schemas.openxmlformats.org/officeDocument/2006/relationships" id="259" r:id="R88466c071c2448f9"/>
    <p:sldId xmlns:r="http://schemas.openxmlformats.org/officeDocument/2006/relationships" id="260" r:id="R53065e30eead473a"/>
    <p:sldId xmlns:r="http://schemas.openxmlformats.org/officeDocument/2006/relationships" id="261" r:id="R0d9feb06db1340a8"/>
    <p:sldId xmlns:r="http://schemas.openxmlformats.org/officeDocument/2006/relationships" id="262" r:id="Rf6de80d448a74fdb"/>
    <p:sldId xmlns:r="http://schemas.openxmlformats.org/officeDocument/2006/relationships" id="263" r:id="R9fbba7bd823f4a8a"/>
    <p:sldId xmlns:r="http://schemas.openxmlformats.org/officeDocument/2006/relationships" id="264" r:id="R865f6279e74643c4"/>
    <p:sldId xmlns:r="http://schemas.openxmlformats.org/officeDocument/2006/relationships" id="265" r:id="R606203db225441a9"/>
    <p:sldId xmlns:r="http://schemas.openxmlformats.org/officeDocument/2006/relationships" id="266" r:id="Rb0c9942aedd04e68"/>
    <p:sldId xmlns:r="http://schemas.openxmlformats.org/officeDocument/2006/relationships" id="267" r:id="Re2df5e6d5ed74852"/>
    <p:sldId xmlns:r="http://schemas.openxmlformats.org/officeDocument/2006/relationships" id="268" r:id="R91cde606120547e3"/>
    <p:sldId xmlns:r="http://schemas.openxmlformats.org/officeDocument/2006/relationships" id="269" r:id="R495b6feae5634e9a"/>
    <p:sldId xmlns:r="http://schemas.openxmlformats.org/officeDocument/2006/relationships" id="270" r:id="Rcc4bf0c6a4bc4917"/>
    <p:sldId xmlns:r="http://schemas.openxmlformats.org/officeDocument/2006/relationships" id="271" r:id="R8c72fa9694614c0e"/>
    <p:sldId xmlns:r="http://schemas.openxmlformats.org/officeDocument/2006/relationships" id="272" r:id="Rfcba8ba7e9424ea8"/>
    <p:sldId xmlns:r="http://schemas.openxmlformats.org/officeDocument/2006/relationships" id="273" r:id="Rf78f9b42eb724b11"/>
    <p:sldId xmlns:r="http://schemas.openxmlformats.org/officeDocument/2006/relationships" id="274" r:id="Rb746c7b720d547a1"/>
    <p:sldId xmlns:r="http://schemas.openxmlformats.org/officeDocument/2006/relationships" id="275" r:id="Rb604a691032b4629"/>
    <p:sldId xmlns:r="http://schemas.openxmlformats.org/officeDocument/2006/relationships" id="276" r:id="R0219c0345a9f4c10"/>
    <p:sldId xmlns:r="http://schemas.openxmlformats.org/officeDocument/2006/relationships" id="277" r:id="Rc9483f1123b242a7"/>
    <p:sldId xmlns:r="http://schemas.openxmlformats.org/officeDocument/2006/relationships" id="278" r:id="R85424780b2784173"/>
    <p:sldId xmlns:r="http://schemas.openxmlformats.org/officeDocument/2006/relationships" id="279" r:id="R15ff088085e443fb"/>
    <p:sldId xmlns:r="http://schemas.openxmlformats.org/officeDocument/2006/relationships" id="280" r:id="Rf9c09654b67c4c4d"/>
    <p:sldId xmlns:r="http://schemas.openxmlformats.org/officeDocument/2006/relationships" id="281" r:id="R3b79d104f4f94440"/>
    <p:sldId xmlns:r="http://schemas.openxmlformats.org/officeDocument/2006/relationships" id="282" r:id="Rb14c9170a8164dce"/>
    <p:sldId xmlns:r="http://schemas.openxmlformats.org/officeDocument/2006/relationships" id="283" r:id="R74f1ae4370584588"/>
    <p:sldId xmlns:r="http://schemas.openxmlformats.org/officeDocument/2006/relationships" id="284" r:id="R9c9bd8c809c5486d"/>
    <p:sldId xmlns:r="http://schemas.openxmlformats.org/officeDocument/2006/relationships" id="285" r:id="R11fd712de7f64d28"/>
    <p:sldId xmlns:r="http://schemas.openxmlformats.org/officeDocument/2006/relationships" id="286" r:id="R0493fec039a34854"/>
    <p:sldId xmlns:r="http://schemas.openxmlformats.org/officeDocument/2006/relationships" id="287" r:id="Ra3ea64edca344838"/>
    <p:sldId xmlns:r="http://schemas.openxmlformats.org/officeDocument/2006/relationships" id="288" r:id="Rfca264db50044db1"/>
    <p:sldId xmlns:r="http://schemas.openxmlformats.org/officeDocument/2006/relationships" id="289" r:id="R1896dc4f20fc495d"/>
    <p:sldId xmlns:r="http://schemas.openxmlformats.org/officeDocument/2006/relationships" id="290" r:id="R86d1734090424962"/>
    <p:sldId xmlns:r="http://schemas.openxmlformats.org/officeDocument/2006/relationships" id="291" r:id="R31f5ab98ccac4fb8"/>
    <p:sldId xmlns:r="http://schemas.openxmlformats.org/officeDocument/2006/relationships" id="292" r:id="Re15d84542307413c"/>
    <p:sldId xmlns:r="http://schemas.openxmlformats.org/officeDocument/2006/relationships" id="293" r:id="R0658ae7db92843d6"/>
    <p:sldId xmlns:r="http://schemas.openxmlformats.org/officeDocument/2006/relationships" id="294" r:id="R868472e98ccb4efb"/>
    <p:sldId xmlns:r="http://schemas.openxmlformats.org/officeDocument/2006/relationships" id="295" r:id="R74646e81da6e4e44"/>
    <p:sldId xmlns:r="http://schemas.openxmlformats.org/officeDocument/2006/relationships" id="296" r:id="R155df0913a624b4e"/>
    <p:sldId xmlns:r="http://schemas.openxmlformats.org/officeDocument/2006/relationships" id="297" r:id="Rad9baac15b70454d"/>
    <p:sldId xmlns:r="http://schemas.openxmlformats.org/officeDocument/2006/relationships" id="298" r:id="R68559558bf49485b"/>
    <p:sldId xmlns:r="http://schemas.openxmlformats.org/officeDocument/2006/relationships" id="299" r:id="Rafb916e36ee74bfe"/>
    <p:sldId xmlns:r="http://schemas.openxmlformats.org/officeDocument/2006/relationships" id="300" r:id="R4241ca25b89b4fbd"/>
    <p:sldId xmlns:r="http://schemas.openxmlformats.org/officeDocument/2006/relationships" id="301" r:id="Re7078ef7f8cf4b6b"/>
    <p:sldId xmlns:r="http://schemas.openxmlformats.org/officeDocument/2006/relationships" id="302" r:id="Rc27df0b3c78941d0"/>
    <p:sldId xmlns:r="http://schemas.openxmlformats.org/officeDocument/2006/relationships" id="303" r:id="R36f07f33fdc04f63"/>
    <p:sldId xmlns:r="http://schemas.openxmlformats.org/officeDocument/2006/relationships" id="304" r:id="R7d3cc586bcfc444f"/>
    <p:sldId xmlns:r="http://schemas.openxmlformats.org/officeDocument/2006/relationships" id="305" r:id="R41e5b85d36bf42f1"/>
    <p:sldId xmlns:r="http://schemas.openxmlformats.org/officeDocument/2006/relationships" id="306" r:id="R2f36cedac79c4f0c"/>
    <p:sldId xmlns:r="http://schemas.openxmlformats.org/officeDocument/2006/relationships" id="307" r:id="Raf568ecccb7f403c"/>
    <p:sldId xmlns:r="http://schemas.openxmlformats.org/officeDocument/2006/relationships" id="308" r:id="Rf2d78535590e4952"/>
    <p:sldId xmlns:r="http://schemas.openxmlformats.org/officeDocument/2006/relationships" id="309" r:id="Rdd4b9925d7824875"/>
    <p:sldId xmlns:r="http://schemas.openxmlformats.org/officeDocument/2006/relationships" id="310" r:id="Rac90e12ff4fd4bb7"/>
    <p:sldId xmlns:r="http://schemas.openxmlformats.org/officeDocument/2006/relationships" id="311" r:id="R4180a578a62a48db"/>
    <p:sldId xmlns:r="http://schemas.openxmlformats.org/officeDocument/2006/relationships" id="312" r:id="Rfec7864b64044e47"/>
    <p:sldId xmlns:r="http://schemas.openxmlformats.org/officeDocument/2006/relationships" id="313" r:id="R81600a58a45d417a"/>
    <p:sldId xmlns:r="http://schemas.openxmlformats.org/officeDocument/2006/relationships" id="314" r:id="R08860cce411841af"/>
    <p:sldId xmlns:r="http://schemas.openxmlformats.org/officeDocument/2006/relationships" id="315" r:id="Rc1e9e496d8304943"/>
    <p:sldId xmlns:r="http://schemas.openxmlformats.org/officeDocument/2006/relationships" id="316" r:id="R725640ec1bd7429a"/>
    <p:sldId xmlns:r="http://schemas.openxmlformats.org/officeDocument/2006/relationships" id="317" r:id="R4f1d44a7cea344bc"/>
    <p:sldId xmlns:r="http://schemas.openxmlformats.org/officeDocument/2006/relationships" id="318" r:id="R33e9e11432264981"/>
    <p:sldId xmlns:r="http://schemas.openxmlformats.org/officeDocument/2006/relationships" id="319" r:id="R0b87b831084841c4"/>
    <p:sldId xmlns:r="http://schemas.openxmlformats.org/officeDocument/2006/relationships" id="320" r:id="Rf42e21413533439f"/>
    <p:sldId xmlns:r="http://schemas.openxmlformats.org/officeDocument/2006/relationships" id="321" r:id="Rfb2b672b7d9a4ccc"/>
    <p:sldId xmlns:r="http://schemas.openxmlformats.org/officeDocument/2006/relationships" id="322" r:id="Rd0df6c0246e943c1"/>
    <p:sldId xmlns:r="http://schemas.openxmlformats.org/officeDocument/2006/relationships" id="323" r:id="R4759f4d0e9e1400b"/>
    <p:sldId xmlns:r="http://schemas.openxmlformats.org/officeDocument/2006/relationships" id="324" r:id="Rbd3620f9d97843ad"/>
    <p:sldId xmlns:r="http://schemas.openxmlformats.org/officeDocument/2006/relationships" id="325" r:id="R59b8c7572bea4efa"/>
    <p:sldId xmlns:r="http://schemas.openxmlformats.org/officeDocument/2006/relationships" id="326" r:id="Rbf20746593964953"/>
    <p:sldId xmlns:r="http://schemas.openxmlformats.org/officeDocument/2006/relationships" id="327" r:id="Rc815c03083784fd3"/>
    <p:sldId xmlns:r="http://schemas.openxmlformats.org/officeDocument/2006/relationships" id="328" r:id="R3c83896315f0431c"/>
    <p:sldId xmlns:r="http://schemas.openxmlformats.org/officeDocument/2006/relationships" id="329" r:id="R7fde8ead9c1f4614"/>
    <p:sldId xmlns:r="http://schemas.openxmlformats.org/officeDocument/2006/relationships" id="330" r:id="R044a45246af944f8"/>
    <p:sldId xmlns:r="http://schemas.openxmlformats.org/officeDocument/2006/relationships" id="331" r:id="R03a05354a5d44590"/>
    <p:sldId xmlns:r="http://schemas.openxmlformats.org/officeDocument/2006/relationships" id="332" r:id="R7a0a1d518dac4844"/>
    <p:sldId xmlns:r="http://schemas.openxmlformats.org/officeDocument/2006/relationships" id="333" r:id="Rfb1dc4a952c94b16"/>
    <p:sldId xmlns:r="http://schemas.openxmlformats.org/officeDocument/2006/relationships" id="334" r:id="Rbeb67620f6d541ce"/>
    <p:sldId xmlns:r="http://schemas.openxmlformats.org/officeDocument/2006/relationships" id="335" r:id="R0e351be32862489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3f952bae2442b8" /><Relationship Type="http://schemas.openxmlformats.org/officeDocument/2006/relationships/slideMaster" Target="/ppt/slideMasters/slideMaster1.xml" Id="Re27d0188e2f94409" /><Relationship Type="http://schemas.openxmlformats.org/officeDocument/2006/relationships/notesMaster" Target="/ppt/notesMasters/notesMaster1.xml" Id="Rfd442b8276bf4990" /><Relationship Type="http://schemas.openxmlformats.org/officeDocument/2006/relationships/presProps" Target="/ppt/presProps.xml" Id="R249f6f2c9b8d4266" /><Relationship Type="http://schemas.openxmlformats.org/officeDocument/2006/relationships/tableStyles" Target="/ppt/tableStyles.xml" Id="Rc10edf1b46bb4142" /><Relationship Type="http://schemas.openxmlformats.org/officeDocument/2006/relationships/slide" Target="/ppt/slides/slide1.xml" Id="R2bdb335af61a4bdd" /><Relationship Type="http://schemas.openxmlformats.org/officeDocument/2006/relationships/slide" Target="/ppt/slides/slide2.xml" Id="Rd4f16eb93aaf4736" /><Relationship Type="http://schemas.openxmlformats.org/officeDocument/2006/relationships/slide" Target="/ppt/slides/slide3.xml" Id="R7696b91262df42c6" /><Relationship Type="http://schemas.openxmlformats.org/officeDocument/2006/relationships/slide" Target="/ppt/slides/slide4.xml" Id="R88466c071c2448f9" /><Relationship Type="http://schemas.openxmlformats.org/officeDocument/2006/relationships/slide" Target="/ppt/slides/slide5.xml" Id="R53065e30eead473a" /><Relationship Type="http://schemas.openxmlformats.org/officeDocument/2006/relationships/slide" Target="/ppt/slides/slide6.xml" Id="R0d9feb06db1340a8" /><Relationship Type="http://schemas.openxmlformats.org/officeDocument/2006/relationships/slide" Target="/ppt/slides/slide7.xml" Id="Rf6de80d448a74fdb" /><Relationship Type="http://schemas.openxmlformats.org/officeDocument/2006/relationships/slide" Target="/ppt/slides/slide8.xml" Id="R9fbba7bd823f4a8a" /><Relationship Type="http://schemas.openxmlformats.org/officeDocument/2006/relationships/slide" Target="/ppt/slides/slide9.xml" Id="R865f6279e74643c4" /><Relationship Type="http://schemas.openxmlformats.org/officeDocument/2006/relationships/slide" Target="/ppt/slides/slide10.xml" Id="R606203db225441a9" /><Relationship Type="http://schemas.openxmlformats.org/officeDocument/2006/relationships/slide" Target="/ppt/slides/slide11.xml" Id="Rb0c9942aedd04e68" /><Relationship Type="http://schemas.openxmlformats.org/officeDocument/2006/relationships/slide" Target="/ppt/slides/slide12.xml" Id="Re2df5e6d5ed74852" /><Relationship Type="http://schemas.openxmlformats.org/officeDocument/2006/relationships/slide" Target="/ppt/slides/slide13.xml" Id="R91cde606120547e3" /><Relationship Type="http://schemas.openxmlformats.org/officeDocument/2006/relationships/slide" Target="/ppt/slides/slide14.xml" Id="R495b6feae5634e9a" /><Relationship Type="http://schemas.openxmlformats.org/officeDocument/2006/relationships/slide" Target="/ppt/slides/slide15.xml" Id="Rcc4bf0c6a4bc4917" /><Relationship Type="http://schemas.openxmlformats.org/officeDocument/2006/relationships/slide" Target="/ppt/slides/slide16.xml" Id="R8c72fa9694614c0e" /><Relationship Type="http://schemas.openxmlformats.org/officeDocument/2006/relationships/slide" Target="/ppt/slides/slide17.xml" Id="Rfcba8ba7e9424ea8" /><Relationship Type="http://schemas.openxmlformats.org/officeDocument/2006/relationships/slide" Target="/ppt/slides/slide18.xml" Id="Rf78f9b42eb724b11" /><Relationship Type="http://schemas.openxmlformats.org/officeDocument/2006/relationships/slide" Target="/ppt/slides/slide19.xml" Id="Rb746c7b720d547a1" /><Relationship Type="http://schemas.openxmlformats.org/officeDocument/2006/relationships/slide" Target="/ppt/slides/slide20.xml" Id="Rb604a691032b4629" /><Relationship Type="http://schemas.openxmlformats.org/officeDocument/2006/relationships/slide" Target="/ppt/slides/slide21.xml" Id="R0219c0345a9f4c10" /><Relationship Type="http://schemas.openxmlformats.org/officeDocument/2006/relationships/slide" Target="/ppt/slides/slide22.xml" Id="Rc9483f1123b242a7" /><Relationship Type="http://schemas.openxmlformats.org/officeDocument/2006/relationships/slide" Target="/ppt/slides/slide23.xml" Id="R85424780b2784173" /><Relationship Type="http://schemas.openxmlformats.org/officeDocument/2006/relationships/slide" Target="/ppt/slides/slide24.xml" Id="R15ff088085e443fb" /><Relationship Type="http://schemas.openxmlformats.org/officeDocument/2006/relationships/slide" Target="/ppt/slides/slide25.xml" Id="Rf9c09654b67c4c4d" /><Relationship Type="http://schemas.openxmlformats.org/officeDocument/2006/relationships/slide" Target="/ppt/slides/slide26.xml" Id="R3b79d104f4f94440" /><Relationship Type="http://schemas.openxmlformats.org/officeDocument/2006/relationships/slide" Target="/ppt/slides/slide27.xml" Id="Rb14c9170a8164dce" /><Relationship Type="http://schemas.openxmlformats.org/officeDocument/2006/relationships/slide" Target="/ppt/slides/slide28.xml" Id="R74f1ae4370584588" /><Relationship Type="http://schemas.openxmlformats.org/officeDocument/2006/relationships/slide" Target="/ppt/slides/slide29.xml" Id="R9c9bd8c809c5486d" /><Relationship Type="http://schemas.openxmlformats.org/officeDocument/2006/relationships/slide" Target="/ppt/slides/slide30.xml" Id="R11fd712de7f64d28" /><Relationship Type="http://schemas.openxmlformats.org/officeDocument/2006/relationships/slide" Target="/ppt/slides/slide31.xml" Id="R0493fec039a34854" /><Relationship Type="http://schemas.openxmlformats.org/officeDocument/2006/relationships/slide" Target="/ppt/slides/slide32.xml" Id="Ra3ea64edca344838" /><Relationship Type="http://schemas.openxmlformats.org/officeDocument/2006/relationships/slide" Target="/ppt/slides/slide33.xml" Id="Rfca264db50044db1" /><Relationship Type="http://schemas.openxmlformats.org/officeDocument/2006/relationships/slide" Target="/ppt/slides/slide34.xml" Id="R1896dc4f20fc495d" /><Relationship Type="http://schemas.openxmlformats.org/officeDocument/2006/relationships/slide" Target="/ppt/slides/slide35.xml" Id="R86d1734090424962" /><Relationship Type="http://schemas.openxmlformats.org/officeDocument/2006/relationships/slide" Target="/ppt/slides/slide36.xml" Id="R31f5ab98ccac4fb8" /><Relationship Type="http://schemas.openxmlformats.org/officeDocument/2006/relationships/slide" Target="/ppt/slides/slide37.xml" Id="Re15d84542307413c" /><Relationship Type="http://schemas.openxmlformats.org/officeDocument/2006/relationships/slide" Target="/ppt/slides/slide38.xml" Id="R0658ae7db92843d6" /><Relationship Type="http://schemas.openxmlformats.org/officeDocument/2006/relationships/slide" Target="/ppt/slides/slide39.xml" Id="R868472e98ccb4efb" /><Relationship Type="http://schemas.openxmlformats.org/officeDocument/2006/relationships/slide" Target="/ppt/slides/slide40.xml" Id="R74646e81da6e4e44" /><Relationship Type="http://schemas.openxmlformats.org/officeDocument/2006/relationships/slide" Target="/ppt/slides/slide41.xml" Id="R155df0913a624b4e" /><Relationship Type="http://schemas.openxmlformats.org/officeDocument/2006/relationships/slide" Target="/ppt/slides/slide42.xml" Id="Rad9baac15b70454d" /><Relationship Type="http://schemas.openxmlformats.org/officeDocument/2006/relationships/slide" Target="/ppt/slides/slide43.xml" Id="R68559558bf49485b" /><Relationship Type="http://schemas.openxmlformats.org/officeDocument/2006/relationships/slide" Target="/ppt/slides/slide44.xml" Id="Rafb916e36ee74bfe" /><Relationship Type="http://schemas.openxmlformats.org/officeDocument/2006/relationships/slide" Target="/ppt/slides/slide45.xml" Id="R4241ca25b89b4fbd" /><Relationship Type="http://schemas.openxmlformats.org/officeDocument/2006/relationships/slide" Target="/ppt/slides/slide46.xml" Id="Re7078ef7f8cf4b6b" /><Relationship Type="http://schemas.openxmlformats.org/officeDocument/2006/relationships/slide" Target="/ppt/slides/slide47.xml" Id="Rc27df0b3c78941d0" /><Relationship Type="http://schemas.openxmlformats.org/officeDocument/2006/relationships/slide" Target="/ppt/slides/slide48.xml" Id="R36f07f33fdc04f63" /><Relationship Type="http://schemas.openxmlformats.org/officeDocument/2006/relationships/slide" Target="/ppt/slides/slide49.xml" Id="R7d3cc586bcfc444f" /><Relationship Type="http://schemas.openxmlformats.org/officeDocument/2006/relationships/slide" Target="/ppt/slides/slide50.xml" Id="R41e5b85d36bf42f1" /><Relationship Type="http://schemas.openxmlformats.org/officeDocument/2006/relationships/slide" Target="/ppt/slides/slide51.xml" Id="R2f36cedac79c4f0c" /><Relationship Type="http://schemas.openxmlformats.org/officeDocument/2006/relationships/slide" Target="/ppt/slides/slide52.xml" Id="Raf568ecccb7f403c" /><Relationship Type="http://schemas.openxmlformats.org/officeDocument/2006/relationships/slide" Target="/ppt/slides/slide53.xml" Id="Rf2d78535590e4952" /><Relationship Type="http://schemas.openxmlformats.org/officeDocument/2006/relationships/slide" Target="/ppt/slides/slide54.xml" Id="Rdd4b9925d7824875" /><Relationship Type="http://schemas.openxmlformats.org/officeDocument/2006/relationships/slide" Target="/ppt/slides/slide55.xml" Id="Rac90e12ff4fd4bb7" /><Relationship Type="http://schemas.openxmlformats.org/officeDocument/2006/relationships/slide" Target="/ppt/slides/slide56.xml" Id="R4180a578a62a48db" /><Relationship Type="http://schemas.openxmlformats.org/officeDocument/2006/relationships/slide" Target="/ppt/slides/slide57.xml" Id="Rfec7864b64044e47" /><Relationship Type="http://schemas.openxmlformats.org/officeDocument/2006/relationships/slide" Target="/ppt/slides/slide58.xml" Id="R81600a58a45d417a" /><Relationship Type="http://schemas.openxmlformats.org/officeDocument/2006/relationships/slide" Target="/ppt/slides/slide59.xml" Id="R08860cce411841af" /><Relationship Type="http://schemas.openxmlformats.org/officeDocument/2006/relationships/slide" Target="/ppt/slides/slide60.xml" Id="Rc1e9e496d8304943" /><Relationship Type="http://schemas.openxmlformats.org/officeDocument/2006/relationships/slide" Target="/ppt/slides/slide61.xml" Id="R725640ec1bd7429a" /><Relationship Type="http://schemas.openxmlformats.org/officeDocument/2006/relationships/slide" Target="/ppt/slides/slide62.xml" Id="R4f1d44a7cea344bc" /><Relationship Type="http://schemas.openxmlformats.org/officeDocument/2006/relationships/slide" Target="/ppt/slides/slide63.xml" Id="R33e9e11432264981" /><Relationship Type="http://schemas.openxmlformats.org/officeDocument/2006/relationships/slide" Target="/ppt/slides/slide64.xml" Id="R0b87b831084841c4" /><Relationship Type="http://schemas.openxmlformats.org/officeDocument/2006/relationships/slide" Target="/ppt/slides/slide65.xml" Id="Rf42e21413533439f" /><Relationship Type="http://schemas.openxmlformats.org/officeDocument/2006/relationships/slide" Target="/ppt/slides/slide66.xml" Id="Rfb2b672b7d9a4ccc" /><Relationship Type="http://schemas.openxmlformats.org/officeDocument/2006/relationships/slide" Target="/ppt/slides/slide67.xml" Id="Rd0df6c0246e943c1" /><Relationship Type="http://schemas.openxmlformats.org/officeDocument/2006/relationships/slide" Target="/ppt/slides/slide68.xml" Id="R4759f4d0e9e1400b" /><Relationship Type="http://schemas.openxmlformats.org/officeDocument/2006/relationships/slide" Target="/ppt/slides/slide69.xml" Id="Rbd3620f9d97843ad" /><Relationship Type="http://schemas.openxmlformats.org/officeDocument/2006/relationships/slide" Target="/ppt/slides/slide70.xml" Id="R59b8c7572bea4efa" /><Relationship Type="http://schemas.openxmlformats.org/officeDocument/2006/relationships/slide" Target="/ppt/slides/slide71.xml" Id="Rbf20746593964953" /><Relationship Type="http://schemas.openxmlformats.org/officeDocument/2006/relationships/slide" Target="/ppt/slides/slide72.xml" Id="Rc815c03083784fd3" /><Relationship Type="http://schemas.openxmlformats.org/officeDocument/2006/relationships/slide" Target="/ppt/slides/slide73.xml" Id="R3c83896315f0431c" /><Relationship Type="http://schemas.openxmlformats.org/officeDocument/2006/relationships/slide" Target="/ppt/slides/slide74.xml" Id="R7fde8ead9c1f4614" /><Relationship Type="http://schemas.openxmlformats.org/officeDocument/2006/relationships/slide" Target="/ppt/slides/slide75.xml" Id="R044a45246af944f8" /><Relationship Type="http://schemas.openxmlformats.org/officeDocument/2006/relationships/slide" Target="/ppt/slides/slide76.xml" Id="R03a05354a5d44590" /><Relationship Type="http://schemas.openxmlformats.org/officeDocument/2006/relationships/slide" Target="/ppt/slides/slide77.xml" Id="R7a0a1d518dac4844" /><Relationship Type="http://schemas.openxmlformats.org/officeDocument/2006/relationships/slide" Target="/ppt/slides/slide78.xml" Id="Rfb1dc4a952c94b16" /><Relationship Type="http://schemas.openxmlformats.org/officeDocument/2006/relationships/slide" Target="/ppt/slides/slide79.xml" Id="Rbeb67620f6d541ce" /><Relationship Type="http://schemas.openxmlformats.org/officeDocument/2006/relationships/slide" Target="/ppt/slides/slide80.xml" Id="R0e351be32862489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1217a394ee49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8a729949644bb4" /><Relationship Type="http://schemas.openxmlformats.org/officeDocument/2006/relationships/notesMaster" Target="/ppt/notesMasters/notesMaster1.xml" Id="Rd60fa128cce24b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0cdf6ee5e344e3" /><Relationship Type="http://schemas.openxmlformats.org/officeDocument/2006/relationships/notesMaster" Target="/ppt/notesMasters/notesMaster1.xml" Id="Ree448b4ddf1c42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b571db78004b7a" /><Relationship Type="http://schemas.openxmlformats.org/officeDocument/2006/relationships/notesMaster" Target="/ppt/notesMasters/notesMaster1.xml" Id="R6ebf390deeb646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112edc13ac4bee" /><Relationship Type="http://schemas.openxmlformats.org/officeDocument/2006/relationships/notesMaster" Target="/ppt/notesMasters/notesMaster1.xml" Id="R87eff3626f134b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2fc54120914204" /><Relationship Type="http://schemas.openxmlformats.org/officeDocument/2006/relationships/notesMaster" Target="/ppt/notesMasters/notesMaster1.xml" Id="R156bff9e814943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5c6429c5ff4559" /><Relationship Type="http://schemas.openxmlformats.org/officeDocument/2006/relationships/notesMaster" Target="/ppt/notesMasters/notesMaster1.xml" Id="R78a3aa0074584a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0b5230fe544077" /><Relationship Type="http://schemas.openxmlformats.org/officeDocument/2006/relationships/notesMaster" Target="/ppt/notesMasters/notesMaster1.xml" Id="Rfa8aec0e1b2c40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e2f503cf764cb6" /><Relationship Type="http://schemas.openxmlformats.org/officeDocument/2006/relationships/notesMaster" Target="/ppt/notesMasters/notesMaster1.xml" Id="Rf53408ccb2c649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e1f9e1080ad345ea" /><Relationship Type="http://schemas.openxmlformats.org/officeDocument/2006/relationships/notesMaster" Target="/ppt/notesMasters/notesMaster1.xml" Id="R4cc7a6f0fc7749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327e005f544a9b" /><Relationship Type="http://schemas.openxmlformats.org/officeDocument/2006/relationships/notesMaster" Target="/ppt/notesMasters/notesMaster1.xml" Id="Re474c216aa4e49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b5594231a2480a" /><Relationship Type="http://schemas.openxmlformats.org/officeDocument/2006/relationships/notesMaster" Target="/ppt/notesMasters/notesMaster1.xml" Id="R5f1c10a6d5b24fb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4bcbea809434434" /><Relationship Type="http://schemas.openxmlformats.org/officeDocument/2006/relationships/notesMaster" Target="/ppt/notesMasters/notesMaster1.xml" Id="R6554ab4b31404e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e37b294daf4e65" /><Relationship Type="http://schemas.openxmlformats.org/officeDocument/2006/relationships/notesMaster" Target="/ppt/notesMasters/notesMaster1.xml" Id="R37b0b6d7ff134e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7b53e2c9fb14f28" /><Relationship Type="http://schemas.openxmlformats.org/officeDocument/2006/relationships/notesMaster" Target="/ppt/notesMasters/notesMaster1.xml" Id="Re988d973f20f418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ad85c4ec25144df" /><Relationship Type="http://schemas.openxmlformats.org/officeDocument/2006/relationships/notesMaster" Target="/ppt/notesMasters/notesMaster1.xml" Id="Rc4bde72fcfcb432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d82f56795bb42a7" /><Relationship Type="http://schemas.openxmlformats.org/officeDocument/2006/relationships/notesMaster" Target="/ppt/notesMasters/notesMaster1.xml" Id="Ra08da38b979240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d18546e38474023" /><Relationship Type="http://schemas.openxmlformats.org/officeDocument/2006/relationships/notesMaster" Target="/ppt/notesMasters/notesMaster1.xml" Id="R0bce72e9fdc349e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0e14b33f880421f" /><Relationship Type="http://schemas.openxmlformats.org/officeDocument/2006/relationships/notesMaster" Target="/ppt/notesMasters/notesMaster1.xml" Id="R6b212833071a4f8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bb24d65d7354bd1" /><Relationship Type="http://schemas.openxmlformats.org/officeDocument/2006/relationships/notesMaster" Target="/ppt/notesMasters/notesMaster1.xml" Id="R2cd2d737efda4fa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0ad445e0ab2440f" /><Relationship Type="http://schemas.openxmlformats.org/officeDocument/2006/relationships/notesMaster" Target="/ppt/notesMasters/notesMaster1.xml" Id="R949ee712f16f4e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3102277f80e40eb" /><Relationship Type="http://schemas.openxmlformats.org/officeDocument/2006/relationships/notesMaster" Target="/ppt/notesMasters/notesMaster1.xml" Id="Raa56eeb81b8548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f5576a2cb00446e" /><Relationship Type="http://schemas.openxmlformats.org/officeDocument/2006/relationships/notesMaster" Target="/ppt/notesMasters/notesMaster1.xml" Id="Rdf3ef78f4dcf4cc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4d06be0a0a40c4" /><Relationship Type="http://schemas.openxmlformats.org/officeDocument/2006/relationships/notesMaster" Target="/ppt/notesMasters/notesMaster1.xml" Id="Rf0bc957ea9d548b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723187f9a1a45af" /><Relationship Type="http://schemas.openxmlformats.org/officeDocument/2006/relationships/notesMaster" Target="/ppt/notesMasters/notesMaster1.xml" Id="R486735896c724f9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d810d6f44354609" /><Relationship Type="http://schemas.openxmlformats.org/officeDocument/2006/relationships/notesMaster" Target="/ppt/notesMasters/notesMaster1.xml" Id="R64d722a920d9499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edd5a3857794e1b" /><Relationship Type="http://schemas.openxmlformats.org/officeDocument/2006/relationships/notesMaster" Target="/ppt/notesMasters/notesMaster1.xml" Id="R4cc5b089387c42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095df95483e4825" /><Relationship Type="http://schemas.openxmlformats.org/officeDocument/2006/relationships/notesMaster" Target="/ppt/notesMasters/notesMaster1.xml" Id="R5be659cfeedc48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f0111358fdb46e9" /><Relationship Type="http://schemas.openxmlformats.org/officeDocument/2006/relationships/notesMaster" Target="/ppt/notesMasters/notesMaster1.xml" Id="R7a96295141f649d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6aaf4c8216348dc" /><Relationship Type="http://schemas.openxmlformats.org/officeDocument/2006/relationships/notesMaster" Target="/ppt/notesMasters/notesMaster1.xml" Id="R721e474e706143f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e079a07e24640eb" /><Relationship Type="http://schemas.openxmlformats.org/officeDocument/2006/relationships/notesMaster" Target="/ppt/notesMasters/notesMaster1.xml" Id="R8403b8757c684fd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b717b8b7b4d4e72" /><Relationship Type="http://schemas.openxmlformats.org/officeDocument/2006/relationships/notesMaster" Target="/ppt/notesMasters/notesMaster1.xml" Id="Rb16a93b216b1486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53855f0de7e4480" /><Relationship Type="http://schemas.openxmlformats.org/officeDocument/2006/relationships/notesMaster" Target="/ppt/notesMasters/notesMaster1.xml" Id="R4583c13d26cc4ca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7f9bc1ec7db4dad" /><Relationship Type="http://schemas.openxmlformats.org/officeDocument/2006/relationships/notesMaster" Target="/ppt/notesMasters/notesMaster1.xml" Id="R1816595f4cb04a7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8bd01b0896747af" /><Relationship Type="http://schemas.openxmlformats.org/officeDocument/2006/relationships/notesMaster" Target="/ppt/notesMasters/notesMaster1.xml" Id="Rcc5f4c3a9bcc4e6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0523a1294d54fcf" /><Relationship Type="http://schemas.openxmlformats.org/officeDocument/2006/relationships/notesMaster" Target="/ppt/notesMasters/notesMaster1.xml" Id="Rbb28456021aa457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99b4fe6ef58440c" /><Relationship Type="http://schemas.openxmlformats.org/officeDocument/2006/relationships/notesMaster" Target="/ppt/notesMasters/notesMaster1.xml" Id="Rf1845ca92cd1491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527d420dd634bea" /><Relationship Type="http://schemas.openxmlformats.org/officeDocument/2006/relationships/notesMaster" Target="/ppt/notesMasters/notesMaster1.xml" Id="R68ab9244bd314ce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5e20dbceae94bcf" /><Relationship Type="http://schemas.openxmlformats.org/officeDocument/2006/relationships/notesMaster" Target="/ppt/notesMasters/notesMaster1.xml" Id="R5fea7dd3bf93405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4dead3eed574bd7" /><Relationship Type="http://schemas.openxmlformats.org/officeDocument/2006/relationships/notesMaster" Target="/ppt/notesMasters/notesMaster1.xml" Id="Rbd5fdcfc7337496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d6de158085744c9" /><Relationship Type="http://schemas.openxmlformats.org/officeDocument/2006/relationships/notesMaster" Target="/ppt/notesMasters/notesMaster1.xml" Id="Rd396b9e848c44fb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51297d2ff554fb2" /><Relationship Type="http://schemas.openxmlformats.org/officeDocument/2006/relationships/notesMaster" Target="/ppt/notesMasters/notesMaster1.xml" Id="R016d5604ada24c1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3500034d2374586" /><Relationship Type="http://schemas.openxmlformats.org/officeDocument/2006/relationships/notesMaster" Target="/ppt/notesMasters/notesMaster1.xml" Id="R3c6abaabaadb4d6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ee9963069a54125" /><Relationship Type="http://schemas.openxmlformats.org/officeDocument/2006/relationships/notesMaster" Target="/ppt/notesMasters/notesMaster1.xml" Id="Rd744b034d6f248b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512a946295d441d" /><Relationship Type="http://schemas.openxmlformats.org/officeDocument/2006/relationships/notesMaster" Target="/ppt/notesMasters/notesMaster1.xml" Id="Rbcf141d73435430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d066d67adba4146" /><Relationship Type="http://schemas.openxmlformats.org/officeDocument/2006/relationships/notesMaster" Target="/ppt/notesMasters/notesMaster1.xml" Id="R828395eeec054b9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4eaf06ab2f544b9" /><Relationship Type="http://schemas.openxmlformats.org/officeDocument/2006/relationships/notesMaster" Target="/ppt/notesMasters/notesMaster1.xml" Id="R9e95b45910694c8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76ddc84e91d4978" /><Relationship Type="http://schemas.openxmlformats.org/officeDocument/2006/relationships/notesMaster" Target="/ppt/notesMasters/notesMaster1.xml" Id="R5b8de41feb7b40e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c30fdd7d8984a20" /><Relationship Type="http://schemas.openxmlformats.org/officeDocument/2006/relationships/notesMaster" Target="/ppt/notesMasters/notesMaster1.xml" Id="R5180f939aa514cc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b555abbbd2e4810" /><Relationship Type="http://schemas.openxmlformats.org/officeDocument/2006/relationships/notesMaster" Target="/ppt/notesMasters/notesMaster1.xml" Id="Re531ff74f06c4db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c15e7fbb636499f" /><Relationship Type="http://schemas.openxmlformats.org/officeDocument/2006/relationships/notesMaster" Target="/ppt/notesMasters/notesMaster1.xml" Id="Rd1653738979649a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90a0251dcb045f9" /><Relationship Type="http://schemas.openxmlformats.org/officeDocument/2006/relationships/notesMaster" Target="/ppt/notesMasters/notesMaster1.xml" Id="Rbeeada8697e74c9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0284239c6ff4b84" /><Relationship Type="http://schemas.openxmlformats.org/officeDocument/2006/relationships/notesMaster" Target="/ppt/notesMasters/notesMaster1.xml" Id="Rdeb7b87d4a0547c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3f5bff7b3044cbb" /><Relationship Type="http://schemas.openxmlformats.org/officeDocument/2006/relationships/notesMaster" Target="/ppt/notesMasters/notesMaster1.xml" Id="R8a2b9f4ab3d141e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de476a373114c59" /><Relationship Type="http://schemas.openxmlformats.org/officeDocument/2006/relationships/notesMaster" Target="/ppt/notesMasters/notesMaster1.xml" Id="R9a3a4d9e17f64a8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dde55f2bd364ed4" /><Relationship Type="http://schemas.openxmlformats.org/officeDocument/2006/relationships/notesMaster" Target="/ppt/notesMasters/notesMaster1.xml" Id="Rc03f23fe6f854ad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f69e51d290e41d2" /><Relationship Type="http://schemas.openxmlformats.org/officeDocument/2006/relationships/notesMaster" Target="/ppt/notesMasters/notesMaster1.xml" Id="Rf421e882b5e54d6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ad57908c97d4c58" /><Relationship Type="http://schemas.openxmlformats.org/officeDocument/2006/relationships/notesMaster" Target="/ppt/notesMasters/notesMaster1.xml" Id="R0f77f006af2e4fa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f3bc2366f584f59" /><Relationship Type="http://schemas.openxmlformats.org/officeDocument/2006/relationships/notesMaster" Target="/ppt/notesMasters/notesMaster1.xml" Id="R351a508bbf2949f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095fd284cf04ce2" /><Relationship Type="http://schemas.openxmlformats.org/officeDocument/2006/relationships/notesMaster" Target="/ppt/notesMasters/notesMaster1.xml" Id="Rba0456ca041142b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ffa390e1f4f4888" /><Relationship Type="http://schemas.openxmlformats.org/officeDocument/2006/relationships/notesMaster" Target="/ppt/notesMasters/notesMaster1.xml" Id="Rbd3ec17dc2d44f7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df937c607bf4e01" /><Relationship Type="http://schemas.openxmlformats.org/officeDocument/2006/relationships/notesMaster" Target="/ppt/notesMasters/notesMaster1.xml" Id="R32b86db1cac74f8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61de8b8262b4be7" /><Relationship Type="http://schemas.openxmlformats.org/officeDocument/2006/relationships/notesMaster" Target="/ppt/notesMasters/notesMaster1.xml" Id="Rb1cbea44b0444c1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f2a585baf774119" /><Relationship Type="http://schemas.openxmlformats.org/officeDocument/2006/relationships/notesMaster" Target="/ppt/notesMasters/notesMaster1.xml" Id="Rb73fee7cff3a452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a7347a18d3149a1" /><Relationship Type="http://schemas.openxmlformats.org/officeDocument/2006/relationships/notesMaster" Target="/ppt/notesMasters/notesMaster1.xml" Id="Rf7fe1da1e4c14e8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782e832a5264844" /><Relationship Type="http://schemas.openxmlformats.org/officeDocument/2006/relationships/notesMaster" Target="/ppt/notesMasters/notesMaster1.xml" Id="Rf6ab22b207554a6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286b0d9fc774793" /><Relationship Type="http://schemas.openxmlformats.org/officeDocument/2006/relationships/notesMaster" Target="/ppt/notesMasters/notesMaster1.xml" Id="R9303c2d30a9a4ff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0d90dd4ab6e474b" /><Relationship Type="http://schemas.openxmlformats.org/officeDocument/2006/relationships/notesMaster" Target="/ppt/notesMasters/notesMaster1.xml" Id="R05a56050421144e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b1047a419994302" /><Relationship Type="http://schemas.openxmlformats.org/officeDocument/2006/relationships/notesMaster" Target="/ppt/notesMasters/notesMaster1.xml" Id="R799cd456855549b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0ab3d7c59df40f0" /><Relationship Type="http://schemas.openxmlformats.org/officeDocument/2006/relationships/notesMaster" Target="/ppt/notesMasters/notesMaster1.xml" Id="R1b2048ff9f9c492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4fec975a8d24661" /><Relationship Type="http://schemas.openxmlformats.org/officeDocument/2006/relationships/notesMaster" Target="/ppt/notesMasters/notesMaster1.xml" Id="R367042fcbdc74d8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d2ca81181e14f82" /><Relationship Type="http://schemas.openxmlformats.org/officeDocument/2006/relationships/notesMaster" Target="/ppt/notesMasters/notesMaster1.xml" Id="R64de2316af0e431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2d68cf0c0f34fcf" /><Relationship Type="http://schemas.openxmlformats.org/officeDocument/2006/relationships/notesMaster" Target="/ppt/notesMasters/notesMaster1.xml" Id="Rfb3bd8e24d8945b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1fe66fc12444591" /><Relationship Type="http://schemas.openxmlformats.org/officeDocument/2006/relationships/notesMaster" Target="/ppt/notesMasters/notesMaster1.xml" Id="Rbe3916596b9548f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fd6fe695cdb4319" /><Relationship Type="http://schemas.openxmlformats.org/officeDocument/2006/relationships/notesMaster" Target="/ppt/notesMasters/notesMaster1.xml" Id="Rf582bb55b4d3446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51f8d7b8a144d65" /><Relationship Type="http://schemas.openxmlformats.org/officeDocument/2006/relationships/notesMaster" Target="/ppt/notesMasters/notesMaster1.xml" Id="R273a3531f43b406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cf6d3dcdb404d5b" /><Relationship Type="http://schemas.openxmlformats.org/officeDocument/2006/relationships/notesMaster" Target="/ppt/notesMasters/notesMaster1.xml" Id="R08d0460c740a4f7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8d7b4775b8c469f" /><Relationship Type="http://schemas.openxmlformats.org/officeDocument/2006/relationships/notesMaster" Target="/ppt/notesMasters/notesMaster1.xml" Id="R1863806e80484fd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7570ca5f7184737" /><Relationship Type="http://schemas.openxmlformats.org/officeDocument/2006/relationships/notesMaster" Target="/ppt/notesMasters/notesMaster1.xml" Id="Rda7fb4dea0234c6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2e701ea98f84e8d" /><Relationship Type="http://schemas.openxmlformats.org/officeDocument/2006/relationships/notesMaster" Target="/ppt/notesMasters/notesMaster1.xml" Id="R832d8e89ccab482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92d759965d6479d" /><Relationship Type="http://schemas.openxmlformats.org/officeDocument/2006/relationships/notesMaster" Target="/ppt/notesMasters/notesMaster1.xml" Id="R697b86700fad4d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S11을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S11의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S12로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S10의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S12로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S11에서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S13의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화면 진행: 이 장은 한 작업 요청에 다섯 책임을 묶는 구조를 보여준다. S12의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S14의 교육용 구성 예시에서 과거 TRIAL-002 기록으로 전환했음을 밝힌다. “실제 기록에서는 수정 전에 무엇을 했을까?”를 제시한다. S14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S17의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S19 Notes의 선택적 참고로 남기며 S19 화면에는 C++ inset이 없다. 주요 C++ 패턴 전이는 S53에서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S19 연결 15초로 배분한다. 기존 검증 근거의 재나열과 반복 설명을 이 예시로 교체한다. 기록 사실과 Teaching Model을 분리하고 S17의 다섯 수치를 다시 읽지 않는다. 실제 시간 적합성은 리허설 전까지 UNVERIFIED다.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S53에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S20의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S19에서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S24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S24에서 본 기록을 회수한 뒤 두 열의 수명을 비교한다. 왼쪽은 다음 작업에서 바뀔 목표, 오른쪽은 여러 작업에서 다시 참고할 사실이다. S21의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S59의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S74와 S76에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S79의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bd2eca25c5944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585181bb1942e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116af3bb6942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e0b175e00124f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dc965d594e248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82039822594b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DC3E75-C79C-46AF-90AD-6A69F47CFD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3E44C0E-05EB-4927-95AF-2DDCF1B820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7A65EFF-9F52-4ED2-81E0-5DF870F5BCF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763245-83BF-486A-A532-947A5BDDB2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07161D7-2544-493F-91F9-352B3C4439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840497-59C2-4A65-BAA1-D83E3D810B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06F5C52-DBFE-4B1D-923C-2457EDB778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224AC6C-F748-4DD1-848D-A815B23F989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1C553A-DA28-4C00-9AAB-989D4DA975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72BD0B-E312-4500-AB66-7CBD64F394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21522c09574283" /><Relationship Type="http://schemas.openxmlformats.org/officeDocument/2006/relationships/slideLayout" Target="/ppt/slideLayouts/slideLayout1.xml" Id="Ref2486d28c474749" /><Relationship Type="http://schemas.openxmlformats.org/officeDocument/2006/relationships/slideLayout" Target="/ppt/slideLayouts/slideLayout2.xml" Id="R0a866f222d0043f8" /><Relationship Type="http://schemas.openxmlformats.org/officeDocument/2006/relationships/slideLayout" Target="/ppt/slideLayouts/slideLayout3.xml" Id="Re2233d6a9401495f" /><Relationship Type="http://schemas.openxmlformats.org/officeDocument/2006/relationships/slideLayout" Target="/ppt/slideLayouts/slideLayout4.xml" Id="Re2d32fd460504a26" /><Relationship Type="http://schemas.openxmlformats.org/officeDocument/2006/relationships/slideLayout" Target="/ppt/slideLayouts/slideLayout5.xml" Id="Rd85750c9b8f24254" /><Relationship Type="http://schemas.openxmlformats.org/officeDocument/2006/relationships/slideLayout" Target="/ppt/slideLayouts/slideLayout6.xml" Id="Rb1374db7cc3f4d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2486d28c474749"/>
    <p:sldLayoutId xmlns:r="http://schemas.openxmlformats.org/officeDocument/2006/relationships" id="2147483650" r:id="R0a866f222d0043f8"/>
    <p:sldLayoutId xmlns:r="http://schemas.openxmlformats.org/officeDocument/2006/relationships" id="2147483651" r:id="Re2233d6a9401495f"/>
    <p:sldLayoutId xmlns:r="http://schemas.openxmlformats.org/officeDocument/2006/relationships" id="2147483652" r:id="Re2d32fd460504a26"/>
    <p:sldLayoutId xmlns:r="http://schemas.openxmlformats.org/officeDocument/2006/relationships" id="2147483653" r:id="Rd85750c9b8f24254"/>
    <p:sldLayoutId xmlns:r="http://schemas.openxmlformats.org/officeDocument/2006/relationships" id="2147483654" r:id="Rb1374db7cc3f4d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2165e0db3d943ce" /><Relationship Type="http://schemas.openxmlformats.org/officeDocument/2006/relationships/image" Target="/ppt/media/image.png" Id="R0bdac3bff0cd4260" /><Relationship Type="http://schemas.openxmlformats.org/officeDocument/2006/relationships/notesSlide" Target="/ppt/notesSlides/notesSlide1.xml" Id="R82e71d48b15741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7d4eb0f7334578" /><Relationship Type="http://schemas.openxmlformats.org/officeDocument/2006/relationships/notesSlide" Target="/ppt/notesSlides/notesSlide2.xml" Id="R4b22c2308aac4f9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dc6b5351d61423d" /><Relationship Type="http://schemas.openxmlformats.org/officeDocument/2006/relationships/notesSlide" Target="/ppt/notesSlides/notesSlide3.xml" Id="R47023a9f04384e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b7bae4c5fb49be" /><Relationship Type="http://schemas.openxmlformats.org/officeDocument/2006/relationships/image" Target="/ppt/media/image2.png" Id="R013f0d7bf7fe4d10" /><Relationship Type="http://schemas.openxmlformats.org/officeDocument/2006/relationships/notesSlide" Target="/ppt/notesSlides/notesSlide4.xml" Id="R1afdb82af54945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3b69fce2c6d43ba" /><Relationship Type="http://schemas.openxmlformats.org/officeDocument/2006/relationships/notesSlide" Target="/ppt/notesSlides/notesSlide5.xml" Id="Re5273ad5c87a44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9ffc03cf18b46f4" /><Relationship Type="http://schemas.openxmlformats.org/officeDocument/2006/relationships/notesSlide" Target="/ppt/notesSlides/notesSlide6.xml" Id="R020a3498a52143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68dba803784b5a" /><Relationship Type="http://schemas.openxmlformats.org/officeDocument/2006/relationships/image" Target="/ppt/media/image3.png" Id="R4a34bd82dca5486a" /><Relationship Type="http://schemas.openxmlformats.org/officeDocument/2006/relationships/notesSlide" Target="/ppt/notesSlides/notesSlide7.xml" Id="R43ed9e8f705442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36582dcdc034058" /><Relationship Type="http://schemas.openxmlformats.org/officeDocument/2006/relationships/notesSlide" Target="/ppt/notesSlides/notesSlide8.xml" Id="R31a39ffde3e9414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2ebd6b994c644aa" /><Relationship Type="http://schemas.openxmlformats.org/officeDocument/2006/relationships/notesSlide" Target="/ppt/notesSlides/notesSlide9.xml" Id="R32944faac56645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9c5b3a320374237" /><Relationship Type="http://schemas.openxmlformats.org/officeDocument/2006/relationships/notesSlide" Target="/ppt/notesSlides/notesSlide10.xml" Id="Rb45a11c20b0c4b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bdd015bd233414f" /><Relationship Type="http://schemas.openxmlformats.org/officeDocument/2006/relationships/notesSlide" Target="/ppt/notesSlides/notesSlide11.xml" Id="R30017ad0ef3d43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472fd30c27f4326" /><Relationship Type="http://schemas.openxmlformats.org/officeDocument/2006/relationships/notesSlide" Target="/ppt/notesSlides/notesSlide12.xml" Id="R120437649f7c4aa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de773d06ea24d75" /><Relationship Type="http://schemas.openxmlformats.org/officeDocument/2006/relationships/notesSlide" Target="/ppt/notesSlides/notesSlide13.xml" Id="R858071e684704e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332fab858414bf1" /><Relationship Type="http://schemas.openxmlformats.org/officeDocument/2006/relationships/notesSlide" Target="/ppt/notesSlides/notesSlide14.xml" Id="R9501f767e49f4f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489261891114bd0" /><Relationship Type="http://schemas.openxmlformats.org/officeDocument/2006/relationships/notesSlide" Target="/ppt/notesSlides/notesSlide15.xml" Id="Rd3f58457fd2b471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d64c9e3c9c44fa6" /><Relationship Type="http://schemas.openxmlformats.org/officeDocument/2006/relationships/notesSlide" Target="/ppt/notesSlides/notesSlide16.xml" Id="Rdd2ead4069054bd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13ab0bf5ebf4bce" /><Relationship Type="http://schemas.openxmlformats.org/officeDocument/2006/relationships/notesSlide" Target="/ppt/notesSlides/notesSlide17.xml" Id="Rb4400e46009746c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0b6003095145f2" /><Relationship Type="http://schemas.openxmlformats.org/officeDocument/2006/relationships/notesSlide" Target="/ppt/notesSlides/notesSlide18.xml" Id="R0767c379653548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f50bc423df54692" /><Relationship Type="http://schemas.openxmlformats.org/officeDocument/2006/relationships/notesSlide" Target="/ppt/notesSlides/notesSlide19.xml" Id="R81c254a9aade4ce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29bb235b7394c9e" /><Relationship Type="http://schemas.openxmlformats.org/officeDocument/2006/relationships/notesSlide" Target="/ppt/notesSlides/notesSlide20.xml" Id="R4281c1c795a445d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303a36555a642c0" /><Relationship Type="http://schemas.openxmlformats.org/officeDocument/2006/relationships/notesSlide" Target="/ppt/notesSlides/notesSlide21.xml" Id="R27e5c1f1421a49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49c8c241feb46d0" /><Relationship Type="http://schemas.openxmlformats.org/officeDocument/2006/relationships/notesSlide" Target="/ppt/notesSlides/notesSlide22.xml" Id="Rcefe3b392ddc4ab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5207248697f4220" /><Relationship Type="http://schemas.openxmlformats.org/officeDocument/2006/relationships/notesSlide" Target="/ppt/notesSlides/notesSlide23.xml" Id="R950af9735263407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0befbb768584da0" /><Relationship Type="http://schemas.openxmlformats.org/officeDocument/2006/relationships/notesSlide" Target="/ppt/notesSlides/notesSlide24.xml" Id="Rcfb227d0d4804ef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216e568212f4acf" /><Relationship Type="http://schemas.openxmlformats.org/officeDocument/2006/relationships/notesSlide" Target="/ppt/notesSlides/notesSlide25.xml" Id="R351ff84d593a46f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b621557312145a0" /><Relationship Type="http://schemas.openxmlformats.org/officeDocument/2006/relationships/notesSlide" Target="/ppt/notesSlides/notesSlide26.xml" Id="R0e95954550c04b7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7e4cc44b0cc4d90" /><Relationship Type="http://schemas.openxmlformats.org/officeDocument/2006/relationships/notesSlide" Target="/ppt/notesSlides/notesSlide27.xml" Id="R4e514814bcac4b9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534c4ad725a4fd5" /><Relationship Type="http://schemas.openxmlformats.org/officeDocument/2006/relationships/notesSlide" Target="/ppt/notesSlides/notesSlide28.xml" Id="Rb5018be1d7e94ef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e14c6e595c64d17" /><Relationship Type="http://schemas.openxmlformats.org/officeDocument/2006/relationships/notesSlide" Target="/ppt/notesSlides/notesSlide29.xml" Id="R231d9b56cfde45a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bdf4e5d9c9f4f0a" /><Relationship Type="http://schemas.openxmlformats.org/officeDocument/2006/relationships/notesSlide" Target="/ppt/notesSlides/notesSlide30.xml" Id="Ra343ccf170844da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224e30e72e74df3" /><Relationship Type="http://schemas.openxmlformats.org/officeDocument/2006/relationships/notesSlide" Target="/ppt/notesSlides/notesSlide31.xml" Id="R0fe52e2744704c9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bec2e76b0da4106" /><Relationship Type="http://schemas.openxmlformats.org/officeDocument/2006/relationships/notesSlide" Target="/ppt/notesSlides/notesSlide32.xml" Id="R1f11da9c84b94ac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9a6019d068948c9" /><Relationship Type="http://schemas.openxmlformats.org/officeDocument/2006/relationships/notesSlide" Target="/ppt/notesSlides/notesSlide33.xml" Id="R143dfba6429342e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92d3f0013c44363" /><Relationship Type="http://schemas.openxmlformats.org/officeDocument/2006/relationships/notesSlide" Target="/ppt/notesSlides/notesSlide34.xml" Id="R80cca1c55a6a4fb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f68504a3e394712" /><Relationship Type="http://schemas.openxmlformats.org/officeDocument/2006/relationships/notesSlide" Target="/ppt/notesSlides/notesSlide35.xml" Id="R6efe3c715ae44a5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bbb212c2fd44adb" /><Relationship Type="http://schemas.openxmlformats.org/officeDocument/2006/relationships/notesSlide" Target="/ppt/notesSlides/notesSlide36.xml" Id="Re522a85e259845a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df4dab1a756473e" /><Relationship Type="http://schemas.openxmlformats.org/officeDocument/2006/relationships/image" Target="/ppt/media/image4.png" Id="R134d357b8c924373" /><Relationship Type="http://schemas.openxmlformats.org/officeDocument/2006/relationships/image" Target="/ppt/media/image5.png" Id="R579ffa6a2a244579" /><Relationship Type="http://schemas.openxmlformats.org/officeDocument/2006/relationships/image" Target="/ppt/media/image6.png" Id="R461e5cbd07ae486f" /><Relationship Type="http://schemas.openxmlformats.org/officeDocument/2006/relationships/image" Target="/ppt/media/image7.png" Id="R8a3c666d5d804ec8" /><Relationship Type="http://schemas.openxmlformats.org/officeDocument/2006/relationships/notesSlide" Target="/ppt/notesSlides/notesSlide37.xml" Id="Rbcc01cb9645449f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afda18c0d7a405b" /><Relationship Type="http://schemas.openxmlformats.org/officeDocument/2006/relationships/notesSlide" Target="/ppt/notesSlides/notesSlide38.xml" Id="Ree0cafc7f77a4bd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cccd59cf58f4a8f" /><Relationship Type="http://schemas.openxmlformats.org/officeDocument/2006/relationships/notesSlide" Target="/ppt/notesSlides/notesSlide39.xml" Id="R6b7ce966529c4e6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d16c974a09c4134" /><Relationship Type="http://schemas.openxmlformats.org/officeDocument/2006/relationships/notesSlide" Target="/ppt/notesSlides/notesSlide40.xml" Id="Radc97b0e5fbd488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fcbca79d46341f9" /><Relationship Type="http://schemas.openxmlformats.org/officeDocument/2006/relationships/notesSlide" Target="/ppt/notesSlides/notesSlide41.xml" Id="Rbc5a14223106484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e8d271d4b834ebf" /><Relationship Type="http://schemas.openxmlformats.org/officeDocument/2006/relationships/notesSlide" Target="/ppt/notesSlides/notesSlide42.xml" Id="Re371fbaa860c41f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3b2b616ede3482d" /><Relationship Type="http://schemas.openxmlformats.org/officeDocument/2006/relationships/notesSlide" Target="/ppt/notesSlides/notesSlide43.xml" Id="Rbaff8edefab64db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f5899b4ac634e4e" /><Relationship Type="http://schemas.openxmlformats.org/officeDocument/2006/relationships/notesSlide" Target="/ppt/notesSlides/notesSlide44.xml" Id="R2eee853afb184d7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ec9d1ae85df4e7d" /><Relationship Type="http://schemas.openxmlformats.org/officeDocument/2006/relationships/chart" Target="/ppt/slides/charts/chart1.xml" Id="R7282957e88004c3b" /><Relationship Type="http://schemas.openxmlformats.org/officeDocument/2006/relationships/notesSlide" Target="/ppt/notesSlides/notesSlide45.xml" Id="Rb805283e28df4af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9682dcd53c8472e" /><Relationship Type="http://schemas.openxmlformats.org/officeDocument/2006/relationships/notesSlide" Target="/ppt/notesSlides/notesSlide46.xml" Id="R6a4d148bf67b4f01"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151d69c14d349d0" /><Relationship Type="http://schemas.openxmlformats.org/officeDocument/2006/relationships/notesSlide" Target="/ppt/notesSlides/notesSlide47.xml" Id="R07275a5415a849c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310f26edf8e43b3" /><Relationship Type="http://schemas.openxmlformats.org/officeDocument/2006/relationships/notesSlide" Target="/ppt/notesSlides/notesSlide48.xml" Id="Ra3773d0fa14548f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76b4c6ec4464126" /><Relationship Type="http://schemas.openxmlformats.org/officeDocument/2006/relationships/notesSlide" Target="/ppt/notesSlides/notesSlide49.xml" Id="R3085f3dd23ea4f0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dba10f7076f4c54" /><Relationship Type="http://schemas.openxmlformats.org/officeDocument/2006/relationships/notesSlide" Target="/ppt/notesSlides/notesSlide50.xml" Id="Rea3b1ba5e402443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bd3c13225ec64fbf" /><Relationship Type="http://schemas.openxmlformats.org/officeDocument/2006/relationships/notesSlide" Target="/ppt/notesSlides/notesSlide51.xml" Id="R5270f75c29f04ed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732f80f3f2645f1" /><Relationship Type="http://schemas.openxmlformats.org/officeDocument/2006/relationships/notesSlide" Target="/ppt/notesSlides/notesSlide52.xml" Id="Rf211c5147fbe41e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b0ad6ea3cf346ef" /><Relationship Type="http://schemas.openxmlformats.org/officeDocument/2006/relationships/image" Target="/ppt/media/image8.png" Id="Rdd80bccbe14c415e" /><Relationship Type="http://schemas.openxmlformats.org/officeDocument/2006/relationships/notesSlide" Target="/ppt/notesSlides/notesSlide53.xml" Id="R3508f3f6f4b047b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4120aa9ab8e442f" /><Relationship Type="http://schemas.openxmlformats.org/officeDocument/2006/relationships/notesSlide" Target="/ppt/notesSlides/notesSlide54.xml" Id="R088fd3c95537459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269dcc5418a4802" /><Relationship Type="http://schemas.openxmlformats.org/officeDocument/2006/relationships/notesSlide" Target="/ppt/notesSlides/notesSlide55.xml" Id="R0964f04c854e44c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7b2b6e61377d43f0" /><Relationship Type="http://schemas.openxmlformats.org/officeDocument/2006/relationships/notesSlide" Target="/ppt/notesSlides/notesSlide56.xml" Id="R31503db38fa74d8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1b38ffbad724fac" /><Relationship Type="http://schemas.openxmlformats.org/officeDocument/2006/relationships/notesSlide" Target="/ppt/notesSlides/notesSlide57.xml" Id="Re51e815cd9b0487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99a4057f6aa4958" /><Relationship Type="http://schemas.openxmlformats.org/officeDocument/2006/relationships/notesSlide" Target="/ppt/notesSlides/notesSlide58.xml" Id="R8d822d9a6dee4c0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d3b439f90654f67" /><Relationship Type="http://schemas.openxmlformats.org/officeDocument/2006/relationships/notesSlide" Target="/ppt/notesSlides/notesSlide59.xml" Id="R20d826e0e8e641a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a7dea8a42f04e15" /><Relationship Type="http://schemas.openxmlformats.org/officeDocument/2006/relationships/notesSlide" Target="/ppt/notesSlides/notesSlide60.xml" Id="Red9c90b60110453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d162bbe005a4dac" /><Relationship Type="http://schemas.openxmlformats.org/officeDocument/2006/relationships/notesSlide" Target="/ppt/notesSlides/notesSlide61.xml" Id="Rf93e8dc79ae243a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64ce0b0aec5247ab" /><Relationship Type="http://schemas.openxmlformats.org/officeDocument/2006/relationships/notesSlide" Target="/ppt/notesSlides/notesSlide62.xml" Id="R867f1d051a064ec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5ae2e34c5604eeb" /><Relationship Type="http://schemas.openxmlformats.org/officeDocument/2006/relationships/notesSlide" Target="/ppt/notesSlides/notesSlide63.xml" Id="R02fa8f88e03e439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e65723f916ed4cc0" /><Relationship Type="http://schemas.openxmlformats.org/officeDocument/2006/relationships/notesSlide" Target="/ppt/notesSlides/notesSlide64.xml" Id="R35c654f7ed5449b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8c9408f1e6c4446a" /><Relationship Type="http://schemas.openxmlformats.org/officeDocument/2006/relationships/notesSlide" Target="/ppt/notesSlides/notesSlide65.xml" Id="R29a7d3802c584cd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3a60787edee4fa5" /><Relationship Type="http://schemas.openxmlformats.org/officeDocument/2006/relationships/notesSlide" Target="/ppt/notesSlides/notesSlide66.xml" Id="R71ca1194e586474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f3ca57085bd4a38" /><Relationship Type="http://schemas.openxmlformats.org/officeDocument/2006/relationships/notesSlide" Target="/ppt/notesSlides/notesSlide67.xml" Id="Re83cdec0faf840d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22d01639c3b64360" /><Relationship Type="http://schemas.openxmlformats.org/officeDocument/2006/relationships/notesSlide" Target="/ppt/notesSlides/notesSlide68.xml" Id="R5ff4b0df8af0424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c0e11cb012d4fa8" /><Relationship Type="http://schemas.openxmlformats.org/officeDocument/2006/relationships/notesSlide" Target="/ppt/notesSlides/notesSlide69.xml" Id="Rb248fd4e9ece492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7214914e992465e" /><Relationship Type="http://schemas.openxmlformats.org/officeDocument/2006/relationships/notesSlide" Target="/ppt/notesSlides/notesSlide70.xml" Id="R1ed77b45aaf849e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77215f7757e4113" /><Relationship Type="http://schemas.openxmlformats.org/officeDocument/2006/relationships/notesSlide" Target="/ppt/notesSlides/notesSlide71.xml" Id="Rfe930c4810f0456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e120c5479df04502" /><Relationship Type="http://schemas.openxmlformats.org/officeDocument/2006/relationships/image" Target="/ppt/media/image9.png" Id="R21aa9a72f483425b" /><Relationship Type="http://schemas.openxmlformats.org/officeDocument/2006/relationships/notesSlide" Target="/ppt/notesSlides/notesSlide72.xml" Id="R458caa0631fb4d7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1b96df28647e44e3" /><Relationship Type="http://schemas.openxmlformats.org/officeDocument/2006/relationships/notesSlide" Target="/ppt/notesSlides/notesSlide73.xml" Id="R865a70e4bfe1486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16af9a47036d41aa" /><Relationship Type="http://schemas.openxmlformats.org/officeDocument/2006/relationships/image" Target="/ppt/media/image10.png" Id="Re24f4858bf8848bb" /><Relationship Type="http://schemas.openxmlformats.org/officeDocument/2006/relationships/image" Target="/ppt/media/image11.png" Id="R3a9d9a1b8d4a493b" /><Relationship Type="http://schemas.openxmlformats.org/officeDocument/2006/relationships/image" Target="/ppt/media/image12.png" Id="Ra9223ceb9c084075" /><Relationship Type="http://schemas.openxmlformats.org/officeDocument/2006/relationships/notesSlide" Target="/ppt/notesSlides/notesSlide74.xml" Id="R64a72bdbc65949e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de1699c6b044842" /><Relationship Type="http://schemas.openxmlformats.org/officeDocument/2006/relationships/notesSlide" Target="/ppt/notesSlides/notesSlide75.xml" Id="R69381a1cde71466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ad8f8333edc042f7" /><Relationship Type="http://schemas.openxmlformats.org/officeDocument/2006/relationships/notesSlide" Target="/ppt/notesSlides/notesSlide76.xml" Id="Rd200211071e145d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838348bd7681443c" /><Relationship Type="http://schemas.openxmlformats.org/officeDocument/2006/relationships/notesSlide" Target="/ppt/notesSlides/notesSlide77.xml" Id="R4179265594a64ba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ff13c70beeb49c4" /><Relationship Type="http://schemas.openxmlformats.org/officeDocument/2006/relationships/notesSlide" Target="/ppt/notesSlides/notesSlide78.xml" Id="Rba3edd98e236431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30b405bd3d54eda" /><Relationship Type="http://schemas.openxmlformats.org/officeDocument/2006/relationships/notesSlide" Target="/ppt/notesSlides/notesSlide79.xml" Id="R0dbc3e03ff1e4af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c06e2609a3f4f4d" /><Relationship Type="http://schemas.openxmlformats.org/officeDocument/2006/relationships/notesSlide" Target="/ppt/notesSlides/notesSlide80.xml" Id="R5c7a5ea0bfc144d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7493587F-A038-44D3-B678-288C12A458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FD4E525E-BC4A-48DE-A7E6-11B14FB8BC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3586502-B314-452D-86DE-8E574F91BA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34208D3-FBC3-4D30-9311-6829D492A7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644BB158-C20C-4476-B856-37E307FAAF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23C36D88-8A7D-4FBB-9687-4F0AAEF8ED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F1F338BD-9722-450B-86BA-C192CF94807B}"/>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62CCBF70-14AF-4600-83B3-D81C6ADC2914}"/>
              </a:ext>
            </a:extLst>
          </p:cNvPr>
          <p:cNvPicPr>
            <a:picLocks xmlns:a="http://schemas.openxmlformats.org/drawingml/2006/main" noChangeAspect="1"/>
          </p:cNvPicPr>
          <p:nvPr/>
        </p:nvPicPr>
        <p:blipFill>
          <a:blip xmlns:r="http://schemas.openxmlformats.org/officeDocument/2006/relationships" xmlns:a="http://schemas.openxmlformats.org/drawingml/2006/main" r:embed="R0bdac3bff0cd426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FE829A7E-E648-4F64-A3AD-DF377EC403E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2885288-E077-46DC-AC39-0AB6A1117773}"/>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ACF0DEB-BB64-430D-B1B9-D114219A5767}"/>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3C1F851D-1483-4748-A22D-A836BF8CF0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9894905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BF7C3D12-8CEA-488C-B17D-380A1580E0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1DDD9A4-3165-4E30-9C65-5B74017B03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99E35FD-7B6D-486A-B29C-2D0569B5F8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D570061-1FF4-40CD-9997-47724AC821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744F72AC-EE6D-4D30-89E7-6742C418DA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C69DD58-AA64-46F1-8012-C0B392CC59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F03BE91A-4334-42DB-A99A-24428338854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B9755B0-CB0A-4768-B0C5-88AB898F4A11}"/>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7A5E9AF-0A0F-4200-9AED-A0AB451134E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2CEE8CA-B4E6-4220-AB22-937DFBE040B1}"/>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B4E5A1-12F2-4CBF-811F-4F6860ACEA6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736A69C0-3E04-41B4-8C85-410439F2C5B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7CD6DA93-D669-4F6D-974C-B098C56693C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F20EEB1-54A2-4E1A-841A-F8C7A886BA8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B5D14362-CC8C-490B-A259-0755E3D029E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6AA94908-D0FB-473E-A6B3-CE9FE8C6759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CBC39A9-F439-4289-AA35-5F76506A79FC}"/>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1C1D14D-F584-4803-BCE9-CBC2358A139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4CC6D44-9DD8-4689-8436-766B529697A8}"/>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457F793-0371-4D3C-BEF0-9F3FB6783612}"/>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CD6B564-76FF-403C-8BD3-7721773C8FD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212A6CD5-E72B-4861-9C33-3409E634721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5D32D24-0AE2-4166-A02C-7E413B91232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A2C4251-1A49-4C5E-9445-43024EB31CF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0A3C07B2-324D-4762-A4AD-F6EFB26F517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56CD016D-D1EA-45A8-86DE-3769CC1FE629}"/>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9EDC40C-0013-4950-ABB9-AF4ACE12571B}"/>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CDC53D6A-3B16-46FB-804B-2AA9C93CFF0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7F50A689-941A-4ED6-AC02-2526AA9B1829}"/>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B1BB4E54-51D8-4104-B12D-248A0FDC23D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5B0A379-6CF0-455C-BA46-B15967F687F0}"/>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6773A04-ECA6-4A3C-BDC8-01F077B36C0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AE622FC-523E-4AB8-B5E8-62A4FE7532D8}"/>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F88448-48B3-4502-8A0D-D166C01EAC38}"/>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677E0CE-E10A-403A-BB3E-15C0A84DE319}"/>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05968A8-45EC-4A33-9F70-2D1F28772446}"/>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B43BDE9-0687-4051-812E-0601540A705B}"/>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6BA88E2-2E47-493C-B602-92B3B3A94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901808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53DC15E6-8BDA-45AA-B218-177FEFDAC0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453027E-8C5E-421B-BF30-8D06C4E304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B70BA21-39F8-477F-9B05-20F1C58B06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13F911A3-911B-4825-A090-C497BE945B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6D0715C5-2B27-4C6F-B0E0-1AD681F5D0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ADB43FA-FB4D-4878-83C9-23EE442EDA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8213EBA7-0CE4-4B0F-9AA1-AE31F6BCE7A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629B0E6-FD47-4D46-A81F-4EDADAAC2BF8}"/>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3A7F034D-0C83-487F-BCB2-848B997C7952}"/>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B085560-4E0A-4DDF-B64F-9EB15EA6884A}"/>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CE908E8-DD86-43FA-918D-3F54E89E36A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4D24CBD-1406-4927-99CF-6D01CF67C8F8}"/>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6E070ED-C39A-4A8E-B6AE-9F7544DFB4E9}"/>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3A88C329-4948-4A57-AA86-36EFA61D9F1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54D7D61-E12E-4056-9759-D075428432B2}"/>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3CD7E06-EC21-443E-9EBD-2F097F6634FE}"/>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DF36742-068F-4EF6-B553-A3FEE089F85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FFF0B21-57CE-4E54-BFBC-29A3DA2E668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00A90CF-548C-443B-B744-FB02815C609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6824840-2AA3-4E3A-B96E-483E0CB7A0F6}"/>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92F04221-85F8-4850-A7CB-A0F9F21999E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61A3AFA-D8FF-4A12-9931-E991F34640C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D54A462-912C-4E3E-B4E2-380FDDC24E8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ABD2357-E331-4A09-BFF0-DA71BED684A1}"/>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6CB4E669-1084-46D1-9342-F3206E482B5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1C7C9E1-7CFC-4990-958D-506ACAD6E1C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246E5B6-0F4B-4B30-8820-2D439655DE5A}"/>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B071387-93E4-4922-BF6C-1839B79C395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1BDF65B-7EA3-4058-B7F6-E654A646E4D3}"/>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5D4C199-BDF0-452F-AB25-21D7C582F46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BDB0E5F4-9D8C-4C18-AA9E-CDDDDC17620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3EDCC4E2-F8CB-4FF0-BAF3-99620A73D7B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44E89EA-0C20-4D80-A324-6D4B5DAE17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30890548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08556B30-BB2F-440C-BD88-EA9A3E01E6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61C82234-B439-48A3-A2D4-06C61A6633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63159D4-25B0-4C87-8ABB-2281D9851D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64C550D-4C3D-4D1C-96AA-A502266693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1E083B9-5E58-4567-810F-274EC708AE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8446131-C6EC-463C-9EB9-F03DEE40EE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6204208-01B3-48DF-B530-A1D8A45C6DA8}"/>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7640B5D8-5D7E-4D34-927F-1C7D9DF31D0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1417C03-8F5F-426D-A413-C450C22B5D0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8F8E5AA-0285-401C-AC2F-F4B1381855D7}"/>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C7AFDDC4-69EF-4ACD-BA48-DF03A238636C}"/>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580FCE2F-B036-4692-AE7E-B4E254A8F6B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2DCA03D-BC0C-48BE-A626-37B68723A7B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98A4EE62-B64E-4D84-82A7-58DB8EC537C7}"/>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3676639-7605-4E69-9611-64A3D7C5982B}"/>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7EF5AF7-1907-4104-8671-80ED69834340}"/>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2CAF41E-79F3-4961-88CC-1D34EB009B04}"/>
              </a:ext>
            </a:extLst>
          </p:cNvPr>
          <p:cNvPicPr>
            <a:picLocks xmlns:a="http://schemas.openxmlformats.org/drawingml/2006/main" noChangeAspect="1"/>
          </p:cNvPicPr>
          <p:nvPr/>
        </p:nvPicPr>
        <p:blipFill>
          <a:blip xmlns:r="http://schemas.openxmlformats.org/officeDocument/2006/relationships" xmlns:a="http://schemas.openxmlformats.org/drawingml/2006/main" r:embed="R013f0d7bf7fe4d10"/>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338AA0A-55FA-443A-BF4F-195D2E9806D5}"/>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03C2EB6F-27D6-4462-996F-6CA0E04D0E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017524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4" name="ACT 0  ·  Repository 탐색">
            <a:extLst xmlns:a="http://schemas.openxmlformats.org/drawingml/2006/main">
              <a:ext uri="{FF2B5EF4-FFF2-40B4-BE49-F238E27FC236}">
                <a16:creationId xmlns:a16="http://schemas.microsoft.com/office/drawing/2014/main" id="{47FBD53D-6D60-4B75-A146-94849FE81E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3D4978F8-11B8-4939-86B2-D5875DCC76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AC25229-229D-4583-92B0-9E8C8399C5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3AA6B1D-EC44-465B-951C-9242E9BB3D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5ECC9997-E2E1-4438-B647-9B40B673C0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F6342D1D-875C-4632-AE25-463FF2EDE1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F988D243-C904-4E23-93CF-237837DCD6DA}"/>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C4180312-2910-45D5-A1CE-403085C42B04}"/>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DE1ABE4A-C2B6-4BEE-991B-6159A4A652AC}"/>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C6B064BC-E084-408A-8D0A-943F9B0C153B}"/>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3AD37C6E-9416-475C-80B8-E8F62F9ECEF6}"/>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4C7B8DC3-35A3-4741-8594-54E19586A240}"/>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A808FD41-ED40-457D-85AC-CF71DF9322D4}"/>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F332B2DA-EECE-4F37-B695-AC06089A4579}"/>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5873698B-2D14-4645-B602-78BFBE054802}"/>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B04D51BD-4215-4BBC-A9DD-5E4E1C4060BD}"/>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69B308BE-88C0-4D35-9828-7C0253801885}"/>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9B92B89A-2102-47FB-B32F-092EE393FAAE}"/>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ADBE256A-3590-428D-BAED-7FAE06BFD7E0}"/>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FDA3B88D-E811-4085-AE1E-DDA0BEB55B58}"/>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064D9BEE-BD34-4BCB-9AE7-7E50FB722247}"/>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2DA4B770-C137-4893-98B5-0AFF87F6A3C1}"/>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A2670091-CAA7-4A64-BD6F-BFB352950F13}"/>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D3AE9D0A-6841-4C82-9B47-81EEDB3EF6F0}"/>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24D3D18D-4917-4A06-B689-7B6FD42E5339}"/>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1FC16A17-F595-4F17-AD57-FBA9149B2203}"/>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654E8777-6140-4606-A4EE-115280285D1B}"/>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9ACE6AEC-0F57-4CF2-8F89-F715C73BFDC6}"/>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FD8C5A7D-717B-4A73-B80B-6ABC7DEE690F}"/>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D54237D4-17B0-44E9-8A15-8DE745E1D1EA}"/>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FACADB45-D569-4C5E-A646-F84D828B8687}"/>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A010B2A5-3009-4878-8E96-1BE9DCDA1FE4}"/>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A4E3D556-3395-4916-98A5-F76AA7889AD7}"/>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FF74C19E-CFD4-4DE1-A1D5-7CD28956E86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BDB5358D-70E9-4C89-A94E-7A90ABB202C7}"/>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BC838C0A-BB39-4833-B8E8-6B6FDC7EBA1A}"/>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11429C2A-173C-4554-98F5-F35374AC1613}"/>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1041B387-FD28-4F29-99D8-0D2EDD6B6D29}"/>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0334FF5F-E11A-48B8-B351-8FA00956F4F5}"/>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D961A751-A7E9-40BB-A8AC-91498826D5E7}"/>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88061049-274C-4A74-88B9-522B03BE5D56}"/>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659DD76C-F0CF-4F9B-B64B-F4B24C52E9DB}"/>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533E516F-62F1-423C-B4ED-47162ED532B8}"/>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8DEA1CC1-C8F1-4EE3-A9BB-A81DCADF9682}"/>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64A0F5A0-E3FC-439C-B420-8237993D97B8}"/>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C1F04DFC-2B9E-4A6B-BFC2-57B41A06E8FB}"/>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1C3349E2-683F-4FEE-85BC-680DC1E42038}"/>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C9D0E97C-7B91-4640-BC66-38D82691CEB1}"/>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99BD826C-D72C-4CA8-9C1E-A64B2E5455FF}"/>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0F93D538-798B-4F13-B501-9A70CDBC9DC9}"/>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14F8003F-8F14-45CF-AF7D-3D427C772BA6}"/>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F85047F9-9D82-4BA0-AFA8-BBFC206F08FA}"/>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698BFD0E-2716-4640-903A-6F721D8ECD6E}"/>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B3F4A06C-AF36-4EE6-972C-ADF0A769798E}"/>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DCDF99F9-B18B-4FCA-830B-073B00F3F8CB}"/>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4257BA04-731D-43A7-9090-69566D78FD89}"/>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840B27A9-263B-44D8-AB62-62540F438161}"/>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79DEF7DB-E9FF-49E0-932C-6948D25F085A}"/>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491E4FC4-B538-4C29-B20B-E7D59FD8A3A2}"/>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D1D7131E-DCCE-4784-B1E3-384F2A383D2A}"/>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DF7FD15B-6995-4BCF-B28A-DEFC6EE3FF67}"/>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1A1686DA-DC8A-421A-BA56-E165E6D050D3}"/>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
        <p:nvSpPr>
          <p:cNvPr id="63" name="Legacy module connection">
            <a:extLst xmlns:a="http://schemas.openxmlformats.org/drawingml/2006/main">
              <a:ext uri="{FF2B5EF4-FFF2-40B4-BE49-F238E27FC236}">
                <a16:creationId xmlns:a16="http://schemas.microsoft.com/office/drawing/2014/main" id="{9A858F5C-CE52-4244-9D7A-5B171C004C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875542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0 · 조사 결과 읽기">
            <a:extLst xmlns:a="http://schemas.openxmlformats.org/drawingml/2006/main">
              <a:ext uri="{FF2B5EF4-FFF2-40B4-BE49-F238E27FC236}">
                <a16:creationId xmlns:a16="http://schemas.microsoft.com/office/drawing/2014/main" id="{58373512-FCAF-409B-8888-1DC6072E9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81A76585-5F99-44CC-B735-B5108132E5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7E1C5E1A-21E4-4157-969A-284BFA3424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FD6E183F-E2AF-4FC0-A168-6F7CFF3319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E39A1200-106A-464B-8F55-9759E1A58B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B205E11F-2C57-4788-A89B-28EA5B3262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9DAFA4E0-3D33-4398-945B-7ED94CEF47E9}"/>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F5D45A28-3B92-476F-ADBC-77B4783E5C26}"/>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D8402A28-6F1C-4979-8F25-28D31BF28801}"/>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1B78B3B-FEF1-4CEC-ACF4-50CCAD236A9F}"/>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CEA8F037-5F6E-4161-86A8-AB717E9A60DB}"/>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CFC2421B-BBDD-4D34-830A-3B243F04C88D}"/>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400F3FC0-5DA8-4753-8091-77C57BAA8BF6}"/>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DB69F394-DE0E-493F-A563-A2839FFC7D0C}"/>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376D0AD9-DA12-4222-ACFF-A21415AB8506}"/>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FFF2A060-05A9-46A7-8CFA-02BD6FC6CF8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
        <p:nvSpPr>
          <p:cNvPr id="17" name="Legacy module connection">
            <a:extLst xmlns:a="http://schemas.openxmlformats.org/drawingml/2006/main">
              <a:ext uri="{FF2B5EF4-FFF2-40B4-BE49-F238E27FC236}">
                <a16:creationId xmlns:a16="http://schemas.microsoft.com/office/drawing/2014/main" id="{95B8229F-EF99-468B-98C4-4409C6FD19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9157694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911D320-DF61-447C-BBAB-278441C71D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8BDA4C7D-570B-471A-93EB-8806BB2301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A167D6E9-4107-45A2-95D0-14F97553C3F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9BF92EF-BF0F-483F-998A-3682A34726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07D485F5-B0B8-41EE-9263-5A1A08327A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CB8A4B84-778D-4DB2-B450-80DBD71D05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21FB125A-847A-4752-8BBD-C59DB88CEB90}"/>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D367DF9-29CB-47C1-9B18-3D71E6C69F70}"/>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603C171E-4927-4E38-9690-B958192DD21D}"/>
              </a:ext>
            </a:extLst>
          </p:cNvPr>
          <p:cNvPicPr>
            <a:picLocks xmlns:a="http://schemas.openxmlformats.org/drawingml/2006/main" noChangeAspect="1"/>
          </p:cNvPicPr>
          <p:nvPr/>
        </p:nvPicPr>
        <p:blipFill>
          <a:blip xmlns:r="http://schemas.openxmlformats.org/officeDocument/2006/relationships" xmlns:a="http://schemas.openxmlformats.org/drawingml/2006/main" r:embed="R4a34bd82dca5486a"/>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7495B9F-8B8B-4D3C-9904-99BC50DDBC4B}"/>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670D754F-13A0-4534-9BDD-9CE7F7941E47}"/>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1C6CAD5D-F885-444A-B4D2-12030384EF3B}"/>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42707A70-9B20-46BD-92D3-064BDCEB4D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2922134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70639C5A-107F-4D3D-8032-4CE782ADEF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D26F16FE-08CC-49B7-ACF2-C52EBE409E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7D28745A-FC06-42C4-AD8C-C9CE289B46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319AEE2-D476-4C1B-89E0-9D69B8D066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33138780-8246-4006-BEB5-243D72447B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A40478DE-00C5-4E50-9376-F023A3220A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4B4B966F-DF80-44BE-AA8E-687E2A131B81}"/>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72250DAB-9890-4FFA-B951-97688676DB1C}"/>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AE3772C4-FB96-49E3-91DE-2C33F100A7FF}"/>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3EF38A0-2C52-4A82-934D-2D425BB6F500}"/>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CBAFBCFD-3172-4652-AB20-559BD98E095A}"/>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CB2AA678-A942-4310-BDDF-F93AC1C4AC28}"/>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1ECD9159-5FFC-4FCD-A325-F32310BE2408}"/>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8E69C276-1525-4D6D-8E92-CD67E1506160}"/>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A1D93EAE-8A6B-4332-B2B5-CF65B01AB6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6879988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6F71486D-28BF-4215-9D58-03E5AB5F1B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62B1B2D5-B9B2-4122-8FAC-9D7A8C12A8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A502BCD0-A049-4205-B43C-AD5A1FFA2E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4A1908-2399-42B4-ACAB-5810D01D77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6C24E710-D185-4FE4-A791-1695A6AF5B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EE25CAA1-5A24-40E1-BBCB-2584656F9E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36700CD2-AE08-4C3E-97AB-E36045694790}"/>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6DDAC182-889F-4428-9FE0-CA590135CF25}"/>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EBCD6939-26A9-4125-8570-5D41F555A6F0}"/>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7E2910B8-2735-46DB-903A-64970C1B60DC}"/>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3C3890E7-343F-4230-AE8F-38135F6750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3062457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모호한 작업 요청">
            <a:extLst xmlns:a="http://schemas.openxmlformats.org/drawingml/2006/main">
              <a:ext uri="{FF2B5EF4-FFF2-40B4-BE49-F238E27FC236}">
                <a16:creationId xmlns:a16="http://schemas.microsoft.com/office/drawing/2014/main" id="{19427422-C1ED-4B97-91D1-1C83F3BDF8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68E622F1-BB65-4670-ABBD-8929AC9100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1872CD68-DD8D-45A2-A39D-98E6703CA5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B3A65883-A5B7-4419-B91A-2673ED73EE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9EC21302-D666-4306-8FEA-72ED91318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729DD1B6-6A9C-4BB1-A8C9-D7B937CFC1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2B22B8EE-ADFC-45D0-A35E-62D5579EE48F}"/>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929A45A0-976B-4243-8946-893E7837AE0F}"/>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B417D240-D133-459D-BFAA-D895A44B7483}"/>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8F89B4E1-5DE2-42DC-BFF5-BC64A32E74D9}"/>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9B142840-08AA-486A-8998-2FE089593291}"/>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514D8293-F7DA-4974-A371-A3A6B88D0D01}"/>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9F1A63CF-613B-4F15-BE91-8B2B9B0CF03D}"/>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AF788F89-51F5-4074-94CA-D5A2EB7BDCD2}"/>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01B665C0-7C98-43B3-9E59-F40F1F628989}"/>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F0E2D520-043B-4D8D-AB9D-A98D02BDF7BD}"/>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B078469E-D2B5-4CF7-B673-4C70784675E8}"/>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1B45DBA4-A624-4D33-8E3F-F2C666FC2BBE}"/>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C160452D-A2F5-4348-96C6-9F0BB83B23C1}"/>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E88F3DEB-10A3-4F5E-A3CD-3689E160C1E4}"/>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091D68C0-3D4E-4A18-9DD3-C3125A6B667B}"/>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9A15D46A-B469-408E-92E6-32055BF4B26A}"/>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2CFF99C3-20E9-4E2C-B837-C602C6FEDC2A}"/>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4" name="Legacy module connection">
            <a:extLst xmlns:a="http://schemas.openxmlformats.org/drawingml/2006/main">
              <a:ext uri="{FF2B5EF4-FFF2-40B4-BE49-F238E27FC236}">
                <a16:creationId xmlns:a16="http://schemas.microsoft.com/office/drawing/2014/main" id="{B8BCD845-545C-44AB-A4FD-585AF2AFE8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69752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앞서 본 crop 사례로 좁히기">
            <a:extLst xmlns:a="http://schemas.openxmlformats.org/drawingml/2006/main">
              <a:ext uri="{FF2B5EF4-FFF2-40B4-BE49-F238E27FC236}">
                <a16:creationId xmlns:a16="http://schemas.microsoft.com/office/drawing/2014/main" id="{F0E29E29-B020-40CD-AE14-199639EF17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1">
            <a:extLst xmlns:a="http://schemas.openxmlformats.org/drawingml/2006/main">
              <a:ext uri="{FF2B5EF4-FFF2-40B4-BE49-F238E27FC236}">
                <a16:creationId xmlns:a16="http://schemas.microsoft.com/office/drawing/2014/main" id="{3A8B6A75-9CE0-4175-8C12-15AAE58D4E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227F15D3-DE7F-4647-BC4A-15C4BE7D57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484518C9-7027-41B7-9F90-EC91FD4417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70A882C4-26FD-4174-BF74-A929E5AD3A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4FDBE516-9675-453E-8C46-8F77772802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0DD56A83-E1CC-4EAC-872B-05C04D09DEEA}"/>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3967B1BF-31C6-4370-99C8-A2D829224C04}"/>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62622C-493C-41FA-BA64-227F0BC9A48A}"/>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F3E955A3-54A9-4CF2-8339-55B90BBD7CC7}"/>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E178DE0-9E17-4407-8969-9CE3EEDEAECB}"/>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14E7CB5F-5975-47FC-8A88-C8F09ED0DAD2}"/>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0923940A-2217-4DBA-AF55-44C9210C7F25}"/>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3B045B6C-3620-4CEC-ADD3-A02D230B2622}"/>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29A2BC9B-D72E-4F5C-9CA1-4D341E084C8D}"/>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3B0B3314-F941-4544-A6AE-02FFFB831F2E}"/>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14704AC2-973C-4743-A44B-8C8B9E76EF19}"/>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8576A0A9-6999-4324-809F-38FB063CAFC7}"/>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2C698C85-EADC-4A61-8C9B-926C9DE7E7BF}"/>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
        <p:nvSpPr>
          <p:cNvPr id="20" name="Legacy module connection">
            <a:extLst xmlns:a="http://schemas.openxmlformats.org/drawingml/2006/main">
              <a:ext uri="{FF2B5EF4-FFF2-40B4-BE49-F238E27FC236}">
                <a16:creationId xmlns:a16="http://schemas.microsoft.com/office/drawing/2014/main" id="{637AE44B-69EF-4C32-93E8-C606750FF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519710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E6F42C1-3096-4BE5-AD2F-1B359AD421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FF326261-75D4-4BF6-ADAB-2954F3B311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53E06A51-4267-4874-AD3B-35A74A5BA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99F9D5A-917E-42DF-AF13-F4195D39D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B4FDD1A-5062-4110-BE14-05F539E91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09D409E-036C-42C2-852D-0A9D9745C2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D6000B1E-02ED-4B18-B067-FF029B9A181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6B96E595-8423-486F-B495-4B63D8EBD100}"/>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52B8C7C9-70DC-4262-A9F1-8B983703E7F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5FA61AA-9120-4E2B-B8BA-4E78D2C99512}"/>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33F00961-3F01-4E9D-9AE3-3B29369A4FE7}"/>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A9346FF-6B86-40CB-8C02-9DCCD48C4C4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9A49AC64-C29B-496C-91EC-100ACDF6267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45A1E5C1-CF4F-438B-BB5A-5497E946E32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D54B31A4-8DA2-43B1-8A9B-5E5B1CB2FB43}"/>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D7519B56-C46D-4FC2-8B5A-11FA0C7E3AA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04B6216-8551-4A95-9E0D-562813A067E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E23008D-5119-4304-8E9C-0428AEB58581}"/>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BF6EEAE6-31A0-42B1-B51A-1EF2873C581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321D869-D955-4CF8-B8AC-F950F6A4674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25CB84E-01E9-4A1B-AFF1-2C311C07C6C4}"/>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7567E152-9B80-4900-B598-359FF8A586A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F50BA443-11AE-498F-AC5E-48CC6A08EC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01438814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52BF60F-29D1-4885-821F-80C05880AA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6FFF606E-3A6D-4801-94E9-C001B55D7E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E9B31DD6-400F-435B-9A6A-DE09F4122D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4720B96A-2FE9-4E8D-A041-2EC15B3F5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117129C-B6FA-4227-9EB7-824F726A53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8CC0AFCA-347D-4010-9F46-EDA8EE9146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9D1D739D-3598-4BCB-9AB6-5E1CFCBBCD9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79BC0FDF-7F21-4F78-8E1D-2193C9BFCDC5}"/>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3CF0861-4DA2-4CCB-B918-E541AF0292C7}"/>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30C69AF-2C40-416E-8806-A07D536F885C}"/>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884015A1-26F8-4BE6-BA95-0FCAAC640FE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01CC6DC8-F053-453E-AAA4-4744B165E19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04FDDB57-386A-414F-9DD7-9FE089F4C88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0781215-5CE6-4633-8D6F-95C5A7E39C0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8A153215-42E8-4DC0-98D6-D56AAC6204F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18890716-7A83-4FC2-A048-8A40604FA8A8}"/>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2C3549F-CA67-47C3-AF3F-C36A5C05895C}"/>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417C03F9-79F0-4017-93F9-FA18C6BBD5A9}"/>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559DFDAC-4898-4901-989C-E8AB5186A42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B9AF239-6DDD-41F2-81E8-2CAF00FDB46B}"/>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8B9AF9E3-39AE-44B6-AB2A-0999ECDF630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F6B36440-49B1-4132-8561-15DEC30697B7}"/>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ED17C8D-39AA-4030-8B69-87BE0824176D}"/>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46181A36-7793-4357-89A2-2EE25DD2051F}"/>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20E1A81C-8E28-45E6-B30E-22EA68BD14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934115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CA16DC6E-8FB7-4F0B-947E-145D20D56B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99237C03-CA39-43EA-86A9-57E4BEF728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78427B23-9DC6-4C38-9B84-FE05DC6FAA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EFCEE71-FFDD-4482-A19E-FA9BB5D445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008908E-3275-4FED-9B30-350CDBE9CE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1097C81C-DC69-4941-A1FC-06AB4749B8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40FEBA3C-DF94-4340-828C-D04B1C0CCF34}"/>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AEE5619-7F4A-4B8B-B53B-9F9D79C28B2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F595FEF9-775A-419E-B956-625FDF24542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35A7E36C-68C8-4CA3-AEA6-407B5FFF87E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BAD4D28B-5061-4E20-90B1-33439D081751}"/>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5EADBF09-1F6A-48B3-B276-06BE9FAA85FA}"/>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404C5D69-D355-45DC-B80E-DE26FC45B6EF}"/>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1924B00F-790C-42E7-9864-14B25A9B9631}"/>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068A335B-800C-4362-B4A8-0FD85B2BDA82}"/>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30A53043-3945-449C-A0A4-596D3F79CD6C}"/>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79C2F9AD-E963-47DD-82D1-35BC5E3EBEB7}"/>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CBC20819-B9C1-4D8F-9BF6-3B164BBD1572}"/>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4E877D1C-B3FB-424C-8135-FDC81B61F0EB}"/>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F5209058-9495-4894-BFAA-BACA05F1A7EE}"/>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219C4A55-776C-4035-9A15-6D44EAE2AA4F}"/>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D77A640A-3747-48C7-8E0B-790291D98CF7}"/>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B14FDAED-1CA6-4FDC-8848-7AEDF5E0A779}"/>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D67F9193-2662-4BB3-9A8C-880937A9770D}"/>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ED374B9E-F85B-4051-B410-2A4113B9FD1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44120CF4-D68F-40BE-9852-AAB65D036C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58559549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8F378571-6B8C-499D-BE28-303C0B3147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5">
            <a:extLst xmlns:a="http://schemas.openxmlformats.org/drawingml/2006/main">
              <a:ext uri="{FF2B5EF4-FFF2-40B4-BE49-F238E27FC236}">
                <a16:creationId xmlns:a16="http://schemas.microsoft.com/office/drawing/2014/main" id="{D3F0F8C7-2E9D-4BB2-96DE-D5E243CCB2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6E0B6DE9-D418-402F-8924-EE211B9B04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EC7B4448-A8E5-47F3-9E26-85996B5E3E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DDBED78F-2557-4D68-938A-9DF6C57197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DC7C7F1B-9B82-4004-A952-DB02CE3919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D670C3A5-A64C-4E71-A4C7-56329964CC31}"/>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2FE1CEAA-57B7-4AA5-B559-223942CBF4E9}"/>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5480BA78-EC0E-41AF-8B4E-0037E3A9C40C}"/>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72DC03FE-2519-4734-8E07-D3FCCC743490}"/>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F1B25051-111F-41D6-8CEA-96ACEE9BCB71}"/>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7028645D-6790-46E6-811D-7BEF94BEC5A0}"/>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2AADA7FB-97B1-4882-93D8-1686024D24DC}"/>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A990CBCB-C021-404A-8B95-7CBE92F83424}"/>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FF81A8EB-2D34-415F-9E76-5EA58E1056E5}"/>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34CC0C1F-E980-4CFD-82B5-C07B2327A39E}"/>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1DDD70CD-EE86-4645-817E-21F44DBCFBFC}"/>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460A566E-7059-4AFB-BA67-22AFE52A1096}"/>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53CB4B1E-27DF-4E01-8209-27AAFA0EFA62}"/>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7986C115-64AB-4B09-AC01-D63DA3EA3ABA}"/>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C7DC181B-4A5A-4356-9E0B-5ACF2AB413AD}"/>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26FEC3A5-942A-49F9-B3B2-C65A95120613}"/>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AC127F44-CE52-4379-AF37-7F5875D5742B}"/>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0F256AF3-F16F-4CC1-AB7D-C00AA1D64B89}"/>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84ED1A32-28D4-462C-A6FA-1970133E09B8}"/>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E64B5D96-2E40-4EE0-8A9F-6D29F08F7BC3}"/>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E4BF1730-81CE-4ADD-B1EF-62593A8CE417}"/>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FC2CB0C2-CB3D-4B50-A98F-A7516B1BA73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7F05DFAB-7B0C-412F-9199-D555424E96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7370024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D5130D9B-E929-4A5E-9DF0-753F34B442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471D79F8-D939-4479-A8EF-4DFEA30E8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967FBF68-4459-4F84-80E8-8C3912D85F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3E3ECF8D-C3A8-41F8-B7D0-B33B2169C8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6F6839B-3500-45C0-A87D-5BCBE11B71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180B9EF-F6F4-4BA0-B1E3-ED222B457E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A6A09CF2-683C-4655-881D-5E075BC9256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435526F0-DB64-48CE-B121-18C1B7A6344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8108B107-EB15-4211-A18C-81BF4F5C156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CB1035-6BED-4610-8809-A3EAF5A3D8D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152C412-F10A-40E7-976B-92DCD83802B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3B86B1D-3B5C-44C1-9F95-0F3281DA56EC}"/>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F935E23-A6FC-4F10-8611-1A48EAE82B6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DFD75F9-D01F-44E6-883D-8CE8FDD280C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7DFA9E6E-7A39-4BFF-A234-1A8DE7C7DD6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4522491-3AD1-4F93-984A-83EE421F2892}"/>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4796248D-C8A8-477F-9244-17256CA5F9E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F0DDA854-A2F1-4821-9705-9A4BCF9744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387213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DB11ACBE-06A7-42D6-B956-760736C881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DDA1F154-B100-432F-A3E4-5F668CA9B2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83E566CD-5EDC-4E76-B66D-0685A73204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BAC8B07-D8BB-460E-96EF-354A1CF720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51E3A3B-DACD-48EC-9D5F-6A48EEF5BB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FC49B893-0FD5-4DEF-BF1D-F4C3084E48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3E08DB59-3344-4F05-B527-70AB0A112E4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C29EA761-19AB-4CB3-85DB-D4807A2D9A1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66266352-E5EA-4647-A992-A2350A54926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7CCD4FDB-E4CC-4906-ADF9-31438E18F5B2}"/>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6CDCFC54-3F9A-402F-A1BA-B5FC186158F3}"/>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385B336A-7682-42F4-A8AF-D8392DCECA64}"/>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3F8DD8F8-780B-47E2-B44E-7736DB3D545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97FD395B-19F4-4E77-BD9C-532A43B823A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9561B2AB-2B11-402E-942E-59D98530D7F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AF0BA941-9C0E-42C9-9A0C-DD8DF35825C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84C0C6B9-7508-4BC9-8FAA-8025362E6709}"/>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F20C4163-50C8-4C3B-9649-0161BDAE7A2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52805E16-C431-47D8-B8FF-62297294A6B7}"/>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6F26B05B-39EA-4F7E-9A2A-1786BEB11671}"/>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ECC4D982-B996-4C8C-B620-741EE02882D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F4E5A94C-52CC-4FA0-A095-34DA25C3B5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092821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6B95AC87-69DA-41DE-8171-1B4E82F4F0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CF7F4C8D-42F4-4824-8006-3B3E0897CE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2FDD5142-37E1-4027-9132-18F81C2B37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2E5A9CD-BAD4-4443-87CD-FAACCCCC2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200DE43-FFA4-469E-BA11-4DA107B239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FEC3D163-FF89-4271-B0EE-076E1EC848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82E56F1C-3C9A-4F7F-80F3-47BFDA9E358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E4D1149E-19DD-45A8-9C1F-3903E77AD65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6ABDCFA9-351C-4CB8-8B65-95F0734EC25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36FCF2DA-6D4F-4123-BFF2-6F27E7B546A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7C87667E-956D-4C3E-A5BE-E173770DE6C0}"/>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7743C1CD-F096-4E65-9730-18B120B7B70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47CBF06E-C729-48B7-9A75-0AEEA91A9157}"/>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FDF5BC84-1CC8-4992-9550-D9AC0309824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9E4CAE0F-6F52-4497-9385-B201067BBD0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E3063653-82A6-40A4-A450-05616A222565}"/>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FEB35486-AF8B-45A4-9AA6-199C6D247E4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B54B968E-7A8A-4F3E-812D-3961319DCDB2}"/>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28D4F53-B673-4C29-A40F-8AAD0849140D}"/>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FB9E0DAE-5C69-4942-9B82-FB30E33BFCC1}"/>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614E103B-C139-4463-8DA2-39F665B73D9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8C0506AC-66B2-4D5A-8A64-FA2DAF68AD4F}"/>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1D888201-D698-4DD3-8997-7A4378359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66416685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68FF1E8D-DB78-464F-8232-89074C6235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CCCFB637-8FD7-4E08-A1BF-3267A682ED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796451D1-68F9-443E-8CC4-0731352E6B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780471B4-08D1-4DE8-9E34-855E4AD6B6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16EF0559-D433-4C74-BD8F-552DA0B7F9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0477F921-E56D-4FEA-B8D1-1E50C0BF79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F41CC7C5-5432-4006-B877-DE2947E80906}"/>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1FDA93D4-CD96-4592-8EEF-24EB4683A5C5}"/>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D37EECE-6082-419F-90DC-0BB1DF2489A0}"/>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E708085B-23C0-46A8-BB4F-7EA0D1734EE3}"/>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F4885BB1-26BA-4080-B377-A056A7378636}"/>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FD1AB76A-6063-46FE-AECF-750DA22A0D06}"/>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9D6FA54C-634C-4BD5-8C18-1711D98A7299}"/>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A59FAC62-9AD8-4E52-AEAA-7F8A16522073}"/>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5AF7E27E-8276-4EDD-956B-CA0BD441A34E}"/>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23AC3D66-F638-447E-9E0A-026408EBD350}"/>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E73193E0-DF9F-44C5-96EA-AF1E8A3CD1B9}"/>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2CD1E5A4-F11F-41E2-8CC8-3D38BAB4929E}"/>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B5685269-4A15-46FF-BAF8-5A56914B0D71}"/>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76036894-E10E-44E5-83AB-0B725F779769}"/>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CB481316-F7E4-410B-A7D9-DB0670629478}"/>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327DB9E8-39D1-405A-B78B-3301994AE2E3}"/>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FD1D88E3-8E5B-4E0B-B3A7-2D7D3A669C3F}"/>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50CB8CA3-FB54-413D-9004-A71738FD650B}"/>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297D402D-184B-4282-884A-9E432EE72E90}"/>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D0430BEA-2354-40D6-9A1D-366B440A0B7A}"/>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F4568F7E-9074-4EB8-AD55-EDC1835A1CA2}"/>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DA4E7DF2-B49E-4FD6-AE50-2730296CA601}"/>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9E5545B3-C237-491D-9185-C7A58C6521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217535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1163051-420A-43FE-BE40-1AD87F7BE3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E11AC7E4-E083-418E-8CD8-6A5F74217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8B13C1C4-BED8-43A2-B1EC-5AAAE3828DF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07686C84-6A31-45D2-B5A3-9B7706B1E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2DB321A-0457-4F8B-A570-2A1D3A856C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451E690-33CC-41C1-B2B2-31427D83C6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BB27A92E-F26B-446A-92EB-9EF6C2EDADB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475638C6-9EAC-4878-9E8B-0884341C02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B55249C-0FC7-4EAE-9E28-250A84B96338}"/>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1A87D17-8F35-451F-8E6E-AC72D28C219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D58153F-6BCF-43E3-AAAC-6CB5CDA77D7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1B55C00-FDE4-4E77-BAD4-9FE5EAC75A72}"/>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47C0E43-05F0-4CBA-BF30-B260C350AF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760840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6E18048C-1923-487F-9A4D-0B488A4B7A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13EF4EEA-D732-4B38-855F-143B00F3C9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99040ADD-56F0-425A-A2D3-CBCD37E9ED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BCA6266-AC72-4E33-B5F9-A39F1289B5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2E4A949C-10B1-49E4-BFE4-39DD18E827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BA49F8FD-E847-4163-BCFB-C3A77E8A68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3B2A7C08-01E8-47D7-8F4E-82C6086EECA5}"/>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016B5CEE-FD57-45B8-9927-77D061FCA16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2984278D-B262-4222-B720-4C2D2681E04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2F5E2E43-AF48-4F68-8D2B-280D1EDAA9B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BC4AFD73-8539-41C7-A907-2958CDCBC484}"/>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983CF5CA-C3B7-4947-9651-4093CA5F7D8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05F6AC33-2B25-45C5-B2A3-64934DA8DFA4}"/>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0BF29382-F675-4E4D-861C-3806F0C29A84}"/>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5AB4C20E-F85D-4E9D-BF61-A0E162A2DC45}"/>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560444F3-C686-41C3-8430-4B10108A4C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2235214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2E027CA0-2308-47A1-8BF1-843D6A8A3E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BF8E8565-69D4-47C8-8514-28F7557885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304FEAEA-745B-49F5-9D9B-FA2847F97E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6CFEC248-4904-4ADA-8FFC-170E193DD7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FC3C8062-42F8-4649-B390-A464F8E226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EA33AAA8-41E7-4C4E-8D45-629D0EB635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68D14D1E-0ECE-4F3A-9400-25EE213DB80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255FEE8-A4CA-4F52-8DBC-6215C04449FC}"/>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BC50E47E-8EEF-455A-9D66-AAFE53C55D0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DA21F42-97F3-4A82-9BF1-E02B67DBADC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5627860-3125-43CA-8CD4-A3E45AD2CAE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EF6E3B31-D7A4-4613-BA05-2CE5EB8BAB4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74B7ECB-8B08-44A7-90AB-433CB54EAF2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F468468-B4B6-4533-9CBB-F348F900E75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6A406DF-A758-42C5-86C9-67C4FDB76D80}"/>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51545EF-18DF-4BE0-A691-98DF653D771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780F82F4-89ED-4966-AC29-838A4D510CB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A5184A41-5B22-4D93-B9EF-E03C1C75389F}"/>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2CBDAE9-4B94-4959-A1AD-A2B7DAB77D2E}"/>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93DA31D-74F7-4C73-9D30-0FB229CE7F2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8AB2B2-36B7-4B5E-9998-1C3BA75FE22E}"/>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96F34ABA-8AEA-4B28-80D8-F9411D27A50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9B4AA177-D87D-4EB2-A2E1-B7A938C846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070652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5EF6800-EE69-416E-967C-61F5F3708E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C3FD9E16-DA5D-4D6D-923A-6BCA4FD458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2E34FFA4-08C8-4422-9C11-86046014A1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67642C06-57AC-4EAF-8633-19404CCA84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9DA9C592-07F5-4B8E-857E-073BDC0412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916B1D6-EB8D-4DEB-8F34-8A87AB56A9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AE378AF-DC9D-4F0A-8EBF-5EAAA108D6C0}"/>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465FDA40-4CF5-440E-BF45-D96F1AB4C88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8B55E90-DDD3-48A1-BE37-13796353D07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29525C2D-007F-4923-909B-0E8E6AE7422B}"/>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541F94A-BD61-4F0C-B2E2-A8AC7C4BC22B}"/>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6A01486-09BC-4C4E-A544-AFA90CE7D2D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BCFD3003-917B-4E8E-98CD-D93AEFD10E69}"/>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49A923C-F6CD-4DBC-900E-58ED6316741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AAF624C-8901-4331-893C-29B717EB3CDF}"/>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ED802B1-86A2-4CDA-B52B-08A86DC12D8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C2B87D7-75B3-48D5-ADCB-4F2E7220C0E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939E674F-5595-45AA-9F8A-F864B647145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02F0218-F545-4022-80C2-B73D70900BF1}"/>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3B22058-9A2B-41FA-A8E5-3DDFF125D0A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EC1E352-455F-42CA-9DAD-786058649B8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B928F99-F437-420F-9B81-727D0F417761}"/>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CA1ABD34-00D8-4F1C-919B-CF2BAED6460D}"/>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C3C7B4D-BFAC-4B13-AD44-81AC38D899D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4D9D7C6-369B-489D-BC32-9BBA95D86DD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8ED2CAE-BE40-44ED-B146-7E5D081C31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475288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C115669A-C7BB-45BD-8391-E9E3B3E883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C0FB0787-CD19-4471-AC18-50ECD006EC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A3E09B91-933F-4D00-A52D-8239A7B3C7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C567E2F8-AC9B-45E3-A494-9929474077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FF66735E-0CCD-43F8-AC13-954E815C2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721F69A6-24BF-4FD1-9E55-EA5612DD08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900DBA8A-4845-4F10-A8B9-6060768E45B2}"/>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2FB850EE-3DB3-4A3F-89F4-2519E17F64DA}"/>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81927237-1E70-410D-B6AF-28B8D9303709}"/>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7B0863D0-91BA-4375-9A57-F752236D262D}"/>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54322A76-FC9D-450A-B5CD-9BD6840A4EBB}"/>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BBCE665F-09F8-42F9-9228-4EE095671D31}"/>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9A071B34-24B4-4EA7-B11F-4F341F8DCE5B}"/>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8E0DC88C-8997-4275-844A-0ED5A81E8E69}"/>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CCD5DF55-5BA9-407B-A058-777570CA3EC7}"/>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7AAAC912-248B-4180-B9C8-9EA99CC0F78B}"/>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B53389C2-E6CF-48CA-9B4C-7E2E485EC20B}"/>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6662E64D-1921-4ABE-802F-8B8DDA22ACA0}"/>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96CA8FBA-59F3-4438-987C-A0976D60AEB5}"/>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CDE735-9C4E-46CD-9A71-1B186BB65B2F}"/>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C0FEB9A-53E7-479B-A8DE-FDDE25E56A60}"/>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B9ADBFAB-C8EF-4D3D-AE43-D1F77E8D8C75}"/>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712D4649-5B7E-438E-98DA-9310EEAFAE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8201744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4F163293-6F2B-4FA4-A4CD-3AD9ABB584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53B3D447-2580-4BCB-862C-EE6776480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5195EE30-A02F-49DC-B982-27227F943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8CB5539-9C61-4F0B-A715-054B6DA56B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FF6C6D8F-7B25-482B-884E-E4748F5168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F30C318D-CD63-40EB-8A23-0D869A5F45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E6044DC-E53D-4360-B03B-A30F9E5B297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79FBE55-96E5-48EA-86F6-FE7243338F6F}"/>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A89B0EEE-64AF-4BA9-A9D1-761A49E58238}"/>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B42BDE52-A1CC-4EAF-B285-9DBC0D52669F}"/>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334DF27-D421-47A8-8A26-C26A6D052CC1}"/>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D4B3CDCA-0363-486B-AD4E-17355808DD67}"/>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D0FB9E11-538A-40E3-823A-AAE997AE7221}"/>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1B8255DF-CFCD-4947-9F71-D1461D5675E5}"/>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A79ACF82-89E8-446E-AF54-301180D09C69}"/>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1C2928C8-FE3C-4D9F-AB92-EC22F3BF15EF}"/>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11FDDB9-6C5A-48DB-8766-D57B8FC028F7}"/>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0DC4A660-1393-4661-AC48-A0E7550F1107}"/>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279AB31B-2881-4541-8228-D2D87A50BCE2}"/>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51410188-4847-4AB3-9931-05DAECF1A0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6322121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56A18E8D-5EAC-480A-AF80-90235FE43E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E7CEBF66-FD28-48EB-A10C-CB17A17CBF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F1727D46-132D-42FD-BBAF-9B8CFE7F58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B981BA96-AABC-41F3-9D2A-4F5B2D85E8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2EB2F1DC-4470-4F5C-A801-0ABFD1E296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B86B83B3-2E16-4649-9BB2-DF90D55E2F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33FAB025-2DAB-462A-9A18-8DCA21D535C1}"/>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291CD07F-D839-4236-878B-2FCF581EAD62}"/>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B874D199-0199-434E-8D8D-16312A95CEA6}"/>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B27574C3-CF71-4DE1-B7B4-574AA635AC45}"/>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5A4D303D-1922-4913-8134-C9C3951D8DD0}"/>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9A199E70-92C1-453B-BE47-B6285D3A1FB0}"/>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B34C15DA-1E02-4017-BBF5-F61466B7B6B4}"/>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ABDE6787-2041-4AD7-B6CD-7D9F842AAF87}"/>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F99CB934-119D-4283-ABF7-82E54CAEB4F5}"/>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08FC9C5D-06C4-4CE4-8CE1-8AAF055B74C8}"/>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670754E6-15DE-4CDD-A20C-225554E6B3F7}"/>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1A773B16-73F9-4E01-80D4-4876B8F7FC78}"/>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8F466EB5-48EE-4A43-B038-201B17DA6B4D}"/>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B4F3229B-EDCE-4787-922E-4B8505B091B2}"/>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0EB94DF5-0871-4842-8DBB-800CFD0C8949}"/>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27971FB0-33BF-4D8D-A07C-2D059C01F5ED}"/>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963DE450-D92F-4C07-862E-C9527707F13C}"/>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905161DB-D050-44ED-A5EB-063FD1B8A432}"/>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7EC1448C-6420-4293-B4E4-C4734D1D61DE}"/>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8E6B62C0-289A-467A-9398-90D42CC51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474288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51E2D221-26D5-4340-A6EE-2135BA1E43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20B2C283-F756-45B4-8D99-C90A3B0241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25ABB78E-06B8-4A40-B53C-22752A950C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0E1A236C-C310-41EC-AAB2-07168B2147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B1B654B2-789E-4B72-9069-56908B31EC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32336A3B-8907-43A1-838E-3672B98949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957247C3-41BB-48A2-8A5B-2E673F2CEC20}"/>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213C987E-CC13-455A-BC52-E9622546C313}"/>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2E35DC16-F8DA-4934-B915-746C89B952AC}"/>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3B0D9AA6-5EF5-4F52-A0DC-F6452D4B5CBD}"/>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1AF2A27-9E03-41C4-8F83-D575E5E9610C}"/>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774CCF13-8015-4718-957D-1FE3120F80BF}"/>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EB1F17A1-F6B3-49C0-B3D8-968E8C7CD1AF}"/>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9053A328-FDE3-47E8-9072-BA56939C7389}"/>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B0FCA309-15A6-4FD5-974F-7A3AF285999E}"/>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E48E8A28-F65E-4AE8-8906-0051C267FF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20856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DF8829BB-6607-471E-9C5C-6BECA534FB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58EED4A3-6A16-44E8-82A1-34E052BAB3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81E5C1A2-2D77-4354-978D-8A1392535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579410F-0ED0-47E0-A2F5-0355FB143F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253D6515-AA1A-4C12-A36B-B8CBCCDB0A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67A813C6-2405-4259-8438-FB6F5F203A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CBA9DC88-53B0-484A-8664-D0A0B3D0EB1E}"/>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6FCEB0AB-DEFE-48D7-A042-F51F3AEAC9A1}"/>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78E1E1F4-8896-41C8-9163-8370BAFF4780}"/>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6558089C-6983-4AF7-BC32-7F0A4ECB9A30}"/>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FC957BAE-48AD-4AEE-BA59-90653C426EBC}"/>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D8C78A02-96A6-4F1B-B811-F328AFEEF7A4}"/>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4C5C8286-69DF-4263-802C-94258B3554FE}"/>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619802FC-9D8C-4032-A20C-B5FF61915DAB}"/>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1DB09912-2763-4DFC-899B-99E414839BD1}"/>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7164E4D3-C53E-41A8-9DA0-ACC726FBB9FA}"/>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0571981B-E104-42CB-9A5A-52BAAFDB45E5}"/>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0A9C878D-2D73-4A94-BCDD-C37B61A4F43A}"/>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499902CD-6389-4709-9CED-67FEC82A6B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085092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58D1C1FC-195F-437A-881E-86835829A7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29">
            <a:extLst xmlns:a="http://schemas.openxmlformats.org/drawingml/2006/main">
              <a:ext uri="{FF2B5EF4-FFF2-40B4-BE49-F238E27FC236}">
                <a16:creationId xmlns:a16="http://schemas.microsoft.com/office/drawing/2014/main" id="{2994D465-9253-4802-AB43-1A2E21F5AA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5314F5F6-9A00-4322-A1E8-8339712E7F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0F550040-52FB-449B-9A74-A9520F0285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C02F90B9-1D13-490D-ACAB-FD98FC5007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253794B1-C095-4008-96B3-0B2BFE6271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A82FB0EE-DA8B-4620-B070-7F4DA220AECF}"/>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37BBB05B-97EB-4AAA-AC10-A6D71667DBA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9CCF94FC-3AF4-4EB3-8605-7B1AF942287C}"/>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AE5056A9-8C8B-4714-9B09-4967B0481421}"/>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53F03099-95E1-418B-BE75-9C6609C1493E}"/>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F2924923-D241-4CC3-9B02-8D70743A6628}"/>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FAC199A9-B686-4D7A-AB3B-4C41320E72DE}"/>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16417FC-8080-4860-8E3F-4B7662C3E2A3}"/>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40CE72B-3F80-4848-A1F8-DE05021163E0}"/>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96F80183-351C-4C87-9234-904A84587DFB}"/>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7B4AEA1-B9A0-4CB1-A6AA-4C282676D593}"/>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CDBBD20-3B26-4AF6-A324-AE0965163930}"/>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04A071A-3A34-4408-9B2D-AB784E539591}"/>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24187F9-B96A-4743-A5CB-98D0127A124E}"/>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3F688B9-C8DC-4F3F-A588-A81522810C5B}"/>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F46247C-EB11-4F9D-94BA-241F8DB11A20}"/>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56FB59B-9333-4609-ACF8-A8CDCEC8BD25}"/>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201FD67-11A6-4744-AA47-5EE23361BDB2}"/>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250AB82-9B76-4703-A734-8B959081903D}"/>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3E16FE8-1F65-4EDE-A69E-8D319CDE4EC0}"/>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B84CC5C-3147-416B-B172-9E7920495B25}"/>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339EA0CB-2939-4B80-8C4A-6C0174E9DC0C}"/>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35F4344E-1B87-4B13-8650-7AAB71267BEA}"/>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FEE8DE40-CF13-4097-919B-3E1ECE8DDC3E}"/>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FBFDBFBB-A73C-444E-B00B-3CCF9153C747}"/>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8C63134C-1F72-45C0-811A-AF20737CA7AA}"/>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CA98C41E-8B8E-4DAE-9653-6B92F7EE8C26}"/>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57707717-59A1-492F-8D08-37EF9EEEBF8B}"/>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F436E0BC-8E9B-4652-8464-0684BC0D3246}"/>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E86BA54-7E78-4CA2-BA3C-5FD66DCD1AA7}"/>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C9E199D4-A05B-48E9-AD80-7DF3B13F1D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227176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47DF03DB-8A92-45BE-B2BA-DBA9EB1BA7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0">
            <a:extLst xmlns:a="http://schemas.openxmlformats.org/drawingml/2006/main">
              <a:ext uri="{FF2B5EF4-FFF2-40B4-BE49-F238E27FC236}">
                <a16:creationId xmlns:a16="http://schemas.microsoft.com/office/drawing/2014/main" id="{0AA743F4-3FCB-424B-BD6D-A547AB9D67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C5F55F15-DDE6-4778-96A3-D2F24306F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7C83A62-0D56-4A14-8DE9-623BE668FD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DEE30288-019E-440F-A7E0-E0F2A41454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B8277E63-E9D9-45F7-8BA6-3A55E2F700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40A2BCB3-3157-4659-828A-89E1C64E9098}"/>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39551C5-E613-4468-AE7A-F70741049065}"/>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1C229B3-5BF1-44A8-9C5A-CB2733EBA48F}"/>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2075CF2C-7AE8-48CD-B648-659FFA9CD8BE}"/>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936B2944-D396-4DF1-9237-BE88ECEF97BC}"/>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533A1F-57C5-4BD5-A1C3-584FFBF862E6}"/>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B464205B-5659-477E-B10D-72265F8EB4C1}"/>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4DAA9F40-8492-44D9-938E-F006069EFD11}"/>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214A8B71-8458-4C40-9E1E-03E24435E031}"/>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CD8ECBA-0E8F-4D2F-AC5B-537CAAEA14C1}"/>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046D2F9C-DC7F-4BB6-8DFD-E92372D632DF}"/>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AFBB98E1-DD99-4421-92C0-467EA3B55572}"/>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E5AE6D98-A6B0-4146-9F93-944E13013DFA}"/>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E0F5CEC3-8B8E-4CF6-8040-51FCD6FDF6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7898795"/>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9FCC99B6-EAA2-4BF5-B3E7-3079C96EF0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1">
            <a:extLst xmlns:a="http://schemas.openxmlformats.org/drawingml/2006/main">
              <a:ext uri="{FF2B5EF4-FFF2-40B4-BE49-F238E27FC236}">
                <a16:creationId xmlns:a16="http://schemas.microsoft.com/office/drawing/2014/main" id="{C7D6BFB7-AF99-4AC6-B53C-36C0C1B610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137446EB-6DF2-4BE8-AE90-9B2348BEF1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CC5D740A-AB10-45F1-B5C7-5EA9C3EBC0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EEFE33BD-701C-4870-8A83-C56321F817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8C53F32E-81EC-40C6-B910-AA3E18626D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B7FFB502-5F3A-4B41-B4E8-F005C32C16AB}"/>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D4D1CD61-EC52-4C4A-ABBD-556EA96459B2}"/>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FF1328DC-28A2-4C39-857D-CEC942E249F8}"/>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AA539BA4-4A43-4867-B1F3-110B0B457F2F}"/>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F11CB926-3B60-48C4-B74F-9A5CFEA1743E}"/>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B1BA39C1-F2C2-4E3C-A69D-95C3DD80DEB2}"/>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01E92918-2D70-4866-9B1B-E7F2DBF469A0}"/>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5EFF73A7-5AE7-4086-9B75-7391631BB488}"/>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1CFFE1CF-1079-4836-AC24-5370D5C886E0}"/>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28D44B5-C368-4D67-8A0B-60F442494A61}"/>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1E37BD5F-54E8-4F07-B427-87A312108C62}"/>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2DC8B623-6FE1-4FDD-90FA-E2B6B4B8555B}"/>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2B78ED0B-221B-4ECF-B9EC-3DCCC466C22C}"/>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036CA1EA-6C96-4B89-A663-7FAAC364C44E}"/>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F6F62433-0CDF-48C7-8ECE-A81B8830CFBF}"/>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D7594E15-C83D-4EC1-B8B8-C0FBEB949FEF}"/>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F10FD1C9-C025-40AA-88DD-19058B7BF9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973649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02D1E635-BF01-44D0-A817-7CF46F065C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C4FFC33D-7642-43E8-B865-EBE60D70A9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71DE85F8-64DD-4CF5-9153-8970392B67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19C379F-4B30-4FEF-8290-C369DF7337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763B76DA-BA83-4A5B-A037-967AC7BA70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670845E8-CAEF-45DC-8375-1F72891F4C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E087CC93-C3DA-46BE-82F2-A47AA71C5E03}"/>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0E7B4873-34CC-4CFA-AB08-D06A21FB86D2}"/>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A09A9510-AA30-4DC0-93E7-71A7645C061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2EA82AAA-08AB-47EA-97A6-4B73FD02DADF}"/>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750DC291-13DA-446A-80C5-9EE6F235F5F2}"/>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2DDF834A-4B83-4A97-8E5E-E06FA52D0D6B}"/>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9896AF74-DEC0-4162-8EF3-ACB450B6152C}"/>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8429689A-E81E-4AC6-AB46-4590AF3B636B}"/>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AF010568-3470-4253-93D2-1FF7A8746308}"/>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A7FC93FC-032B-4EE7-8628-804068430C5F}"/>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0AF8C9B4-CD6E-437C-9325-07F713910885}"/>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FD39A7B8-3890-4489-8D7B-21EEC4CA1F4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762F8678-961B-4D9E-90C3-EDE3BF2D63C6}"/>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167EA16C-E5A5-4D2A-BE7C-86D2A54C785F}"/>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C2B8F7C5-2FA2-4477-8AB4-3D8EE92F69D2}"/>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6002AF5D-7DAF-481D-9477-F7D1858F42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991495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62899637-1D14-4EFD-82BE-B17E5EAE7A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8B70F822-BFE4-40A3-A664-4BF94D4A41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27C0F13B-838C-4234-A313-3E93BE1D9F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2C1C57BA-9598-4B6E-B9F4-BEBC0C0B6B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AFF36C7-7F36-41E7-B628-A08DE08BC4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5F2AB80-590A-4E6E-8374-2724090C0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0D99D084-2A6C-4989-BAC1-647D71F0A30F}"/>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8A545290-69DA-4F20-A9BA-0FCE84AE76E2}"/>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7C63E605-9573-4E9B-80C8-49F9468DE44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257F56A-291A-47B4-A2C1-6C3F575D6E97}"/>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D9D5652E-D577-412D-B1A9-03D3BD48E2DE}"/>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F6792218-1FD9-4ABF-8883-BB058193F5AB}"/>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EC86CE4-2214-4DEF-817C-5F365A25E7D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8E7DE8C8-CEEE-4387-8B1E-E78525DAA4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94008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AD77A2C4-0024-48C8-823E-961EFB848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2F22D5A2-6C0E-45FD-B323-FE4275C000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60D73BF9-99A1-4895-9A81-E7403E0EF0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FEFDBE2-7F1C-4914-93F9-E2E91F3CE5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FDAFCA9F-C26D-4E31-89E2-F05A27E2C5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D8021AC2-FEE8-4FE9-8932-F2D3233E40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30CF3444-5ED6-4F93-A79D-4AA3DBDD6707}"/>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65E0408B-BDC8-4007-BE2C-AEB9DF9CCA40}"/>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78AC320-756D-4131-9388-4BB068FB8CFE}"/>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B8E204BE-28BD-4C66-9B3F-0814D45941E2}"/>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C07FE171-B998-4582-A6B0-6D9B027A4888}"/>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0CC89E0-61A7-4185-B968-BDB5C26ECEFB}"/>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CFEAAB1C-6C9A-4BF3-883D-D1D0A24E19C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1789B7A7-0627-4013-9B56-152B993D4DF4}"/>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A55614CF-B0CE-44AD-9186-A93399DCF77D}"/>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3F8774B6-AFFA-490C-B6E6-1BB05DB0DE02}"/>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0DDDF91B-ECA2-4B39-8787-ECDF3C5DC4BD}"/>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CADEDEC3-E268-4BC7-AA9C-1865D74261DE}"/>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2E61CEEB-89AF-417D-89E0-A7DDC4F6E82E}"/>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9C11739C-F486-4DDC-95FB-D3F9912F86E1}"/>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14E6A047-CFB3-4507-9944-930A67ADA8EF}"/>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313A1397-0AB3-44E8-80E9-B89C294BD9CC}"/>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2579BF50-172E-434D-A0FB-13A0E67238FA}"/>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0A508459-85EB-4E34-8621-96A483EC66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9304642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C4F73547-C5B3-4916-94C7-1BA612B302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99C0EC5A-59BE-4F93-AA3E-8113E8C2EE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A0F75FD7-6F4B-4B97-91A7-90225AD614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3D4AD012-A434-4058-BD30-148DC05D2D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C43D41DB-B317-41A5-971F-82421FA41E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C3E29858-9E15-4F48-92AF-595827ABC3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6C3BD506-4EBF-4E72-AB4F-113CFF25168B}"/>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DB3423A9-8C7B-4126-8127-4FD0F06CE44D}"/>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935175EE-6352-4895-A340-61B39B8E5DDB}"/>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88BDA250-C516-4FF7-AB71-9E1F182BF286}"/>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E87B5B7-C266-48DF-A403-49AFBDB36733}"/>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A0834625-F376-414A-A946-79B42FAE9D1C}"/>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794EBE30-B671-46F7-8071-67E764A08A9D}"/>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C59BD29E-85B6-4DA3-A495-6735776A8ED4}"/>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D806E17D-5AE9-49F4-833B-934B5BA3CC8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BD1E6461-F495-495A-925D-3A6DA4176888}"/>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F4DE3CB4-2BED-4CD3-AC7F-C21E119F6D04}"/>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0C1D8BF6-A87F-4B68-8D5F-B0AE0C5AC957}"/>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AD89304-6282-40BF-AA31-72A4CAA61EAB}"/>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C2BD4F6F-495E-4DB5-B5B1-80DFC1071EE3}"/>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374974DB-FE12-4B06-9602-7AD52FAF62C4}"/>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5134207E-B189-42BB-B544-D3B3B7FACC97}"/>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4EA998B0-D652-412C-B790-EEBB10C47F0E}"/>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27EC3695-D180-44DC-9FD2-1E12E0821F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929306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935596D-B06B-49DD-B980-89021E241E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81C02F7B-9643-4E56-93FD-E8E735E430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DDDDC563-2268-4DB1-99BA-7C8052B5B8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3ABD1AF-56F5-45C9-B4F5-66A8474577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8BC0911B-A7DD-4E4D-9580-4E138D88DA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0970052B-739D-4683-80A8-E0EF8A3E7C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FD1DB30F-17AD-41CD-86BA-C1C527A0724D}"/>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56DE69F2-46DD-4E26-92F4-814089E7AE4D}"/>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3512793A-3F7C-4D71-B6E1-6327AFAA9F25}"/>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9201CA4-CF82-4A81-B00C-3E02D86B5C90}"/>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F956F03C-B703-4154-85AB-7A2A54C343FB}"/>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44D64678-FA93-4CB2-A295-548A8BE0967C}"/>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ED6BFEC3-20D9-4DC5-BE30-16319B0DA55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BF97CCA3-17C9-4475-930E-3E3507A627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9821532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8626B4BA-87DF-4F9C-AFEE-8AC428CE0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AF96C9CF-25F8-41E7-A1E0-61F29661CF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0EA3836E-B71F-4595-99D4-A8DD2DD7374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CF830759-897F-4247-B1F2-C180D67EA4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EF5B25E6-2038-4154-9133-619115C0C6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7A30EB71-7E01-4F9A-889C-EB3A3B22E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126C1C31-676C-4C65-8722-32AE2893CFBA}"/>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9D913E2D-E8E9-4B0D-9326-DF1551CC4F9D}"/>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F301B51E-09F8-412B-A2D7-6B674634FB2B}"/>
              </a:ext>
            </a:extLst>
          </p:cNvPr>
          <p:cNvPicPr>
            <a:picLocks xmlns:a="http://schemas.openxmlformats.org/drawingml/2006/main" noChangeAspect="1"/>
          </p:cNvPicPr>
          <p:nvPr/>
        </p:nvPicPr>
        <p:blipFill>
          <a:blip xmlns:r="http://schemas.openxmlformats.org/officeDocument/2006/relationships" xmlns:a="http://schemas.openxmlformats.org/drawingml/2006/main" r:embed="R134d357b8c924373"/>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4A28304-F787-4B31-BE2F-D9FA704626A8}"/>
              </a:ext>
            </a:extLst>
          </p:cNvPr>
          <p:cNvPicPr>
            <a:picLocks xmlns:a="http://schemas.openxmlformats.org/drawingml/2006/main" noChangeAspect="1"/>
          </p:cNvPicPr>
          <p:nvPr/>
        </p:nvPicPr>
        <p:blipFill>
          <a:blip xmlns:r="http://schemas.openxmlformats.org/officeDocument/2006/relationships" xmlns:a="http://schemas.openxmlformats.org/drawingml/2006/main" r:embed="R579ffa6a2a244579"/>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0DEC976-4ED7-46BB-B008-528AE6B31438}"/>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F5C2B60D-CA86-46EC-A38F-88EBA6D81F69}"/>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5CEA616E-753C-4A8E-98F4-7CEC08F5AE09}"/>
              </a:ext>
            </a:extLst>
          </p:cNvPr>
          <p:cNvPicPr>
            <a:picLocks xmlns:a="http://schemas.openxmlformats.org/drawingml/2006/main" noChangeAspect="1"/>
          </p:cNvPicPr>
          <p:nvPr/>
        </p:nvPicPr>
        <p:blipFill>
          <a:blip xmlns:r="http://schemas.openxmlformats.org/officeDocument/2006/relationships" xmlns:a="http://schemas.openxmlformats.org/drawingml/2006/main" r:embed="R461e5cbd07ae486f"/>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010EDA8C-8855-4054-B927-434E145F54F5}"/>
              </a:ext>
            </a:extLst>
          </p:cNvPr>
          <p:cNvPicPr>
            <a:picLocks xmlns:a="http://schemas.openxmlformats.org/drawingml/2006/main" noChangeAspect="1"/>
          </p:cNvPicPr>
          <p:nvPr/>
        </p:nvPicPr>
        <p:blipFill>
          <a:blip xmlns:r="http://schemas.openxmlformats.org/officeDocument/2006/relationships" xmlns:a="http://schemas.openxmlformats.org/drawingml/2006/main" r:embed="R8a3c666d5d804ec8"/>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1258FD3-300B-4D5A-85F0-5586FF4621B3}"/>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7A52DB38-0917-4C4D-8A4A-1CCA614D1A4C}"/>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956852E-3850-472E-AC91-83E394CE9E75}"/>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E7156CE8-61DC-4B2D-AB46-C975AFDF3DBF}"/>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28D2881B-5952-4FA1-AC01-2554A32FA1F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E9EE8813-D208-4524-9BDD-482D9BC27CC2}"/>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5FB12128-8D5F-4740-9449-D42872CB4E48}"/>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2ECAE00C-CB9C-44AB-A355-01668CDF3DCA}"/>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A004732-564D-49CB-A4FB-BC7A5C1AA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5136034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7E01C795-5393-4584-8860-8E93222AD6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A8A488EC-672E-4F12-9AB9-3B45E09154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0639085F-6A69-4953-AA74-D59A6AE9BC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B2F722FE-79DD-4AE2-A2A1-674F6D0900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3422CEB0-1559-4DB8-8E35-86DBB9AAAB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98EE6890-39D9-4EBF-A107-577005433E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742DAE27-6BAF-4032-A6B3-6026BF8B2D53}"/>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AEDCB6D6-C57F-4F00-A6C2-7601113A3434}"/>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8B035E56-6F03-487E-BCB5-4F693C8A7347}"/>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A80823B-F6A5-4641-9C45-756ADFCC94F6}"/>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EE9C0585-4699-47B0-883D-A954206E44BC}"/>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DDDE00B3-F3AC-4BDB-AFD7-9A734A993A51}"/>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9F557E02-2101-41ED-9550-A5AEC5AAA7D8}"/>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948CB3D4-34BC-4AE3-A8B4-4B08A5F59398}"/>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830C5482-AAAD-496E-AAA0-3B39EF8E3A6A}"/>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A4470538-E5C9-4EC5-A2EB-96ED3E26C04F}"/>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D9296E09-CBAC-4475-B320-7AC3F94D2108}"/>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3DAFF26D-7668-4EF5-8ED8-FC4A16B2CBDD}"/>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6EEA15A7-16BA-4BE6-A80E-4DDACA0CEC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704590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2FBEA58A-C51B-4270-A5C7-418EC7E748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153C78A1-B30D-4938-9D4B-E5125757CE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53507554-1DA6-4D84-A62B-772964AE21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FFBCC274-7724-437A-BBCB-80E0E2D89B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31862484-1091-4366-895F-BC0230AAEF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32C01F11-347D-4E55-BCB2-985BDD34F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E6CA4D37-FCB9-428F-85BF-E9230D790F4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57AF1776-EB04-43A4-8D81-3E00BE61B407}"/>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50F799DB-2891-4769-B64C-94310F71C6A7}"/>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ED61FB76-9D90-4300-B831-AF43AFFF866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6CF85893-C9D4-46D9-81EF-7660BEB10259}"/>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DBF8F49B-2679-424F-A42C-C02737F6E891}"/>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97CE3EBA-BFC2-4C6B-ADD5-306090AC8988}"/>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EAE94CF2-520A-4ABE-9B54-D080E8CBDC1B}"/>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DBFF97AB-FECD-41D0-8B56-8DE506209626}"/>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38937C31-93B9-4EBE-878B-DFE5F6F64D9C}"/>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DD8CCBAD-D1BE-435D-ABE1-6410294795A9}"/>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2B926E25-7754-455E-B7B1-6ECD94F5F828}"/>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21FBBDC4-E763-45DF-A63E-569577E304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7298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CC794928-C53A-4CF3-8B65-4C80DAAED0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59AF0566-E833-4692-B9A1-B736C29348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C0B93327-402F-4731-847A-4CBF7357F8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AF7B9E16-1782-428F-963B-367704BC7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906DF6B0-6C7D-4854-96CB-8E550A87F6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2FA679AE-4ED2-4D1A-9C58-15D604946C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DF0D30EB-F27A-42F1-BE67-658EA60F2A17}"/>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AF72134-0601-4D1A-936C-CD373663F842}"/>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277768FF-0E39-41A6-94FC-2FD7FA0DE54C}"/>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3FF7B04-E5B6-417C-88BC-B9C3878E6C14}"/>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FAD51EF1-C961-46CC-8F96-9374A13DB8CA}"/>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3D5569FE-BF2E-417D-BC7A-14C37C7C6ABB}"/>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17AF48B-2FC9-4082-AE90-AE6C3ECCB2D9}"/>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C78E5379-D276-42F7-AFF2-B2E6947C940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F9FCB71D-688E-4172-9BFE-B07248FDCF74}"/>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47A130F-1F9A-4290-8515-3A2BE598239E}"/>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FA78BA48-2592-4287-BCF7-828A14CC3F2B}"/>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482FBB30-53A5-4059-BFD7-710E5D639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8788591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2F6058ED-48F0-4E79-8914-0D2DF14EFC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0B9C5822-4645-41ED-92F9-CE856D0925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CBB64B6E-BD5E-4968-8798-CDCBC66F6F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217AE493-8D45-424F-A8AC-9E1BD64AA0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0655020D-88CE-4842-9107-E325A27C16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B4220F95-FAA2-4DD7-9C95-877EB53731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8B19F2F-6C77-42EB-82C3-C7E5DA4A01C0}"/>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A24AC519-8B4B-4A98-8363-2DF111FD58D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338FE5E7-5D36-4B0E-B250-403C31C3EABC}"/>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DF4F7521-6839-4486-9D17-F9AF2DBE6E7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89CDAE17-D1CE-40F7-BC0A-AB60D018D360}"/>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94E78F15-FA67-44B7-A969-B809248EB163}"/>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9F02A85B-4AAB-4E6F-98FD-CA0BE07535DD}"/>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49DE434C-8509-43B7-912E-859FBE2A6C5E}"/>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9EB82A6-8721-45A7-AD14-9882B9E4FC7A}"/>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221295A5-DD37-4973-AD20-7745E34136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40467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C26DF4FD-F57B-495D-999B-BC2C4FCD93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A584A93D-7B4F-4643-827B-CCB4C98E2F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994F251A-604D-4194-9945-1539E3D172D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F03E683C-D280-4814-B570-21482156E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402FA287-4710-4155-AC69-3A9CB3162B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5B66276D-ECED-45CD-B0A3-045B8FDA2E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4D4BB709-D11E-4B26-AFB0-695D4C2CB63F}"/>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BA6B5AEB-D1A5-4719-A60A-BD71A5AD79DA}"/>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D08CDA91-6DC1-4717-BF8C-A86A079CC491}"/>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157BCC4-60A5-4604-9E58-6FB13318371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C446E471-F1F7-473C-AC4C-9ECB255CD6E2}"/>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70AE99D4-E2B6-4BFB-8594-2E1A22727921}"/>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69CE2BC-B07F-4250-AD74-821E8B7DCCCB}"/>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AAF55F80-328B-4CBC-ABBD-D034ABADD6D0}"/>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7870075B-AA54-4543-BFF4-B92DD829404F}"/>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1AD84E09-F209-43A2-94AA-54975C6ACAEB}"/>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40D25CD5-8CA6-4C88-889F-D1D67E39CF49}"/>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98127C81-501C-4441-BAF2-61F6BBF068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5674094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76EAF519-3626-4A8F-949F-FF8FC57500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E9FF1D57-AA98-4623-8F4D-B24139FEE6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A7CFB0D6-1173-484E-9980-AFBF48AAFE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3F4D7956-EC16-49C5-B56C-6C01C2487B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A418C2D6-1922-492A-BD46-5454400BAB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A6FAE0C9-6958-4801-8251-E6B6F83FF4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C726D391-C25B-42CE-A620-A4FCD065215C}"/>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5AD4BE5D-1194-45D2-8C0E-229BE232DC3D}"/>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E92192B0-3930-4797-BE0F-D9A462DF7021}"/>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DEAABEEC-88B3-41D4-B084-A05563E89FF3}"/>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2ABCF56A-5D43-4613-923B-67D4D6BF6823}"/>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A30D2F7B-CD2A-435A-9BF5-E71F638BD286}"/>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FAED1D3-1D02-4C65-B6F4-475C760D388B}"/>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8AACF79-F6AC-4D0B-838C-AD841B38EAA6}"/>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98BFF9D-1A5B-4D92-AF32-FD308C9E25C9}"/>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286FA60E-D32E-4A48-BBE3-95269A2E5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7486201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29102DFD-B2FF-487B-ACD6-34EB58CF9E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8D880E2F-05F0-448A-8448-AB29A6D3A3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CE51F5A1-E720-4A41-9AD4-1D4F655E6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CEAA12FF-BB3D-4547-988F-91CC78CD8E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393F954C-E301-4309-A8BA-5DC5FA1C17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72D04BDC-08F0-418A-BE8F-951DFE0EBF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250FEA33-2B4F-4F6C-8883-1549A820494B}"/>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EBFD22D9-1280-4B93-A0BD-DB805BB35A6C}"/>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6A36337B-1617-458E-9719-E0F52DBAA94B}"/>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337DB2C4-DE0C-4AE6-AC0D-70A0704925B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BF583C1-86B9-4635-9677-1392D6235BB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781AF5D8-60C0-471F-B3AD-28702BB3D0D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116401FD-895F-4B29-8C7E-38B352BBDC1B}"/>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10212ACB-9199-4E1E-9325-420DDED2A9E6}"/>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29EDC28F-6CA8-46E4-A030-725A9C51FA53}"/>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AC000911-5F90-4207-8E46-CCA8187AFEFD}"/>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B658B0D8-CB5E-4622-9915-868BB9B4FCDC}"/>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B7DCF5FE-E5EA-47B1-8609-AB271AFD762F}"/>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868709BA-0D92-47EE-B448-FFB9735377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49961488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3B2F7EE7-DD70-4965-AF76-E2E67BEF74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B35C56B9-3FC4-4BF7-AE88-3246C7CFC8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B352DC20-9893-44BF-9817-A20B280966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AA18E420-A422-4F6A-9447-DD9D184BA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67430ABC-EA35-406C-80CC-BD6D0E0343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786DE65D-5904-41E3-A1B9-0DC8EFC9EC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07BB2F5B-BEE5-4B6B-A52E-07831F697408}"/>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C8DF8D0-E4D0-4E2F-8F57-99F4ECF0BE0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3682CC86-F0F0-451A-A233-61A2BF3F8DB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B81DD54-3C76-4466-A90D-FB3651A3687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7282957e88004c3b"/>
          </a:graphicData>
        </a:graphic>
      </p:graphicFrame>
      <p:sp>
        <p:nvSpPr>
          <p:cNvPr id="11" name="">
            <a:extLst xmlns:a="http://schemas.openxmlformats.org/drawingml/2006/main">
              <a:ext uri="{FF2B5EF4-FFF2-40B4-BE49-F238E27FC236}">
                <a16:creationId xmlns:a16="http://schemas.microsoft.com/office/drawing/2014/main" id="{D20AC919-6448-4A07-A1ED-507ADFCCF878}"/>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5DD9627-C863-4C0A-937B-023AD06EC511}"/>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8D1D1316-10F0-4389-A14D-212A599B8A54}"/>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68193CCD-CD2A-4D58-951A-204162FD8FF5}"/>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07A3F605-AC6C-41A6-952C-83FE1F4AB30F}"/>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CE66E796-80C2-480E-BEF3-2D8EBA471D74}"/>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35644F01-E588-457F-BB00-33E3B2AF479E}"/>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D93BEDA4-DCDF-444B-8CA5-D26B5A37A93C}"/>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1E739110-E29E-48AA-82F9-656DD2F7D08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D9861056-82A4-40C0-BCD2-76F2B211B3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9261777"/>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2E29962B-D58E-4CD5-BDD4-56437C789F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B0F059E7-E530-4FDC-8648-1AF9B39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13A4EE33-6ADA-4ED5-B483-B807A8C395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54E79A6A-E90A-4E53-A957-D1C29F0523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F4AFA299-CD85-43C0-9BFB-ABD9EF71F3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02C25D0-492E-4B93-8A54-EC01EE4897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C03B851E-7978-4138-9297-4E2CB477BE4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DE6782AD-3E4A-40B0-9298-4DD18148096B}"/>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8E545CF-22A2-44F1-B638-81D7B1A9F1D2}"/>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17C18CDF-AA33-4C1E-8258-C0AA92BD9F57}"/>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189DDB-F4D6-4F9F-B706-14C2C7AA9A42}"/>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381A9062-D870-49C5-BFE6-EA7EC5406810}"/>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18039150-8A3E-4F3B-84F7-95231A8D5600}"/>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ECC94C55-E857-4227-8CE4-B1B94E2DBB64}"/>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C0F26F1-28EF-470E-9666-35196580AB9F}"/>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480C7B3-CEBB-43D4-AEFE-E85C99618758}"/>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CCAE856F-395A-44E4-AFEE-4B4389F5E148}"/>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F73D6D72-20C7-468D-9C9B-7F1F493A427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ED14CD19-1257-4A1E-9403-C5358E61C686}"/>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13A9B3A1-98B5-43D2-8D25-8730FDC6C449}"/>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99F16DC6-A8AC-42EF-B633-CDEDC7D478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2637726"/>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C943CBEE-BD03-4D17-AFBB-F72BFBBC3F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C106CB6E-25D4-4690-A5CA-BB2505EE00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2A03CCCB-F383-48BF-9B67-FA59FE68B4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8DB87CEF-C5A9-4AB9-BA51-CB46A04108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5F4DD016-8E6A-4A52-88BF-1FD61C034C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B77553F-2A92-4138-9235-30AA8663A6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5560B9EA-F2AF-4056-8DF6-2992EEED3463}"/>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B74D6DE2-D8E9-48F1-BE2B-8A6548194770}"/>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0717D82C-B1B7-4ACB-82F5-48F2C51784D7}"/>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1216A366-C627-4D5B-9D5E-CEF9BDAB57E7}"/>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8A0C7261-2824-4206-83C0-59BC17B8A153}"/>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BEA384BA-548D-4B2B-B3B3-5B04F52CC953}"/>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3FBED090-6D45-4C0E-8928-5ADF9EAD0B95}"/>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400D9F6B-B55E-402F-9E3F-9DBFEA83C792}"/>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B2ED90EB-F26E-40C9-9304-3799C5222936}"/>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C048AE46-D283-456F-967A-14262DD6589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69259E94-B62A-46D8-B33D-DDA581A0D29A}"/>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9AEA6F7-30E7-4379-B972-16488D73EB9D}"/>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306DA13-B628-49C2-93D0-9FA08512738F}"/>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0CF675B-523D-43C3-A71E-FF39B107FE62}"/>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EB9F8853-F2D6-4624-A44A-AC5B2D7BF324}"/>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5354E893-364D-49A3-A092-CA3C10EFAE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74333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499C900-675B-4B76-BF6E-4534F0508B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598D5D42-F160-425B-B237-9E5A7AFF53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3D5E47B0-7B77-4F16-AE66-7B0BE5F4C0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3448502A-D9FA-497C-9EA7-FA9A270AE2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737AB107-5395-4059-94BC-F7143C0EA4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8032EA76-6A5D-4E9E-BEB6-1D89086E08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2E70E48B-8AC4-483F-860D-E1261AB887FF}"/>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429C2CD4-BDF4-4F9C-AB96-041312B3BB3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C7597CA-59C2-4FB9-9B79-0AFBD919D809}"/>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FD2331DA-18AB-4087-95C7-30807AB09F88}"/>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530F7DDC-56B4-4D47-9D5E-8A0FC4DED83C}"/>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1BA96067-BF91-4E23-B37B-54AD21A77697}"/>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594DC494-06ED-4630-8F82-01E671EE7CBD}"/>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F9A89F71-031C-44BB-AC8F-DA3B2604D2C7}"/>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8BC2F9B-1C99-4793-8163-9E3EA83A1C51}"/>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0128EC5-E766-4A0E-8358-16E0C79C2472}"/>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6B97B2A0-E908-426E-B7BD-DF1A1C8B9F80}"/>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32DB7EAD-5C4B-4D47-AED4-0AB72E650116}"/>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FCC0B372-9F9E-42B3-A727-D6838C400C1A}"/>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4D491F90-2F25-4074-96C2-93927841A79D}"/>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E7D70144-3F66-45E6-BB9E-9A0CB6F87A02}"/>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5CE1C60F-344A-4C4F-B5A9-B8A587DDC8BB}"/>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E314268E-217D-4F13-BA95-F0FF1C0B7D05}"/>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E41B5F06-78B4-4E27-96C0-6981DB07BEE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D4CFCCA4-8BC0-4CBC-BC16-529C7B2363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286064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57181654-33EE-4737-978C-B29B30DF0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A105526F-2E74-48AF-B584-73417B0DB1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8A958814-B17D-4DAE-8461-616758DC6E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548462A-0510-4525-A244-EA8147D98D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878C1E73-8E13-4F27-B38B-88F86D7BBD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C961AF5D-1245-4C0F-9FC3-AA3504EB3E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1F604CD2-355D-404D-8A68-368BD43D9D0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92014F75-2E26-41EB-A6F7-86CD47D122D2}"/>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73E436B3-0ED7-44ED-930C-704835C6C697}"/>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AA4AC9BF-364C-4311-85F7-9296CDC4D308}"/>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9DA37106-F6B4-4B88-95F9-63D023DB109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8107FB9-6378-427A-8C15-ED5BDF40D1B0}"/>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8618F4A4-B389-4E30-B1E6-3C9D762E224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6C864266-896A-45A7-B676-FDA847FA7B93}"/>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DB4250F1-86F6-4591-B7C1-3BC26146C9D7}"/>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9B425A6-1988-4380-B7C8-A64785688C1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3673F0FD-63DF-4032-8C98-445648E927CC}"/>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11937051-5A30-4C9C-A110-7C3DFDAC5DAC}"/>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96BDFFE1-9A6A-472D-936D-BF717EA43A4D}"/>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DACDF976-8BF5-4215-B004-C8D423C409B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43D43CE2-88CA-4CD3-8066-0F4D25CEA1B7}"/>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31AFAD9D-B633-41B5-90AE-678CE301C2E6}"/>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54F33675-3C83-449A-8D0B-3173F4D69C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2129681"/>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2F288FB0-FE1C-4A90-8E27-A4CC9863E9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3B563C9D-E61E-4C18-BF2A-33B02F0859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2F91F876-01D6-429E-A12D-C61B4D58E0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9B605F42-C66F-4A68-AB5F-D50295AD30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41077728-942A-4FA8-942A-5EA5CCF3E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60C9E6B0-2EF8-4149-96FB-9D39BB0DF0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9DD4E5C3-CACE-4884-9711-4424F7C60CCA}"/>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268D456-B42E-48B7-992C-ED68FBBFB747}"/>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DD3F2E31-767A-4FB8-9610-9C102140130E}"/>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E9D66429-4101-42F3-A594-E2FF483DEE4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A93B1F6-5DE4-48C7-A287-B5EDC06D388C}"/>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8585AF0B-3C6A-4736-8AB2-0DC5EA6E256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8316C9BD-55F2-40EB-84A8-0F6C568EFFCA}"/>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68C276CD-6BC4-439F-9163-C3365A3E1B72}"/>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ED203F30-414B-4F26-8E2D-3D36017DC62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2C4DF30C-1315-41DA-B380-DE2B5C1F6F4A}"/>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484F757D-7F0B-4039-BCCC-79FC9CA17E8E}"/>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54DAC93C-0DDC-488D-A958-9842F349E24F}"/>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5334EFDE-10B8-49C4-B79C-049DDA1AF942}"/>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F8165494-05E5-4B08-9A47-8E41CE791AD6}"/>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26BAA466-17A7-402A-9BCC-6056EE177D4C}"/>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68980EA-D8DE-4EBA-8C06-E2BDE2B2EE52}"/>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ACA8928C-0260-49B7-820A-028EF3C04FC7}"/>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77A92985-E7B2-4658-9BC4-19F37E6B11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295485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4C3F5F53-967F-4B2D-AB98-BBE091C340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E05DB3BE-A4EB-4A69-906F-773F87B5D4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3E262325-040D-4861-98F9-771390B01E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69D22633-22D8-4859-BF3E-EB8A5B3734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50598D33-3DB2-4F60-8573-1397427AC1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C4F1CADE-A974-4CAD-99B3-4DFD762AD0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CA2FCAA-3E99-45B0-9426-DF04B9FCA150}"/>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E9CC7DB-A12A-4155-A16A-91748724B44B}"/>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EDA940DC-39FA-41E4-9D6E-529570EB3FA7}"/>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30053DE9-B272-4DB3-878B-53A958C9B05A}"/>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568B412C-3D60-431A-B4AC-6A0FDD86BF98}"/>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93C1CEA0-5A71-4DA3-9846-4B8D289E5027}"/>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47695F6-7E45-43D1-A51D-6C47BB750CFE}"/>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D7425A-5612-4441-9C6B-0B499FE0CAA9}"/>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D0E2C5C9-2A57-41A4-8577-D348311E51C8}"/>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E0F8D37D-265D-430C-B414-A1AAF2A325EE}"/>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64A1378-26CD-46DE-A094-21EC1F27165D}"/>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1D8C54E1-9592-4AED-A4C3-E423301245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969996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5A2828F5-83B7-40F2-91E8-E3F5CCA3E7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63E6BE74-8D35-4689-9AF3-56398F393F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B341AFD0-8D76-483C-A3B5-4A13A20329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22DDF4B7-6C0B-4EED-A4AC-C1D150A7A7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2D71589-F477-487E-820A-1D730EDC744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FD10A5BC-DED9-4DD5-BC4E-848B5B0205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076BAD7E-34AE-4853-A34B-ECD5CCF217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C7232F15-EE34-43EF-B135-1DE70D34A93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F019A0FB-A292-4EAF-AC25-2B13698A9B08}"/>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18187A50-1F7E-4577-AD6F-FA7239E07486}"/>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07F0D756-0DA5-40F9-A05E-C5A8BB5FF17A}"/>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77555E43-FF90-41CF-B857-62F2393EC82E}"/>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81CDC819-2E86-445C-BEE9-E2B01D09A0ED}"/>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F9058C41-028E-4103-9791-10CD022EB03D}"/>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15947AE-91D7-43FF-AB29-DF1AB4ED2971}"/>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D45F3A3F-0A42-4F27-9BEF-37F25411FB48}"/>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1D7050DC-953F-4649-92D5-D5560252F0F8}"/>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45EA4745-A103-4A2E-9C48-6D8217C283E0}"/>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EE3F87F5-086D-458C-92F2-1983A9A1400F}"/>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327F040A-5F71-4119-BC98-E84DBBEBAF7D}"/>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23AE77B3-C03E-4E9A-ADB5-9C271486B995}"/>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F4E03A65-4D73-4173-BA1B-9FD90168649A}"/>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4943C4AF-304F-489B-BB19-291C99567D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732521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6884942D-DF67-49CA-8D98-55A01D7F96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853BC2C6-9DD7-4F8D-B6D9-A1A8EA33E4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ED1F0D6D-15DD-4F24-95CD-87E12DC308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1C2C8642-DE49-431B-A5C6-EF967D36C5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5BCE5A59-188C-4057-85D2-81CDAC4EB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E945E5B4-201C-42DA-989E-E6692463F1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FFCCB78B-0A09-4EA0-9F89-ED26B1279DF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092EB9B0-6EAC-431D-8A5D-5D924BC4305B}"/>
              </a:ext>
            </a:extLst>
          </p:cNvPr>
          <p:cNvPicPr>
            <a:picLocks xmlns:a="http://schemas.openxmlformats.org/drawingml/2006/main" noChangeAspect="1"/>
          </p:cNvPicPr>
          <p:nvPr/>
        </p:nvPicPr>
        <p:blipFill>
          <a:blip xmlns:r="http://schemas.openxmlformats.org/officeDocument/2006/relationships" xmlns:a="http://schemas.openxmlformats.org/drawingml/2006/main" r:embed="Rdd80bccbe14c415e"/>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2CAFB15-A123-4935-97F3-D2F682F3DE2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8364DC6-93CD-4CBF-8868-C798CD338CD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44C77309-53CB-4E74-AACE-A35C6C9860F9}"/>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B6EE5558-12A1-416C-9031-82DF9A029E4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8BB687B1-C18D-4D41-83CE-D8C4DEC2E46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A64FFD6A-51FC-4151-B24B-440889B3A228}"/>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1E747FFF-1C1D-4FD2-BFB9-63AE52CCA4FE}"/>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BFB5D022-5A4B-4BD2-9DFD-5D1CEB2E19F6}"/>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4A40C5E-4F33-4203-A678-34F47F30603C}"/>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2CF435DA-896A-4F97-AE2A-370AFF0E5FB1}"/>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A79A0B4B-DDAE-42F0-9379-CCDFDFF5916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4FC7A0E8-4095-4DFB-B7DA-44E8A76A2A86}"/>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E356B139-FC3E-4DEE-A2F8-5E6ED3A2060C}"/>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CFCD084-4668-49DF-917A-4DBC554595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4523099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2343B727-891C-4CF3-9FA3-E999D41437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D985A9B8-DC60-468C-9FB3-22049DDE03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8997B2D8-94E8-447E-8EBB-46AD1E21B2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8881AC91-EC24-4E5D-985A-5FA6878C0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F254F8D2-5E9B-4181-A794-41248EB4CE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081E8621-0E88-476B-9690-653288D27F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51216C13-06F2-45E8-A76B-A81891A6A1AD}"/>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FFEB0B39-320A-4786-8E28-F34025FC2319}"/>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04598DD5-F614-4558-AD72-99913059CB22}"/>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2050428D-2949-456C-AAC2-2FB326F0A316}"/>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BAF36F63-6C34-482C-8632-841A3037D405}"/>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749B2A78-B5AC-4AB1-B9A2-654CEC9097A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68495B00-8D4E-42BE-AA9B-EC0CB040135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6F186816-0151-4910-99ED-CD9F84D41E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203064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B6953F03-05AA-4C79-940B-864A9A6573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E4C39446-EA71-482E-8C1E-F2DF8B550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4AE02B42-3052-4A0E-A78B-41E28F7253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FA58CD71-F599-46C3-970B-AF9F1EF192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33DC7F8-BCDF-4CEF-A88C-3026BDDD95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F1C385B-0482-4A94-AAC3-5613C5521F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E40C8842-3EB9-4F72-9283-D4DE3DB42C7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24EA5CA2-B9B3-4E67-844E-F92E52FC707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008ED22A-7919-4FD7-A314-5A130711C854}"/>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560DFEB5-CD09-4BB1-A7F3-8F34235DF598}"/>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F3F9A647-7A02-4C30-A8A8-CC6C2C413D7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5E6D57F4-AE49-4B65-BA30-CBED234BFCFA}"/>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BD9A9B8-3A3F-433E-B2BD-3EA8BB72CC53}"/>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0A556CA-B0E1-41BD-A1EA-B60FCCCB5D6F}"/>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D6FED714-DC2A-4779-AD8D-229A9F985C0A}"/>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F99906D-C78C-42B6-95AD-3C74FE1F7D75}"/>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C64D7B8-087E-4C84-9645-FCE056409816}"/>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7E696FE7-9C5B-4641-BBF6-B880E25599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0092587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1AED402D-76CD-4FC5-8BC0-14C9B48146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A1896311-A5C2-435E-8C2F-E145FF4377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71687CF9-7181-4918-85A1-A774BFF95F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6794BEB2-163B-4689-B7A3-F1E34F422E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0481B893-51FE-4EF7-BFF1-9490D3166A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FBFFC557-B9EA-4C38-80AD-F7A69079F4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2F17BC3E-6D08-404D-9BD6-25E3172E7636}"/>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8AF3A49B-5A9E-4CC0-911D-CFDFBB5285A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C51CAB02-6054-45A9-B264-47FB9C810E4E}"/>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36E6FC24-406B-4468-A0D9-3E82C1F1F82C}"/>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BF97E5A-CCE9-46B8-A92E-69EEC018CE8F}"/>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341FC468-E660-4748-A382-8FED891BE30E}"/>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FD9AC981-2CAE-46D2-BE1D-9C8DED3EBB29}"/>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314333A1-697F-4B79-BA0C-9EC3C210A7DF}"/>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8EE92DC9-890A-4884-8450-4111892751BD}"/>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B78BE268-DC00-41F1-A7D8-ED23D6FAD4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7769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9206B194-6EDD-487E-90D4-69C9A553428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3353F360-B61C-49BA-987A-8A32E0436A6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ABC82039-5418-497E-AF7A-450DE67B29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EBF2402-0D1B-4B92-80A9-A254F6491027}"/>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1E0ADCA-4141-4E50-93AB-5B3EA1EC758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46E98A72-A2D2-438E-95D7-7361CF7650A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A27BE1AA-1F51-4288-B349-B499A5EA9044}"/>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EE1ACB25-AFA8-4B72-A79F-E8BFB9546108}"/>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51D311A-FB05-46F9-A040-0E45B59A9A6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F1BDE787-463F-44C2-A302-392800FABCE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CA264AEB-BE05-41F5-B0AB-1444871AFE02}"/>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A3190D0-7B42-4CB1-99A7-152347E8767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2B2782E2-CFE9-46AD-9103-729FF2D7D630}"/>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0FF8C2D6-6E57-4E07-B5C4-2721AF9AEE08}"/>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AF8A6619-D74D-44F8-8EBD-37E368033361}"/>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73193480-A65B-416E-AEFD-420C8EEA1852}"/>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300986F-4AD1-40CE-AE5F-9FAC31391643}"/>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237DE3A-1345-4564-B580-2DDD7B25388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957319F7-3A71-4EB5-ADB3-E40876447D11}"/>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7202ADBC-40F1-4854-BED0-499F9DA3E6EA}"/>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38AA249-E5D1-4248-B072-8789A483606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1360A16C-3EDC-4172-A623-7DCDA35C39FA}"/>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BFA6D13-2CBA-4888-9B4F-32AEAB9F681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FB42FDC-C547-4DB9-AB4D-6F5B892FE0D1}"/>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1E921E57-3966-49C8-9254-60512BAACB7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4935D991-82F7-4A3B-9EBF-DEE2C76432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8074474-D2C6-4D33-91E6-0BE204B485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64F0B942-F4DE-446F-8209-47A39F0E36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166101B-18AB-4F0B-9C05-AE47E60D93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7280561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E34FE41-80C6-4438-A38A-92B68DCEFF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D329A5CA-6691-422E-AE5A-4AAAC5D61E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F9BB09E4-025E-41A8-99CB-3234FAB19C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6BB6C3A7-823A-4C24-B42C-0B1FAAFA06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69BBA94F-004C-41D6-931B-89BAFA9886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D99F70CC-419D-47E3-AA1D-FC2D42ABB5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C314C31E-C770-4DB8-AD12-62514A394D71}"/>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B459D440-E7D1-45DB-86F3-318DC342D186}"/>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80FF7E11-A17D-4C99-9D69-9188B5A4350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6D95471E-4569-4C2D-87E3-4ADCF3298EFC}"/>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2F3DD21-011E-4E64-86C8-250BECC60F96}"/>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DFF2A748-9682-4CC3-84F8-5A49FEAEC46A}"/>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E55D6C0D-C3F5-41AA-A81C-59DCA4DBE6C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8792BD9C-6B5F-4072-9B2E-F272E33582A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674B1190-1DE9-4415-9D38-C8D3CD442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9486187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581117A5-1EC8-42A2-B4E0-CA158DC0AC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86F9D466-87B6-4C72-B4C7-0D4B5F577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0C89EEEC-72DE-4ACD-819D-4D93548DD0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E518E08B-EB86-4CFB-80AC-4FCB781410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DA513C25-DCC9-4D3F-8245-C4825B43DD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AB1AD15-2090-45FE-8A59-FBFB29D248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CFD8C72A-D7E4-4CBF-8183-2C0DAECF8BE4}"/>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8D3C56C2-A6AE-48F5-9EFA-90AC3D9EC967}"/>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7FBE39EC-D54C-4683-AC86-64A6687585C3}"/>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6B91D2C-7E8A-4FA7-9E67-70F7B662C57F}"/>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C8414B0C-DD92-43D7-95CF-D9A33BB57A90}"/>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AFA9C5C9-4AD2-463D-B93A-E27BCFE11F3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4F0D9D9-0496-458E-A3EE-A014AEDFDC33}"/>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0269A0E6-51CC-4795-9578-AC90D25F6FE5}"/>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F8188D3D-B836-49D5-8881-4662A11690C4}"/>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22D7C159-0ADD-463B-BE0D-F83BB2306774}"/>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E1A36EAC-68B8-43E6-B1D0-275FDF5F17E0}"/>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AF24C95-3399-4EC8-8FB9-78BB0DEE78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973228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CF0955DD-D660-482F-8819-15D9273BA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01969C24-1600-439F-A774-39603675E8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C3A893E2-98DA-41A4-B68E-A9561DEF0F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634E3D77-AFC5-4D7C-A78F-83EC869056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CB109730-CA2C-429D-BCE9-E8FC4A994E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B44C0D8C-8C55-4767-BD22-C740F55BE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F5587981-D60E-4917-8959-ADE2E8D55EF2}"/>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116231BC-D3DA-45C2-8511-943B566CB844}"/>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3451EA7D-2757-4000-B7C8-71E0B55E2439}"/>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17B6C58A-553C-4655-B594-408976513FC7}"/>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C742BFCD-C165-4E14-8F35-7A535069303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19FF588-853B-4257-9FBE-54FF969FCB90}"/>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7210C706-D077-408C-879E-5BD2C9802481}"/>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5AF609EE-5A70-4CFD-845D-DC169026442D}"/>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E883353-5555-41E3-8B55-9FBAAFE43771}"/>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739D950-F1E4-49F5-A783-A3B0F84A0F0B}"/>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DCFED31D-781F-4033-9027-C3C16CF17AAD}"/>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B86A4C28-7735-4945-869A-CBE3E9E29488}"/>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90CD89E-7E1C-4B14-9B6C-CCC18B802DD4}"/>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3CD60A12-48E2-47AC-818C-1932D1F995B7}"/>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0C426C8-552B-4CB5-87F2-5DABF446F09D}"/>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15651EB3-1B5A-4DA3-B894-B5D5B6F6F7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1768069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FE85B149-5936-4AD7-B3F9-B1C69998C5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B5D5C801-D0F2-4EDB-8F55-35A8DDAC01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1EF01E1B-95E0-4D8F-A8B8-F83223E27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FC115719-BC23-473F-8731-FB4F150C9D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F454D618-E916-4005-9652-C7C48278B7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8F9162CB-78CA-4D9E-BE75-6DD82BCD96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2C4C775C-BEAA-4D8C-A874-ADC04A48921D}"/>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01FDDB1-3137-460D-8C12-129269F02687}"/>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A4F05DA4-6DC4-419D-A6D3-5A6CA0483DCB}"/>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583FE07-028B-4CC1-810F-890C85B84280}"/>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DB644E0-3C7D-4BAA-8FB1-A8BC0F1E169D}"/>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34B4AFD9-1354-433A-A878-3D812D7EFFAA}"/>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740DBD1E-2979-4692-91F6-4574E6B212E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7CC03D81-081E-4D2C-AC89-4FB515FD7E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7145974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31D09A41-B2F6-409B-92C4-E3BEB67CC6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BDDFF4F0-51C7-48EE-8AF8-4BC0CA795F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B757E5D7-6D03-46E7-B480-723DB09998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EA0018BC-C272-4F74-B212-3498F3F12C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B3C5028-C385-4E48-989B-0CA63B25D3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AB7E03E8-4BDB-4EFB-BADF-29DF44A174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ED147F0-0B36-4D8C-A6CD-C1562E3BF20E}"/>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CF78780-5DEB-4683-871C-3BB099D17EF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968147E7-C699-4685-B448-0A28BDA6D9E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00090C30-1A8A-4F71-9BF3-3A91A2C665B0}"/>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514D5E6C-E70C-47D6-8ACB-A40AD39BC9DA}"/>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794F0C30-6E1A-4170-A1C0-6E94559BFBB9}"/>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A3942325-A986-464E-AE56-34B8532ECC0A}"/>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8A3F3E35-4CCF-44AE-B158-53365E9B57C2}"/>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B5EDE1AE-EA9C-462A-94B8-74374581F68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71D46418-68C6-4570-9696-050351EBB4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2765685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B21583EA-4640-4398-94FB-6E7D6B04F3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D49BF5C1-5D32-4CCE-8A16-A23E46F897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117C589A-9BFD-456D-B027-0535E7AFA6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E389B697-AA96-442E-9470-186F402A74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348B4C6D-DC02-4014-84C6-7726467A01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CE59BC8-5ADC-40C8-8431-1D0600DCE5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3545A35-BCE2-4B1E-92AE-B1527F22F42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AA59CC2-03C4-4F03-B64F-9955B7654E77}"/>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6EC1B719-6478-4202-B83C-94A321DCA060}"/>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3679107-0577-44D6-B4FB-CE0B6B0BE57C}"/>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7373F961-40FC-414C-AB33-5E7A945E9398}"/>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8B082F65-080E-497E-8267-BE2A6A3024EE}"/>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9F2EF763-6198-4FD5-AAC4-B60CCE7831C0}"/>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25B0B62-0637-4A05-AD82-17DB7331F0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587356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2844FFE7-B253-43E9-88D8-8E7A48C85F0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3325A55D-1F58-4B65-9069-100D7D1DC07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11451C15-9D51-4C9F-9AAA-99C7BFF30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E2DDD661-F319-4EC1-95FC-093370653E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BF2DA9AF-57E7-416D-964A-7DB9273DC3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8B847E8-64A3-48F6-B5CE-ECE37ED191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57E75F2F-577D-401A-9EFE-B49631013900}"/>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40A383FF-B984-4807-8581-63A869F98C52}"/>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869EE609-A225-49BF-9C9A-978D1DF6EB56}"/>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9F0C9AB7-5273-44A9-BBDF-2D6F7436C727}"/>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1079FD5-5F87-4678-A4B2-736C54309D37}"/>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B47778A5-5BE5-4E76-AA99-30AE44A01B4F}"/>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8DAFF98-BA28-4C3F-95D5-3C8DD26366C2}"/>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123059C1-B5B6-4EE2-8569-944ABDE06C39}"/>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FCED9DE6-F907-4212-AA24-07AE2CBF2DF1}"/>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BF8F90BF-4C70-4686-9752-AFDA72F1BFAF}"/>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42BFD1F7-9BE5-406E-8B00-13535BEC1927}"/>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C0106552-3041-40A0-B3B2-239AA0A52560}"/>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C7BD134B-F847-44DC-8A45-4B3F74E0395D}"/>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A25A676-23B8-47C9-BE9C-D4C4710391D5}"/>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00457D7D-FE08-47E3-A222-8F499502B46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E5856C8-D891-48FE-AEE8-70BA98E7CC02}"/>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65CE23BE-CF81-4B35-ABA4-86E1BEC1F5F2}"/>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04E839C7-AE93-4AB2-8114-9271FA3FC2F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FB52F41E-7C9D-4F3A-906E-D91BCC2FB23C}"/>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FDE8FDD2-2DB8-4D38-AE29-B1997B1E3BC8}"/>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8BC85F70-616A-47D1-837F-2D2DDAA9EF3B}"/>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FF6B8ED3-F49F-48A8-95EB-1A1883AB72A4}"/>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4B1E4A6-022E-4638-A17E-34F4D64CFCF4}"/>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A9F33105-5783-46A2-AB83-DC4E735578C1}"/>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CB2B4383-14F8-4986-88DB-C11545C58F58}"/>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44A13C78-11E8-42F5-8573-340AD3C3BF9C}"/>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7B4ED42D-C440-43E1-A4B4-FDE3A40B8D48}"/>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F84CE71-117A-41BD-97DA-EFEFB10CC54C}"/>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486DEA7A-B65F-4884-B77A-AE41A232E653}"/>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3757C571-832D-4285-9223-6A99248830AC}"/>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899F4843-91F9-4E99-9381-9CF8020D72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318014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AC219543-3382-4F46-A41D-DBDAA2E3B0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71121E4E-8FDC-47E3-9EC3-D1F377A3C4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AE4A511F-822D-4EF1-80C8-FB64306BF62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5CCC57B-7B53-45BF-A680-8451042E4B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D810244D-69E0-40AE-B83E-30592D268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CCE23A00-E4A9-493F-A5FF-9D7F34C395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014612EC-6E69-4236-BDAF-BE58F4D5E437}"/>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1196836-7B24-490B-80BA-5F0020B7EEBF}"/>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395CB558-CA1F-4981-9A29-7A9562945DC8}"/>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8B04C457-E38F-4E5A-9A48-DCE2FFFD00D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5B64CFC0-AF15-481D-8B78-332C7D3AB27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711E816D-94EA-4C86-8154-B4C18F704816}"/>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F2160C68-9106-4A51-B261-6FE4D17B9B11}"/>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F326D43-D414-4DEF-9C75-9C6C3FCDEC5E}"/>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10BA5D7-6FF2-4039-8CAE-2A4D7E73310D}"/>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C779F68F-A7DE-49A9-AD1D-6C706D017D17}"/>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53F2EBF2-021B-43D8-AE1F-53B47B125BE0}"/>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6E6C58D-B036-4D85-82D9-81896D0D30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4509120"/>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0B14308B-1704-49F9-BA3F-B04E224750F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76D8E22B-D2BD-44BE-AD64-0880CA22D57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062812A3-6DEB-46B3-8B08-9F08905FFF5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D9356608-DFC9-4F72-8682-740A8C45B2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C80C64A3-6E33-4EED-B879-00DD5F44C2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6A3C0F8C-8BA1-427F-B21F-02BA4D1790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2612E978-5629-4F0D-8F17-C6618EC299F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2BCDDEEA-C4E2-43A4-836C-87FD795768E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C51D23F-B518-423F-9989-775057A90718}"/>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2A2B6D55-ADBE-4CE1-817C-9436C1D19E59}"/>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95FDF37F-9CF6-4A1F-A67E-CB46D83D4A05}"/>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B6DA0C88-DA15-48C6-9C36-EE089D1B9FF2}"/>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E03F3EF5-BAA2-4158-81D1-BFA74599799B}"/>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FEC2E147-71BA-42EA-B5E7-2BFF5A9BF743}"/>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881244C6-A3B8-451F-9400-47EB6AC43042}"/>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0A76075-D39D-49C2-9DDA-2F550038AC2E}"/>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D330281-86E6-409E-B690-B94A20077E62}"/>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8C2155C7-AE27-4779-A755-2E4C8A4ED7C3}"/>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0C9F6CD5-2AF0-465E-B90C-D225699013DB}"/>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56F3F30C-B820-4FEE-8122-1C70C37D88D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02B4C618-47F2-4356-A0D3-345158A69FCA}"/>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BAA9D8A1-FBD1-48E8-AE80-E71A0EE6AEC3}"/>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FAA1654-A763-45FC-BC45-434B1FB662A6}"/>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CD917BF7-3352-4D41-90C7-19DDCCC3F56D}"/>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485FC74-5951-4152-977B-9A6CDA9E79A1}"/>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56002004-A996-4564-8210-14925C052FF6}"/>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4BB9375-78C9-4864-9930-A3C8CB02E4AE}"/>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AEDB6DCB-B57D-468B-A527-FC5CC2DF178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A9242031-3394-4BE2-82A9-FC7A497E6137}"/>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F094BEE-E673-43E3-AF1A-320057EE8B57}"/>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8E3F591-F368-4F1F-B57E-739DAB3E090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C2BB4DE1-B29D-4C21-9686-E8A456617557}"/>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74CF84C8-20A0-4566-9D89-97400B2AD357}"/>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B8A29D85-871D-4E99-BE75-FFDE9851420A}"/>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08BF0219-8867-4309-897D-938F0353FD3A}"/>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6041D8F8-3C0C-4022-B4E0-BD8FA9C7F156}"/>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31B1CC7-2528-4C56-A24B-AA4AB259590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CC71742-FF24-4B36-9AE6-A507126A2B83}"/>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A45C2298-62AB-4978-8E94-227C43967C24}"/>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7A180CB5-9A5C-4D82-96BF-085B1BCA6D49}"/>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285EAD96-7233-411C-9AC0-04F02B137EAB}"/>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5F3C593-5E49-40E6-BD7C-64FD7465B8A9}"/>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AF8F71A5-4CCC-497B-A2FE-6900891854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2640633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911FBA3B-4E55-4107-B3E4-10AE79E6FC1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7">
            <a:extLst xmlns:a="http://schemas.openxmlformats.org/drawingml/2006/main">
              <a:ext uri="{FF2B5EF4-FFF2-40B4-BE49-F238E27FC236}">
                <a16:creationId xmlns:a16="http://schemas.microsoft.com/office/drawing/2014/main" id="{136B9363-BFE9-4985-9047-B5C546E73E1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DEEB1F22-41C0-4FCC-BEA2-7973B9690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2FF6B021-20FF-4E91-AA91-41B1DBA5E5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41E9B1A-E485-40A1-898D-97E39AFF2DD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4A577125-DD0D-4D00-ABD9-38472B96B0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601F5233-4A9E-4D61-BC9B-6BD900BBA2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B847788-54DA-4CB5-BCBB-A4C5E71FE4C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9FC85452-6876-4B94-8FE1-41F6C46FDBB4}"/>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6B6B61C7-F55E-447E-B2D6-B084B2AF2B2E}"/>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261048CC-F231-449D-A5E1-1D850E067142}"/>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EE3A36C4-16D6-4B74-A885-82DFCED175E8}"/>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C70AF74-6F63-4F9A-BA0B-2826AFE4D3D2}"/>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370725C-FCEA-4D9E-AF58-51E29D88256B}"/>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102EA0FA-B14E-4AD7-B80A-F78106662522}"/>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876313E6-5A6B-44D6-BD05-E66E25E80554}"/>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392148DC-5520-45FA-B430-E2D4C950B355}"/>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187CA74-5767-4D83-A7FF-0A6D33637D49}"/>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A69261A-DD2B-4C07-825F-2B4CFC753757}"/>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C601B60F-BD28-4CC5-8CE3-8771B2DC958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811467AD-CF46-41FB-80F7-FA13E23A9955}"/>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E80CD98E-19B1-4671-A2DC-D74BAF5785B7}"/>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22908B00-2F32-4E57-BF10-0FFF4B324AEF}"/>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66A3B560-E02A-4F85-8F68-5D9ED7DD56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497695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A89CAC53-7F35-41ED-917C-5ACD179369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67FFF50F-D2BE-4AA4-B517-250967F5082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FC5E3BFF-81D9-438D-884B-E9788DD0EF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918F14C4-2269-43AD-B69C-9ACAAE2EC8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10C230E-ECC9-4A8B-BDBC-B721546BDB8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B30869E3-6E0C-47EF-8AAF-98A126A872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8F0DC790-3BB1-4AC6-81E5-81698CC912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0743D870-8D65-4D51-9C93-FADA1E4DDFFB}"/>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2FC77167-7C55-4451-98E8-1C36941C45BD}"/>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4AB14CB1-35F9-463A-817A-A5A9B25FD16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C9A698F6-C479-4E09-858A-1BC47267C777}"/>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01923F8F-45AF-44B7-94D7-774E4FFC245D}"/>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1E16776-FBCF-4076-8CE8-EB2BFBFCDC90}"/>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F0889C4E-5208-403F-836E-7AA68D3D774D}"/>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AAD1E779-520C-418D-9B6A-8D4B3492C0FE}"/>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A0646083-B4FF-4AAC-A4F7-2B84DEDFEBA3}"/>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A7C41288-AE3F-43BD-93B7-1CABAD6AAA90}"/>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FE48E815-DDD5-4ADA-9702-B602A5E8227B}"/>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7B00E2D2-A78A-402A-94D9-01A9670DF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00558745"/>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4BA907DF-5C24-49FA-B85B-127E452F8AF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6D330AAC-30AB-4791-8C05-E914F33A43F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01994DE6-975E-46A6-9C62-EB10979D70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A9032C3F-3A61-44EB-A1A8-4E92CC0D19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E19B380-ADA8-43C2-B2B4-EB00E392B5A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92F15F9B-52A9-4D3B-9EE8-E647C3D229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242A333-723C-4EEC-BD4D-8AFFDE3124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4CD2352F-3C86-479C-B50C-65B2A9C0DB7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99CFAB1-799F-4AFC-82AB-686BE4900B7A}"/>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E2A64A2-4211-40FA-B2FA-C9BBB6CE82C3}"/>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4D61577B-42DE-4E01-9188-BB0DEEE43478}"/>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4C0EB47B-6821-4425-AD5C-BBCF0AB2A8E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F336B9A6-2762-4B94-8A1B-C7C11D301D04}"/>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EB529E0-DA93-4223-97F4-11DAD0F27F4B}"/>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EAE8E518-8979-4BDF-A290-328E200CAF49}"/>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D4F9219B-2E91-4ECD-A2AF-D11EC682D20F}"/>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1AC784A6-C601-4E0E-8134-6B315749F582}"/>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BD5962A-3214-4426-B91C-D9B5141B521C}"/>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5CF7BCCC-DF59-48EF-AC37-9217AF3B0998}"/>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E0CA1955-2319-4ADE-8E35-8BC6AB508DE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EED66BDC-9142-4A75-974B-B07F3F8CD27B}"/>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3A038490-B25D-4E6E-A076-BFADEE2BA5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75113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BD7B764D-B824-4DFF-AF82-C3554FF283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733A3593-BC7D-4F93-9249-B699BE55BA6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F332B6EA-1F12-461A-8015-4A0E914F69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5DFA372-C994-401C-BCE8-896085938B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8AC0C21-0154-4579-8AF0-15E8D21D268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761840E5-7E0F-434A-96CA-44435AA53B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92EDB746-B861-4561-9C6D-12B5E222C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767955B-2AEE-4C0D-88A3-790EC1650084}"/>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D31C59A8-68B2-43BA-8908-8E28299D054A}"/>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3D3FCB80-2F75-47AA-A6E1-915FA30CEBFE}"/>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B5060684-E2B1-45B6-82FA-CBC244DF1F7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FCDA9856-669A-4160-AFA0-45C3640F3BFA}"/>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53A63D3-897E-4C02-BC85-C186F3B8AEA0}"/>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5468B48A-2559-4D93-BF8C-24F21C19C33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4750F9AD-E0BE-43D6-8815-AFFE42653D13}"/>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863F6DA4-7428-4EEA-B253-4B6E310E9CD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4FDF21BB-29FB-4A84-889F-37005946945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562A4822-3388-4C0A-AB36-0DB4867A0A26}"/>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3F005393-AB61-4025-AA3A-95FD825A3F72}"/>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1E57F61F-74C6-4289-B71A-2F2FC30D3385}"/>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A6D08BAE-86DE-41D3-874C-286DBCAE9CA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A4A2A090-D29E-4BBD-B54D-D34AD6649596}"/>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AEC31A1C-EEEC-43E0-9B49-4586BA6B2E3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15B28FD-2209-4E50-ADAC-8D1ACF689D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444536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AD239B87-D7A2-47EC-93B7-A68E0748CD3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559B8621-E086-4B40-A861-3146EBB76F1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FA0FFF9D-0B02-4B45-B16B-8EC514AE1C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D5B69F75-A348-4DEA-9ED2-8162DBA7C6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3B0866-7660-4DF5-A081-75E0B09F2A0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AAF131D6-4D31-42A3-B47E-E25617BF63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43C77FA-2923-4ECC-9E68-C2B9E4A067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28A77715-D051-48DA-A36F-A9B29811169B}"/>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A91D45D3-908B-40CC-8267-FB79DB18BB5C}"/>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969C1401-8082-4F27-8FC9-4EFC7C1B5EF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1223B03-47BD-408F-9A95-5D77E082EA10}"/>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46A8BF8A-5DD5-4279-812F-7957A464196C}"/>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7E6F4BF-AC84-4246-BDA8-2E064595122A}"/>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B5BF8D19-9F67-42DB-BC7A-D9C4D8C6AE6E}"/>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1007E29B-958E-4086-9B7B-B34804A74FBA}"/>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C545E223-395A-4568-9594-568D0FD7D1A1}"/>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8A34989B-7229-4F29-B512-C8CE3475482F}"/>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D3649F3-1979-464F-AEB5-3E09DE6F7DC4}"/>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7FC82EEA-646F-45C5-9344-FCFDE68FD1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769133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A1CF2455-CF8F-41B9-859B-E1291C0D0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95837054-7B40-4AED-B1A7-734D189BF7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DCBD0E90-7E24-4C0B-B7A6-132FE28DEFC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0A454EA4-91B9-47A9-BBD1-1D38189C8A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9A8D99E-A72E-4B22-94E2-8B0DA7909E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A26CC7C-429B-4488-92A0-0D6BEA35CE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82B935A-9076-444A-9CA5-9494CA34C204}"/>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06671F2-C65F-42BA-BCFF-5FB304F555AC}"/>
              </a:ext>
            </a:extLst>
          </p:cNvPr>
          <p:cNvPicPr>
            <a:picLocks xmlns:a="http://schemas.openxmlformats.org/drawingml/2006/main" noChangeAspect="1"/>
          </p:cNvPicPr>
          <p:nvPr/>
        </p:nvPicPr>
        <p:blipFill>
          <a:blip xmlns:r="http://schemas.openxmlformats.org/officeDocument/2006/relationships" xmlns:a="http://schemas.openxmlformats.org/drawingml/2006/main" r:embed="R21aa9a72f483425b"/>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B43211D-F1CF-40C2-B450-2A4FD80B41B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C8A82238-719C-4A6E-96EB-43BF4EFFEBC2}"/>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090B093B-E9BD-4F29-AEDC-3C97E36DA89B}"/>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BCFFFFF1-7C2D-42A6-B146-9E5AACD49F1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9D970C23-3B15-43D3-900D-90615D37F625}"/>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01F8979C-3326-461B-8DBB-ECE524D616EC}"/>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F4BD36F-4FE0-49D3-A9CE-F4084DBD921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CD73FD33-6760-4C69-BB04-CBE781334C31}"/>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A23201F7-A59E-49C8-90F9-8140B0858865}"/>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30EAFB0F-F77B-417A-B937-6A5101208CB0}"/>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D7B3555A-FB2D-46F7-99C4-DC291DEE5806}"/>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14A98EA2-B444-4188-93C3-1554F10AC87A}"/>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73278EE-0FA4-4CCB-A436-1B938869465A}"/>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CBE2809B-EBF7-4120-ADBC-17B6236F18DA}"/>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74B2A532-76BF-4C1F-A464-B2EF0ACC0D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2767901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84AC39E7-4165-4FA9-991C-91A3AF566D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52C39E51-95EF-4DB8-ACDF-114E6F5AC20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B38AD91B-D86B-4D1F-94B8-634F4C3A84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CDB15127-168F-494F-9026-368B60838B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7F8B2D54-FA04-4A3B-BB32-7D2496EB6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F8C23415-F937-43A2-89F1-275E77BC3F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311D4ACC-0BF0-4E76-A70B-2DDDC6B94803}"/>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A08F4AF6-4D93-4B77-90F2-5826AAF32F7F}"/>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9D5B5DA-6F95-424C-8ED5-19A745BCDEC3}"/>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1FCC3ACA-E6F0-4ED0-A15D-3E92D084B9EF}"/>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16C54300-CF69-452F-851C-E2F91CEAAD46}"/>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465E023E-2C92-4BAA-80E4-FB6938628B7F}"/>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7D201165-F7EF-4911-9608-9CD0B878BBC5}"/>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895314EF-BA8E-43FC-B13E-2BA8E269CF00}"/>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C2A800B-43FB-43F0-88D1-36B949C96927}"/>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C8403DAF-1326-4D5E-98C9-32A5321CFE21}"/>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450124EF-F049-4A88-9D2D-8E92798143E2}"/>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CC051FC-E1F7-42E9-BD25-CADB08427AAE}"/>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650A8C8-56BC-43ED-BD58-5659A15858F8}"/>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1F78CBB2-0E26-4F7F-8E76-67B029EB0FA5}"/>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266B145-5E13-439C-B09D-6D51D48BFC54}"/>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25316B8-C6B8-49A6-A063-1953D6F7CB10}"/>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08D7FBA9-60E2-46B3-BED7-AEEA27E1AC9B}"/>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5C0B428-E25E-4C71-BCDC-D2AEAAF7D12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EC85A9E7-3537-4413-A7FF-4DDEEA0F4AFC}"/>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0B1FF984-EEA6-45DF-962F-6EC3F6DD0B0D}"/>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819DC56F-CF2F-4322-ACB9-DAA44FA1CE04}"/>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130158BB-4788-401E-8E8B-9A4102492241}"/>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B39491B-9A68-4FEE-9A9C-38096EB4F554}"/>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B61076C2-AF9E-47A8-9088-23F4C38542B0}"/>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ECB89AE0-4297-4287-B34D-3EB776A2F545}"/>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4B87EB06-B6B3-4C48-9AD5-3541A827713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940E1046-05DF-49EF-8DD9-F3DD506E02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967988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16590769-8D3F-4793-AADB-2838DC6F8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5861328D-96BF-4A64-B502-0EF6097AE4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BC1B0571-0CE4-4AD0-896B-54F663C29C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D98B6BA-22F1-4FEF-A98A-A538CE423B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30ACFC3E-E476-45E2-8B58-1D839B317C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DAEBD36-CFCF-436C-9A71-5C2E928349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07920E77-77BC-4880-908A-FAF8EFC3ADDA}"/>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3E78D7C1-CABF-4051-A530-B823D6EF0047}"/>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23ABB29-8EE3-4601-8F34-B6B2DF043C0D}"/>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6A11F100-DD59-4ADD-B371-3FF203590210}"/>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3AC46206-6B86-4188-9997-2C26550709C7}"/>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70A0822-AB9B-4B1F-ADA0-20BB70849BC2}"/>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A9E1608-7C99-4E88-9E1D-708D3376C925}"/>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28BF9306-6D27-4737-98F9-4A3D79AFB596}"/>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D617026D-4234-4930-9FDA-F32D818F3625}"/>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C9B49C2E-55D3-4248-B3C5-129CDC913780}"/>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6DA969D-911D-475C-A3E5-89AAC93516F9}"/>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5B3832FA-C529-43D5-A8AA-A7943DEB745F}"/>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0E661613-A0A7-4384-A624-D75827AACD8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A67C420D-3A35-46AA-A000-2B5F3CD0606C}"/>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A96C779B-36E1-4725-9C9D-77A2D3F69E65}"/>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1492D50-0BB1-413F-9316-72CE9A09E24F}"/>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77869C5-32C1-4498-BDD9-295BF4B2B55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6267B146-7B42-47E6-A83E-0F3601C35D9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5808EE99-7569-4208-B2ED-67CD5C341EC1}"/>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EF0F70C6-2840-4811-B4A4-9D03920DB36D}"/>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D34EB8C-A72E-4E7A-8142-47145A1F8B77}"/>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D714F71C-1C96-493D-AC39-14B74F6C0089}"/>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A939A25-8905-4DE7-BF8F-6710FAECCD58}"/>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0363C814-BA5B-4458-A9AA-F9FF0D8A8709}"/>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5C27B20-655B-49C4-BDE2-97E3B8FE750E}"/>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C97FD5EB-A957-4050-87D1-D8C176F098BC}"/>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41AEE797-BD59-4ACC-952E-68EEBAA0A1EC}"/>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E006799B-955F-4C45-8575-881B9D119BD6}"/>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CAB32F28-9A9B-4DC3-A33B-E91639A29802}"/>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9883286-16F7-4270-8183-FBAC40000290}"/>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CFF7613E-D8D2-4326-BCC7-103C396D56EE}"/>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AFA79B4-3EDB-4DEB-B9DC-D14412FAA1F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6BAAE612-3A6B-4321-B458-FBA2EF552AAB}"/>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FFB7559-7CC3-44CF-8220-31A6BC653082}"/>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BA64261-2B8F-429D-9110-B09A508946B1}"/>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08229F7C-FF23-4680-9661-720D43AD6CE7}"/>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87E59EDF-477A-4320-A1AC-81DD7A5F8510}"/>
              </a:ext>
            </a:extLst>
          </p:cNvPr>
          <p:cNvPicPr>
            <a:picLocks xmlns:a="http://schemas.openxmlformats.org/drawingml/2006/main" noChangeAspect="1"/>
          </p:cNvPicPr>
          <p:nvPr/>
        </p:nvPicPr>
        <p:blipFill>
          <a:blip xmlns:r="http://schemas.openxmlformats.org/officeDocument/2006/relationships" xmlns:a="http://schemas.openxmlformats.org/drawingml/2006/main" r:embed="Re24f4858bf8848bb"/>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7D3132A1-6C8C-4DD9-A820-485738F120E1}"/>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6 · STATE-00 → STATE-00-FIXED">
            <a:extLst xmlns:a="http://schemas.openxmlformats.org/drawingml/2006/main">
              <a:ext uri="{FF2B5EF4-FFF2-40B4-BE49-F238E27FC236}">
                <a16:creationId xmlns:a16="http://schemas.microsoft.com/office/drawing/2014/main" id="{0A938DE6-5228-4DE7-9F46-4B0BBDF72879}"/>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46" name="">
            <a:extLst xmlns:a="http://schemas.openxmlformats.org/drawingml/2006/main">
              <a:ext uri="{FF2B5EF4-FFF2-40B4-BE49-F238E27FC236}">
                <a16:creationId xmlns:a16="http://schemas.microsoft.com/office/drawing/2014/main" id="{07D901B0-1534-4A16-ACA8-0F1D8831EBCA}"/>
              </a:ext>
            </a:extLst>
          </p:cNvPr>
          <p:cNvPicPr>
            <a:picLocks xmlns:a="http://schemas.openxmlformats.org/drawingml/2006/main" noChangeAspect="1"/>
          </p:cNvPicPr>
          <p:nvPr/>
        </p:nvPicPr>
        <p:blipFill>
          <a:blip xmlns:r="http://schemas.openxmlformats.org/officeDocument/2006/relationships" xmlns:a="http://schemas.openxmlformats.org/drawingml/2006/main" r:embed="R3a9d9a1b8d4a493b"/>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B095D88C-BEAA-474B-BAA3-39E2E287C4E7}"/>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2 · STATE-02 → STATE-03">
            <a:extLst xmlns:a="http://schemas.openxmlformats.org/drawingml/2006/main">
              <a:ext uri="{FF2B5EF4-FFF2-40B4-BE49-F238E27FC236}">
                <a16:creationId xmlns:a16="http://schemas.microsoft.com/office/drawing/2014/main" id="{AE3E6536-143A-4A2D-8C41-CCBDD4982018}"/>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49" name="">
            <a:extLst xmlns:a="http://schemas.openxmlformats.org/drawingml/2006/main">
              <a:ext uri="{FF2B5EF4-FFF2-40B4-BE49-F238E27FC236}">
                <a16:creationId xmlns:a16="http://schemas.microsoft.com/office/drawing/2014/main" id="{7FD15179-F4BD-4BB1-9111-3D5DEC1F109F}"/>
              </a:ext>
            </a:extLst>
          </p:cNvPr>
          <p:cNvPicPr>
            <a:picLocks xmlns:a="http://schemas.openxmlformats.org/drawingml/2006/main" noChangeAspect="1"/>
          </p:cNvPicPr>
          <p:nvPr/>
        </p:nvPicPr>
        <p:blipFill>
          <a:blip xmlns:r="http://schemas.openxmlformats.org/officeDocument/2006/relationships" xmlns:a="http://schemas.openxmlformats.org/drawingml/2006/main" r:embed="Ra9223ceb9c084075"/>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3E75E9EF-1A9A-4538-8E1F-6BE4CD3E769C}"/>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5 · STATE-04 → STATE-04-PERF">
            <a:extLst xmlns:a="http://schemas.openxmlformats.org/drawingml/2006/main">
              <a:ext uri="{FF2B5EF4-FFF2-40B4-BE49-F238E27FC236}">
                <a16:creationId xmlns:a16="http://schemas.microsoft.com/office/drawing/2014/main" id="{C4566D1E-E751-49A1-94AD-6E26A5DAA085}"/>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01561E09-C000-4BFF-ADFE-8CDC1FF98419}"/>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0AA36B48-344E-44AE-971B-224DDEEEB2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3249155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C587553F-35EA-42F5-B319-86DD6903443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9B174088-3250-4F0F-93B8-2C9AD1D78E0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AD58C468-7BC4-462A-9E84-BAD46A72ED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495F8DFE-CD16-4147-9359-C6D7BC9652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9FD44CE4-DE2E-4901-BF3A-07457C9D56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A8C0EA66-2913-46E7-B9D9-68F6515124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96EE96B1-B20E-4250-B5E7-321EDDBE72F0}"/>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1B1F63D-C4FC-4A9F-9793-AB32D56509CE}"/>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D25AC008-F384-452D-AF6F-347227CADB37}"/>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C93ACCE5-D470-445C-8534-FE9D4694C39A}"/>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9E256D5-B8A2-47E8-8845-C0C04E74AD0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8ED9EF1F-AAD9-47ED-85D3-0572CA41C8E1}"/>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5A955E48-8675-40B6-81EA-611A6BA3F472}"/>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7A39915B-2C41-478F-A0B9-599B60BBC3E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076FAAA2-746D-440C-AB45-C836D9B5A6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88594908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E794D76-9BE0-487B-8AC8-756C7D1ABA5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074BD693-565D-424E-AE7F-8B41E72238A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7450699C-964A-49A5-B80C-B93F50CE8B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0AEC976-1B8D-41BA-B979-E1699326E5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18FA6B79-B63C-4557-A797-8BF51FC71D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33D5356-2544-4FCB-B3B2-FE0237EF86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F231BFC-2D84-4A03-82A1-A40D056E484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6FC9E9E8-C960-47BD-94E9-A6F5AF0A5258}"/>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A1FE395E-5EB8-4CD5-866F-E42337E02FFD}"/>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B3DDEFCB-264A-4418-85A2-FD2D7D2F173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2832207A-55E6-442B-80E8-1D105990CA1B}"/>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CBD88F9A-283E-44BD-A2D9-1F9608A1A890}"/>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869D051-C0F3-4213-8F3D-51961C428C1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5C17E73B-A693-416C-9DCA-70FF1DA80EB3}"/>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E761CC74-3559-4D4A-9FC4-24CC4D11CE5E}"/>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68FFD76-B183-4265-8439-D7D807A8709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4E27EF5A-5E82-496C-A0CA-0681FFA3DBB3}"/>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C27A5F5B-6332-4AF6-85EE-66D431E029DA}"/>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772AC739-E4AE-4014-81D5-7A5DCDF4C710}"/>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EC114683-B676-4983-BE87-A2FE5AFB4ABD}"/>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1BF4346B-CE28-4436-A516-3C6FF44E60B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707CF94B-F869-4F48-A1A9-EF9976D95E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3849165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2FD2AEC-8256-4DED-9A41-0387BF0F6C5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FCD767F3-EE4D-4C4D-99B0-27DD876E2FC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4F20EC9B-9F5A-4027-BE2D-477AACA70E0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4281742-78FB-42E7-9FA3-4528BA12D0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3DB37617-BFAC-4CBF-A4B9-9DE2B31D6C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9446A184-EA3B-472D-AC31-E7C2C03C3D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AF8B267-93C4-46FC-BE26-66C12512D6F8}"/>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5C322ED4-4574-438F-A0B3-52121B622FC6}"/>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6572E6E1-06E7-4498-8A2F-2E26F46D7C54}"/>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29D9433B-EA7D-4D27-9B70-AF977124273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AD07D1DA-9BE6-4328-BFF9-1B19531783EA}"/>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F52CC391-0AF6-4445-95A5-DFA16A26FB85}"/>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1D2BEDD8-E504-4FDD-B7D1-8DE3FD7BA9BA}"/>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2309B160-FCE0-4AE9-A9F5-5D6310DFCA72}"/>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49229A21-435A-4022-8A4A-02E79F99654A}"/>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ADA84753-6806-4873-9E1B-78E01AB89443}"/>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0FDD9910-0C7A-4041-A427-D9DB06E938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79270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A2A24AE9-9693-4F36-975C-9DFC4BDB2A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CC047D7A-C36B-415C-B3C1-C8822E281DE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62E38720-4CE8-4089-9BB0-DA70BD978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EEA42718-1394-4245-BB16-4CE1662BA4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6DAB1D1-293C-4B8E-BFE2-FA4934E99A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334344F-134C-4832-BCE6-B18F5C783E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D6503304-3467-4246-AA64-38FA71DF641D}"/>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F756590-856D-4918-8C42-F70DB1232DA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B119EAD-E438-41F7-A11D-53A03D2B2E1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4B8D55C-0B16-40B5-8335-2CA42E99B959}"/>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A60C8F9-227D-4E31-B486-10492709D89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A7B07E95-A0D4-41E9-8D2A-DA492B3F8A71}"/>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A4AE2480-7F8D-4E74-924C-D9FB3376A57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320C04E-E51E-4954-A763-0E863D3AC8D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069FB047-CEEA-4F64-AC27-EC7BD5C17AB5}"/>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C4441A0-C4C8-480C-8AB2-8B86BE8C3EF5}"/>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DA31F4D-8F89-4110-9D17-A0A2FC797A18}"/>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D94331A0-8985-4B9A-A6A9-39A5FEF3E299}"/>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D59C067-F63C-40C3-B182-B7EB17726775}"/>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70B22FF-6991-4210-8662-A06771EB68DF}"/>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1B7F1A04-1E35-48BA-A4EF-B8FED178E915}"/>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9E3A9CD9-316F-4C59-9F15-BBE2319E23BD}"/>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1233D8E6-D40F-47BA-9806-AD057EFD85A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43C4BA8-EBAD-4628-A21B-A2BCCFAAED5B}"/>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0714C560-AD19-4A58-AC96-01616104631C}"/>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8098BDC6-0BBC-47E0-8A7F-729C21B43804}"/>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1B45B751-125F-4B7C-949C-B19731555C3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B8105D9-C459-4603-8F41-BF4CC999B62D}"/>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396938F-3343-479F-BACD-68D0CA03A97E}"/>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C8F8B26-9D19-4591-AE19-1D5ED89D154F}"/>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E2D02A8F-E09A-484A-8901-BBF1DF381FD0}"/>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BF3809C7-05C2-4FE1-89B4-589E7A1A46F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D94F3A2C-80E8-48F1-9990-D7F686050F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8886220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B8E6F3B0-47F8-4A8A-9E6D-BC37DAB572D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E9FE28C1-9358-4EA3-91E5-2DD15337B85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4739243A-EA24-4AC2-BEE1-4029CE64AC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455DE732-0549-4B4A-8108-B1AE6CBC6E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69D74B5-9834-4FCF-9366-250BD6461D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0DCEFF51-C912-4032-8BC2-2FA374FEC4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3560DCA3-C340-496C-A86A-07F45F524511}"/>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BE535EFB-02A4-40C7-B346-3430731C1174}"/>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00D06437-AFD0-4435-BCEE-3945C8C3131D}"/>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3E6CAC40-42DB-45F5-B616-2F0F8156A05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C01B05E0-DE4B-4F1E-8D8B-BDC7F360AFE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4033A78-A88F-46B7-9F81-3C0BF00D9288}"/>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358BC674-52E3-4829-A1C6-1AC87CD8885C}"/>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8C3DD051-982A-49D1-AF27-A654E921FFE4}"/>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AA5B20DC-FA23-433E-A799-220587A22B4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F0C92054-3DB7-4270-BA2C-AE2E4063F321}"/>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4886D45C-B925-43F3-A718-3E010C4374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1149688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8540B2EB-28DB-4459-B395-C5B31AE170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7B920A69-37A4-42E4-8C82-A5B4AF6FFF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CC84D655-68DB-476C-8613-3901BECA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17C510EB-981A-42A7-BF20-1E8122F9FB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6702B8E-ABE7-4E98-B7A7-EE93BC177C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E5061D7E-C4EC-451B-8113-04F3D75154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B02F3077-E4F1-4F33-88A9-52E14D3FEF5A}"/>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61C5BC4-7A43-4333-8F43-245BF316B5E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DCC4108-C1CD-4EE6-96FF-760B00CA08C2}"/>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FC10FDB-8915-48DE-9A9B-AE2BCC954723}"/>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A2CF4303-176D-4C1D-86B2-1405BA6D7C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165493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2026-10-21T11:58:39.5710000Z</dcterms:created>
  <dcterms:modified xsi:type="dcterms:W3CDTF">2026-10-21T11:58:39.5710000Z</dcterms:modified>
</coreProperties>
</file>