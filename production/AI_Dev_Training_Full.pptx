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16c68be18de41e5" /><Relationship Type="http://schemas.openxmlformats.org/officeDocument/2006/relationships/extended-properties" Target="/docProps/app.xml" Id="R48c004dd4db4410d" /><Relationship Type="http://schemas.openxmlformats.org/officeDocument/2006/relationships/officeDocument" Target="/ppt/presentation.xml" Id="Rc098a5f2e2c04584" /></Relationships>
</file>

<file path=ppt/presentation.xml><?xml version="1.0" encoding="utf-8"?>
<p:presentation xmlns:p="http://schemas.openxmlformats.org/presentationml/2006/main">
  <p:sldMasterIdLst>
    <p:sldMasterId xmlns:r="http://schemas.openxmlformats.org/officeDocument/2006/relationships" id="2147483648" r:id="R59467af7d888466f"/>
  </p:sldMasterIdLst>
  <p:notesMasterIdLst>
    <p:notesMasterId xmlns:r="http://schemas.openxmlformats.org/officeDocument/2006/relationships" r:id="Rcc065a10bb3d4ed6"/>
  </p:notesMasterIdLst>
  <p:sldIdLst>
    <p:sldId xmlns:r="http://schemas.openxmlformats.org/officeDocument/2006/relationships" id="256" r:id="R5565dcce5eb144ef"/>
    <p:sldId xmlns:r="http://schemas.openxmlformats.org/officeDocument/2006/relationships" id="257" r:id="Rbd505cdeacea4827"/>
    <p:sldId xmlns:r="http://schemas.openxmlformats.org/officeDocument/2006/relationships" id="258" r:id="R7f27c5a66263457a"/>
    <p:sldId xmlns:r="http://schemas.openxmlformats.org/officeDocument/2006/relationships" id="259" r:id="Rf9517af8f6ef4a7d"/>
    <p:sldId xmlns:r="http://schemas.openxmlformats.org/officeDocument/2006/relationships" id="260" r:id="R2d9014ae55a24ebb"/>
    <p:sldId xmlns:r="http://schemas.openxmlformats.org/officeDocument/2006/relationships" id="261" r:id="Rd367fa520e514eb3"/>
    <p:sldId xmlns:r="http://schemas.openxmlformats.org/officeDocument/2006/relationships" id="262" r:id="R3f0f2992fbf24782"/>
    <p:sldId xmlns:r="http://schemas.openxmlformats.org/officeDocument/2006/relationships" id="263" r:id="Rb18f058d6ff74560"/>
    <p:sldId xmlns:r="http://schemas.openxmlformats.org/officeDocument/2006/relationships" id="264" r:id="Rfad20e89022643bc"/>
    <p:sldId xmlns:r="http://schemas.openxmlformats.org/officeDocument/2006/relationships" id="265" r:id="Rd807e27c3cf2471e"/>
    <p:sldId xmlns:r="http://schemas.openxmlformats.org/officeDocument/2006/relationships" id="266" r:id="R459ba713a7274918"/>
    <p:sldId xmlns:r="http://schemas.openxmlformats.org/officeDocument/2006/relationships" id="267" r:id="R3bbffef84c474096"/>
    <p:sldId xmlns:r="http://schemas.openxmlformats.org/officeDocument/2006/relationships" id="268" r:id="R0bdae3d4e47c47c4"/>
    <p:sldId xmlns:r="http://schemas.openxmlformats.org/officeDocument/2006/relationships" id="269" r:id="R39f0bd4a129d4635"/>
    <p:sldId xmlns:r="http://schemas.openxmlformats.org/officeDocument/2006/relationships" id="270" r:id="Rbd36978a06d34fa1"/>
    <p:sldId xmlns:r="http://schemas.openxmlformats.org/officeDocument/2006/relationships" id="271" r:id="Redecb02468384d96"/>
    <p:sldId xmlns:r="http://schemas.openxmlformats.org/officeDocument/2006/relationships" id="272" r:id="R0d30c90eb342479d"/>
    <p:sldId xmlns:r="http://schemas.openxmlformats.org/officeDocument/2006/relationships" id="273" r:id="R57eb91f942034a40"/>
    <p:sldId xmlns:r="http://schemas.openxmlformats.org/officeDocument/2006/relationships" id="274" r:id="R2d36d542bfe441fb"/>
    <p:sldId xmlns:r="http://schemas.openxmlformats.org/officeDocument/2006/relationships" id="275" r:id="R8c0dc15433f74941"/>
    <p:sldId xmlns:r="http://schemas.openxmlformats.org/officeDocument/2006/relationships" id="276" r:id="R6edd54344c364b62"/>
    <p:sldId xmlns:r="http://schemas.openxmlformats.org/officeDocument/2006/relationships" id="277" r:id="Rff24a187f2ca4b0d"/>
    <p:sldId xmlns:r="http://schemas.openxmlformats.org/officeDocument/2006/relationships" id="278" r:id="Rb9d343b9ca1c45c5"/>
    <p:sldId xmlns:r="http://schemas.openxmlformats.org/officeDocument/2006/relationships" id="279" r:id="R87b2b2315b584289"/>
    <p:sldId xmlns:r="http://schemas.openxmlformats.org/officeDocument/2006/relationships" id="280" r:id="Rade3b01290a64dc0"/>
    <p:sldId xmlns:r="http://schemas.openxmlformats.org/officeDocument/2006/relationships" id="281" r:id="Rfd24d064770e4358"/>
    <p:sldId xmlns:r="http://schemas.openxmlformats.org/officeDocument/2006/relationships" id="282" r:id="R53ab6d255c324e6d"/>
    <p:sldId xmlns:r="http://schemas.openxmlformats.org/officeDocument/2006/relationships" id="283" r:id="R199ed30e93c2424d"/>
    <p:sldId xmlns:r="http://schemas.openxmlformats.org/officeDocument/2006/relationships" id="284" r:id="R2dc5869ae2034e4c"/>
    <p:sldId xmlns:r="http://schemas.openxmlformats.org/officeDocument/2006/relationships" id="285" r:id="Ra9627b29aa0f4a9d"/>
    <p:sldId xmlns:r="http://schemas.openxmlformats.org/officeDocument/2006/relationships" id="286" r:id="R2541453b48a3479f"/>
    <p:sldId xmlns:r="http://schemas.openxmlformats.org/officeDocument/2006/relationships" id="287" r:id="R71ff8bc9a2a242ea"/>
    <p:sldId xmlns:r="http://schemas.openxmlformats.org/officeDocument/2006/relationships" id="288" r:id="R5eb3267cd4ee4efb"/>
    <p:sldId xmlns:r="http://schemas.openxmlformats.org/officeDocument/2006/relationships" id="289" r:id="Rd3025e0262be4715"/>
    <p:sldId xmlns:r="http://schemas.openxmlformats.org/officeDocument/2006/relationships" id="290" r:id="Rd6f5e9ce3e4b4fdc"/>
    <p:sldId xmlns:r="http://schemas.openxmlformats.org/officeDocument/2006/relationships" id="291" r:id="Rd7c7d41662a84296"/>
    <p:sldId xmlns:r="http://schemas.openxmlformats.org/officeDocument/2006/relationships" id="292" r:id="R25240b63b6cb4610"/>
    <p:sldId xmlns:r="http://schemas.openxmlformats.org/officeDocument/2006/relationships" id="293" r:id="R8fcfec7c6b894d6e"/>
    <p:sldId xmlns:r="http://schemas.openxmlformats.org/officeDocument/2006/relationships" id="294" r:id="Reb710e850f784077"/>
    <p:sldId xmlns:r="http://schemas.openxmlformats.org/officeDocument/2006/relationships" id="295" r:id="R9914fa6b159f4470"/>
    <p:sldId xmlns:r="http://schemas.openxmlformats.org/officeDocument/2006/relationships" id="296" r:id="R4b7670102d494766"/>
    <p:sldId xmlns:r="http://schemas.openxmlformats.org/officeDocument/2006/relationships" id="297" r:id="R3a84ee215d6747f7"/>
    <p:sldId xmlns:r="http://schemas.openxmlformats.org/officeDocument/2006/relationships" id="298" r:id="R807afba924c14fb4"/>
    <p:sldId xmlns:r="http://schemas.openxmlformats.org/officeDocument/2006/relationships" id="299" r:id="R175a3981538942b7"/>
    <p:sldId xmlns:r="http://schemas.openxmlformats.org/officeDocument/2006/relationships" id="300" r:id="Rb6142b01b5fd44bc"/>
    <p:sldId xmlns:r="http://schemas.openxmlformats.org/officeDocument/2006/relationships" id="301" r:id="R9dc5aada2972436b"/>
    <p:sldId xmlns:r="http://schemas.openxmlformats.org/officeDocument/2006/relationships" id="302" r:id="R9ecd54a7cbd146b2"/>
    <p:sldId xmlns:r="http://schemas.openxmlformats.org/officeDocument/2006/relationships" id="303" r:id="R657942d8ac994c1d"/>
    <p:sldId xmlns:r="http://schemas.openxmlformats.org/officeDocument/2006/relationships" id="304" r:id="R2cb866bf80b04486"/>
    <p:sldId xmlns:r="http://schemas.openxmlformats.org/officeDocument/2006/relationships" id="305" r:id="R799fc7ddf10a4ce4"/>
    <p:sldId xmlns:r="http://schemas.openxmlformats.org/officeDocument/2006/relationships" id="306" r:id="R6b163b2de8854f82"/>
    <p:sldId xmlns:r="http://schemas.openxmlformats.org/officeDocument/2006/relationships" id="307" r:id="R3186184926eb4f39"/>
    <p:sldId xmlns:r="http://schemas.openxmlformats.org/officeDocument/2006/relationships" id="308" r:id="R93a3db1998fc4bd5"/>
    <p:sldId xmlns:r="http://schemas.openxmlformats.org/officeDocument/2006/relationships" id="309" r:id="Ra9212ab251b7416f"/>
    <p:sldId xmlns:r="http://schemas.openxmlformats.org/officeDocument/2006/relationships" id="310" r:id="Rbf417d07189a4014"/>
    <p:sldId xmlns:r="http://schemas.openxmlformats.org/officeDocument/2006/relationships" id="311" r:id="Re827622847cd4f6c"/>
    <p:sldId xmlns:r="http://schemas.openxmlformats.org/officeDocument/2006/relationships" id="312" r:id="R735f79ad507a476d"/>
    <p:sldId xmlns:r="http://schemas.openxmlformats.org/officeDocument/2006/relationships" id="313" r:id="R9570b97bedc54ccb"/>
    <p:sldId xmlns:r="http://schemas.openxmlformats.org/officeDocument/2006/relationships" id="314" r:id="R1cc2a22c20bf4df5"/>
    <p:sldId xmlns:r="http://schemas.openxmlformats.org/officeDocument/2006/relationships" id="315" r:id="R43f9f1609de2457c"/>
    <p:sldId xmlns:r="http://schemas.openxmlformats.org/officeDocument/2006/relationships" id="316" r:id="R9825b8b9d85f4635"/>
    <p:sldId xmlns:r="http://schemas.openxmlformats.org/officeDocument/2006/relationships" id="317" r:id="R0f8a9475afa84451"/>
    <p:sldId xmlns:r="http://schemas.openxmlformats.org/officeDocument/2006/relationships" id="318" r:id="Rc9d040a7fb7a4c18"/>
    <p:sldId xmlns:r="http://schemas.openxmlformats.org/officeDocument/2006/relationships" id="319" r:id="Reb381d8046c8452d"/>
    <p:sldId xmlns:r="http://schemas.openxmlformats.org/officeDocument/2006/relationships" id="320" r:id="R76a06c7cf6f44509"/>
    <p:sldId xmlns:r="http://schemas.openxmlformats.org/officeDocument/2006/relationships" id="321" r:id="R7de8f9b601ee448d"/>
    <p:sldId xmlns:r="http://schemas.openxmlformats.org/officeDocument/2006/relationships" id="322" r:id="R4324675061d647a4"/>
    <p:sldId xmlns:r="http://schemas.openxmlformats.org/officeDocument/2006/relationships" id="323" r:id="R408a93caa743434c"/>
    <p:sldId xmlns:r="http://schemas.openxmlformats.org/officeDocument/2006/relationships" id="324" r:id="Rda7ee880584b43a6"/>
    <p:sldId xmlns:r="http://schemas.openxmlformats.org/officeDocument/2006/relationships" id="325" r:id="R24b7475fb67449f3"/>
    <p:sldId xmlns:r="http://schemas.openxmlformats.org/officeDocument/2006/relationships" id="326" r:id="R753a557548d644ab"/>
    <p:sldId xmlns:r="http://schemas.openxmlformats.org/officeDocument/2006/relationships" id="327" r:id="Rc60ea5d2c27e4a6e"/>
    <p:sldId xmlns:r="http://schemas.openxmlformats.org/officeDocument/2006/relationships" id="328" r:id="R2c51b2a5b5454597"/>
    <p:sldId xmlns:r="http://schemas.openxmlformats.org/officeDocument/2006/relationships" id="329" r:id="R2749eb39acf74a90"/>
    <p:sldId xmlns:r="http://schemas.openxmlformats.org/officeDocument/2006/relationships" id="330" r:id="Rfae9fbf2f6ee49a0"/>
    <p:sldId xmlns:r="http://schemas.openxmlformats.org/officeDocument/2006/relationships" id="331" r:id="Reb8f643abe414095"/>
    <p:sldId xmlns:r="http://schemas.openxmlformats.org/officeDocument/2006/relationships" id="332" r:id="R9646f70fab7644db"/>
    <p:sldId xmlns:r="http://schemas.openxmlformats.org/officeDocument/2006/relationships" id="333" r:id="R93f6ac1899434275"/>
    <p:sldId xmlns:r="http://schemas.openxmlformats.org/officeDocument/2006/relationships" id="334" r:id="R021cdafa9a8c4ad4"/>
    <p:sldId xmlns:r="http://schemas.openxmlformats.org/officeDocument/2006/relationships" id="335" r:id="R2c778871d76c4952"/>
    <p:sldId xmlns:r="http://schemas.openxmlformats.org/officeDocument/2006/relationships" id="336" r:id="R7c0db0b8c2b74b0c"/>
    <p:sldId xmlns:r="http://schemas.openxmlformats.org/officeDocument/2006/relationships" id="337" r:id="R08fe1f2287a643d7"/>
    <p:sldId xmlns:r="http://schemas.openxmlformats.org/officeDocument/2006/relationships" id="338" r:id="Rbc21ac0d18234b25"/>
    <p:sldId xmlns:r="http://schemas.openxmlformats.org/officeDocument/2006/relationships" id="339" r:id="Re5d6e7a9918444bb"/>
    <p:sldId xmlns:r="http://schemas.openxmlformats.org/officeDocument/2006/relationships" id="340" r:id="R80e5c5a799e04977"/>
    <p:sldId xmlns:r="http://schemas.openxmlformats.org/officeDocument/2006/relationships" id="341" r:id="Ra63c5e102a1a4f2b"/>
    <p:sldId xmlns:r="http://schemas.openxmlformats.org/officeDocument/2006/relationships" id="342" r:id="R329beb33c6f1451a"/>
    <p:sldId xmlns:r="http://schemas.openxmlformats.org/officeDocument/2006/relationships" id="343" r:id="Re39d4e6f1b92453c"/>
    <p:sldId xmlns:r="http://schemas.openxmlformats.org/officeDocument/2006/relationships" id="344" r:id="R2f4b2f8b20e34bf6"/>
    <p:sldId xmlns:r="http://schemas.openxmlformats.org/officeDocument/2006/relationships" id="345" r:id="R99088cc7d337412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25718e01a424170" /><Relationship Type="http://schemas.openxmlformats.org/officeDocument/2006/relationships/slideMaster" Target="/ppt/slideMasters/slideMaster1.xml" Id="R59467af7d888466f" /><Relationship Type="http://schemas.openxmlformats.org/officeDocument/2006/relationships/notesMaster" Target="/ppt/notesMasters/notesMaster1.xml" Id="Rcc065a10bb3d4ed6" /><Relationship Type="http://schemas.openxmlformats.org/officeDocument/2006/relationships/presProps" Target="/ppt/presProps.xml" Id="Rc0f8f3711e644977" /><Relationship Type="http://schemas.openxmlformats.org/officeDocument/2006/relationships/tableStyles" Target="/ppt/tableStyles.xml" Id="Rc0a86132fc994850" /><Relationship Type="http://schemas.openxmlformats.org/officeDocument/2006/relationships/slide" Target="/ppt/slides/slide1.xml" Id="R5565dcce5eb144ef" /><Relationship Type="http://schemas.openxmlformats.org/officeDocument/2006/relationships/slide" Target="/ppt/slides/slide2.xml" Id="Rbd505cdeacea4827" /><Relationship Type="http://schemas.openxmlformats.org/officeDocument/2006/relationships/slide" Target="/ppt/slides/slide3.xml" Id="R7f27c5a66263457a" /><Relationship Type="http://schemas.openxmlformats.org/officeDocument/2006/relationships/slide" Target="/ppt/slides/slide4.xml" Id="Rf9517af8f6ef4a7d" /><Relationship Type="http://schemas.openxmlformats.org/officeDocument/2006/relationships/slide" Target="/ppt/slides/slide5.xml" Id="R2d9014ae55a24ebb" /><Relationship Type="http://schemas.openxmlformats.org/officeDocument/2006/relationships/slide" Target="/ppt/slides/slide6.xml" Id="Rd367fa520e514eb3" /><Relationship Type="http://schemas.openxmlformats.org/officeDocument/2006/relationships/slide" Target="/ppt/slides/slide7.xml" Id="R3f0f2992fbf24782" /><Relationship Type="http://schemas.openxmlformats.org/officeDocument/2006/relationships/slide" Target="/ppt/slides/slide8.xml" Id="Rb18f058d6ff74560" /><Relationship Type="http://schemas.openxmlformats.org/officeDocument/2006/relationships/slide" Target="/ppt/slides/slide9.xml" Id="Rfad20e89022643bc" /><Relationship Type="http://schemas.openxmlformats.org/officeDocument/2006/relationships/slide" Target="/ppt/slides/slide10.xml" Id="Rd807e27c3cf2471e" /><Relationship Type="http://schemas.openxmlformats.org/officeDocument/2006/relationships/slide" Target="/ppt/slides/slide11.xml" Id="R459ba713a7274918" /><Relationship Type="http://schemas.openxmlformats.org/officeDocument/2006/relationships/slide" Target="/ppt/slides/slide12.xml" Id="R3bbffef84c474096" /><Relationship Type="http://schemas.openxmlformats.org/officeDocument/2006/relationships/slide" Target="/ppt/slides/slide13.xml" Id="R0bdae3d4e47c47c4" /><Relationship Type="http://schemas.openxmlformats.org/officeDocument/2006/relationships/slide" Target="/ppt/slides/slide14.xml" Id="R39f0bd4a129d4635" /><Relationship Type="http://schemas.openxmlformats.org/officeDocument/2006/relationships/slide" Target="/ppt/slides/slide15.xml" Id="Rbd36978a06d34fa1" /><Relationship Type="http://schemas.openxmlformats.org/officeDocument/2006/relationships/slide" Target="/ppt/slides/slide16.xml" Id="Redecb02468384d96" /><Relationship Type="http://schemas.openxmlformats.org/officeDocument/2006/relationships/slide" Target="/ppt/slides/slide17.xml" Id="R0d30c90eb342479d" /><Relationship Type="http://schemas.openxmlformats.org/officeDocument/2006/relationships/slide" Target="/ppt/slides/slide18.xml" Id="R57eb91f942034a40" /><Relationship Type="http://schemas.openxmlformats.org/officeDocument/2006/relationships/slide" Target="/ppt/slides/slide19.xml" Id="R2d36d542bfe441fb" /><Relationship Type="http://schemas.openxmlformats.org/officeDocument/2006/relationships/slide" Target="/ppt/slides/slide20.xml" Id="R8c0dc15433f74941" /><Relationship Type="http://schemas.openxmlformats.org/officeDocument/2006/relationships/slide" Target="/ppt/slides/slide21.xml" Id="R6edd54344c364b62" /><Relationship Type="http://schemas.openxmlformats.org/officeDocument/2006/relationships/slide" Target="/ppt/slides/slide22.xml" Id="Rff24a187f2ca4b0d" /><Relationship Type="http://schemas.openxmlformats.org/officeDocument/2006/relationships/slide" Target="/ppt/slides/slide23.xml" Id="Rb9d343b9ca1c45c5" /><Relationship Type="http://schemas.openxmlformats.org/officeDocument/2006/relationships/slide" Target="/ppt/slides/slide24.xml" Id="R87b2b2315b584289" /><Relationship Type="http://schemas.openxmlformats.org/officeDocument/2006/relationships/slide" Target="/ppt/slides/slide25.xml" Id="Rade3b01290a64dc0" /><Relationship Type="http://schemas.openxmlformats.org/officeDocument/2006/relationships/slide" Target="/ppt/slides/slide26.xml" Id="Rfd24d064770e4358" /><Relationship Type="http://schemas.openxmlformats.org/officeDocument/2006/relationships/slide" Target="/ppt/slides/slide27.xml" Id="R53ab6d255c324e6d" /><Relationship Type="http://schemas.openxmlformats.org/officeDocument/2006/relationships/slide" Target="/ppt/slides/slide28.xml" Id="R199ed30e93c2424d" /><Relationship Type="http://schemas.openxmlformats.org/officeDocument/2006/relationships/slide" Target="/ppt/slides/slide29.xml" Id="R2dc5869ae2034e4c" /><Relationship Type="http://schemas.openxmlformats.org/officeDocument/2006/relationships/slide" Target="/ppt/slides/slide30.xml" Id="Ra9627b29aa0f4a9d" /><Relationship Type="http://schemas.openxmlformats.org/officeDocument/2006/relationships/slide" Target="/ppt/slides/slide31.xml" Id="R2541453b48a3479f" /><Relationship Type="http://schemas.openxmlformats.org/officeDocument/2006/relationships/slide" Target="/ppt/slides/slide32.xml" Id="R71ff8bc9a2a242ea" /><Relationship Type="http://schemas.openxmlformats.org/officeDocument/2006/relationships/slide" Target="/ppt/slides/slide33.xml" Id="R5eb3267cd4ee4efb" /><Relationship Type="http://schemas.openxmlformats.org/officeDocument/2006/relationships/slide" Target="/ppt/slides/slide34.xml" Id="Rd3025e0262be4715" /><Relationship Type="http://schemas.openxmlformats.org/officeDocument/2006/relationships/slide" Target="/ppt/slides/slide35.xml" Id="Rd6f5e9ce3e4b4fdc" /><Relationship Type="http://schemas.openxmlformats.org/officeDocument/2006/relationships/slide" Target="/ppt/slides/slide36.xml" Id="Rd7c7d41662a84296" /><Relationship Type="http://schemas.openxmlformats.org/officeDocument/2006/relationships/slide" Target="/ppt/slides/slide37.xml" Id="R25240b63b6cb4610" /><Relationship Type="http://schemas.openxmlformats.org/officeDocument/2006/relationships/slide" Target="/ppt/slides/slide38.xml" Id="R8fcfec7c6b894d6e" /><Relationship Type="http://schemas.openxmlformats.org/officeDocument/2006/relationships/slide" Target="/ppt/slides/slide39.xml" Id="Reb710e850f784077" /><Relationship Type="http://schemas.openxmlformats.org/officeDocument/2006/relationships/slide" Target="/ppt/slides/slide40.xml" Id="R9914fa6b159f4470" /><Relationship Type="http://schemas.openxmlformats.org/officeDocument/2006/relationships/slide" Target="/ppt/slides/slide41.xml" Id="R4b7670102d494766" /><Relationship Type="http://schemas.openxmlformats.org/officeDocument/2006/relationships/slide" Target="/ppt/slides/slide42.xml" Id="R3a84ee215d6747f7" /><Relationship Type="http://schemas.openxmlformats.org/officeDocument/2006/relationships/slide" Target="/ppt/slides/slide43.xml" Id="R807afba924c14fb4" /><Relationship Type="http://schemas.openxmlformats.org/officeDocument/2006/relationships/slide" Target="/ppt/slides/slide44.xml" Id="R175a3981538942b7" /><Relationship Type="http://schemas.openxmlformats.org/officeDocument/2006/relationships/slide" Target="/ppt/slides/slide45.xml" Id="Rb6142b01b5fd44bc" /><Relationship Type="http://schemas.openxmlformats.org/officeDocument/2006/relationships/slide" Target="/ppt/slides/slide46.xml" Id="R9dc5aada2972436b" /><Relationship Type="http://schemas.openxmlformats.org/officeDocument/2006/relationships/slide" Target="/ppt/slides/slide47.xml" Id="R9ecd54a7cbd146b2" /><Relationship Type="http://schemas.openxmlformats.org/officeDocument/2006/relationships/slide" Target="/ppt/slides/slide48.xml" Id="R657942d8ac994c1d" /><Relationship Type="http://schemas.openxmlformats.org/officeDocument/2006/relationships/slide" Target="/ppt/slides/slide49.xml" Id="R2cb866bf80b04486" /><Relationship Type="http://schemas.openxmlformats.org/officeDocument/2006/relationships/slide" Target="/ppt/slides/slide50.xml" Id="R799fc7ddf10a4ce4" /><Relationship Type="http://schemas.openxmlformats.org/officeDocument/2006/relationships/slide" Target="/ppt/slides/slide51.xml" Id="R6b163b2de8854f82" /><Relationship Type="http://schemas.openxmlformats.org/officeDocument/2006/relationships/slide" Target="/ppt/slides/slide52.xml" Id="R3186184926eb4f39" /><Relationship Type="http://schemas.openxmlformats.org/officeDocument/2006/relationships/slide" Target="/ppt/slides/slide53.xml" Id="R93a3db1998fc4bd5" /><Relationship Type="http://schemas.openxmlformats.org/officeDocument/2006/relationships/slide" Target="/ppt/slides/slide54.xml" Id="Ra9212ab251b7416f" /><Relationship Type="http://schemas.openxmlformats.org/officeDocument/2006/relationships/slide" Target="/ppt/slides/slide55.xml" Id="Rbf417d07189a4014" /><Relationship Type="http://schemas.openxmlformats.org/officeDocument/2006/relationships/slide" Target="/ppt/slides/slide56.xml" Id="Re827622847cd4f6c" /><Relationship Type="http://schemas.openxmlformats.org/officeDocument/2006/relationships/slide" Target="/ppt/slides/slide57.xml" Id="R735f79ad507a476d" /><Relationship Type="http://schemas.openxmlformats.org/officeDocument/2006/relationships/slide" Target="/ppt/slides/slide58.xml" Id="R9570b97bedc54ccb" /><Relationship Type="http://schemas.openxmlformats.org/officeDocument/2006/relationships/slide" Target="/ppt/slides/slide59.xml" Id="R1cc2a22c20bf4df5" /><Relationship Type="http://schemas.openxmlformats.org/officeDocument/2006/relationships/slide" Target="/ppt/slides/slide60.xml" Id="R43f9f1609de2457c" /><Relationship Type="http://schemas.openxmlformats.org/officeDocument/2006/relationships/slide" Target="/ppt/slides/slide61.xml" Id="R9825b8b9d85f4635" /><Relationship Type="http://schemas.openxmlformats.org/officeDocument/2006/relationships/slide" Target="/ppt/slides/slide62.xml" Id="R0f8a9475afa84451" /><Relationship Type="http://schemas.openxmlformats.org/officeDocument/2006/relationships/slide" Target="/ppt/slides/slide63.xml" Id="Rc9d040a7fb7a4c18" /><Relationship Type="http://schemas.openxmlformats.org/officeDocument/2006/relationships/slide" Target="/ppt/slides/slide64.xml" Id="Reb381d8046c8452d" /><Relationship Type="http://schemas.openxmlformats.org/officeDocument/2006/relationships/slide" Target="/ppt/slides/slide65.xml" Id="R76a06c7cf6f44509" /><Relationship Type="http://schemas.openxmlformats.org/officeDocument/2006/relationships/slide" Target="/ppt/slides/slide66.xml" Id="R7de8f9b601ee448d" /><Relationship Type="http://schemas.openxmlformats.org/officeDocument/2006/relationships/slide" Target="/ppt/slides/slide67.xml" Id="R4324675061d647a4" /><Relationship Type="http://schemas.openxmlformats.org/officeDocument/2006/relationships/slide" Target="/ppt/slides/slide68.xml" Id="R408a93caa743434c" /><Relationship Type="http://schemas.openxmlformats.org/officeDocument/2006/relationships/slide" Target="/ppt/slides/slide69.xml" Id="Rda7ee880584b43a6" /><Relationship Type="http://schemas.openxmlformats.org/officeDocument/2006/relationships/slide" Target="/ppt/slides/slide70.xml" Id="R24b7475fb67449f3" /><Relationship Type="http://schemas.openxmlformats.org/officeDocument/2006/relationships/slide" Target="/ppt/slides/slide71.xml" Id="R753a557548d644ab" /><Relationship Type="http://schemas.openxmlformats.org/officeDocument/2006/relationships/slide" Target="/ppt/slides/slide72.xml" Id="Rc60ea5d2c27e4a6e" /><Relationship Type="http://schemas.openxmlformats.org/officeDocument/2006/relationships/slide" Target="/ppt/slides/slide73.xml" Id="R2c51b2a5b5454597" /><Relationship Type="http://schemas.openxmlformats.org/officeDocument/2006/relationships/slide" Target="/ppt/slides/slide74.xml" Id="R2749eb39acf74a90" /><Relationship Type="http://schemas.openxmlformats.org/officeDocument/2006/relationships/slide" Target="/ppt/slides/slide75.xml" Id="Rfae9fbf2f6ee49a0" /><Relationship Type="http://schemas.openxmlformats.org/officeDocument/2006/relationships/slide" Target="/ppt/slides/slide76.xml" Id="Reb8f643abe414095" /><Relationship Type="http://schemas.openxmlformats.org/officeDocument/2006/relationships/slide" Target="/ppt/slides/slide77.xml" Id="R9646f70fab7644db" /><Relationship Type="http://schemas.openxmlformats.org/officeDocument/2006/relationships/slide" Target="/ppt/slides/slide78.xml" Id="R93f6ac1899434275" /><Relationship Type="http://schemas.openxmlformats.org/officeDocument/2006/relationships/slide" Target="/ppt/slides/slide79.xml" Id="R021cdafa9a8c4ad4" /><Relationship Type="http://schemas.openxmlformats.org/officeDocument/2006/relationships/slide" Target="/ppt/slides/slide80.xml" Id="R2c778871d76c4952" /><Relationship Type="http://schemas.openxmlformats.org/officeDocument/2006/relationships/slide" Target="/ppt/slides/slide81.xml" Id="R7c0db0b8c2b74b0c" /><Relationship Type="http://schemas.openxmlformats.org/officeDocument/2006/relationships/slide" Target="/ppt/slides/slide82.xml" Id="R08fe1f2287a643d7" /><Relationship Type="http://schemas.openxmlformats.org/officeDocument/2006/relationships/slide" Target="/ppt/slides/slide83.xml" Id="Rbc21ac0d18234b25" /><Relationship Type="http://schemas.openxmlformats.org/officeDocument/2006/relationships/slide" Target="/ppt/slides/slide84.xml" Id="Re5d6e7a9918444bb" /><Relationship Type="http://schemas.openxmlformats.org/officeDocument/2006/relationships/slide" Target="/ppt/slides/slide85.xml" Id="R80e5c5a799e04977" /><Relationship Type="http://schemas.openxmlformats.org/officeDocument/2006/relationships/slide" Target="/ppt/slides/slide86.xml" Id="Ra63c5e102a1a4f2b" /><Relationship Type="http://schemas.openxmlformats.org/officeDocument/2006/relationships/slide" Target="/ppt/slides/slide87.xml" Id="R329beb33c6f1451a" /><Relationship Type="http://schemas.openxmlformats.org/officeDocument/2006/relationships/slide" Target="/ppt/slides/slide88.xml" Id="Re39d4e6f1b92453c" /><Relationship Type="http://schemas.openxmlformats.org/officeDocument/2006/relationships/slide" Target="/ppt/slides/slide89.xml" Id="R2f4b2f8b20e34bf6" /><Relationship Type="http://schemas.openxmlformats.org/officeDocument/2006/relationships/slide" Target="/ppt/slides/slide90.xml" Id="R99088cc7d337412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afc937c4de4c0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fd56a22c6204713" /><Relationship Type="http://schemas.openxmlformats.org/officeDocument/2006/relationships/notesMaster" Target="/ppt/notesMasters/notesMaster1.xml" Id="Rbf78aa9a5af943e5" /></Relationships>
</file>

<file path=ppt/notesSlides/_rels/notesSlide2.xml.rels>&#65279;<?xml version="1.0" encoding="utf-8"?><Relationships xmlns="http://schemas.openxmlformats.org/package/2006/relationships"><Relationship Type="http://schemas.openxmlformats.org/officeDocument/2006/relationships/slide" Target="/ppt/slides/slide2.xml" Id="Rcffee823c6d14925" /><Relationship Type="http://schemas.openxmlformats.org/officeDocument/2006/relationships/notesMaster" Target="/ppt/notesMasters/notesMaster1.xml" Id="R57495930dcea45a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c0d918e1e740d2" /><Relationship Type="http://schemas.openxmlformats.org/officeDocument/2006/relationships/notesMaster" Target="/ppt/notesMasters/notesMaster1.xml" Id="R61d709bb8e0f464a" /></Relationships>
</file>

<file path=ppt/notesSlides/_rels/notesSlide4.xml.rels>&#65279;<?xml version="1.0" encoding="utf-8"?><Relationships xmlns="http://schemas.openxmlformats.org/package/2006/relationships"><Relationship Type="http://schemas.openxmlformats.org/officeDocument/2006/relationships/slide" Target="/ppt/slides/slide4.xml" Id="R4b51f9aa72ef48ef" /><Relationship Type="http://schemas.openxmlformats.org/officeDocument/2006/relationships/notesMaster" Target="/ppt/notesMasters/notesMaster1.xml" Id="R2817762ab08a49ca" /></Relationships>
</file>

<file path=ppt/notesSlides/_rels/notesSlide5.xml.rels>&#65279;<?xml version="1.0" encoding="utf-8"?><Relationships xmlns="http://schemas.openxmlformats.org/package/2006/relationships"><Relationship Type="http://schemas.openxmlformats.org/officeDocument/2006/relationships/slide" Target="/ppt/slides/slide5.xml" Id="Ree3f405b327e4685" /><Relationship Type="http://schemas.openxmlformats.org/officeDocument/2006/relationships/notesMaster" Target="/ppt/notesMasters/notesMaster1.xml" Id="R554a889770974936" /></Relationships>
</file>

<file path=ppt/notesSlides/_rels/notesSlide6.xml.rels>&#65279;<?xml version="1.0" encoding="utf-8"?><Relationships xmlns="http://schemas.openxmlformats.org/package/2006/relationships"><Relationship Type="http://schemas.openxmlformats.org/officeDocument/2006/relationships/slide" Target="/ppt/slides/slide6.xml" Id="R73310a2c06924176" /><Relationship Type="http://schemas.openxmlformats.org/officeDocument/2006/relationships/notesMaster" Target="/ppt/notesMasters/notesMaster1.xml" Id="R146222def03c441b" /></Relationships>
</file>

<file path=ppt/notesSlides/_rels/notesSlide7.xml.rels>&#65279;<?xml version="1.0" encoding="utf-8"?><Relationships xmlns="http://schemas.openxmlformats.org/package/2006/relationships"><Relationship Type="http://schemas.openxmlformats.org/officeDocument/2006/relationships/slide" Target="/ppt/slides/slide7.xml" Id="R8edea3d5a99b4e82" /><Relationship Type="http://schemas.openxmlformats.org/officeDocument/2006/relationships/notesMaster" Target="/ppt/notesMasters/notesMaster1.xml" Id="Re6f796d9411948e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fee1657f394471f" /><Relationship Type="http://schemas.openxmlformats.org/officeDocument/2006/relationships/notesMaster" Target="/ppt/notesMasters/notesMaster1.xml" Id="R53183577f3144f3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a3e4bedeff04f35" /><Relationship Type="http://schemas.openxmlformats.org/officeDocument/2006/relationships/notesMaster" Target="/ppt/notesMasters/notesMaster1.xml" Id="Ree4db663899a47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d1ef15c04004749" /><Relationship Type="http://schemas.openxmlformats.org/officeDocument/2006/relationships/notesMaster" Target="/ppt/notesMasters/notesMaster1.xml" Id="R1914f6511bfa44c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c602ed59e1b48f9" /><Relationship Type="http://schemas.openxmlformats.org/officeDocument/2006/relationships/notesMaster" Target="/ppt/notesMasters/notesMaster1.xml" Id="Re6d9d581d807492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cb6edfe89354c36" /><Relationship Type="http://schemas.openxmlformats.org/officeDocument/2006/relationships/notesMaster" Target="/ppt/notesMasters/notesMaster1.xml" Id="R0a0477da23eb47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b0e5646e150405d" /><Relationship Type="http://schemas.openxmlformats.org/officeDocument/2006/relationships/notesMaster" Target="/ppt/notesMasters/notesMaster1.xml" Id="R4d4d08ba83d04d9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070d4f904384ce2" /><Relationship Type="http://schemas.openxmlformats.org/officeDocument/2006/relationships/notesMaster" Target="/ppt/notesMasters/notesMaster1.xml" Id="R975dc678272b451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d6c8bfb8bb844da" /><Relationship Type="http://schemas.openxmlformats.org/officeDocument/2006/relationships/notesMaster" Target="/ppt/notesMasters/notesMaster1.xml" Id="R6854a3befed4418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3dbe85bcf2645ce" /><Relationship Type="http://schemas.openxmlformats.org/officeDocument/2006/relationships/notesMaster" Target="/ppt/notesMasters/notesMaster1.xml" Id="R5a3f629eefdd46a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9b7aaf4475d43f6" /><Relationship Type="http://schemas.openxmlformats.org/officeDocument/2006/relationships/notesMaster" Target="/ppt/notesMasters/notesMaster1.xml" Id="R3df26f6dced544b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955d372b33d42ba" /><Relationship Type="http://schemas.openxmlformats.org/officeDocument/2006/relationships/notesMaster" Target="/ppt/notesMasters/notesMaster1.xml" Id="R91df60add73e4d7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6ecfa0366fa4403" /><Relationship Type="http://schemas.openxmlformats.org/officeDocument/2006/relationships/notesMaster" Target="/ppt/notesMasters/notesMaster1.xml" Id="Rc167c7310656492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55c784aec714cee" /><Relationship Type="http://schemas.openxmlformats.org/officeDocument/2006/relationships/notesMaster" Target="/ppt/notesMasters/notesMaster1.xml" Id="Rd363327b1e0d478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fda025f15d64c8c" /><Relationship Type="http://schemas.openxmlformats.org/officeDocument/2006/relationships/notesMaster" Target="/ppt/notesMasters/notesMaster1.xml" Id="R608e20f33d374a9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f53fc071f1746ef" /><Relationship Type="http://schemas.openxmlformats.org/officeDocument/2006/relationships/notesMaster" Target="/ppt/notesMasters/notesMaster1.xml" Id="Rf1e8d6d77bfa4ec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02d0fa023f44376" /><Relationship Type="http://schemas.openxmlformats.org/officeDocument/2006/relationships/notesMaster" Target="/ppt/notesMasters/notesMaster1.xml" Id="R2bc4eb920dea4de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9d51e3fa1644efa" /><Relationship Type="http://schemas.openxmlformats.org/officeDocument/2006/relationships/notesMaster" Target="/ppt/notesMasters/notesMaster1.xml" Id="R14bf08cac2ca49b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6d9844654014cbe" /><Relationship Type="http://schemas.openxmlformats.org/officeDocument/2006/relationships/notesMaster" Target="/ppt/notesMasters/notesMaster1.xml" Id="R004eadb6e8f545a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0cefafb9d84455b" /><Relationship Type="http://schemas.openxmlformats.org/officeDocument/2006/relationships/notesMaster" Target="/ppt/notesMasters/notesMaster1.xml" Id="R51cd7838077f4b2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30cabc683f8455f" /><Relationship Type="http://schemas.openxmlformats.org/officeDocument/2006/relationships/notesMaster" Target="/ppt/notesMasters/notesMaster1.xml" Id="R15b742b999fa4cd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bed660c2acc40a8" /><Relationship Type="http://schemas.openxmlformats.org/officeDocument/2006/relationships/notesMaster" Target="/ppt/notesMasters/notesMaster1.xml" Id="R59d41b4bfbaa419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b7b2cfd79df4b1e" /><Relationship Type="http://schemas.openxmlformats.org/officeDocument/2006/relationships/notesMaster" Target="/ppt/notesMasters/notesMaster1.xml" Id="Rb27d5302f788479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323b47099bd4b1d" /><Relationship Type="http://schemas.openxmlformats.org/officeDocument/2006/relationships/notesMaster" Target="/ppt/notesMasters/notesMaster1.xml" Id="R3f2e423c7cc7464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ddbbf8c2dc14c97" /><Relationship Type="http://schemas.openxmlformats.org/officeDocument/2006/relationships/notesMaster" Target="/ppt/notesMasters/notesMaster1.xml" Id="R183d9938376245d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c7758235fd74079" /><Relationship Type="http://schemas.openxmlformats.org/officeDocument/2006/relationships/notesMaster" Target="/ppt/notesMasters/notesMaster1.xml" Id="R4ab6b7d232dd4f7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e11a98c859d49c8" /><Relationship Type="http://schemas.openxmlformats.org/officeDocument/2006/relationships/notesMaster" Target="/ppt/notesMasters/notesMaster1.xml" Id="R0ac346213f38433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76f29e110a14e1c" /><Relationship Type="http://schemas.openxmlformats.org/officeDocument/2006/relationships/notesMaster" Target="/ppt/notesMasters/notesMaster1.xml" Id="R3f26618ab242445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a7a4b65b4e74489" /><Relationship Type="http://schemas.openxmlformats.org/officeDocument/2006/relationships/notesMaster" Target="/ppt/notesMasters/notesMaster1.xml" Id="Rf28e44b85b2b484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d31e9e3472a46f8" /><Relationship Type="http://schemas.openxmlformats.org/officeDocument/2006/relationships/notesMaster" Target="/ppt/notesMasters/notesMaster1.xml" Id="R9952d75ab0d94b2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0b7c1b43314466f" /><Relationship Type="http://schemas.openxmlformats.org/officeDocument/2006/relationships/notesMaster" Target="/ppt/notesMasters/notesMaster1.xml" Id="Rf977b98b1a0f4354"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cc2b4f7657d471d" /><Relationship Type="http://schemas.openxmlformats.org/officeDocument/2006/relationships/notesMaster" Target="/ppt/notesMasters/notesMaster1.xml" Id="Rc9353acd3bee47c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4466a1d2c274031" /><Relationship Type="http://schemas.openxmlformats.org/officeDocument/2006/relationships/notesMaster" Target="/ppt/notesMasters/notesMaster1.xml" Id="R4a8a16e38193485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0a3eb479d2846c6" /><Relationship Type="http://schemas.openxmlformats.org/officeDocument/2006/relationships/notesMaster" Target="/ppt/notesMasters/notesMaster1.xml" Id="Rf6b974052dd8416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5eebc33a21dd4e79" /><Relationship Type="http://schemas.openxmlformats.org/officeDocument/2006/relationships/notesMaster" Target="/ppt/notesMasters/notesMaster1.xml" Id="R538b8d06da17459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cb5237a40364638" /><Relationship Type="http://schemas.openxmlformats.org/officeDocument/2006/relationships/notesMaster" Target="/ppt/notesMasters/notesMaster1.xml" Id="R012ea0aef8ec485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7323f3b7c6c40de" /><Relationship Type="http://schemas.openxmlformats.org/officeDocument/2006/relationships/notesMaster" Target="/ppt/notesMasters/notesMaster1.xml" Id="R1b9485ca550147e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8808a64c9bb4f04" /><Relationship Type="http://schemas.openxmlformats.org/officeDocument/2006/relationships/notesMaster" Target="/ppt/notesMasters/notesMaster1.xml" Id="Rcc5075cea926475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7f20af19995433f" /><Relationship Type="http://schemas.openxmlformats.org/officeDocument/2006/relationships/notesMaster" Target="/ppt/notesMasters/notesMaster1.xml" Id="Rd880e69bfed1428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12ffbcca7cd34e38" /><Relationship Type="http://schemas.openxmlformats.org/officeDocument/2006/relationships/notesMaster" Target="/ppt/notesMasters/notesMaster1.xml" Id="R9a50ee2b98d8463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a145620ebc0b4354" /><Relationship Type="http://schemas.openxmlformats.org/officeDocument/2006/relationships/notesMaster" Target="/ppt/notesMasters/notesMaster1.xml" Id="R8922f6748a9b446b"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5618ab0449374917" /><Relationship Type="http://schemas.openxmlformats.org/officeDocument/2006/relationships/notesMaster" Target="/ppt/notesMasters/notesMaster1.xml" Id="R198374129fad458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64acb420fca4ff1" /><Relationship Type="http://schemas.openxmlformats.org/officeDocument/2006/relationships/notesMaster" Target="/ppt/notesMasters/notesMaster1.xml" Id="R17db3c7e7fa146f3"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d4f04710cae44c79" /><Relationship Type="http://schemas.openxmlformats.org/officeDocument/2006/relationships/notesMaster" Target="/ppt/notesMasters/notesMaster1.xml" Id="R5d1f212c24cd450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d1094e1199444610" /><Relationship Type="http://schemas.openxmlformats.org/officeDocument/2006/relationships/notesMaster" Target="/ppt/notesMasters/notesMaster1.xml" Id="R2684b48a618d4239"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45ddf67b092f4daf" /><Relationship Type="http://schemas.openxmlformats.org/officeDocument/2006/relationships/notesMaster" Target="/ppt/notesMasters/notesMaster1.xml" Id="Rd4ed1fb516db442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8d554940e3f4403" /><Relationship Type="http://schemas.openxmlformats.org/officeDocument/2006/relationships/notesMaster" Target="/ppt/notesMasters/notesMaster1.xml" Id="R31f7fc32d0d3402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af2c551a872140cf" /><Relationship Type="http://schemas.openxmlformats.org/officeDocument/2006/relationships/notesMaster" Target="/ppt/notesMasters/notesMaster1.xml" Id="Reecffed39e46495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424a8c00c134c1e" /><Relationship Type="http://schemas.openxmlformats.org/officeDocument/2006/relationships/notesMaster" Target="/ppt/notesMasters/notesMaster1.xml" Id="Rb0e6ed5fac1d4b5b"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ea5152798e894999" /><Relationship Type="http://schemas.openxmlformats.org/officeDocument/2006/relationships/notesMaster" Target="/ppt/notesMasters/notesMaster1.xml" Id="Rca157792f641407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11ecaa324e2e4fa5" /><Relationship Type="http://schemas.openxmlformats.org/officeDocument/2006/relationships/notesMaster" Target="/ppt/notesMasters/notesMaster1.xml" Id="Rdfd5d43afdec4f09"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a618552d6a84068" /><Relationship Type="http://schemas.openxmlformats.org/officeDocument/2006/relationships/notesMaster" Target="/ppt/notesMasters/notesMaster1.xml" Id="Rbcaa7f4a0dc44d1a"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1c58a166c3b24ba7" /><Relationship Type="http://schemas.openxmlformats.org/officeDocument/2006/relationships/notesMaster" Target="/ppt/notesMasters/notesMaster1.xml" Id="R095f68f247cf480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dd94ab9bff904688" /><Relationship Type="http://schemas.openxmlformats.org/officeDocument/2006/relationships/notesMaster" Target="/ppt/notesMasters/notesMaster1.xml" Id="Rbe593a7fe7c640d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994d5eac0fc4c26" /><Relationship Type="http://schemas.openxmlformats.org/officeDocument/2006/relationships/notesMaster" Target="/ppt/notesMasters/notesMaster1.xml" Id="R85a26b8d576a4d62"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2e2a408bb654a2f" /><Relationship Type="http://schemas.openxmlformats.org/officeDocument/2006/relationships/notesMaster" Target="/ppt/notesMasters/notesMaster1.xml" Id="Re3c3b045c4ff49bf"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1b7f3f073ba4afb" /><Relationship Type="http://schemas.openxmlformats.org/officeDocument/2006/relationships/notesMaster" Target="/ppt/notesMasters/notesMaster1.xml" Id="R58a98d36e83b41ec"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7ae4febc14d453a" /><Relationship Type="http://schemas.openxmlformats.org/officeDocument/2006/relationships/notesMaster" Target="/ppt/notesMasters/notesMaster1.xml" Id="R981e580fdd8646d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9d18915763848ec" /><Relationship Type="http://schemas.openxmlformats.org/officeDocument/2006/relationships/notesMaster" Target="/ppt/notesMasters/notesMaster1.xml" Id="R1c2840f19d4b4d3f"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b07330bc4e2245ae" /><Relationship Type="http://schemas.openxmlformats.org/officeDocument/2006/relationships/notesMaster" Target="/ppt/notesMasters/notesMaster1.xml" Id="R65a2469b4c044d8a"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7479b7da2e44c97" /><Relationship Type="http://schemas.openxmlformats.org/officeDocument/2006/relationships/notesMaster" Target="/ppt/notesMasters/notesMaster1.xml" Id="Rd73f41bb16134efa"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ee2c29c181b048ab" /><Relationship Type="http://schemas.openxmlformats.org/officeDocument/2006/relationships/notesMaster" Target="/ppt/notesMasters/notesMaster1.xml" Id="R6b2de91946ce4a6e"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16e3a56fbf940cd" /><Relationship Type="http://schemas.openxmlformats.org/officeDocument/2006/relationships/notesMaster" Target="/ppt/notesMasters/notesMaster1.xml" Id="R14f6b40105664d5b"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93431f4f57c64d7d" /><Relationship Type="http://schemas.openxmlformats.org/officeDocument/2006/relationships/notesMaster" Target="/ppt/notesMasters/notesMaster1.xml" Id="R3be94aec82674c27"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042b940b7ac047b5" /><Relationship Type="http://schemas.openxmlformats.org/officeDocument/2006/relationships/notesMaster" Target="/ppt/notesMasters/notesMaster1.xml" Id="Rf46f973489944780"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6c9174f30b064753" /><Relationship Type="http://schemas.openxmlformats.org/officeDocument/2006/relationships/notesMaster" Target="/ppt/notesMasters/notesMaster1.xml" Id="R5e714e0390e742a9"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d1fa9bd69b8f41aa" /><Relationship Type="http://schemas.openxmlformats.org/officeDocument/2006/relationships/notesMaster" Target="/ppt/notesMasters/notesMaster1.xml" Id="R518f629420e24617"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54e9e5a55924df3" /><Relationship Type="http://schemas.openxmlformats.org/officeDocument/2006/relationships/notesMaster" Target="/ppt/notesMasters/notesMaster1.xml" Id="R36c8a6b15ba84e22"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d8576ee7ba964147" /><Relationship Type="http://schemas.openxmlformats.org/officeDocument/2006/relationships/notesMaster" Target="/ppt/notesMasters/notesMaster1.xml" Id="Re907018144b94204"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0c7fd4243c4848cb" /><Relationship Type="http://schemas.openxmlformats.org/officeDocument/2006/relationships/notesMaster" Target="/ppt/notesMasters/notesMaster1.xml" Id="Rf977c5dceee3445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e958764f8a6b482e" /><Relationship Type="http://schemas.openxmlformats.org/officeDocument/2006/relationships/notesMaster" Target="/ppt/notesMasters/notesMaster1.xml" Id="R1bda658590e34667"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01e7cd4ce8c844da" /><Relationship Type="http://schemas.openxmlformats.org/officeDocument/2006/relationships/notesMaster" Target="/ppt/notesMasters/notesMaster1.xml" Id="R1f31dc84804e4513"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02632a3f20e04c52" /><Relationship Type="http://schemas.openxmlformats.org/officeDocument/2006/relationships/notesMaster" Target="/ppt/notesMasters/notesMaster1.xml" Id="R951ae641a6154e6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4e4454980afe43b6" /><Relationship Type="http://schemas.openxmlformats.org/officeDocument/2006/relationships/notesMaster" Target="/ppt/notesMasters/notesMaster1.xml" Id="R17f3f4a15cd14cf0"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df24c4f89ef34d97" /><Relationship Type="http://schemas.openxmlformats.org/officeDocument/2006/relationships/notesMaster" Target="/ppt/notesMasters/notesMaster1.xml" Id="Ref5c237a24cc4ad2"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9095e2e07e8c4c71" /><Relationship Type="http://schemas.openxmlformats.org/officeDocument/2006/relationships/notesMaster" Target="/ppt/notesMasters/notesMaster1.xml" Id="R63195f5fb2f4405a"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a175c90e0c6a4d27" /><Relationship Type="http://schemas.openxmlformats.org/officeDocument/2006/relationships/notesMaster" Target="/ppt/notesMasters/notesMaster1.xml" Id="R615abe0934684280"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4762d10bbe1a40f1" /><Relationship Type="http://schemas.openxmlformats.org/officeDocument/2006/relationships/notesMaster" Target="/ppt/notesMasters/notesMaster1.xml" Id="R371e5295c9144de5"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0807786ef11d42cb" /><Relationship Type="http://schemas.openxmlformats.org/officeDocument/2006/relationships/notesMaster" Target="/ppt/notesMasters/notesMaster1.xml" Id="R8c03b6ea041b46c6"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223290a48e964ac5" /><Relationship Type="http://schemas.openxmlformats.org/officeDocument/2006/relationships/notesMaster" Target="/ppt/notesMasters/notesMaster1.xml" Id="Rb369fab6cd9141d0"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2b400fd2934d4c80" /><Relationship Type="http://schemas.openxmlformats.org/officeDocument/2006/relationships/notesMaster" Target="/ppt/notesMasters/notesMaster1.xml" Id="R18cd0fd6179749f5"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6634b1dcac2842d6" /><Relationship Type="http://schemas.openxmlformats.org/officeDocument/2006/relationships/notesMaster" Target="/ppt/notesMasters/notesMaster1.xml" Id="R10c0c2bf73fa4c3d"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6eba466a3cb64767" /><Relationship Type="http://schemas.openxmlformats.org/officeDocument/2006/relationships/notesMaster" Target="/ppt/notesMasters/notesMaster1.xml" Id="R90370b9b0d7048ce"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97129bd23e074247" /><Relationship Type="http://schemas.openxmlformats.org/officeDocument/2006/relationships/notesMaster" Target="/ppt/notesMasters/notesMaster1.xml" Id="Rce93cb1e7c7d47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두 연구가 확인한 과제·조건과 관찰을 먼저 읽는다. 특정 과제의 연구 관찰은 필요한 근거를 실제로 활용했는지 확인할 질문을 주지만, 현재 Codex의 보편 한계나 이 Demo의 Routing 효과를 입증하지 않는다.</a:t>
            </a:r>
          </a:p>
          <a:p xmlns:a="http://schemas.openxmlformats.org/drawingml/2006/main">
            <a:r>
              <a:t/>
            </a:r>
          </a:p>
          <a:p xmlns:a="http://schemas.openxmlformats.org/drawingml/2006/main">
            <a:r>
              <a:t>Opening Question: “앞에서 정보의 범위와 제공 시점을 나눴습니다. 대신 많은 정보를 한 번에 넣으면 필요한 근거도 잘 찾아 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S38의 기본 안내/필요한 상세/반복 절차를 회수한 뒤 ‘양만 늘리면 충분한가?’로 질문을 좁힌다. 두 도식은 논문 과제의 재구성이며 실제 제품 실행 화면이 아님을 밝힌다.</a:t>
            </a:r>
          </a:p>
          <a:p xmlns:a="http://schemas.openxmlformats.org/drawingml/2006/main">
            <a:r>
              <a:t>2. (0:30–1:45) 왼쪽 Lost in the Middle을 짚는다. 여러 문서의 질문 답변과 합성 key-value 검색에서 정답 근거의 위치를 바꾸어 비교했다. 앞/중간/뒤의 블록은 위치만 나타내며 실제 문서 수나 점수 그래프가 아니다. 일부 당시 모델·과제에서 중간 근거의 정답률이 낮아졌다고 설명한다. 모든 모델·과제가 같은 현상을 보인 것은 아니다.</a:t>
            </a:r>
          </a:p>
          <a:p xmlns:a="http://schemas.openxmlformats.org/drawingml/2006/main">
            <a:r>
              <a:t>3. (1:45–3:00) 오른쪽 RepoQA는 기능 설명과 코드 입력을 보고 설명에 맞는 함수 코드를 반환한 뒤 정답 함수와 유사도를 비교하는 과제다. 50개 저장소/5개 언어/500개 과제가 포함됐고 주 실험의 코드 입력은 CodeLlama tokenizer 기준16K토큰이다. 전체 Prompt 길이나 현재 Codex 한도라는 뜻이 아니다. 모델·언어별 함수 찾기 성능 차이를 관찰했으며 저장소 수정·도구 검색·테스트 실행을 평가한 것은 아니다.</a:t>
            </a:r>
          </a:p>
          <a:p xmlns:a="http://schemas.openxmlformats.org/drawingml/2006/main">
            <a:r>
              <a:t>4. (3:00–4:00) 하단의 ‘업무에 적용할 질문’과 ‘이 연구만으론 미입증’을 따로 가리킨다. 필요한 근거를 실제로 찾아 활용했는지 작업별로 확인하자는 것은 교육적 적용 질문이다. 현재 Codex 실패율·보편 한계·Routing 성능 개선은 이 연구로 확인하지 않았다. S40의 필요한 상세 정보에 도달하는 설계 질문으로 돌아간다.</a:t>
            </a:r>
          </a:p>
          <a:p xmlns:a="http://schemas.openxmlformats.org/drawingml/2006/main">
            <a:r>
              <a:t/>
            </a:r>
          </a:p>
          <a:p xmlns:a="http://schemas.openxmlformats.org/drawingml/2006/main">
            <a:r>
              <a:t>Evidence / Source: RESEARCH. CLM-0014/CLM-0015, SRC-0201/SRC-0204, DEC-0052. Liu et al., “Lost in the Middle: How Language Models Use Long Contexts,” TACL 2024,12:157–173, https://aclanthology.org/2024.tacl-1.9/ . RepoQA: Evaluating Long Context Code Understanding,2024, arXiv:2406.06025, https://arxiv.org/abs/2406.06025 ; primary task/setting: https://arxiv.org/html/2406.06025v1 ; official project/citation: https://evalplus.github.io/repoqa.html . The official citation names First Workshop on Long-Context Foundation Models @ ICML2024, not the ICML main conference. Primary records rechecked2026-10-22.</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ALIGNED — DEC-0052의 연구별 과제 도식/관찰/현재 Codex 적용 범위와 S38→S39→S40 연결을 반영했다. 최종 렌더·Notes parity는 production/evaluation/S39_RESEARCH_SCOPE_REVISION.md를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25a57e383754f4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c081d8d3c2f4b5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dbe94e748634d9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d1385ac7d6d415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08155cf11f345e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2c03513aec844c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BED2CE2-823B-4C8D-824B-5F4B2B78F8E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881EF4D-A5AE-42D1-8002-AF81F48E652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FB26DFF-A39B-4CFD-82C9-898ED79A54D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C21506E-5F39-440F-B660-DEE53654943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FE3D4D3-21AA-4975-8A5C-9F3245B63AC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1E5B829-68C2-4822-B38E-3D74DAACDE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24DAAB-9429-4DAE-B0BB-D12689A87A1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63657F9-E0D4-4114-B922-29D9FAABAF0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867E53-F2A3-490A-916F-9D73E221610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E5C9658-D65F-42F0-8FF9-D94C36A38D1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c5bb911a046498d" /><Relationship Type="http://schemas.openxmlformats.org/officeDocument/2006/relationships/slideLayout" Target="/ppt/slideLayouts/slideLayout1.xml" Id="Rf0b5680864774f65" /><Relationship Type="http://schemas.openxmlformats.org/officeDocument/2006/relationships/slideLayout" Target="/ppt/slideLayouts/slideLayout2.xml" Id="Rdd7440e3aca8457b" /><Relationship Type="http://schemas.openxmlformats.org/officeDocument/2006/relationships/slideLayout" Target="/ppt/slideLayouts/slideLayout3.xml" Id="R80ee485afe984d04" /><Relationship Type="http://schemas.openxmlformats.org/officeDocument/2006/relationships/slideLayout" Target="/ppt/slideLayouts/slideLayout4.xml" Id="R4ea88261b2774d6e" /><Relationship Type="http://schemas.openxmlformats.org/officeDocument/2006/relationships/slideLayout" Target="/ppt/slideLayouts/slideLayout5.xml" Id="R287ccabc6cbb430d" /><Relationship Type="http://schemas.openxmlformats.org/officeDocument/2006/relationships/slideLayout" Target="/ppt/slideLayouts/slideLayout6.xml" Id="Rfd0cea7c8d4040e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0b5680864774f65"/>
    <p:sldLayoutId xmlns:r="http://schemas.openxmlformats.org/officeDocument/2006/relationships" id="2147483650" r:id="Rdd7440e3aca8457b"/>
    <p:sldLayoutId xmlns:r="http://schemas.openxmlformats.org/officeDocument/2006/relationships" id="2147483651" r:id="R80ee485afe984d04"/>
    <p:sldLayoutId xmlns:r="http://schemas.openxmlformats.org/officeDocument/2006/relationships" id="2147483652" r:id="R4ea88261b2774d6e"/>
    <p:sldLayoutId xmlns:r="http://schemas.openxmlformats.org/officeDocument/2006/relationships" id="2147483653" r:id="R287ccabc6cbb430d"/>
    <p:sldLayoutId xmlns:r="http://schemas.openxmlformats.org/officeDocument/2006/relationships" id="2147483654" r:id="Rfd0cea7c8d4040e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50d5ae261b546c8" /><Relationship Type="http://schemas.openxmlformats.org/officeDocument/2006/relationships/image" Target="/ppt/media/image.png" Id="R5ae92fa33c2e4374" /><Relationship Type="http://schemas.openxmlformats.org/officeDocument/2006/relationships/notesSlide" Target="/ppt/notesSlides/notesSlide1.xml" Id="R9c5cea314ecb427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162fa1f46d2437d" /><Relationship Type="http://schemas.openxmlformats.org/officeDocument/2006/relationships/notesSlide" Target="/ppt/notesSlides/notesSlide2.xml" Id="Rf66c4155dfb34c6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ab465e6784a4a5d" /><Relationship Type="http://schemas.openxmlformats.org/officeDocument/2006/relationships/notesSlide" Target="/ppt/notesSlides/notesSlide3.xml" Id="Rda6be865f87f41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4aad3f7e3364eb4" /><Relationship Type="http://schemas.openxmlformats.org/officeDocument/2006/relationships/image" Target="/ppt/media/image2.png" Id="R7e712d50ba1947a9" /><Relationship Type="http://schemas.openxmlformats.org/officeDocument/2006/relationships/notesSlide" Target="/ppt/notesSlides/notesSlide4.xml" Id="Reaf92cd6a9b14dc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a583b7dafdd4e43" /><Relationship Type="http://schemas.openxmlformats.org/officeDocument/2006/relationships/notesSlide" Target="/ppt/notesSlides/notesSlide5.xml" Id="R0b2e33e4588d450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fcad0e36f0e4608" /><Relationship Type="http://schemas.openxmlformats.org/officeDocument/2006/relationships/notesSlide" Target="/ppt/notesSlides/notesSlide6.xml" Id="Rba37e50dfddc4c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da426ba7ca9467e" /><Relationship Type="http://schemas.openxmlformats.org/officeDocument/2006/relationships/image" Target="/ppt/media/image3.png" Id="Rc15be2fd19c14377" /><Relationship Type="http://schemas.openxmlformats.org/officeDocument/2006/relationships/notesSlide" Target="/ppt/notesSlides/notesSlide7.xml" Id="R730492552337440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4c106384bb44081" /><Relationship Type="http://schemas.openxmlformats.org/officeDocument/2006/relationships/notesSlide" Target="/ppt/notesSlides/notesSlide8.xml" Id="R3987f5177e4e419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651c2718a934b61" /><Relationship Type="http://schemas.openxmlformats.org/officeDocument/2006/relationships/image" Target="/ppt/media/image4.png" Id="R3067d2763e0b4aaa" /><Relationship Type="http://schemas.openxmlformats.org/officeDocument/2006/relationships/image" Target="/ppt/media/image5.png" Id="R61682d6ff1a740b9" /><Relationship Type="http://schemas.openxmlformats.org/officeDocument/2006/relationships/image" Target="/ppt/media/image6.png" Id="Re206a663fedc4cad" /><Relationship Type="http://schemas.openxmlformats.org/officeDocument/2006/relationships/notesSlide" Target="/ppt/notesSlides/notesSlide9.xml" Id="Ra8c5a63a348547c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5ffb229d7884e17" /><Relationship Type="http://schemas.openxmlformats.org/officeDocument/2006/relationships/notesSlide" Target="/ppt/notesSlides/notesSlide10.xml" Id="R5a6d6121ebc74f6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2dffc570ce04deb" /><Relationship Type="http://schemas.openxmlformats.org/officeDocument/2006/relationships/image" Target="/ppt/media/image7.png" Id="Re15e8308d239409b" /><Relationship Type="http://schemas.openxmlformats.org/officeDocument/2006/relationships/image" Target="/ppt/media/image8.png" Id="Ref8e463b8d3d4cd3" /><Relationship Type="http://schemas.openxmlformats.org/officeDocument/2006/relationships/image" Target="/ppt/media/image9.png" Id="R83b38b035b474867" /><Relationship Type="http://schemas.openxmlformats.org/officeDocument/2006/relationships/notesSlide" Target="/ppt/notesSlides/notesSlide11.xml" Id="R47219e79f78d45c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d7dadca7fc94b8d" /><Relationship Type="http://schemas.openxmlformats.org/officeDocument/2006/relationships/image" Target="/ppt/media/image10.png" Id="Re03805edea794224" /><Relationship Type="http://schemas.openxmlformats.org/officeDocument/2006/relationships/notesSlide" Target="/ppt/notesSlides/notesSlide12.xml" Id="Re3466565a30e46a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e4e12103fda482a" /><Relationship Type="http://schemas.openxmlformats.org/officeDocument/2006/relationships/image" Target="/ppt/media/image11.png" Id="R2f94a009a1a1414c" /><Relationship Type="http://schemas.openxmlformats.org/officeDocument/2006/relationships/notesSlide" Target="/ppt/notesSlides/notesSlide13.xml" Id="R983b0ac7d472458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a84ec2f56184b38" /><Relationship Type="http://schemas.openxmlformats.org/officeDocument/2006/relationships/notesSlide" Target="/ppt/notesSlides/notesSlide14.xml" Id="R50155cb6f3514b9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260e4f41cec4dc0" /><Relationship Type="http://schemas.openxmlformats.org/officeDocument/2006/relationships/notesSlide" Target="/ppt/notesSlides/notesSlide15.xml" Id="R1c0227d1f31e4ce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dad23af83d445d9" /><Relationship Type="http://schemas.openxmlformats.org/officeDocument/2006/relationships/notesSlide" Target="/ppt/notesSlides/notesSlide16.xml" Id="R9bd3dd7a1e1d403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9ccec050a26423f" /><Relationship Type="http://schemas.openxmlformats.org/officeDocument/2006/relationships/notesSlide" Target="/ppt/notesSlides/notesSlide17.xml" Id="R50d8546dfd4c411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127261c44e740e4" /><Relationship Type="http://schemas.openxmlformats.org/officeDocument/2006/relationships/notesSlide" Target="/ppt/notesSlides/notesSlide18.xml" Id="R4a771a3947e9410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5787ad1fde649f0" /><Relationship Type="http://schemas.openxmlformats.org/officeDocument/2006/relationships/notesSlide" Target="/ppt/notesSlides/notesSlide19.xml" Id="R79a645d4660945c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1740015b4a14be3" /><Relationship Type="http://schemas.openxmlformats.org/officeDocument/2006/relationships/notesSlide" Target="/ppt/notesSlides/notesSlide20.xml" Id="R35b18606058a432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6e3da22a0354120" /><Relationship Type="http://schemas.openxmlformats.org/officeDocument/2006/relationships/notesSlide" Target="/ppt/notesSlides/notesSlide21.xml" Id="R49ff9a1f3880448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f6c90ce12de41bd" /><Relationship Type="http://schemas.openxmlformats.org/officeDocument/2006/relationships/notesSlide" Target="/ppt/notesSlides/notesSlide22.xml" Id="R822d426415934c9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3bc6489137e4d0f" /><Relationship Type="http://schemas.openxmlformats.org/officeDocument/2006/relationships/notesSlide" Target="/ppt/notesSlides/notesSlide23.xml" Id="R8651e388b0164f1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abc39da78be4a8a" /><Relationship Type="http://schemas.openxmlformats.org/officeDocument/2006/relationships/notesSlide" Target="/ppt/notesSlides/notesSlide24.xml" Id="R000b6352d60e4d8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f1e22df9bf14245" /><Relationship Type="http://schemas.openxmlformats.org/officeDocument/2006/relationships/notesSlide" Target="/ppt/notesSlides/notesSlide25.xml" Id="R88ee71bc84f4493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783c6df742b4aa3" /><Relationship Type="http://schemas.openxmlformats.org/officeDocument/2006/relationships/notesSlide" Target="/ppt/notesSlides/notesSlide26.xml" Id="R221164a0e9ec4b4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cd37ee460204f72" /><Relationship Type="http://schemas.openxmlformats.org/officeDocument/2006/relationships/notesSlide" Target="/ppt/notesSlides/notesSlide27.xml" Id="Rfc1dee904d0d417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3cddba2c4084949" /><Relationship Type="http://schemas.openxmlformats.org/officeDocument/2006/relationships/notesSlide" Target="/ppt/notesSlides/notesSlide28.xml" Id="R0474961839954da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e7e640af40e14583" /><Relationship Type="http://schemas.openxmlformats.org/officeDocument/2006/relationships/notesSlide" Target="/ppt/notesSlides/notesSlide29.xml" Id="R60db468ef03f403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eb16517a70042f1" /><Relationship Type="http://schemas.openxmlformats.org/officeDocument/2006/relationships/notesSlide" Target="/ppt/notesSlides/notesSlide30.xml" Id="R1c2ff3231ea545b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b15e75df9cee4fb4" /><Relationship Type="http://schemas.openxmlformats.org/officeDocument/2006/relationships/notesSlide" Target="/ppt/notesSlides/notesSlide31.xml" Id="R6ef2c0d2811b42b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ec15f7a233f545db" /><Relationship Type="http://schemas.openxmlformats.org/officeDocument/2006/relationships/notesSlide" Target="/ppt/notesSlides/notesSlide32.xml" Id="Ra26b49002751437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37861a7b5c54b2f" /><Relationship Type="http://schemas.openxmlformats.org/officeDocument/2006/relationships/notesSlide" Target="/ppt/notesSlides/notesSlide33.xml" Id="R5b3a45d45dc2436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9049504244d4b70" /><Relationship Type="http://schemas.openxmlformats.org/officeDocument/2006/relationships/notesSlide" Target="/ppt/notesSlides/notesSlide34.xml" Id="Rab705eae8ab744e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c80d7d079494e2f" /><Relationship Type="http://schemas.openxmlformats.org/officeDocument/2006/relationships/image" Target="/ppt/media/image12.png" Id="R2e6f2cd396ab40b7" /><Relationship Type="http://schemas.openxmlformats.org/officeDocument/2006/relationships/image" Target="/ppt/media/image13.png" Id="Rd85771a5d2954f51" /><Relationship Type="http://schemas.openxmlformats.org/officeDocument/2006/relationships/notesSlide" Target="/ppt/notesSlides/notesSlide35.xml" Id="Ra2579fdb037d43f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8ba0014334634101" /><Relationship Type="http://schemas.openxmlformats.org/officeDocument/2006/relationships/image" Target="/ppt/media/image14.png" Id="R88457ae0edad4f1a" /><Relationship Type="http://schemas.openxmlformats.org/officeDocument/2006/relationships/notesSlide" Target="/ppt/notesSlides/notesSlide36.xml" Id="R3e954159cad945b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076c75551544ac9" /><Relationship Type="http://schemas.openxmlformats.org/officeDocument/2006/relationships/notesSlide" Target="/ppt/notesSlides/notesSlide37.xml" Id="Rbe357c1fd41f484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8d5e65b0cc1e4417" /><Relationship Type="http://schemas.openxmlformats.org/officeDocument/2006/relationships/notesSlide" Target="/ppt/notesSlides/notesSlide38.xml" Id="R86c3f1bb48874bc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5dc4bdecd7204ab7" /><Relationship Type="http://schemas.openxmlformats.org/officeDocument/2006/relationships/notesSlide" Target="/ppt/notesSlides/notesSlide39.xml" Id="R9c797d1f2a6546a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f1ec8d735b234b92" /><Relationship Type="http://schemas.openxmlformats.org/officeDocument/2006/relationships/notesSlide" Target="/ppt/notesSlides/notesSlide40.xml" Id="R8196a1ea1af54e3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7ab16760e9a7441c" /><Relationship Type="http://schemas.openxmlformats.org/officeDocument/2006/relationships/notesSlide" Target="/ppt/notesSlides/notesSlide41.xml" Id="R80b51b5ed71a4af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c67cc15f2168451c" /><Relationship Type="http://schemas.openxmlformats.org/officeDocument/2006/relationships/notesSlide" Target="/ppt/notesSlides/notesSlide42.xml" Id="R88a464400e51491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94aabe4b35e04279" /><Relationship Type="http://schemas.openxmlformats.org/officeDocument/2006/relationships/notesSlide" Target="/ppt/notesSlides/notesSlide43.xml" Id="R35d81727203d44e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78ab89c5d3344225" /><Relationship Type="http://schemas.openxmlformats.org/officeDocument/2006/relationships/notesSlide" Target="/ppt/notesSlides/notesSlide44.xml" Id="Rbd6c127d43c14a0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57c223094eed4035" /><Relationship Type="http://schemas.openxmlformats.org/officeDocument/2006/relationships/notesSlide" Target="/ppt/notesSlides/notesSlide45.xml" Id="R7c668dddd11d44b9"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7944e439e238446e" /><Relationship Type="http://schemas.openxmlformats.org/officeDocument/2006/relationships/notesSlide" Target="/ppt/notesSlides/notesSlide46.xml" Id="R54752890240348e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b1662d3b7344182" /><Relationship Type="http://schemas.openxmlformats.org/officeDocument/2006/relationships/image" Target="/ppt/media/image15.png" Id="R35fa5694ad074798" /><Relationship Type="http://schemas.openxmlformats.org/officeDocument/2006/relationships/image" Target="/ppt/media/image16.png" Id="R1135936743a34260" /><Relationship Type="http://schemas.openxmlformats.org/officeDocument/2006/relationships/image" Target="/ppt/media/image17.png" Id="Rfe2aaca12b3e48a0" /><Relationship Type="http://schemas.openxmlformats.org/officeDocument/2006/relationships/image" Target="/ppt/media/image18.png" Id="R9336b2fc01824ebf" /><Relationship Type="http://schemas.openxmlformats.org/officeDocument/2006/relationships/notesSlide" Target="/ppt/notesSlides/notesSlide47.xml" Id="Rc03181d0e08342b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a79e6c4ba5b146bd" /><Relationship Type="http://schemas.openxmlformats.org/officeDocument/2006/relationships/notesSlide" Target="/ppt/notesSlides/notesSlide48.xml" Id="Re71ee0859e1e412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92c6780dddbd4086" /><Relationship Type="http://schemas.openxmlformats.org/officeDocument/2006/relationships/notesSlide" Target="/ppt/notesSlides/notesSlide49.xml" Id="R66b550a74b10427d"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4fea859ed5444471" /><Relationship Type="http://schemas.openxmlformats.org/officeDocument/2006/relationships/notesSlide" Target="/ppt/notesSlides/notesSlide50.xml" Id="R30e3ca45eabd4d4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574ae05d8a2d41f0" /><Relationship Type="http://schemas.openxmlformats.org/officeDocument/2006/relationships/notesSlide" Target="/ppt/notesSlides/notesSlide51.xml" Id="R9a213a652ed64da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4b547601aed144b7" /><Relationship Type="http://schemas.openxmlformats.org/officeDocument/2006/relationships/notesSlide" Target="/ppt/notesSlides/notesSlide52.xml" Id="R33b693cb353149a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f9bc1f24dc684548" /><Relationship Type="http://schemas.openxmlformats.org/officeDocument/2006/relationships/notesSlide" Target="/ppt/notesSlides/notesSlide53.xml" Id="Rb2255802dcec4ee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cf2d50a395a34f11" /><Relationship Type="http://schemas.openxmlformats.org/officeDocument/2006/relationships/notesSlide" Target="/ppt/notesSlides/notesSlide54.xml" Id="R785bd61d9f3b4e9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0d3ad2ee458a4a6a" /><Relationship Type="http://schemas.openxmlformats.org/officeDocument/2006/relationships/chart" Target="/ppt/slides/charts/chart1.xml" Id="R383b415d30df435d" /><Relationship Type="http://schemas.openxmlformats.org/officeDocument/2006/relationships/notesSlide" Target="/ppt/notesSlides/notesSlide55.xml" Id="R7f6b0d3057ba40c3"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100f7a35cd8246d3" /><Relationship Type="http://schemas.openxmlformats.org/officeDocument/2006/relationships/notesSlide" Target="/ppt/notesSlides/notesSlide56.xml" Id="Rb62fc0cba8cf481b"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f2d606a52ac1440f" /><Relationship Type="http://schemas.openxmlformats.org/officeDocument/2006/relationships/notesSlide" Target="/ppt/notesSlides/notesSlide57.xml" Id="R48819049cb5a44e3"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322eeee27f4c4525" /><Relationship Type="http://schemas.openxmlformats.org/officeDocument/2006/relationships/notesSlide" Target="/ppt/notesSlides/notesSlide58.xml" Id="Raa8a65a1877f409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949fcd670b504072" /><Relationship Type="http://schemas.openxmlformats.org/officeDocument/2006/relationships/notesSlide" Target="/ppt/notesSlides/notesSlide59.xml" Id="R060ec426c2334f2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7a1a09c54fe842bc" /><Relationship Type="http://schemas.openxmlformats.org/officeDocument/2006/relationships/notesSlide" Target="/ppt/notesSlides/notesSlide60.xml" Id="Rcdce7a56ddb946ea"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f0f13b134afb4f32" /><Relationship Type="http://schemas.openxmlformats.org/officeDocument/2006/relationships/notesSlide" Target="/ppt/notesSlides/notesSlide61.xml" Id="R1ddfd3ade87343f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b1d7006062d34b7e" /><Relationship Type="http://schemas.openxmlformats.org/officeDocument/2006/relationships/notesSlide" Target="/ppt/notesSlides/notesSlide62.xml" Id="Ra8f0464510074fbe"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59c86192c1a54fed" /><Relationship Type="http://schemas.openxmlformats.org/officeDocument/2006/relationships/image" Target="/ppt/media/image19.png" Id="R5482cafcf05949c1" /><Relationship Type="http://schemas.openxmlformats.org/officeDocument/2006/relationships/notesSlide" Target="/ppt/notesSlides/notesSlide63.xml" Id="R6195809cdf274304"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aa5325ed7e824b89" /><Relationship Type="http://schemas.openxmlformats.org/officeDocument/2006/relationships/notesSlide" Target="/ppt/notesSlides/notesSlide64.xml" Id="R99a08be02270432e"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9b84156b1001472c" /><Relationship Type="http://schemas.openxmlformats.org/officeDocument/2006/relationships/notesSlide" Target="/ppt/notesSlides/notesSlide65.xml" Id="Rfbb58c5b2b4d45cd"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e20f6b20868a4c5c" /><Relationship Type="http://schemas.openxmlformats.org/officeDocument/2006/relationships/notesSlide" Target="/ppt/notesSlides/notesSlide66.xml" Id="R8e8cf43c5736407e"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a08b98f3bac3409e" /><Relationship Type="http://schemas.openxmlformats.org/officeDocument/2006/relationships/notesSlide" Target="/ppt/notesSlides/notesSlide67.xml" Id="Rce7b9076c79540b8"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f82cee97e5ba4802" /><Relationship Type="http://schemas.openxmlformats.org/officeDocument/2006/relationships/notesSlide" Target="/ppt/notesSlides/notesSlide68.xml" Id="Rd86eeb1d72ea4951"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181598c58acc4df7" /><Relationship Type="http://schemas.openxmlformats.org/officeDocument/2006/relationships/notesSlide" Target="/ppt/notesSlides/notesSlide69.xml" Id="Rd96580fb85424972"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6826e2e304804002" /><Relationship Type="http://schemas.openxmlformats.org/officeDocument/2006/relationships/notesSlide" Target="/ppt/notesSlides/notesSlide70.xml" Id="R71289e852a4f431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711eadd23a9e42a4" /><Relationship Type="http://schemas.openxmlformats.org/officeDocument/2006/relationships/notesSlide" Target="/ppt/notesSlides/notesSlide71.xml" Id="R5f44e6a7f7d94ba7"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625a60b29c2e42ee" /><Relationship Type="http://schemas.openxmlformats.org/officeDocument/2006/relationships/notesSlide" Target="/ppt/notesSlides/notesSlide72.xml" Id="R8ff919a5354c49c0"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148ac3670cdf426a" /><Relationship Type="http://schemas.openxmlformats.org/officeDocument/2006/relationships/notesSlide" Target="/ppt/notesSlides/notesSlide73.xml" Id="R11eb7b9bd00340f4"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3bcae19326e94cd6" /><Relationship Type="http://schemas.openxmlformats.org/officeDocument/2006/relationships/notesSlide" Target="/ppt/notesSlides/notesSlide74.xml" Id="Rea4c8ecc0cf848de"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5eb91e1874064da9" /><Relationship Type="http://schemas.openxmlformats.org/officeDocument/2006/relationships/notesSlide" Target="/ppt/notesSlides/notesSlide75.xml" Id="R54a7362efbf143c8"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71105138b093438d" /><Relationship Type="http://schemas.openxmlformats.org/officeDocument/2006/relationships/notesSlide" Target="/ppt/notesSlides/notesSlide76.xml" Id="Rf0a54c4752844628"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1237e1a4b29d4354" /><Relationship Type="http://schemas.openxmlformats.org/officeDocument/2006/relationships/notesSlide" Target="/ppt/notesSlides/notesSlide77.xml" Id="R5b838b8c53cf491e"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6dbbc8a4ec274cf0" /><Relationship Type="http://schemas.openxmlformats.org/officeDocument/2006/relationships/notesSlide" Target="/ppt/notesSlides/notesSlide78.xml" Id="R1302e2158b1f4b6a"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04cfdf98c83e4b5b" /><Relationship Type="http://schemas.openxmlformats.org/officeDocument/2006/relationships/notesSlide" Target="/ppt/notesSlides/notesSlide79.xml" Id="R22378474051b4692"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11d7c30d9f7e4490" /><Relationship Type="http://schemas.openxmlformats.org/officeDocument/2006/relationships/notesSlide" Target="/ppt/notesSlides/notesSlide80.xml" Id="Rf681a930bd804197"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d950761e4fe34572" /><Relationship Type="http://schemas.openxmlformats.org/officeDocument/2006/relationships/notesSlide" Target="/ppt/notesSlides/notesSlide81.xml" Id="Rd068ea14aed746e2"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ba80f1df995849a8" /><Relationship Type="http://schemas.openxmlformats.org/officeDocument/2006/relationships/image" Target="/ppt/media/image20.png" Id="R6fd7d52e35ea4cb0" /><Relationship Type="http://schemas.openxmlformats.org/officeDocument/2006/relationships/notesSlide" Target="/ppt/notesSlides/notesSlide82.xml" Id="R900da0e16fff46a7"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ad3bf072e96b4e55" /><Relationship Type="http://schemas.openxmlformats.org/officeDocument/2006/relationships/notesSlide" Target="/ppt/notesSlides/notesSlide83.xml" Id="R967b0948cb864f89"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032e4b487c724a2e" /><Relationship Type="http://schemas.openxmlformats.org/officeDocument/2006/relationships/image" Target="/ppt/media/image21.png" Id="R27bc4bde787344dd" /><Relationship Type="http://schemas.openxmlformats.org/officeDocument/2006/relationships/image" Target="/ppt/media/image22.png" Id="R44124707e0a24869" /><Relationship Type="http://schemas.openxmlformats.org/officeDocument/2006/relationships/image" Target="/ppt/media/image23.png" Id="Rac2ed4c829964da1" /><Relationship Type="http://schemas.openxmlformats.org/officeDocument/2006/relationships/notesSlide" Target="/ppt/notesSlides/notesSlide84.xml" Id="R6d3e00f3ffb4403a"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6ef984db318048c8" /><Relationship Type="http://schemas.openxmlformats.org/officeDocument/2006/relationships/notesSlide" Target="/ppt/notesSlides/notesSlide85.xml" Id="R76e51c1b2f4740a7"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7c1cacd73d4d4cf5" /><Relationship Type="http://schemas.openxmlformats.org/officeDocument/2006/relationships/notesSlide" Target="/ppt/notesSlides/notesSlide86.xml" Id="R92823c98649a4e2d"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8f28dc769db348fe" /><Relationship Type="http://schemas.openxmlformats.org/officeDocument/2006/relationships/notesSlide" Target="/ppt/notesSlides/notesSlide87.xml" Id="R44e8ba82388643b9"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72f5833eb1454d9c" /><Relationship Type="http://schemas.openxmlformats.org/officeDocument/2006/relationships/notesSlide" Target="/ppt/notesSlides/notesSlide88.xml" Id="R01bd48eab4214e4a"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a1b72e41afbf4296" /><Relationship Type="http://schemas.openxmlformats.org/officeDocument/2006/relationships/notesSlide" Target="/ppt/notesSlides/notesSlide89.xml" Id="R0d512e8736fa4fa6"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2c1fdcb8462b417a" /><Relationship Type="http://schemas.openxmlformats.org/officeDocument/2006/relationships/notesSlide" Target="/ppt/notesSlides/notesSlide90.xml" Id="Rf56ba34972114e9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A7AA61BA-9726-461D-BE78-39E74BDE42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EDEA72BE-7A1C-49FD-9789-C8F0769788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4D9F756F-AA91-411C-8C09-2C275BCF8B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C194615C-B8BF-4BD4-A3F8-0464093C3C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E407C3DA-41A5-49E0-935E-C272671149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8FE97051-7EED-4EB3-857E-BEDA759C3C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83F46576-E92A-49A1-8150-69151B9AFD69}"/>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399E12AC-2D6B-4AA8-A603-6C6885CC890D}"/>
              </a:ext>
            </a:extLst>
          </p:cNvPr>
          <p:cNvPicPr>
            <a:picLocks xmlns:a="http://schemas.openxmlformats.org/drawingml/2006/main" noChangeAspect="1"/>
          </p:cNvPicPr>
          <p:nvPr/>
        </p:nvPicPr>
        <p:blipFill>
          <a:blip xmlns:r="http://schemas.openxmlformats.org/officeDocument/2006/relationships" xmlns:a="http://schemas.openxmlformats.org/drawingml/2006/main" r:embed="R5ae92fa33c2e4374"/>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ACBA16F0-1DAF-4CB4-B311-EB566EDC3759}"/>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D13017CC-524D-43F3-B9B6-79D353586535}"/>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E0114CA9-304F-4C8C-868C-D3B022081659}"/>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FCBEAFA5-951D-4600-B3B6-D0C1CB5F90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390742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87FB51B7-954F-4082-A01D-5A576B1B40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969285C2-7768-4B88-BF0F-97D36D4C09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825F6953-A477-4C30-8B86-04EBAF9CCF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D0461226-56CA-4861-B4B3-F93114AA5F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E1CE1C62-370C-4202-A0BD-EA06137617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3B8EC542-96FB-4BB7-86AF-C5389FE09C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7A0FDE4A-EED4-466B-B2BD-344FE2F2349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B8923D6-2DE4-4312-AFAA-1E0EC935D588}"/>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60C22461-8F5F-42B3-89D1-8604CE984410}"/>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95D92182-3222-4426-B475-9D65C8EA0DF6}"/>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EB61357-FB78-4F63-A27A-72DCE82C9EC3}"/>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6515C893-8DBA-4290-8761-6096DFC0F703}"/>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47B3262E-4038-4CE3-B908-010CDA70F1F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E6A6C36A-9136-45E4-B988-1DCF268EA72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92359759-050B-4759-92AA-0B11A194D66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D4C18486-4AF2-492E-BABF-EE2D98B7DCFF}"/>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1608719E-A2D5-4261-8C63-3646D3521480}"/>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D8B5EEF3-A790-49DF-B37E-2988667DDA72}"/>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FC9EF185-2FCD-446E-B647-157E2CDAF06A}"/>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7CD35709-FB18-444E-9C8B-5DF433204ADD}"/>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DAC6E5D-1E0B-4E0B-A6E1-45BA00A94963}"/>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C156D20E-F016-4346-94F7-41A2E0D5B320}"/>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5235F002-C2F6-46A9-B894-47840E4A3E57}"/>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CD2AD425-9D86-4DCD-B8A5-98C3AB39D87B}"/>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930ED712-C288-44C6-A241-9B58B546CB0E}"/>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CF3B3F7-4136-4799-B77F-C94575CE4B86}"/>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CE275819-7F30-4824-BC9A-207BEEDD3E17}"/>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54D9A9C5-8542-42DD-8919-CE503023E9BA}"/>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1D1BA156-0D07-4987-95B7-809F07DE4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C368BF6A-982E-4CDC-8BD9-0C588FB301A5}"/>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A00B1810-1A53-4CDB-8CD4-60F7DA6A4125}"/>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36633B70-6BFC-46C2-9A0F-6DB0FB146AD3}"/>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02C323F0-5927-483A-B72C-7FB01B5C8283}"/>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C4089881-D5B0-472B-BD90-D3040684B3E0}"/>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94D803C-246A-43E9-AA48-E6508F84801E}"/>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874E31F5-F67F-498A-83D5-4D28C9DB1E0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B551B08D-C93A-4F01-B30E-6DCD066F74B1}"/>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5154C214-C15C-4399-8CF8-559D8159A7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4333189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4CA5D314-D41B-4F6A-8FEE-22C8F5D053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21B5503C-DF12-43BA-9BA8-5AEE61B364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E2A4D105-C952-4974-A43F-28D1F21BAC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B50D8697-9FE2-47E0-BDD8-ABC1441574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DA826DE4-71F2-4D41-95DE-C0EEB839FB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D1CB8A6B-C0EF-48FB-AB93-D366C47329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F204223A-6AB1-4C3B-987A-091748FA4F98}"/>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DFDD08AB-85A8-4CDC-9670-7CCE6F131EDC}"/>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51049576-7E20-458D-B99E-A195A8E16DB4}"/>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FE7AF251-A4C4-4DA3-BB22-493CEE5B0CAE}"/>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342C407C-E733-4B4D-8E70-738F04C316B5}"/>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64400528-EE19-4D3D-8904-A7554057D9D4}"/>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AF4AB82F-84FB-47A6-AB67-13C97BDFDEFE}"/>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981F8FE2-D8CC-4CA8-907C-1F72D8B121B5}"/>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EDBA83D-9B44-46D9-84DC-7BF982665BFF}"/>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5533F8C3-9FD4-490F-B043-B9C14524155D}"/>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F4709950-FA65-49FA-A640-847B38A4A3E7}"/>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8FA38826-1821-4C96-880D-07B38A138AB7}"/>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25F53B91-EE9D-42DE-9C89-7AEB4E4FAE3E}"/>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C4167C2B-7CBA-45AF-AB48-96B403D3AB3E}"/>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3D8A3069-C887-4CFB-9314-DCA44DAFB747}"/>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3264C1BF-24B7-49AC-9E5A-F23AC7DBEF3E}"/>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7B3F16D4-7E1C-49CB-AD04-0E1C61C5CC6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C9A32A0B-5858-4735-A364-15490B8BE4AF}"/>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6043ECC7-6740-4D1D-BB9E-7BDD738E3BC4}"/>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D79D3B21-D572-4B92-86B5-A34571F450F5}"/>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2C780A28-8A84-40E4-BC1A-2828869D5BB4}"/>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F7B01A98-00C9-4083-8653-17D179AA382F}"/>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727FB254-E067-40AE-8C8B-921AB5293D8A}"/>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75886ED-9548-4777-B37E-C8931A4F78BE}"/>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617872FE-582C-465F-A575-3C6C7B1C44A5}"/>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834E90BA-FFF6-48AE-81C9-9724B34CE984}"/>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6209FD37-0D31-444A-97CC-AFEA543B94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251579889"/>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89121EA7-8799-4B17-B3EF-6CED3E5F91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B9F00785-A796-43A8-A769-9359E81B84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F0287644-B3ED-4FA7-B803-155B1E6869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2081D048-8834-4925-995C-1712B43614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8F9E983C-5AD6-4189-8D5E-37EDE98408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094A2D2C-C682-45E8-BD38-6ED56CC20C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0FF897FC-7FBC-4379-A43F-A395026B3A16}"/>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3F690299-F6EC-469E-B181-C06C5D28FDA3}"/>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67BDA7A0-3EAF-4FE3-81CD-B7F40647373C}"/>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4B83CD02-9456-4BFF-A07D-451323FC0259}"/>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4E518D35-93CA-4AAE-8367-891A9EF0AF9E}"/>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A5F48BE6-F25F-4E2D-A453-3C3243F1735F}"/>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C6C011D7-3F48-47E0-909F-5C015ED7B1F0}"/>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D7433742-D3F7-415C-B711-383AA60E02A5}"/>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A3C833B-3C59-427C-A14C-0BE29F74554F}"/>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626A02F-0453-4EB6-8575-7E59588DE706}"/>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6A65A480-B032-4300-A58D-4A5E75393C57}"/>
              </a:ext>
            </a:extLst>
          </p:cNvPr>
          <p:cNvPicPr>
            <a:picLocks xmlns:a="http://schemas.openxmlformats.org/drawingml/2006/main" noChangeAspect="1"/>
          </p:cNvPicPr>
          <p:nvPr/>
        </p:nvPicPr>
        <p:blipFill>
          <a:blip xmlns:r="http://schemas.openxmlformats.org/officeDocument/2006/relationships" xmlns:a="http://schemas.openxmlformats.org/drawingml/2006/main" r:embed="R7e712d50ba1947a9"/>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41A23B17-3D85-4088-96E0-EA9405FAAEB6}"/>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971CBE5A-45EC-4F00-B1E1-1CC28F735B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712677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3A4588B8-33A8-4782-8B99-C642B580E9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FE0DC197-A890-463B-B4A3-6DCBCAEAF3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CEE2AF21-952D-4FB9-BCCA-CBCD81E21B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D9ADF8E7-8C1B-45F7-8913-6456049679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B8D782CA-8F2B-46A1-9528-046928A82C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48450231-D920-4F01-8E68-570C8CBBBF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7D5358CE-42C8-45CE-9C97-0036DD65E873}"/>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FDD97EAD-C2EC-4327-9E13-29794CFF8347}"/>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0032425D-754B-4FB1-8C5A-5FA58EC696A5}"/>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ABB400EF-C86B-43A4-B635-957DAAD00A63}"/>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AFE198E5-B76A-4D7A-A039-39632C0AAB01}"/>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72453F34-6824-492E-8CD5-E1AFB71EE88C}"/>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7AB1450A-1D05-4F79-8BD5-50D5FD35509E}"/>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41A3F5A6-6C39-4C8A-BC51-82E8DA8691B2}"/>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BA546EDA-EC28-473D-89A7-499D78B4C9BF}"/>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4AF5C3D0-9049-44F0-BF3C-355CE37E6507}"/>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4D9B25A1-31AF-4E13-A5BE-DA9827E21792}"/>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B246286E-F19C-4760-A0B0-D023AB6DCB6C}"/>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93F922CF-2DCF-4733-81EA-143FD6E5ACAF}"/>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FA2E1AC3-93AE-403D-BC7F-76EF95E66775}"/>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305A61A1-8D0D-4AD1-9BF7-BE3CCE292701}"/>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1670CA10-9032-45E2-89AB-84997DFC1A59}"/>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7F5FBA3F-3132-4475-AED2-3FAA9238BFD6}"/>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111DC6E7-029E-4A52-A282-F7D06C7AB227}"/>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B454D86C-E602-45C5-9807-B42FC1B9E36B}"/>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52D51FB8-4C4E-4E98-80DF-AEDA6D2B3C80}"/>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2217DFD1-D228-4FF8-8008-97DD80B72D22}"/>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A21FF4AF-2E68-4491-B60E-5FD5277B0D92}"/>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A63609AE-A01E-4B83-8069-BFD3EA3140E9}"/>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6183EA6A-8C7E-4B67-8520-170E94A020D8}"/>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7295E387-99EF-4EF0-9086-AE151495B489}"/>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62834F96-7CF3-4E78-A8CE-84D4C8C62B2D}"/>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B5DB68F7-97F7-4232-8584-58744E365A0A}"/>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17D4EBE3-5747-470C-992B-CEABCDFD1577}"/>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A9A518AD-EFEF-47CB-900A-B511040B8A3B}"/>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A2F72884-C3DB-452B-81DB-2940234B4093}"/>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5E786446-6656-4BEC-98DC-1F17A96E43AF}"/>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3E2917CB-B552-465F-9453-8BA9606E0F72}"/>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FC4E50F2-2666-4126-9A80-42561C67AD9E}"/>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E24BDD7A-2008-44F4-8E2E-F51CDD879CD5}"/>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239454B1-82D0-44F9-A761-1B2C574D7183}"/>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CFB05C9E-80CE-43C0-BF93-2C28EC34BD8E}"/>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AACB1219-7285-4664-BDE7-2D2A75EA7ADD}"/>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F5E03BA5-6A09-4015-9B84-A04A6155F364}"/>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A1223E3C-6DB6-4490-BBD3-165E71D57B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7883902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2F30DB44-FEBC-47C1-BE17-01DB32C8A6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0DC37250-F9AC-4613-925C-6D1C682746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BFCBE22C-4395-4621-913B-D19B5F6E9E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1264821D-4857-4946-9C3F-C726813653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5CD6D6DD-6FE8-465D-BA31-C50A19275A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9F9BFBF3-236A-4511-9B39-2A8E6596DB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C2601920-0C65-40A5-9AFC-619FBB48D99B}"/>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BDDFC95C-DE4E-44B8-A157-B49B727941EB}"/>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EDAE0023-BCE0-4EDB-8562-D9BBC0F82408}"/>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7FE42D04-8F9C-4A9E-9B62-8A0D4217BF7C}"/>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DF4AE833-E466-4FE2-ADB0-519290368B0E}"/>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B1BA999E-F220-4BEA-BA92-8ED3EC2C38CC}"/>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1C8F451A-211D-40AA-A392-4A5DC97F106D}"/>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141F3899-BC14-4949-961A-8AA8E3E44D27}"/>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45191F68-E908-455D-BC5D-04B388DE2646}"/>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A6CDE734-3A8C-4495-9BB1-DAAFF4DCDD90}"/>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53CAC9B7-0375-4F26-B2CA-7D74E2B5D231}"/>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FD4AF5FF-DC27-4E3C-A63C-B7C6FF2BDADC}"/>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94D84CB1-F43F-45A7-9D48-EA22DCCBE8EB}"/>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269D828D-8EBE-4E09-95F6-D3AD139A45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9458857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39FE8F77-8453-4190-A187-96E433C24B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0AEB891A-2872-4177-A446-F20E6323BA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BBA30F74-DDA0-4B0D-94D7-8F6A1AC6B1E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D2185D24-7005-4BD5-B256-FC5E908EEA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067D562C-528F-4548-A22C-5416D960A6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E77D3BE2-337E-445B-8DF5-6F76BE31E8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9FE6E418-B34B-497D-A2DF-3EEAB090902C}"/>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2ABA023B-0BE5-4A68-B34D-EC8091BE7BFB}"/>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F85ED976-4D3E-45C5-8171-A4F4B9EF03DD}"/>
              </a:ext>
            </a:extLst>
          </p:cNvPr>
          <p:cNvPicPr>
            <a:picLocks xmlns:a="http://schemas.openxmlformats.org/drawingml/2006/main" noChangeAspect="1"/>
          </p:cNvPicPr>
          <p:nvPr/>
        </p:nvPicPr>
        <p:blipFill>
          <a:blip xmlns:r="http://schemas.openxmlformats.org/officeDocument/2006/relationships" xmlns:a="http://schemas.openxmlformats.org/drawingml/2006/main" r:embed="Rc15be2fd19c14377"/>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719C527A-81F3-4DFF-8E2A-98B801229F93}"/>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0F6D47CD-9478-444C-9AF4-9924A41C63DF}"/>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099E6D42-DA80-4854-8823-0D0DEE13BBAD}"/>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B9F726B1-AD77-4712-AF16-706B40AC98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0677030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40D4DD01-530E-433B-9057-9001A1E317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25F3479D-8B94-4A7B-973A-CEE71D8F69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3146D2E7-973D-493F-A756-785679ABCB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A15F9C79-8533-4866-8A09-92723476A0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C69EF49C-23AE-45CA-AF81-B49D131B04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F4A9F333-2104-4593-B128-3E3B9B28F5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991EA09E-F93A-4DA2-9B4A-9B0E9BAD2F31}"/>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64E754BE-9D10-46AC-952E-97BD1C3AFA2F}"/>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2CC81A44-409E-40ED-A6CA-EFAB76B07146}"/>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8445C629-D093-4AB5-BD51-8C788D5ADA6A}"/>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A5288C06-EAE5-4C73-AC6D-9F66BE5A1999}"/>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BFC515C7-37D6-4578-9905-D14CBDF53A4E}"/>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702A28EF-AA0D-41C6-9E65-4894F7C015A7}"/>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4EBC739D-BEA4-4F64-A58A-00C12A777FC2}"/>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E72E479-0517-42B9-931C-563694E52397}"/>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79C4438A-EB01-43AC-9F8A-E15317C2E7C7}"/>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0016D1E6-F011-4CE8-BFCC-DBF78BC7411D}"/>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17582945-283D-4B21-B1A7-A1BB56B2FD03}"/>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2B934E68-023E-4168-B135-721285B17C93}"/>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FE9F4635-08C2-4C96-B782-449E4BC6FD72}"/>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C6B77AF5-BD19-407D-8D28-EA144DB638CE}"/>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17CAC1EA-D518-44E9-A334-BC415FE6D517}"/>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AA7F773E-983C-423B-A8CD-6ECCA6D07D4B}"/>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4DE395CA-4656-424C-85C2-7276D7A9524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1BF6C5FC-DFC6-4BC2-87D0-4A8489AD7B14}"/>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5598048F-A7FA-46CE-92AF-2C8DD981B4D6}"/>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811063BF-067B-424A-A789-672837AA22DB}"/>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B1C1A660-8190-4449-AEAB-0BDE8E705E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016881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86300C2A-CC39-442C-AB29-E893C02AEE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46BFF487-6C1F-4272-8FB6-DDEFE3D7F8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FA62206C-A2FF-48B8-B31C-BF3CFB79CF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27DD83B6-14E3-4237-9F28-A8568A4D2C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0B29FBBD-F5EE-42EF-B088-85CDEB27A5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7B31D33B-3159-4A24-BCF7-3E49754270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A780DB21-7D37-439E-88C7-8DE5F98FB7EB}"/>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816D6002-E4F4-48CD-BF02-368DB08A404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032C18CB-240E-40C7-ABE3-4C3C2689AC29}"/>
              </a:ext>
            </a:extLst>
          </p:cNvPr>
          <p:cNvPicPr>
            <a:picLocks xmlns:a="http://schemas.openxmlformats.org/drawingml/2006/main" noChangeAspect="1"/>
          </p:cNvPicPr>
          <p:nvPr/>
        </p:nvPicPr>
        <p:blipFill>
          <a:blip xmlns:r="http://schemas.openxmlformats.org/officeDocument/2006/relationships" xmlns:a="http://schemas.openxmlformats.org/drawingml/2006/main" r:embed="R3067d2763e0b4aaa"/>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3D34C55E-F1E4-44EE-8973-5AC45190AFA1}"/>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36327990-A181-4129-8ECB-6A5383F6C440}"/>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90613DDD-7D2E-437A-A477-63079EDBB029}"/>
              </a:ext>
            </a:extLst>
          </p:cNvPr>
          <p:cNvPicPr>
            <a:picLocks xmlns:a="http://schemas.openxmlformats.org/drawingml/2006/main" noChangeAspect="1"/>
          </p:cNvPicPr>
          <p:nvPr/>
        </p:nvPicPr>
        <p:blipFill>
          <a:blip xmlns:r="http://schemas.openxmlformats.org/officeDocument/2006/relationships" xmlns:a="http://schemas.openxmlformats.org/drawingml/2006/main" r:embed="R61682d6ff1a740b9"/>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1D17BF82-C1D8-4B0D-A2E9-5C8D67A6E93A}"/>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10D0FA4-BE53-4BA1-9924-D19889E8B13F}"/>
              </a:ext>
            </a:extLst>
          </p:cNvPr>
          <p:cNvPicPr>
            <a:picLocks xmlns:a="http://schemas.openxmlformats.org/drawingml/2006/main" noChangeAspect="1"/>
          </p:cNvPicPr>
          <p:nvPr/>
        </p:nvPicPr>
        <p:blipFill>
          <a:blip xmlns:r="http://schemas.openxmlformats.org/officeDocument/2006/relationships" xmlns:a="http://schemas.openxmlformats.org/drawingml/2006/main" r:embed="Re206a663fedc4cad"/>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4B9BF608-1881-4875-9E45-5F35FED92DDB}"/>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10B9B2D8-3E22-4165-9D80-83CE245BD12B}"/>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E31EA8A-CFE8-494F-815E-CBF2369FB199}"/>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EC57BFA7-36A9-4413-89B6-5D8EA71F3C9F}"/>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14103D4A-15C0-4A7D-8608-B00B945A74B1}"/>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6C9AD8D1-0B64-45EB-B97E-CAF3F9CA9622}"/>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909CF803-65C1-48E8-8147-747865C5848F}"/>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80EADEB4-A251-4CB2-B783-1B6AFEBD25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143823478"/>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035CE26E-E928-4209-BEFB-3FE4B29921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A05D0707-E908-43B4-9700-212F048F08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347C12E8-CBB7-41DF-B3E4-39E4A70AAC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DB4C5033-A35F-41BA-86DA-ED98D19A21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EE40C1EB-2DD4-4779-B2DE-D0FB3D29F3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99485EF8-0B14-4C1D-AFE7-71FD7F734D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002D00FD-7098-4D67-B731-A9B2F3FC1C02}"/>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99D2112E-34F1-477C-A991-15CA7965C21A}"/>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439D7532-8664-4A66-9477-149D1BAADCE2}"/>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0DD8760C-7EA6-433B-9FCC-4F0693AAB78D}"/>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2C0F25AA-85DD-4E85-99F7-61738B5E0ADF}"/>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85539C8-965B-4661-8088-3D232C0C1A47}"/>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0497FDDB-58AC-4695-A726-DABF786BBA70}"/>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5CA8D0B-5DA5-4915-BE3F-3AC6489CFC7C}"/>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E2BDC38B-4E0A-45A3-918E-BD57E460CA90}"/>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2BBB5400-DDFA-4024-B796-A77B9ACC35FF}"/>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700C9EE2-4179-4558-B604-BCA620FF58B1}"/>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0393FE4C-3E01-4B97-9B1E-85C3FDDEFE11}"/>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4073047-6DFE-461F-B3AC-8EEE07C20D9C}"/>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CBEA674D-250F-4D88-8D18-52A63C60558C}"/>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2F4ED64D-97F1-4494-8FB6-AF77B66B5397}"/>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6E12FB24-55B2-434B-88C9-EC5D87CC74AD}"/>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978EA456-7EB7-4654-958B-BC4E269A35DD}"/>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C34B5712-DEA1-404C-AA0C-DCA25E8EA8F8}"/>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149D6265-D867-4BD4-BCCB-5844C1D97BC9}"/>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23C3FB73-697E-4057-BFB4-14C6DE176149}"/>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73026BD5-825B-4AC9-BB0A-52DE920B41CB}"/>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316C8FD8-958A-40A4-A9DC-D712F59A9C6D}"/>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1712026B-EE44-4734-A5EE-9FF9A9DB953E}"/>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A52721AC-D23B-49E0-BCF4-D83FC1A2859F}"/>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5DC411CC-ACBC-47F6-B3F5-D43F758905B4}"/>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0772E079-BC5E-4279-8217-01FECE4802FE}"/>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104B0C3C-7C59-4538-9526-AC8A20FC9896}"/>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FED23F14-4375-4291-AB83-3004F460137D}"/>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99E852D3-84E0-49C6-AFCC-ADD10B938AFD}"/>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A9ED3B5D-A81F-4999-9602-2D2FEDD36205}"/>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01E53BDB-16AA-4504-A682-7C49FB783A47}"/>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3EE6427D-DC60-4102-850C-B33407F3659D}"/>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BA9324AC-524D-4522-BD36-05FD45AB1EE9}"/>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7817756D-10D6-49E3-A58F-A723A8F45AAC}"/>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1DE03CF1-2772-4734-9CD2-A92AB534EC4D}"/>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63FF72AD-9583-4218-B058-1F437B7E2C1C}"/>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B2DD9AD9-20A3-4A23-8E98-BEA97A879462}"/>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B5C89F1B-59F3-4EA9-AFE8-6CB522DECF08}"/>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1FE6E7A1-DB50-4297-919E-C2F88DC15F83}"/>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EF705A7D-159F-4E68-BC38-B0A828680474}"/>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ABFF1A8F-F8BA-4D2C-932E-DB76F70CD7C3}"/>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31A09AE-A149-46EC-A079-472A36F0F7AF}"/>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6215EB2E-63B4-465C-920C-3082E2D61C76}"/>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7B4240D9-4CAF-45B5-95AF-5B15AA8E6D1D}"/>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A628E418-46EF-407E-9999-5065E961CA31}"/>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A46C158C-0E00-4699-881B-26F8C6A784B8}"/>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CCF93128-3BA1-4AC1-9435-A5CEB2B992A9}"/>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6304F286-A621-489B-879E-E51EE048BD9D}"/>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272254C9-1288-4E34-9FD2-F7354F4AE2C2}"/>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B49719F9-1EA2-427F-A237-78FD89F90270}"/>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BC7B63A4-773C-4DEC-A8F2-D2E93FD95FF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F45F0542-DF34-414E-AE7E-AF248A025988}"/>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C0C0E11E-B77D-4A73-A027-206B3261F445}"/>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A7BA019F-21DB-4690-A5D6-F43A8210A34A}"/>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DCA694D0-F83A-4D80-8A89-C6E3CFECDD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65781010"/>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4F04656B-00C0-4B59-B202-96AA844EDC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0E1EDC65-A456-4B16-BFD8-B8D44D3F1C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E993307E-1F4A-4D70-B768-9FA88B84D8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3007A8CF-F7D5-4EC7-9CA0-8A9362E7EB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A6C3BD68-705C-41B5-B8D8-5227419957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651BFD9C-CD01-4809-96B5-3E473D06FB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618457BB-BE52-406D-B29C-736A486A9DD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3EBB74B2-B73F-4726-BEB7-ECD172BECC02}"/>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FAD9E079-60E3-4DA4-8986-1E748B0D67C5}"/>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50345DC1-CA8C-4CCA-9E6E-923E0BCC591E}"/>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E6315E5E-3928-4E7C-9892-57FD4F654C01}"/>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AC76F51-58B5-4809-8D20-D2FCF4815E83}"/>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E5AE034-E97B-4468-B3AD-81142ACEB652}"/>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FA686BA-EB46-4E2B-AA42-604CF9AE0717}"/>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60771D53-A5E4-487C-B2CC-DC85A9D221B5}"/>
              </a:ext>
            </a:extLst>
          </p:cNvPr>
          <p:cNvPicPr>
            <a:picLocks xmlns:a="http://schemas.openxmlformats.org/drawingml/2006/main" noChangeAspect="1"/>
          </p:cNvPicPr>
          <p:nvPr/>
        </p:nvPicPr>
        <p:blipFill>
          <a:blip xmlns:r="http://schemas.openxmlformats.org/officeDocument/2006/relationships" xmlns:a="http://schemas.openxmlformats.org/drawingml/2006/main" r:embed="Re15e8308d239409b"/>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CFBAF26F-164E-461A-8B3B-7CC954D42B0A}"/>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533BA25C-00B0-47E8-8FEF-8504BD09BF41}"/>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263738F-7C01-4F44-AA3A-792EE4DEB13A}"/>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B20D3405-BD5B-44D7-8150-ED77B580E19A}"/>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0E3905AD-4BF8-465D-B2FB-201B0429E50E}"/>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99F77044-11EA-4EF1-9734-6CDC9D312263}"/>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484666C2-F18A-4B32-96B4-C4EF9E877C1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1F29653E-568D-4B54-B5E4-D21754DB2F9E}"/>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8EECDBCC-8975-497F-810B-5032293EB19E}"/>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16B24790-841E-4B0B-8C0B-0DCF5B26B7B4}"/>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4E3742AC-7D9B-407E-ADD2-E656AFC692DF}"/>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4ED4FCFC-796A-4173-BA59-084C63929505}"/>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8F754F08-56B0-44DE-AE07-B31B5F8B1DC0}"/>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3802F5A-102F-44D5-A4EA-9116DB0A433C}"/>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1DFC595C-1A5B-4E12-BD32-108560509CA6}"/>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85E796-0A2A-42CE-A02A-1D102082922E}"/>
              </a:ext>
            </a:extLst>
          </p:cNvPr>
          <p:cNvPicPr>
            <a:picLocks xmlns:a="http://schemas.openxmlformats.org/drawingml/2006/main" noChangeAspect="1"/>
          </p:cNvPicPr>
          <p:nvPr/>
        </p:nvPicPr>
        <p:blipFill>
          <a:blip xmlns:r="http://schemas.openxmlformats.org/officeDocument/2006/relationships" xmlns:a="http://schemas.openxmlformats.org/drawingml/2006/main" r:embed="Ref8e463b8d3d4cd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E967D5E3-82C3-4172-9737-C8357D2EE4A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5CDAED3C-5DCC-4DF2-8540-2E4BC657C0E6}"/>
              </a:ext>
            </a:extLst>
          </p:cNvPr>
          <p:cNvPicPr>
            <a:picLocks xmlns:a="http://schemas.openxmlformats.org/drawingml/2006/main" noChangeAspect="1"/>
          </p:cNvPicPr>
          <p:nvPr/>
        </p:nvPicPr>
        <p:blipFill>
          <a:blip xmlns:r="http://schemas.openxmlformats.org/officeDocument/2006/relationships" xmlns:a="http://schemas.openxmlformats.org/drawingml/2006/main" r:embed="R83b38b035b474867"/>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8436E71-2949-4A02-8316-3DC937D950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43882445"/>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6BD49282-A335-4F88-A63F-4F61D36B81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4E7AA280-00D7-46F6-9066-67960ABE0D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7A9F8EFA-8096-4105-95D3-9C25A22E14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224C5FEB-6A08-4A68-9317-CBD63C5F1D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363AFC7C-152C-4CB0-B17F-6CDAA969C1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216BC2CD-5D53-4702-B6E5-C5AA077F20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3C0960BE-A44D-45D2-99BB-42A70C3F1006}"/>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146B5CA5-6FD5-4439-A98B-FA6694FBFA2A}"/>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260EDAC-07B3-493C-8D33-107D0B634832}"/>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3E6E43FD-721F-4014-AEAF-44D8AECC3C0B}"/>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B06D38E9-E3E0-43E1-A8A3-BF5B376FA999}"/>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242B9F4-B83C-49C8-9CF6-A9290AFA77BA}"/>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82F8EE82-7EAF-4ADC-8734-26B1CE397456}"/>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C6D2D4A-D428-4091-84DD-4D35439A6940}"/>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79DE44C6-32D3-4C2D-9732-E5BF99E3235E}"/>
              </a:ext>
            </a:extLst>
          </p:cNvPr>
          <p:cNvPicPr>
            <a:picLocks xmlns:a="http://schemas.openxmlformats.org/drawingml/2006/main" noChangeAspect="1"/>
          </p:cNvPicPr>
          <p:nvPr/>
        </p:nvPicPr>
        <p:blipFill>
          <a:blip xmlns:r="http://schemas.openxmlformats.org/officeDocument/2006/relationships" xmlns:a="http://schemas.openxmlformats.org/drawingml/2006/main" r:embed="Re03805edea794224"/>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E2AD976A-4221-426C-B479-FAE8A01F89D5}"/>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795F6461-4CEB-46A9-9F71-AD7716687D75}"/>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D5CDF1CE-DBDA-4A27-B1B7-9769FCFC5568}"/>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60710AED-E1D3-470B-8E44-B187210BC5BF}"/>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E6EE0C96-3075-4D58-822A-27B10AF9F0D3}"/>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6B0D217D-FC00-49EC-8B35-15F050882C6D}"/>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E994B89-4CFF-4997-90E9-A4F86EE1F4E5}"/>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879482D9-220F-4DB3-9E07-FC39DA9CAF83}"/>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CD45B789-FC3E-4AA3-84C6-412B7DC8675C}"/>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E33FF04B-9318-4831-8989-C73DA94014AD}"/>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40E71218-DA19-4B98-A855-E9B613B15985}"/>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85C7ACEF-5E03-4848-B4FB-851E9CDEB8F1}"/>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442DFF1D-3F90-4C2E-92D1-9DD97BCE8A66}"/>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B4D6F315-5256-4A2A-BF78-DE9B6E02E222}"/>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0F774C22-30AF-4C3C-A1CB-3705F5CAC022}"/>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8CD94D2D-EC47-4ED6-BEA6-B2F080F95F83}"/>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3146A1FA-2A8E-4D03-BBED-BA0D65C90610}"/>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5CE6244D-413A-443B-A34A-8CCFE14E285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A55099D0-06D6-4390-AED3-56AC62026822}"/>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276449B7-E31A-4BB2-95FC-362057345951}"/>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7B4D3BC6-0012-4834-8D10-E96E4F6EA4FC}"/>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32E22DCD-3D46-41B3-AC66-D7FACC3945BE}"/>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A56F7D51-467C-4DDE-8122-6EC3AD89F315}"/>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04DA596D-B0B1-4059-9E74-169F8AC5891B}"/>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BB9A5AB3-C171-427A-A92B-7AED92F64584}"/>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F4C49D5-FB7B-4DAE-ADF5-5ED6EBFE8A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3746463"/>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44FE1E28-7E87-49E2-9280-ACB8D4580A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16B2F9E1-D847-47F8-926D-28E5B49DDE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423FB45A-9170-47EA-A22C-E599B4115D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CAAB1F82-D11B-4CC7-A9D2-6488BAF783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54D703A9-0938-4EB0-9B4E-B3F87EB265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240F4790-4E7A-4564-9172-F2CC5DC689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E93F48EF-75FB-4A67-9E4D-AB2EEF4FBCAD}"/>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3D0D8A5A-E530-4872-BBB1-FEAB65B2F185}"/>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D40FB0FC-A066-4D98-91FD-34FA755E23F6}"/>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9BC7CC95-29C4-40B9-92B7-4FD85F8512B5}"/>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790D9E8A-A10C-43D9-A4AE-91BCC4BCC0ED}"/>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1BE2B8A5-D620-4C66-B494-AB195B296AB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754C64F7-8642-471B-80C1-EBA526116948}"/>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2F961918-B00E-4555-951B-A111BC8BCB8A}"/>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8332ED77-2F04-422E-A6EE-5FB33CD0ECD2}"/>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6D737B0-5026-4DF3-8812-C1D1E86BAC80}"/>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3A045661-1115-412C-8748-6FAB60448BCA}"/>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89EF7A81-3E91-458F-BDBC-E88DCC2467DF}"/>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8A0B453B-7815-4D56-9818-A9F3CB872DB8}"/>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87A3B337-F960-4E85-9139-CFA9EFB9D168}"/>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675455F3-8338-4B50-98F7-379D005EEC9D}"/>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4312A9DC-BB63-46E5-9EBF-7D5D91B7E7C8}"/>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8CD3A5E-D3F7-4D33-95A3-4083F8A16BE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76AF5255-2E20-4B3D-8E2A-68C5CDE0D0EB}"/>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7925D77D-AEE1-4E3F-BD52-6D08735E5DB2}"/>
              </a:ext>
            </a:extLst>
          </p:cNvPr>
          <p:cNvPicPr>
            <a:picLocks xmlns:a="http://schemas.openxmlformats.org/drawingml/2006/main" noChangeAspect="1"/>
          </p:cNvPicPr>
          <p:nvPr/>
        </p:nvPicPr>
        <p:blipFill>
          <a:blip xmlns:r="http://schemas.openxmlformats.org/officeDocument/2006/relationships" xmlns:a="http://schemas.openxmlformats.org/drawingml/2006/main" r:embed="R2f94a009a1a1414c"/>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344B9F4E-DF6B-4897-B816-06016217487C}"/>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21EDDC24-6AB0-4053-A5A3-CA192CB81F2B}"/>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71AAF696-F9AC-4D85-BBBC-9EF61D8F686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EFC466EF-7CE8-4469-B52A-A179250EC966}"/>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DE189D21-1BB7-4868-BD9C-46E6FF93D3D1}"/>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EC0C212E-3D88-42F2-BE73-3882A946CC0B}"/>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21AE7B95-2D1D-4A5A-ACF2-C9B317F02C2D}"/>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79651A1A-97E8-49BE-8050-66614127508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A28FEC72-C405-4142-9966-512E86589FB8}"/>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AE0C1816-6496-4C38-BB81-A4324DC71261}"/>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0409622D-3F65-4B64-8430-44DA7A474EBB}"/>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F31B823B-B49B-4495-BCAC-172629E64BAE}"/>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4FBC9C0F-1849-4174-A87C-AC871B290620}"/>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C1AAAAF4-E879-4ED4-AC35-D58F3E1D7F86}"/>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9714E96D-02AA-4E61-96C7-2637A0C657F2}"/>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4DB49180-C618-400E-9D22-AFD9C7964D0F}"/>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90B91499-8716-4759-B724-B591EF293563}"/>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7BFDCB63-C8A4-4FC2-AC59-6D55E4EA14FF}"/>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30A4C0CF-68FE-4EF2-942D-6522A5816647}"/>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F0714CAE-32B8-4E54-8F3B-A277522372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6466282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B006533A-4D7C-407C-9235-550C1A3BB7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44978FEE-B18B-4B7F-B69E-9CF1B6EDE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8C5E300B-A736-42B4-9818-E77D32C6FB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5FC533A8-FA5A-4927-923B-5D430F87E6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55114EE5-A8FB-43BF-9700-0395732298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762D35B9-EBBF-40C2-A412-311798D0B3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6A08ADEA-2833-4E28-8CCA-5E9746739156}"/>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3F75492C-6B77-4C1E-BB3E-C0C54AA8BCE6}"/>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89114AB9-9B61-4931-BBA4-A5A2AB53E4B5}"/>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8C20134B-0B24-458A-A6B3-155383A4037E}"/>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1E556507-5569-4609-8A98-F064F5DE2B79}"/>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23498376-C953-424F-8285-9C8C19CF2D3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F8F18B55-9668-44C1-9B74-0BD270587DF9}"/>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BDC230E1-2D55-473E-95D5-03B7BD2236A0}"/>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8EFF08EA-8624-406A-88F9-7D771A73BCFD}"/>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D062E841-5AAD-4EE2-A824-1578B2189734}"/>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1E59E4E6-67F7-41A8-B9B8-715874B0C23A}"/>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744C8F5-C2F5-471B-AA9C-2A7B7AA4EF8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11CE70C5-8DF4-4C68-A969-D68A04CA2BC3}"/>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74E37FB-EA2A-48A6-A18C-7081D0B5122F}"/>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DCFE8F7E-4AA5-4ABE-AC24-7A8032B7E90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BA924BFB-7E26-46F9-A788-A7A22DCEC653}"/>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9426616B-A8AE-4A6C-9191-6D9C9971D9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98123559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6500B297-4B39-4C13-A47A-C9849ABF7A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9D604F42-D990-4A34-A582-07E766F2A0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7EB4D52B-3FDE-4478-B253-46A273A423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F1D37C26-10D1-4FEE-A0EB-CED0094046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4FB7AFE1-EAFD-48E5-9732-EFC2E5CC94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0A394339-9628-4957-B111-A927E433F6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C1AAAADF-D1C1-435D-A463-52223AEE30B2}"/>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6D262BF-933F-40A4-8096-A2E58B20D7C3}"/>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22D0FFA1-878C-4898-9F3F-46EA5D7760B3}"/>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A1FC6FED-7B7D-45D0-9126-87C768D318CF}"/>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4E5BC539-D836-4BFE-B2A4-C875EACB9A4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B20F15EB-8F69-4857-B599-1BA75781DCF6}"/>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0B127BC-A01B-4351-9709-733C6562AC8B}"/>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98D0DB70-AE62-445D-B2BD-ABB9B3723640}"/>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428D4076-8C07-4F73-8184-632BCE4206B0}"/>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6133EAA-86CB-4C4B-A38D-138746CAD365}"/>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BBB030DF-C30A-4801-A74B-3C149B2F136D}"/>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A9D4BE00-DA19-43FA-AABE-F2B3A7F95A72}"/>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F195E7B7-6FC4-41FD-8C28-F4A60E915202}"/>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B8917EA9-46AB-4FF4-949D-943C9942A63C}"/>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9A96CF04-253D-46F8-8D2C-B073056C9477}"/>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8AA0AE4F-1D1A-4273-8F12-9779113CF86F}"/>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30607BF2-843D-433C-91EB-342FF5108AA4}"/>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1FF80D04-6410-43F7-BA4F-EC550185EC08}"/>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D15B39E1-9587-47BD-9D2D-DF6A0DFA6A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7203506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6CC1511B-32B4-43F8-9486-F4EDE24285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23EC7BEB-251F-4D27-8BDC-AAC5BA0C1E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88F5378D-972B-41B5-9E9B-BBCA845D2D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78178CC3-D95C-4321-85E7-AF6D9937A6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5017CBD7-53C8-4970-9F58-D1DF546263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60D63F47-27D9-4F2F-8C58-5FF3BF6866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DB247A47-1376-4845-AF89-EF8B7A80A083}"/>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7FFCB0D8-94EF-4771-A40C-6C68C1CD8838}"/>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B1FEEB28-5B98-413A-BD15-DBAF6AD3C52E}"/>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B8A1D333-B000-4BE6-AC37-F6EEC78B3AF7}"/>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4236EC84-DF10-446C-8F72-6118458CBB3C}"/>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334D2F00-4230-4887-B409-691B3C32EB95}"/>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BAF34984-268D-4872-897D-2C6BC2E601EC}"/>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90AA5FD6-DAF2-4078-9D17-998BE4306B2D}"/>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0A1F67CF-8857-44BF-84B9-4F59EA1551BA}"/>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77AC3649-F931-4537-A5B9-AA5AB782EF98}"/>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89AEFCFC-B88D-498A-9A72-209A85B6A3A2}"/>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8E8DE319-C4F3-40EC-AC4F-6A034B7E376A}"/>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48CB1746-4554-4163-9FC0-23783B578890}"/>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A1238175-F6C2-4CE4-BF89-78B2D790E9BD}"/>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2972A943-98A2-442E-BBA4-EF4329A29451}"/>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6A58B813-9914-48B9-AE3C-EC2A7676AC30}"/>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DAFDF0F2-38CE-4CE0-A486-9A30FEB2AD80}"/>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E8EEAC0-FEE5-426C-B4F9-8A54A824C0A1}"/>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4F54AABB-35A0-4136-A6B1-6C48B5460149}"/>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EF8469A4-8396-4672-BC40-1CB015BE7D3E}"/>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26F161B6-F35C-4C48-8CC3-1A22BEC76E5A}"/>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559EC024-1B9D-4312-9989-BBC55407B97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4A8F7CDA-D2E4-4DBF-8E29-7D352ECCEC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2996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D147525A-67C6-42D6-A56D-5742C613B4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BE929484-DCA9-4F4C-958A-9B58AA93EB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36C9FCBE-17ED-4DD6-B433-0BCDC55A97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7DA04030-6A74-4AB5-81D1-45094CC4D1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1011DC88-43E6-4C37-B546-C5D8983D86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030938F4-A9A6-46D7-B5C5-D873E6E642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6890CB49-E0E8-4BA8-8298-BD241ED0467B}"/>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923FB728-DE6A-48B0-84CB-A4771AA07E62}"/>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F4B7B309-FBDE-4C17-9B8B-CD7B65550F32}"/>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9190E6CA-E4D4-4AA0-9193-6B7650BA3CEC}"/>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A19D73FE-8139-4A96-9855-D25DA6CB45D5}"/>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BEB9B36D-48C7-47AC-A387-D073B9950F28}"/>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D22C3569-FED2-4C78-A196-0386C93BC6C2}"/>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04BF1E4A-6EE4-4304-AD86-2CEE0EE60B02}"/>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D5FC53C3-5519-427B-9DF7-6C6C25B9FACA}"/>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F641EB00-AE47-42C6-878B-80323F82B6CB}"/>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13FE9F1A-A329-4F32-A3FD-BBC79DC3F405}"/>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FD5F63B0-E5C6-4FBD-B71A-2A0B0C92C4F9}"/>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AE1A9286-7A23-4726-82CC-8218804C674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1F44CFD7-7B09-47D0-BF6C-31F699FD6568}"/>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2B43C2F8-FED5-492D-8389-0014E53D183F}"/>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8E080782-D5E3-4227-A8FE-4DDCB8C4AE3A}"/>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B95F1108-C43B-4D13-9A15-2FDC2E19F3C4}"/>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249C1C73-0DFA-44E9-BB90-DB3F5EE8D474}"/>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A75B6F60-18F1-4740-A9D3-220B686093BE}"/>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CA0DEC04-A38A-4645-A9DB-A8D3C12E1CFA}"/>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6644168B-AC77-4E98-9E75-D3FA842AA914}"/>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8260F974-7912-43D2-8513-C5C02007CA3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38EDF224-0EDD-42E0-8871-B3ED4EA33927}"/>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3B6415D3-931D-493A-AA46-4A43A02C457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D9FD202F-8DEB-4A4B-A88B-3941AE15D2E8}"/>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52831F8F-AF3C-4874-9AB9-5187ABF84FCF}"/>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C467858B-608B-4136-9537-5F10992331B6}"/>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6F7B146A-05B7-4732-9521-0FA61A4798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4349143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ED96C03F-4363-465D-9B7D-F7A16E5AC9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2DBAE279-B941-4C4C-88F7-52D6A0E09F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D67415F6-BB47-42C5-B954-8841EFD334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2E9CAF19-13EC-4C97-A9AF-42C6537D64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9A680AF9-D116-46B1-9108-23307CF428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60D7A5B9-2062-47CB-BE63-EB85FD3DE0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A9684BDF-DA30-4B37-8A02-06F971C47008}"/>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EC55FBA-27C4-4590-AFB6-2D56B8B123AD}"/>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D6492941-A94A-4EB9-A693-D486844AE8AF}"/>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02D321F-CA76-4E04-895F-07A4B29034FC}"/>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415CA6D9-302F-436D-94EC-4D68EE5FCD1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2C836E08-451B-492E-865B-BD4227C1A339}"/>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DA6CC509-9459-4C79-85EC-E1F7B2245C17}"/>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D1302F2F-EF9A-4901-B03C-CAC06EE9C328}"/>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032FE19E-17D2-47BC-BB5A-2B772797881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F747C8E2-205B-4587-A362-26B01390819F}"/>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709BCD85-BC78-4098-8BFB-D58D5E0FC888}"/>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25C20CF8-12C8-445F-A27C-5D0EE84C8FE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2EC4FA71-97DC-49D8-B997-4805DFE68D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90593501"/>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184D0EAF-A699-4B79-9983-BE7F5161F0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AAE32C3C-D4A8-4A19-A77F-4D25DDFFF8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36B8B322-14A2-45BA-8A21-0350B9C967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2CFEBEFE-B30F-4CBF-B9DD-9159559E0C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B9152D8C-D31E-4463-893A-EB043F7430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957F330A-BBBB-490D-B5C6-FBFFC854AA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208D4760-E6BB-483C-9FCE-1C0154BC6C0E}"/>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4B8B9F7A-4BBC-456D-A6E7-869B74379046}"/>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CA68FC4F-4A90-4F98-B4E1-9515BC92A91F}"/>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C2EA1CB2-23A1-4469-8F24-29133FF17326}"/>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753D63DB-315F-4E04-9179-DC9F5D68163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EA460ADC-51C5-40AF-A032-43ABE73546CB}"/>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E5D821CD-EC10-495E-BC1B-5118A51670AA}"/>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6590F9D1-C78A-43C1-98FB-44F1ED454D3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64125E5E-490E-4E66-AD32-CDB8D71EED21}"/>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10B47457-69E8-4A38-B017-FC5D41CDD014}"/>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30E4632C-DD5A-43E4-B98D-0260DB40D9F2}"/>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AB6C8BCD-EE17-4DD2-9155-B38A56CED0D0}"/>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EC6AE0C7-4702-4514-BEBE-6BE586E6082F}"/>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C081B23D-28FC-4977-8D43-BF851087B370}"/>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06BA6891-BB61-4C09-BC44-F18C00B9A988}"/>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4A61E867-E972-4ED0-94B1-20867581867B}"/>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5BF280C7-EFBA-44B1-B89E-A2EA41BFC1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78578928"/>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462A0B8C-4D7C-497A-8490-A337A42205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E271DE8B-48A3-4B24-81F5-62DA65F42E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06F5C26A-FEB1-4771-AF85-68833CE085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F8F61785-7262-4CD1-9BE0-BC91B9B538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3962582C-3938-4585-A8FF-9D095D2FDF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DC5F2E32-ABDD-4C5F-8669-EF59CC6543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DE40C3AB-BD1D-498A-98DD-E929184F7071}"/>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E4E716E1-2A08-4812-9A01-C97E59AB918A}"/>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4DCCFA3-6B69-4CCE-8951-7E5588FECCD8}"/>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3C00D3CE-973E-4E1E-B8BA-043B8323EC75}"/>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7EA82CFE-E10F-4EFB-BEB4-204799437D17}"/>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D4317F25-40E4-441C-B813-D626ABCA158D}"/>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6377DD56-D1C8-4A22-A42E-74C2EA79ADDE}"/>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F321BE58-FADE-4B14-A91B-45A490AEE7AC}"/>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70B39E07-32A2-4019-B36F-66242B5EFCD9}"/>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22DAD9DF-CEA1-4525-BB15-BBCF64B5F616}"/>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3F136044-E344-4E4D-9AD3-8DA4E8D25E54}"/>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592921CB-6688-4709-9C85-2123BFD8552D}"/>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3C7274A9-D468-4C67-AF26-5B9D02A3A495}"/>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56AB7511-01D2-427D-8B02-A89479B9E8E5}"/>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2CA81E5F-B976-4342-A21F-92CFFC474410}"/>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6B880E0A-8BEE-43A1-AD12-76EC13448007}"/>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0E7BB15C-5174-4125-8219-7B916D9513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308730506"/>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564E619-4EDB-488C-AF51-4E41C34916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0EBC3E25-0DF6-44E7-BE88-B9055A3A83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D755B2BF-7928-4AD1-B5C0-87D41347FF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B1F37A8A-1C9E-4C2B-A2D5-4C9388092A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B2219737-03A8-4E3C-8181-CD8518DA85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3A1290F4-8C71-47F1-B460-7FC740240E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FEA3FF6E-6D0E-41A7-8EED-1DDA649449A0}"/>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BBE6856B-2653-492C-9253-15D25D6BD851}"/>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95875B9B-4B92-4A88-BC6D-1D77392E5165}"/>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8AE47282-A882-47D5-9A3C-F89C3F8F4BBA}"/>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DA0A5252-D202-4DB6-9F43-7E637F49CD11}"/>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1C9156A-1673-4D6E-BABD-15875B451274}"/>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CDC29BF8-E64B-47E0-888A-9A4AA46F736A}"/>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F8B4C0B1-AB28-4A25-94DF-1EE5DD439AA6}"/>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9BF95538-C4BE-44FE-9CB3-8E1C4079F735}"/>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68992C9C-0064-4BE3-BEF1-6FD40D6768A2}"/>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8E215EF9-25C0-4070-8F6A-3B05666A5298}"/>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145C4540-DFEC-4794-A0A7-D4E75F9241D9}"/>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F9D00074-939A-48B6-B530-4F25D40FA932}"/>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34A83555-2D68-4144-B9F4-409BF5A9E0A7}"/>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F6A7E36B-35BE-486F-9EA5-92D20086FB13}"/>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CF274613-6D2B-4D8B-AB7B-DF0A46751F4A}"/>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F6DAFB24-586E-4556-8921-C259DF076552}"/>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F3A2B1B3-059A-43F9-8331-CCA50D1DD471}"/>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FADE784D-8C23-49A6-8AEC-6D3BC7B9ECDE}"/>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57C32570-A62A-4D8D-A8AE-9EE4ACEA883A}"/>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B6F7C6E8-97F6-44FF-A3F3-69606312BCE7}"/>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B473D815-52D7-460D-92EF-0D00B0D2A48C}"/>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D1583E89-C483-4E03-95A5-2D0562B0545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24415A5-DE3C-4481-9382-6B234282F3DF}"/>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B42966AD-CC77-4FE5-8A08-D35C1588528B}"/>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9A8C9383-CE19-406D-B4CB-6F498B26824D}"/>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544CA716-5A66-4403-B814-F3D1CAB88027}"/>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CBD01A4B-79C7-43FA-932B-831D8E7B32D7}"/>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146C405B-5914-4369-8FFB-FD664645C0E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C04350D9-0311-4795-B264-1B0D058EE4A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4C778010-8B55-46CA-B646-F2A65231E6A6}"/>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6601B577-F8C5-42B4-B5DD-697C24D7990D}"/>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EA47DC3C-22AA-4B4B-A3C0-16E94B176A5D}"/>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7413C095-47A4-4A88-992B-35DA36C190B3}"/>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1E8564A0-6FC2-4A71-8C26-7C03AC493604}"/>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9E11C4C7-1AEC-4457-9F77-1AEB67F63D5A}"/>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2E055EC3-9F4B-4EEB-98FE-8713BFB917A7}"/>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98A22C34-18F5-4E1A-B3B3-7769C636618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26B946CC-0A11-48A2-948D-3C2F91026C27}"/>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79FA0B44-7C6F-4374-A3C1-7FF833B0B6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25947614"/>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17606606-2817-432A-A102-D30D6C325B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6D0F2712-F761-4219-A521-A115B7CC04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CA3B5921-10BA-4696-9F50-93A468C0BD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EF9CC4C7-BB83-486D-BA42-CC5CD71D87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63FE694C-E3DC-40B1-B7FE-706EA585B3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2EC4E1F0-CA69-47DA-97C5-F41E1D906A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957DA4B1-8E09-4793-B5A1-9706543CBAA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BB2A7FC-D461-4AAC-9D77-0CBF5E7D18C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CAF674BA-F29D-4DD5-B34B-E7CA9D76A1B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4E4DD32F-001C-4BC4-B970-96437254815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5B96703-75D0-4053-965A-559FA70CD5F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0691156-E625-4578-B981-02563CA8494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8F6F50B9-3152-44C8-8EF3-F41C7DA57D7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9827D319-F442-47E7-BD69-8F9FABBCC4E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EA07681B-CB6C-493B-A648-3969C66644E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BD9F3931-A9B8-433C-A695-67B8A5CEFF9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D93C45B0-D948-4DCF-A535-4E3EB76553F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A0A4754C-3383-4D41-84F8-202FB382BDB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3FA9ABE6-60BC-493C-B6D8-E597C4C69C6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527E4B5D-E47E-437D-B660-C2B9930A109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9D9B1A8F-3827-484A-A4B5-8C20602620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20480716"/>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427AF4B5-9809-4F2B-A546-3B41CA6619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74059313-0CCB-47FC-87F2-3D5F4D0A5C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E50D58A6-01C7-44AC-BBA9-BB8C91E282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A88E1572-8E7D-4A6A-9A6D-361C2F206B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04C02589-0E25-4DE4-9CB7-A952200BB6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13A04042-6561-4135-80C5-975F851A0E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A834E2A8-089C-466F-8A68-CBCC363BA5C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997D68C-8A79-4631-9C93-87C25C4B266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3F887BBC-B4E6-4A48-87FF-9FABD8C6661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A749C64A-ECDE-4A65-A8EA-A61B5B58B2B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972E11F-31F5-4A95-B763-C452AF88138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903325D-F8F0-461F-9B68-554DA24ECC5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F23D4931-9925-4132-AF99-D2F8FC5D338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C5F6F097-4747-4D97-AD82-75770CA4B15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21227F8A-01DB-4642-83A9-0D5D7DEE143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1558B627-79BA-47F0-9CFD-F8092FF32EC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DE769472-91F0-4CE9-B57C-1A183EA19FD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17A1B386-75C5-4F8E-A709-27A43C85D55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F699E521-52AD-457F-BBD8-E98AE63DE9C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685B2225-336C-4C8A-A292-E09A2F5CF00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BB206BAA-5665-4B6D-8D2B-7138BE0CCD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04200858"/>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5933D969-16F0-46B9-B46B-FE6BDE8C2C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B91DB9D5-8E35-4069-BBAD-369E4AF423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9A04F847-BE44-4ACA-97A5-546F94F97E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8F678A6-3C90-4480-8081-4C668C2573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4C516D2F-6F25-4E42-B09C-5D9001980D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AA83B16F-40DA-4891-A8EA-415882661F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BD36C2EB-8232-4AC8-8EB2-051E26CBE1C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B809E94-CC90-4E98-BE4C-7A5B669E763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F00E1F07-94AE-4CCA-97C1-29B31C13C67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429D3F33-6931-4E38-9C20-5172BAD7FC4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CE7CFD1-CB1E-420D-9CBB-0C840637E22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2502D5B-90FC-445F-9BCB-DC2749F9CA9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6267D2C5-54ED-4D2B-8A1B-A410383A3D0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48C9FDE9-15F0-443B-B620-68E8ABFEDD3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D26B2DCB-5554-4966-A142-8D96D28E32D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52581D79-5F47-4C71-AFEF-72F60740361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CD82B373-2DAD-43B5-AADF-8738329FF0A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4FE51E52-BD8B-44A2-87D9-CBD814FB2F1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0B01A3D3-9495-423E-B517-6DE7B193E27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4C06A2C1-B6E8-4F57-B15C-F2F0244E69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DD07A9AF-9017-4073-9979-4646148963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18893411"/>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28CB4C7F-FC44-4522-A17D-C848C7624C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96AB972C-BFE0-42A5-910C-CB0D41E70F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714556DD-CD3D-4155-AA7A-B2CCE671AB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2F2C6A3D-F6E0-413C-A16B-675EDDB63D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5BE6DD6A-4531-4A17-8AA3-D060A7739E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939AEBA6-057D-49FB-8107-84EF36B4FA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B7EC17A4-2BA4-4B86-876A-954E60D96AB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346BB71-64A7-424D-9B42-352D4633320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27F32AA5-0EEA-4748-A813-14B629536E6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E89C63FD-CB87-44CB-B395-E74B1607114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7F960EF-0FE9-4047-841A-992A5DD3BCC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652C766-40AE-4F42-A3FC-9BA7A599DC2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153B0BA7-404C-464F-8468-8DDE684E78F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5D5C2982-DB86-4BFF-9D61-E307150B4B3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1CBF1158-1158-4D77-8DD7-727F5EEE894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71C3F330-7A4F-4B81-A779-E5BA0F3B391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37B16AF1-728C-4463-AFA1-7203E99ADE0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44E07B73-D422-4AED-9E6D-52BBAE5645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33ECA7C-3DD3-4EC2-8F55-F63AB26BAAF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751DD097-8282-438E-B995-72E6A8F8C43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179C9988-8D0D-4896-AC66-AC0BCC980E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1559767"/>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4615CDE7-FFBA-41C3-BCBA-C09F0360DD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80E387F7-F249-487E-A431-B81B14BEFA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73A9EEC2-4753-4EB0-8BBB-C3DF3A3218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A3968AFC-ACC2-4A69-881F-8D2A64BE44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8B6DECD6-75AC-4B40-95D3-3D46175D75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79A562B1-16C9-445F-AD6A-DF8FFC9324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3BD696A9-8F68-4D5C-9A47-B51D2550108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A105209-54F0-4D6C-861B-C6959E5D00F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B7C485FD-1C90-434C-A953-469BC141A9C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FA788225-C438-46CC-B824-66B8352F506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D1C6028-D5AD-44CE-A237-FE7C3446FC3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C9142D2-5837-434C-960A-43EA2F9DA34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7F7327B-0731-49C6-A926-F1872C9E7FD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91A9ECC5-B5D7-45BC-928B-B7DF5BEF66B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F5193688-4D81-47EE-8182-F23D312337F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05C88DA5-138C-4C0C-A96E-B922B3D221F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7B7F6DC3-6302-47B7-94B0-361A72A902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EF258A0-C757-4439-9E73-A038030C093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F94C48AD-ECD5-4D98-9A31-F365B70E46E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1DAD4242-E490-4BA6-852D-3F0B5551B4D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EFA608C5-67B5-4FF9-8E66-8946392D2A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84789588"/>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76841196-80F6-45E7-95D7-F9DABE8444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043A698D-6FE4-4F1C-B134-96901F3A59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039EBAB3-E77D-42EF-A51B-73C0C13EEE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CC71A4FE-1C92-430B-B224-4BF0EA5AB3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6DE6B728-348F-4758-A195-F920839DF9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FBFFA004-1681-42B9-986A-440E8460B5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4F744FBD-2AB9-4A73-B177-A5E2514BEE2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29B3528-9118-476E-9EFD-5BC09485FA7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06952679-23DF-4B3D-AA9C-53117AA4E3C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5901783F-807E-43E2-8070-AB0B4AD9708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C24F894-9F5C-44E7-B6D5-63ABDA887BD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D9CF1FE-C11C-47F8-B3CF-A8EDFBF61BB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CF8DF52A-797C-456A-8114-75562E8C634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EE87D41D-EC10-419B-BFDE-08518D768E4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C38503C-7682-40FF-A4D4-49095EC1984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E1795671-67D5-4983-8F5F-05018CB0EBA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348C18B3-1348-44E7-883C-DEA4BA6BE36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75382CF3-6168-429F-A3F5-48DD04E7612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24F83A56-098C-48FF-9164-AD3B9F54AAF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AD1987CF-FD21-4E7C-96B9-55EAF531387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95779F3F-645C-4F38-B761-769C339D92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35878942"/>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5DFB4A96-4D97-475D-81E6-392E01B2AC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55D693E8-BB96-43C3-A54D-4B45A855D7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13FACB59-2220-49CD-9D4D-AA58A04DB4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D5586A32-00B9-47F6-987C-D3C4393468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FE5C79A9-3E29-4598-AF8D-409F4FDB97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F552E110-D1B3-4C94-9FE1-18AD9E8143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FB241BEC-C0A3-42EA-B7B1-58420ACD2E1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EF7D8C1-F770-49E6-A9DC-9D84271A168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42D227E-E540-41A4-BBEF-F31BA746587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ED4FCDE7-D6CC-4A8B-8601-976BFD017A2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E3FF81A-217C-4121-A086-C4A074BAF11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7247A9F-76CF-422E-8567-9B4C7D03D2C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28ED244F-77A7-4586-8121-5E1734BC3B6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6578CC82-5CFE-480A-9996-EEA30A4A65D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DCBD9071-EFDE-40E9-AA92-4257CAED7F3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ED5B1C7A-D1F3-424E-A412-51C8E55300F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315B2858-07A1-4579-B0FD-1DDBEB30EBF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6B451C86-D778-4011-A838-D14C298A17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EF31031D-970D-4DDD-8834-E276E11F056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6CB43F8B-3CC9-4345-91F3-6DAE5F6DE37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DEBC6FC1-3AB7-4626-AD09-955EE77042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60659828"/>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33197F26-3A77-46A3-A774-7AEC4BC225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F7BA3361-14EB-4867-864D-9FE3D402AC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EB1988AD-D087-4379-8F2C-444B2ED0B8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1D60BC01-A06E-40D9-A031-DC70A86FC7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40E2DC14-89E6-4EB7-8037-358BF210B3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1511D5F9-D984-4565-8A0B-84B66128E4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45D20039-4333-4478-A0D1-40E4D73D2C6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143B651-331C-4914-ACD1-4186C8CE714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57298752-2B55-46DD-80E8-6E9B7ADBEC6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E4C7F8B1-9A8B-4057-A9C8-CE01F379144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DA7F7D0-16E7-47E4-8A30-9B48CD63599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C1A94A9-BC7A-42F0-828D-DD5F83A04C8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CDE45449-FB07-46CB-9067-8F2A083E880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E7342CA1-5BFF-42E9-AF1E-350B24FD17E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4A0B7770-A090-4246-B55B-8822300D60A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F54DF81A-19C2-4B45-8187-BF36ED09751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29A3C42D-665A-407F-A125-1241FB47D67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D5016C20-0C7A-4196-A922-966BF8BBBE7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F5BFE048-73CA-41D2-AA7D-7A898335F33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951051D2-9B0E-4474-826E-036AA7D4B91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5E380377-D0E1-4DB8-B5D9-0DCD708D6E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83265859"/>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BA734EF2-08DC-4A69-9A8E-D57865F01F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1B8F0E3C-02A3-4B1F-8E14-F645B8C8F6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6DC2739D-6394-4ADC-9F42-F792E5383AC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1745324B-5405-4C5C-B2A6-1F0A466F38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F81433AA-A681-4FBB-844E-A3B37F0768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722439CD-1E71-4AD7-9F31-505F91AB43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76835D72-2E7D-4D8B-951D-140AD201394E}"/>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5DC4167B-2AB0-4A59-8D07-548CB0410C52}"/>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570E886A-BF67-4F31-BAE6-ED6B8163A9DF}"/>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A0E93EF6-3610-4B35-A953-D976BA058A8E}"/>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9153045F-7DA0-45CB-BC98-5DA14E289D17}"/>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CBBAB19F-6655-43DA-BFD4-3266B238B86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11C9C339-38BC-4402-A5E0-05E93353B5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36520016"/>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D7D7EE15-73C4-42D6-9586-866E0B780A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78A18E60-A8D0-4D78-8170-6C2D2AEC28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697C42C8-219F-4926-B0AB-8AF9817ED9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33D47C33-9A94-486C-86EB-19E86EB92E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A37A6CC5-CF3F-4688-B19F-BB9DB043AB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9372C455-15A9-4349-9E2C-D7FC9B02E3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9A00C907-5856-45B4-83B4-C57E99F5B50C}"/>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79F10B96-10CA-4E3B-9829-3A4AD3609B1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E05CEE06-9EB5-4173-89BD-59E5087C8CC7}"/>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BF67D402-E93B-4EE6-A3E4-A82FD6BD1F88}"/>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7888D900-B9FD-4C13-AD8B-39C613BA8766}"/>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C42417DB-3D55-42B7-8F64-297E616269B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CACB3657-76B6-4FEF-8B54-951E30935DB1}"/>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10CED87B-184E-4AD6-BE78-F3B3AB33758C}"/>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1505051C-72F8-4651-AEC3-286666B0F565}"/>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059C44C0-39C7-49E8-8782-4BD5CD747D87}"/>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D17B69B4-E5D2-48B6-BDE9-2D1845F5A1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09483942"/>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1F90AA65-4EE8-466B-BD11-13553BB2A6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E0011FEA-0054-4E19-B631-BB40575CC4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FA44CB18-1C82-4C2B-91CD-0BC6677D84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1E7A2E22-417D-461B-B56C-CD178086DC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1A4CEE25-3452-445B-B66E-3D90BF5B30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C0D02127-B83F-4F1F-8078-F0632FEE2E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FC6D7EED-8DD4-4895-A797-5B709C38B9B5}"/>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0AF8E571-6D99-4FC2-A34D-AE0A89AA0CEA}"/>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8483B137-831F-47D9-BE5F-A625C748D59C}"/>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48F2EB20-4D02-49DB-BA8D-190C62A43AC4}"/>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3E86AF3-5F71-476B-949A-04174BBB4B6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4DC06338-1615-4B33-8082-62AA0F835AAD}"/>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E623E98E-51E4-4F12-AE98-85FED7D9EBD2}"/>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C7463C20-A4F7-4139-9A1E-61C31D6A272F}"/>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5CFD3B17-58C4-4E73-A5B3-438542765D50}"/>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0A2E20D9-76C3-4990-BC98-E6D76D68BDB4}"/>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C59F5323-9074-4AC6-8301-7C04D13C2A98}"/>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DFE90DE8-1CD6-4C09-8CD0-3475A6A17F35}"/>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D833AE6C-8CBE-4852-9402-2D3036069C55}"/>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5C298F5-2543-4823-8B0A-39801A36F58E}"/>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78E1CFB-5121-4F12-9114-877CDFFAF92E}"/>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FE16A48C-93F2-453C-B5F3-BA7F18DA3A91}"/>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0A85492D-5875-4D2C-8EED-29315910E1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02499880"/>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E682B97E-9597-4346-9E8F-4D00CB7339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52776B05-AE8C-4DE7-8F10-E285626FA8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0E19773B-86AA-4B58-BBD2-99AB347B0F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CB01D798-1AE1-4B5C-886A-2F73723982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7E3F6BF2-1941-4DE9-9BFD-CBC12CBFCE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B89314B8-C80E-4874-BC7D-A94E11585F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06D87DD7-21C5-4367-A70C-C15EEC90C426}"/>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C056CBD7-DF40-4236-95FC-EF04F4004868}"/>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97FFAF5C-FD92-476F-B9A1-9757E704B665}"/>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0DE0AE9-918F-47F6-81AA-A60BD2A91025}"/>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E3BE9C38-8430-4A5E-ACED-FF737F74C104}"/>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0A03C6EB-BE96-41A3-8D45-18E91D8CBCB9}"/>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CF3FDE1C-B74B-4F06-B9F9-6FCE376E14DF}"/>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F1ABEBAE-9F7A-4635-8890-8A9A12F1B430}"/>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EBB4989D-4B44-4F74-8932-790E6DB0DBB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CD06CE6C-52A2-46B6-A791-EF02B3EAFF2A}"/>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882F670A-FB4B-4E09-B448-BC5B028D6D0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82BDC97B-E23F-4A03-B5D6-EE2B993F1FB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533761F8-73E0-4028-81D8-8DFAC794B3D6}"/>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D7AC705F-4B7C-4D5C-AD25-FF9614F6CCCB}"/>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BAA156BC-9682-4944-88C0-43F263F36BF1}"/>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2A9CA8DE-58F3-40DD-96C2-7D44E8720158}"/>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1BA1F03A-8A09-4441-8DD4-4E86D1B979B7}"/>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557E390F-5A59-4836-8C52-40D92DA6C7E8}"/>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7C8873FF-A426-418E-8771-38D2A12F3A1D}"/>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60F95B9-37D4-43C0-B2C7-29F59093F9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29183309"/>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51B26799-B1C8-49BB-ABEA-1ABA05A417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F745D462-B0DA-4675-BB31-D93B83E146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539CEE36-D38C-487C-BA88-A8D6ED6484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81645C74-0C4B-4204-A3DC-E5DCD88658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5B339AAD-F1BE-4431-A1C2-14D633717A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A872585F-9204-4FC3-9E81-A2F5DB50E4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A8C94BF8-2361-44EE-89DB-3498073A8A9F}"/>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696D59E-FAEC-4676-BDCC-C67DE2339EE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762C9B63-561A-4AF9-A0EA-C337F249296C}"/>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17D53077-5583-485D-8701-7494B2424861}"/>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863D5AB4-6972-4D3E-9DA6-49CE098D00A7}"/>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9A59F5EF-E21E-49DA-92A9-158CA971FC77}"/>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0A27B8A-D3B0-4AD7-B0FF-B5DAE2BEDA43}"/>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F4C55E2-22E3-4843-92DF-356DB28BD2A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802DCD59-A539-494E-A5C2-B2ACC01B13FE}"/>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31FB1398-A567-497F-A0EA-6699B688771D}"/>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D90A3ABB-4479-40A7-9C8B-7193D64C7962}"/>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3F8FBC92-BB12-4BB6-9E12-A471ED11B46F}"/>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DC016C2A-2743-42DD-8ED3-85F45568A624}"/>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50821C7E-1B54-428C-98D3-CF9F4C3CA6E9}"/>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9F86D8AF-FA1A-40B6-BD8D-C9DE4B72D4C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A6BA8B25-0EB8-4AF1-8FD9-0DBE8C9EB52E}"/>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32D57604-3E16-4894-8314-CC7923F4191C}"/>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41814145-0247-460B-A723-C17910C23B16}"/>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478852EB-631F-4F04-9165-9BD294DFBC03}"/>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5F84563-0856-45DF-AA71-2EC09A774AF3}"/>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8BC5BE72-F8A3-42AF-BC04-31465F750382}"/>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71EDC59F-A400-4883-854E-0BC238727E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58608547"/>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37098C70-D1E1-4660-B46D-D606528D1B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34B39581-55F3-4AB3-8389-95370717D9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3E34DD0D-71D5-48D0-B047-88E81BE3BD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FD99360A-5310-49D5-9AC3-319B5DB31B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53E98708-1313-4219-9DE6-414A8E0C07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38E1762B-A404-4952-BB20-E1BB0945C6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B869C335-50C2-423B-9A36-858C51E5C6E8}"/>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35135066-3E1C-43B8-A4F1-CFC9BEBE0BC6}"/>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7F360173-1B81-4FA0-8BAF-E6C242BC1AE1}"/>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F60190DA-A86E-42A5-AEF7-9040B0CB1DB8}"/>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15541D00-F1D0-4B13-896E-5769CF624A73}"/>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95975B5B-250D-4EF5-B5AA-BC1BD4B74AB0}"/>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D745F6A4-9502-443C-96E4-9346CBC4AF94}"/>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DC84A43B-CD17-45CF-AFC4-5B4115AC5F32}"/>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D448AE6F-CB86-4594-9BD5-5A04B30DCB8E}"/>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5AAB5EEC-A8F5-478E-87C6-C6D7EE7F6B6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45927058-5236-4A8C-8CA1-E7AC531D691E}"/>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B0949C6-A576-450F-8736-ABE235BF7DFE}"/>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29E70020-69FD-4D44-A0ED-06ADBEFF5600}"/>
              </a:ext>
            </a:extLst>
          </p:cNvPr>
          <p:cNvPicPr>
            <a:picLocks xmlns:a="http://schemas.openxmlformats.org/drawingml/2006/main" noChangeAspect="1"/>
          </p:cNvPicPr>
          <p:nvPr/>
        </p:nvPicPr>
        <p:blipFill>
          <a:blip xmlns:r="http://schemas.openxmlformats.org/officeDocument/2006/relationships" xmlns:a="http://schemas.openxmlformats.org/drawingml/2006/main" r:embed="R2e6f2cd396ab40b7"/>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945501C6-941B-41A6-A38D-6329ED99196C}"/>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61DE4D5B-0C0A-4648-B360-D48B97432EBE}"/>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76579B6-41A9-4F3A-A9F1-96F6F6916E76}"/>
              </a:ext>
            </a:extLst>
          </p:cNvPr>
          <p:cNvPicPr>
            <a:picLocks xmlns:a="http://schemas.openxmlformats.org/drawingml/2006/main" noChangeAspect="1"/>
          </p:cNvPicPr>
          <p:nvPr/>
        </p:nvPicPr>
        <p:blipFill>
          <a:blip xmlns:r="http://schemas.openxmlformats.org/officeDocument/2006/relationships" xmlns:a="http://schemas.openxmlformats.org/drawingml/2006/main" r:embed="Rd85771a5d2954f51"/>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270D5C5C-5E9C-4153-A9BE-0F99D867AC60}"/>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50AFFECF-58F7-4A6E-90AB-A741FF716566}"/>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19D13FD-C6E2-4BF7-BEC6-A224F2500E45}"/>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021D6AE-489F-4D8B-A3AF-E09B0386316A}"/>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068FEC3-8D58-43F3-864B-B027BE144ABB}"/>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D354EAFC-FBEF-4008-9963-CC4C9C2134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44461931"/>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B3FCDF89-6497-4A3B-9E37-042226908E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13D5B37B-8923-4294-BEB0-9BE3F3E395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7287B878-A2FA-413F-A24C-3175514855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96F33276-0611-468F-8417-423423408C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0029AF75-A87A-40E1-A0F1-A43309F072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055A2F9E-0456-4BC3-81E6-45D6DB65EB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5F6E51BA-8E36-4453-A12A-D75A00E855A1}"/>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867985E0-4035-4B75-A547-E9B8293CBCA7}"/>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40D170D5-0544-4ACC-93FA-4168DE849C91}"/>
              </a:ext>
            </a:extLst>
          </p:cNvPr>
          <p:cNvPicPr>
            <a:picLocks xmlns:a="http://schemas.openxmlformats.org/drawingml/2006/main" noChangeAspect="1"/>
          </p:cNvPicPr>
          <p:nvPr/>
        </p:nvPicPr>
        <p:blipFill>
          <a:blip xmlns:r="http://schemas.openxmlformats.org/officeDocument/2006/relationships" xmlns:a="http://schemas.openxmlformats.org/drawingml/2006/main" r:embed="R88457ae0edad4f1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795BB8-EAC0-49AB-AD96-FD762C06297C}"/>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8FC2E592-DB5D-4C1A-8CD2-87C48709AB5A}"/>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A06F3F12-D8D2-43A1-AF38-99A54D847FFE}"/>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B14A4AF5-FFD6-49F5-9E9E-72145363B371}"/>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3B63FD58-94CA-4C58-B948-DE95994255D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9F95CFEC-760D-4A72-A2F4-1981D5C13A0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2CFE851F-1A06-452D-B920-30918B3DE6E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BC562B6B-E4AD-4238-9F5C-192520E87CE1}"/>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5B9130AC-25C2-4FD8-A71B-8FAE81F0C021}"/>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74B53384-6B22-4E56-A806-BFA3BDBC3E3A}"/>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565AE068-8D41-49D0-9FC6-9322F8C66C5F}"/>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7F8419A0-DB7A-4C41-AA5D-15F2FEAE2A2D}"/>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53774BA5-AE24-4A17-ACB3-C4D56FE33656}"/>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14E2738E-FFFC-44EB-83FA-55D790EFC5F9}"/>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8B411C80-8731-46C3-BCA4-ACACFA7DBFC3}"/>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6368F723-782B-4AC8-BC6F-5C9C8141B3F3}"/>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C7A8E8B1-89EE-4455-BA6F-CD7B98BDD606}"/>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15707615-E8CA-4254-A2FF-122AB051D2D9}"/>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719C4C5-3A9D-4EDB-9147-E3D72AE46B43}"/>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152CCE8B-DCE0-441F-AA4A-59248DCB14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7280764"/>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1FBEA179-48C9-4F98-9652-143FA5441B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9537EE9B-E57B-4910-B6FA-7E9973B451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CF9B2961-3338-413A-8993-C9BA580DB5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FED27B50-9460-4C38-89C6-173A678288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94B5E11F-E005-4E00-8FDB-A1940B30A0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462D218F-1D58-4DAD-811F-F154E8DD27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C92ABC83-6F5A-4C65-B574-AAF0B22C2CD0}"/>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251E0EEB-8642-474B-94EE-1B05B982E206}"/>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EA827FFC-10BC-417B-9D38-9A1BAE4BBCCC}"/>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147717C6-AA2F-4B59-8FC5-C2E74EF6E3E3}"/>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53EB2ADE-FDFE-43CB-829F-AECEFD9108F7}"/>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ABC02F63-7D6C-437D-BF64-D301AD012B8E}"/>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EA3F387E-8C1E-422E-A6F6-76B09B3D6C0B}"/>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DF92868-C132-48E5-B57E-FE2245523AEF}"/>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78EBF6DF-D674-43F7-9A15-115B989D3A6B}"/>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99A878C8-DE0B-4BB8-882B-198F1AA54A9A}"/>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331E6802-18AF-46D4-B993-86C9FF83DEE4}"/>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3691B340-5B24-4325-9CAB-C89626E11206}"/>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DCCA874E-E153-45B8-97A8-D33AF254DFBB}"/>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7AF08587-FF9B-47AD-BA6C-AE8A77453DAD}"/>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10B00171-6B43-4D08-BB51-34F6B4C27418}"/>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FCE66B3C-D05B-4B42-BD3A-C40B1F651BF0}"/>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462485A1-C636-4658-A5DD-9CAFB75272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10184124"/>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151CBA7B-63C1-4F69-A76A-66A4931D46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FAC90FAF-E065-4C26-9E7B-D9AD3A11B7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A843B81F-7785-4C8C-8CC7-7E0A63C5F6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E6E01E49-FEDA-46FD-8F18-C76FFC8675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43C4BEAD-00DE-448F-A8D8-1ABDE8BAC7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227DFF72-3BF0-4E40-BAF9-133857376A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7BAE40E7-C80A-4F46-9C2C-32554535CB08}"/>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72E2D3E5-5B3E-4C91-8053-6244159DB6CE}"/>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6BD84493-A805-4C87-AEC6-D34B1F7F9BEB}"/>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101E0750-8264-4F02-9B2E-B7D8DF4B2BD5}"/>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54C43375-A979-4A35-BEBE-3258FBC05922}"/>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AC3B2E8D-B4AA-4A19-9547-A398ED2ABBA6}"/>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0719D34F-3135-44B6-949F-7755A9DF3F18}"/>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8F998650-3E40-4FE4-9636-3CBB21896D6C}"/>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B3EE6C81-A64D-4D06-B399-ECAE705A9256}"/>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F0114828-B2E2-468E-8E97-FEA3CB7F77E3}"/>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C731266F-3803-4C98-A491-499F22466265}"/>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71D800E5-7163-4E3A-A370-E8530B685D76}"/>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3D5776B6-83F2-4A96-B785-97AD3A52459E}"/>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88A803DA-F14F-4043-B33D-052DCADF44E2}"/>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E98365D7-ABC4-44EF-A6B4-615A60AA7619}"/>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3615AB4D-9CEF-4096-B5A5-E7A8EBBAD17E}"/>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86147649-3BA8-4C7F-ABA3-EFCEE58D005F}"/>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34274A64-D55A-4E77-8334-61A8D7BCF230}"/>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8A81CEF2-1911-4639-8B22-604F7580591C}"/>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60BE7AAA-5276-4BA8-BF74-AE106C34DDA4}"/>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062B85B7-1B23-4D3F-A602-99491C650657}"/>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C880F0FB-62DD-46F6-BA02-C034698CE8E4}"/>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69FF99D4-1986-41E2-8EB9-45B612944A94}"/>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C780C0F0-3ED9-44A6-A6B9-E1FAEFC9B71F}"/>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2F83F364-486D-4C4E-90B3-87A75302B619}"/>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6F49B61E-9E6D-49F9-AE5B-44C1AC7466F2}"/>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40FD981B-2820-4E82-9B39-9C9C8201AF08}"/>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249E62B2-E25E-4825-B8F3-76B0DC728207}"/>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75BAF9E2-1616-447D-823E-DF0682CF3144}"/>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F4E9C035-FE45-438A-A9F4-F21AC6122782}"/>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89EC096F-FC53-461A-8161-6AE05DAD9993}"/>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B7D50B9D-34C4-436A-BB19-0153BEF3A98D}"/>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0D106776-A89C-42BE-9D3F-B200997D02A3}"/>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98718BC9-7B47-4D8E-999E-4FFD4722B63D}"/>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D8754D85-98B8-4B56-8891-D31C4075EB12}"/>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A3675855-C993-4A75-98D1-D0D4303F4370}"/>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BE2FE552-8865-4AE9-94A7-D710F1D79C23}"/>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82D16A96-D8CE-4C10-B4C1-D7413E2F030D}"/>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C6DB638F-C38A-435C-9323-A1A8B956215A}"/>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52211525-F3B8-40B6-AA87-8F777DE51A1B}"/>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230BB30B-4ABD-4208-8663-AFBCD04DAD8B}"/>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D4DB7C4D-4457-43F4-BF7A-5C37F7DF616D}"/>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9BCCD16C-04BD-4083-8564-E93374159DC1}"/>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9AA00387-2C87-47B5-BCC6-FE11EF40992D}"/>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84298F27-00A3-4BC0-A4F7-8B4EF42F55C1}"/>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8BA2956D-3DBB-4143-9F52-E254445DD359}"/>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0BE78707-1847-4BE8-9DB4-DCFA577DCF07}"/>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F381F0D1-510A-4F89-A109-715B032958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8072054"/>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2 · 정보의 양을 다시 묻는 연구">
            <a:extLst xmlns:a="http://schemas.openxmlformats.org/drawingml/2006/main">
              <a:ext uri="{FF2B5EF4-FFF2-40B4-BE49-F238E27FC236}">
                <a16:creationId xmlns:a16="http://schemas.microsoft.com/office/drawing/2014/main" id="{BB37ACA7-5027-47C3-A018-181D5ACD6B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1785BAEF-9F19-4F9B-8085-C090C6E0F2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D29308C8-1300-4A7F-B70B-82E8C5A594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72F5D90B-7D3C-482A-A9BC-D0448E88C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aclanthology.org/2024.tacl-1.9/ · Rep">
            <a:extLst xmlns:a="http://schemas.openxmlformats.org/drawingml/2006/main">
              <a:ext uri="{FF2B5EF4-FFF2-40B4-BE49-F238E27FC236}">
                <a16:creationId xmlns:a16="http://schemas.microsoft.com/office/drawing/2014/main" id="{3A199459-F910-43C9-90A4-36A54196C2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aclanthology.org/2024.tacl-1.9/ · RepoQA 2024: arxiv.org/abs/2406.06025</a:t>
            </a:r>
          </a:p>
        </p:txBody>
      </p:sp>
      <p:sp>
        <p:nvSpPr>
          <p:cNvPr id="6" name="연구 과제의 재구성 · 현재 Codex의 Repository 작업을 직접 평가한 근거가 아님">
            <a:extLst xmlns:a="http://schemas.openxmlformats.org/drawingml/2006/main">
              <a:ext uri="{FF2B5EF4-FFF2-40B4-BE49-F238E27FC236}">
                <a16:creationId xmlns:a16="http://schemas.microsoft.com/office/drawing/2014/main" id="{86CE0BD2-27DB-475C-86EC-F7B2792C16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과제의 재구성 · 현재 Codex의 Repository 작업을 직접 평가한 근거가 아님</a:t>
            </a:r>
          </a:p>
        </p:txBody>
      </p:sp>
      <p:sp>
        <p:nvSpPr>
          <p:cNvPr id="7" name="많은 정보를 넣으면, 필요한 근거도 잘 찾아 쓸까?">
            <a:extLst xmlns:a="http://schemas.openxmlformats.org/drawingml/2006/main">
              <a:ext uri="{FF2B5EF4-FFF2-40B4-BE49-F238E27FC236}">
                <a16:creationId xmlns:a16="http://schemas.microsoft.com/office/drawing/2014/main" id="{98E07A35-1561-4870-9D6E-CFC4E97E16F9}"/>
              </a:ext>
            </a:extLst>
          </p:cNvPr>
          <p:cNvSpPr>
            <a:spLocks xmlns:a="http://schemas.openxmlformats.org/drawingml/2006/main" noGrp="1"/>
          </p:cNvSpPr>
          <p:nvPr/>
        </p:nvSpPr>
        <p:spPr>
          <a:xfrm xmlns:a="http://schemas.openxmlformats.org/drawingml/2006/main">
            <a:off x="609600" y="16764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많은 정보를 넣으면, 필요한 근거도 잘 찾아 쓸까?</a:t>
            </a:r>
          </a:p>
        </p:txBody>
      </p:sp>
      <p:sp>
        <p:nvSpPr>
          <p:cNvPr id="8" name="Lost in the Middle">
            <a:extLst xmlns:a="http://schemas.openxmlformats.org/drawingml/2006/main">
              <a:ext uri="{FF2B5EF4-FFF2-40B4-BE49-F238E27FC236}">
                <a16:creationId xmlns:a16="http://schemas.microsoft.com/office/drawing/2014/main" id="{763E7D6B-5D48-4B00-BA15-69D7E96FBB2F}"/>
              </a:ext>
            </a:extLst>
          </p:cNvPr>
          <p:cNvSpPr>
            <a:spLocks xmlns:a="http://schemas.openxmlformats.org/drawingml/2006/main" noGrp="1"/>
          </p:cNvSpPr>
          <p:nvPr/>
        </p:nvSpPr>
        <p:spPr>
          <a:xfrm xmlns:a="http://schemas.openxmlformats.org/drawingml/2006/main">
            <a:off x="609600" y="22574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36ADF51F-E7A8-4C89-888F-4DF1ED602A97}"/>
              </a:ext>
            </a:extLst>
          </p:cNvPr>
          <p:cNvSpPr>
            <a:spLocks xmlns:a="http://schemas.openxmlformats.org/drawingml/2006/main" noGrp="1"/>
          </p:cNvSpPr>
          <p:nvPr/>
        </p:nvSpPr>
        <p:spPr>
          <a:xfrm xmlns:a="http://schemas.openxmlformats.org/drawingml/2006/main">
            <a:off x="6705600" y="22574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문서 질문 답변 · 합성 key-value 검색">
            <a:extLst xmlns:a="http://schemas.openxmlformats.org/drawingml/2006/main">
              <a:ext uri="{FF2B5EF4-FFF2-40B4-BE49-F238E27FC236}">
                <a16:creationId xmlns:a16="http://schemas.microsoft.com/office/drawing/2014/main" id="{90620D41-FC53-4800-BDCE-4E62BB6777BD}"/>
              </a:ext>
            </a:extLst>
          </p:cNvPr>
          <p:cNvSpPr>
            <a:spLocks xmlns:a="http://schemas.openxmlformats.org/drawingml/2006/main" noGrp="1"/>
          </p:cNvSpPr>
          <p:nvPr/>
        </p:nvSpPr>
        <p:spPr>
          <a:xfrm xmlns:a="http://schemas.openxmlformats.org/drawingml/2006/main">
            <a:off x="609600" y="2667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문서 질문 답변 · 합성 key-value 검색</a:t>
            </a:r>
          </a:p>
        </p:txBody>
      </p:sp>
      <p:sp>
        <p:nvSpPr>
          <p:cNvPr id="11" name="정답 근거의 위치만 바꿔 비교">
            <a:extLst xmlns:a="http://schemas.openxmlformats.org/drawingml/2006/main">
              <a:ext uri="{FF2B5EF4-FFF2-40B4-BE49-F238E27FC236}">
                <a16:creationId xmlns:a16="http://schemas.microsoft.com/office/drawing/2014/main" id="{69903180-89B8-45E9-B06C-6AD0F58EF0A9}"/>
              </a:ext>
            </a:extLst>
          </p:cNvPr>
          <p:cNvSpPr>
            <a:spLocks xmlns:a="http://schemas.openxmlformats.org/drawingml/2006/main" noGrp="1"/>
          </p:cNvSpPr>
          <p:nvPr/>
        </p:nvSpPr>
        <p:spPr>
          <a:xfrm xmlns:a="http://schemas.openxmlformats.org/drawingml/2006/main">
            <a:off x="609600" y="30099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정답 근거의 위치만 바꿔 비교</a:t>
            </a:r>
          </a:p>
        </p:txBody>
      </p:sp>
      <p:sp>
        <p:nvSpPr>
          <p:cNvPr id="12" name="앞">
            <a:extLst xmlns:a="http://schemas.openxmlformats.org/drawingml/2006/main">
              <a:ext uri="{FF2B5EF4-FFF2-40B4-BE49-F238E27FC236}">
                <a16:creationId xmlns:a16="http://schemas.microsoft.com/office/drawing/2014/main" id="{5F112F2D-540E-4261-80E0-DF97AC184552}"/>
              </a:ext>
            </a:extLst>
          </p:cNvPr>
          <p:cNvSpPr>
            <a:spLocks xmlns:a="http://schemas.openxmlformats.org/drawingml/2006/main" noGrp="1"/>
          </p:cNvSpPr>
          <p:nvPr/>
        </p:nvSpPr>
        <p:spPr>
          <a:xfrm xmlns:a="http://schemas.openxmlformats.org/drawingml/2006/main">
            <a:off x="609600" y="33242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앞</a:t>
            </a:r>
          </a:p>
        </p:txBody>
      </p:sp>
      <p:sp>
        <p:nvSpPr>
          <p:cNvPr id="13" name="">
            <a:extLst xmlns:a="http://schemas.openxmlformats.org/drawingml/2006/main">
              <a:ext uri="{FF2B5EF4-FFF2-40B4-BE49-F238E27FC236}">
                <a16:creationId xmlns:a16="http://schemas.microsoft.com/office/drawing/2014/main" id="{0E99CA70-F0D5-40B9-8140-F4582872C103}"/>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근거">
            <a:extLst xmlns:a="http://schemas.openxmlformats.org/drawingml/2006/main">
              <a:ext uri="{FF2B5EF4-FFF2-40B4-BE49-F238E27FC236}">
                <a16:creationId xmlns:a16="http://schemas.microsoft.com/office/drawing/2014/main" id="{5C353A6F-C49D-41AE-A4AC-BC6A756BE706}"/>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15" name="">
            <a:extLst xmlns:a="http://schemas.openxmlformats.org/drawingml/2006/main">
              <a:ext uri="{FF2B5EF4-FFF2-40B4-BE49-F238E27FC236}">
                <a16:creationId xmlns:a16="http://schemas.microsoft.com/office/drawing/2014/main" id="{A0D87515-6102-431A-88D8-D117846B49E0}"/>
              </a:ext>
            </a:extLst>
          </p:cNvPr>
          <p:cNvSpPr>
            <a:spLocks xmlns:a="http://schemas.openxmlformats.org/drawingml/2006/main" noGrp="1"/>
          </p:cNvSpPr>
          <p:nvPr/>
        </p:nvSpPr>
        <p:spPr>
          <a:xfrm xmlns:a="http://schemas.openxmlformats.org/drawingml/2006/main">
            <a:off x="21717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918EB323-41E6-4714-883B-E76D7B35115C}"/>
              </a:ext>
            </a:extLst>
          </p:cNvPr>
          <p:cNvSpPr>
            <a:spLocks xmlns:a="http://schemas.openxmlformats.org/drawingml/2006/main" noGrp="1"/>
          </p:cNvSpPr>
          <p:nvPr/>
        </p:nvSpPr>
        <p:spPr>
          <a:xfrm xmlns:a="http://schemas.openxmlformats.org/drawingml/2006/main">
            <a:off x="29908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84C4B3C7-27DB-4063-95D9-79006233C519}"/>
              </a:ext>
            </a:extLst>
          </p:cNvPr>
          <p:cNvSpPr>
            <a:spLocks xmlns:a="http://schemas.openxmlformats.org/drawingml/2006/main" noGrp="1"/>
          </p:cNvSpPr>
          <p:nvPr/>
        </p:nvSpPr>
        <p:spPr>
          <a:xfrm xmlns:a="http://schemas.openxmlformats.org/drawingml/2006/main">
            <a:off x="38100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A78D6ADB-A0B1-47A7-B906-8607F8627460}"/>
              </a:ext>
            </a:extLst>
          </p:cNvPr>
          <p:cNvSpPr>
            <a:spLocks xmlns:a="http://schemas.openxmlformats.org/drawingml/2006/main" noGrp="1"/>
          </p:cNvSpPr>
          <p:nvPr/>
        </p:nvSpPr>
        <p:spPr>
          <a:xfrm xmlns:a="http://schemas.openxmlformats.org/drawingml/2006/main">
            <a:off x="46291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중간">
            <a:extLst xmlns:a="http://schemas.openxmlformats.org/drawingml/2006/main">
              <a:ext uri="{FF2B5EF4-FFF2-40B4-BE49-F238E27FC236}">
                <a16:creationId xmlns:a16="http://schemas.microsoft.com/office/drawing/2014/main" id="{7F456059-CCAC-49F8-B409-FDE897014395}"/>
              </a:ext>
            </a:extLst>
          </p:cNvPr>
          <p:cNvSpPr>
            <a:spLocks xmlns:a="http://schemas.openxmlformats.org/drawingml/2006/main" noGrp="1"/>
          </p:cNvSpPr>
          <p:nvPr/>
        </p:nvSpPr>
        <p:spPr>
          <a:xfrm xmlns:a="http://schemas.openxmlformats.org/drawingml/2006/main">
            <a:off x="609600" y="360997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중간</a:t>
            </a:r>
          </a:p>
        </p:txBody>
      </p:sp>
      <p:sp>
        <p:nvSpPr>
          <p:cNvPr id="20" name="">
            <a:extLst xmlns:a="http://schemas.openxmlformats.org/drawingml/2006/main">
              <a:ext uri="{FF2B5EF4-FFF2-40B4-BE49-F238E27FC236}">
                <a16:creationId xmlns:a16="http://schemas.microsoft.com/office/drawing/2014/main" id="{A5F39B8B-74C5-49B1-9185-C4261F396724}"/>
              </a:ext>
            </a:extLst>
          </p:cNvPr>
          <p:cNvSpPr>
            <a:spLocks xmlns:a="http://schemas.openxmlformats.org/drawingml/2006/main" noGrp="1"/>
          </p:cNvSpPr>
          <p:nvPr/>
        </p:nvSpPr>
        <p:spPr>
          <a:xfrm xmlns:a="http://schemas.openxmlformats.org/drawingml/2006/main">
            <a:off x="13525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2AE4FB12-5D34-4BCD-B916-A286D0861ABD}"/>
              </a:ext>
            </a:extLst>
          </p:cNvPr>
          <p:cNvSpPr>
            <a:spLocks xmlns:a="http://schemas.openxmlformats.org/drawingml/2006/main" noGrp="1"/>
          </p:cNvSpPr>
          <p:nvPr/>
        </p:nvSpPr>
        <p:spPr>
          <a:xfrm xmlns:a="http://schemas.openxmlformats.org/drawingml/2006/main">
            <a:off x="21717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8435639A-3D66-40A8-86E3-7B5B2BD4B6FD}"/>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3" name="근거">
            <a:extLst xmlns:a="http://schemas.openxmlformats.org/drawingml/2006/main">
              <a:ext uri="{FF2B5EF4-FFF2-40B4-BE49-F238E27FC236}">
                <a16:creationId xmlns:a16="http://schemas.microsoft.com/office/drawing/2014/main" id="{D70747EE-4303-4DD4-9197-D14045263868}"/>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24" name="">
            <a:extLst xmlns:a="http://schemas.openxmlformats.org/drawingml/2006/main">
              <a:ext uri="{FF2B5EF4-FFF2-40B4-BE49-F238E27FC236}">
                <a16:creationId xmlns:a16="http://schemas.microsoft.com/office/drawing/2014/main" id="{CE558426-F125-4D6F-AA76-488776F1F3FF}"/>
              </a:ext>
            </a:extLst>
          </p:cNvPr>
          <p:cNvSpPr>
            <a:spLocks xmlns:a="http://schemas.openxmlformats.org/drawingml/2006/main" noGrp="1"/>
          </p:cNvSpPr>
          <p:nvPr/>
        </p:nvSpPr>
        <p:spPr>
          <a:xfrm xmlns:a="http://schemas.openxmlformats.org/drawingml/2006/main">
            <a:off x="38100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60089F6-288D-4322-96CA-DB4CD17EBBFB}"/>
              </a:ext>
            </a:extLst>
          </p:cNvPr>
          <p:cNvSpPr>
            <a:spLocks xmlns:a="http://schemas.openxmlformats.org/drawingml/2006/main" noGrp="1"/>
          </p:cNvSpPr>
          <p:nvPr/>
        </p:nvSpPr>
        <p:spPr>
          <a:xfrm xmlns:a="http://schemas.openxmlformats.org/drawingml/2006/main">
            <a:off x="46291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뒤">
            <a:extLst xmlns:a="http://schemas.openxmlformats.org/drawingml/2006/main">
              <a:ext uri="{FF2B5EF4-FFF2-40B4-BE49-F238E27FC236}">
                <a16:creationId xmlns:a16="http://schemas.microsoft.com/office/drawing/2014/main" id="{6F3DFE44-04D5-432F-B811-2AE4AB7FBDEF}"/>
              </a:ext>
            </a:extLst>
          </p:cNvPr>
          <p:cNvSpPr>
            <a:spLocks xmlns:a="http://schemas.openxmlformats.org/drawingml/2006/main" noGrp="1"/>
          </p:cNvSpPr>
          <p:nvPr/>
        </p:nvSpPr>
        <p:spPr>
          <a:xfrm xmlns:a="http://schemas.openxmlformats.org/drawingml/2006/main">
            <a:off x="609600" y="38957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뒤</a:t>
            </a:r>
          </a:p>
        </p:txBody>
      </p:sp>
      <p:sp>
        <p:nvSpPr>
          <p:cNvPr id="27" name="">
            <a:extLst xmlns:a="http://schemas.openxmlformats.org/drawingml/2006/main">
              <a:ext uri="{FF2B5EF4-FFF2-40B4-BE49-F238E27FC236}">
                <a16:creationId xmlns:a16="http://schemas.microsoft.com/office/drawing/2014/main" id="{D0985BA7-A529-44D6-8BF5-5D263DBB5A50}"/>
              </a:ext>
            </a:extLst>
          </p:cNvPr>
          <p:cNvSpPr>
            <a:spLocks xmlns:a="http://schemas.openxmlformats.org/drawingml/2006/main" noGrp="1"/>
          </p:cNvSpPr>
          <p:nvPr/>
        </p:nvSpPr>
        <p:spPr>
          <a:xfrm xmlns:a="http://schemas.openxmlformats.org/drawingml/2006/main">
            <a:off x="13525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1A0601F1-DD78-4AE0-BFCF-3143E879F689}"/>
              </a:ext>
            </a:extLst>
          </p:cNvPr>
          <p:cNvSpPr>
            <a:spLocks xmlns:a="http://schemas.openxmlformats.org/drawingml/2006/main" noGrp="1"/>
          </p:cNvSpPr>
          <p:nvPr/>
        </p:nvSpPr>
        <p:spPr>
          <a:xfrm xmlns:a="http://schemas.openxmlformats.org/drawingml/2006/main">
            <a:off x="21717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10AEDA9-8B60-49CA-A839-D89AA6FEC465}"/>
              </a:ext>
            </a:extLst>
          </p:cNvPr>
          <p:cNvSpPr>
            <a:spLocks xmlns:a="http://schemas.openxmlformats.org/drawingml/2006/main" noGrp="1"/>
          </p:cNvSpPr>
          <p:nvPr/>
        </p:nvSpPr>
        <p:spPr>
          <a:xfrm xmlns:a="http://schemas.openxmlformats.org/drawingml/2006/main">
            <a:off x="29908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
            <a:extLst xmlns:a="http://schemas.openxmlformats.org/drawingml/2006/main">
              <a:ext uri="{FF2B5EF4-FFF2-40B4-BE49-F238E27FC236}">
                <a16:creationId xmlns:a16="http://schemas.microsoft.com/office/drawing/2014/main" id="{EBAE00A8-59F4-4686-9691-9701D4F81586}"/>
              </a:ext>
            </a:extLst>
          </p:cNvPr>
          <p:cNvSpPr>
            <a:spLocks xmlns:a="http://schemas.openxmlformats.org/drawingml/2006/main" noGrp="1"/>
          </p:cNvSpPr>
          <p:nvPr/>
        </p:nvSpPr>
        <p:spPr>
          <a:xfrm xmlns:a="http://schemas.openxmlformats.org/drawingml/2006/main">
            <a:off x="38100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2759B82F-69F2-430A-9086-78367865687D}"/>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2" name="근거">
            <a:extLst xmlns:a="http://schemas.openxmlformats.org/drawingml/2006/main">
              <a:ext uri="{FF2B5EF4-FFF2-40B4-BE49-F238E27FC236}">
                <a16:creationId xmlns:a16="http://schemas.microsoft.com/office/drawing/2014/main" id="{47DD0E51-6165-474E-99EC-51903D0FE2BA}"/>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33" name="50개 저장소 · 설명에 맞는 함수 찾기&#10;주 평가: 코드 입력 16K 토큰">
            <a:extLst xmlns:a="http://schemas.openxmlformats.org/drawingml/2006/main">
              <a:ext uri="{FF2B5EF4-FFF2-40B4-BE49-F238E27FC236}">
                <a16:creationId xmlns:a16="http://schemas.microsoft.com/office/drawing/2014/main" id="{E2B13AB0-E9B1-447C-802E-E4E308DC3DE6}"/>
              </a:ext>
            </a:extLst>
          </p:cNvPr>
          <p:cNvSpPr>
            <a:spLocks xmlns:a="http://schemas.openxmlformats.org/drawingml/2006/main" noGrp="1"/>
          </p:cNvSpPr>
          <p:nvPr/>
        </p:nvSpPr>
        <p:spPr>
          <a:xfrm xmlns:a="http://schemas.openxmlformats.org/drawingml/2006/main">
            <a:off x="6705600" y="266700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50개 저장소 · 설명에 맞는 함수 찾기</a:t>
            </a:r>
          </a:p>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주 평가: 코드 입력 16K 토큰</a:t>
            </a:r>
          </a:p>
        </p:txBody>
      </p:sp>
      <p:sp>
        <p:nvSpPr>
          <p:cNvPr id="34" name="">
            <a:extLst xmlns:a="http://schemas.openxmlformats.org/drawingml/2006/main">
              <a:ext uri="{FF2B5EF4-FFF2-40B4-BE49-F238E27FC236}">
                <a16:creationId xmlns:a16="http://schemas.microsoft.com/office/drawing/2014/main" id="{D13790D9-8523-4D6F-BC8E-CFD061BACAD0}"/>
              </a:ext>
            </a:extLst>
          </p:cNvPr>
          <p:cNvSpPr>
            <a:spLocks xmlns:a="http://schemas.openxmlformats.org/drawingml/2006/main" noGrp="1"/>
          </p:cNvSpPr>
          <p:nvPr/>
        </p:nvSpPr>
        <p:spPr>
          <a:xfrm xmlns:a="http://schemas.openxmlformats.org/drawingml/2006/main">
            <a:off x="6705600" y="3295650"/>
            <a:ext cx="13906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5" name="기능 설명&#10;+ 코드 입력">
            <a:extLst xmlns:a="http://schemas.openxmlformats.org/drawingml/2006/main">
              <a:ext uri="{FF2B5EF4-FFF2-40B4-BE49-F238E27FC236}">
                <a16:creationId xmlns:a16="http://schemas.microsoft.com/office/drawing/2014/main" id="{343B4D43-1987-435E-938F-E07494B4C835}"/>
              </a:ext>
            </a:extLst>
          </p:cNvPr>
          <p:cNvSpPr>
            <a:spLocks xmlns:a="http://schemas.openxmlformats.org/drawingml/2006/main" noGrp="1"/>
          </p:cNvSpPr>
          <p:nvPr/>
        </p:nvSpPr>
        <p:spPr>
          <a:xfrm xmlns:a="http://schemas.openxmlformats.org/drawingml/2006/main">
            <a:off x="6781800" y="3419475"/>
            <a:ext cx="123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기능 설명</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 코드 입력</a:t>
            </a:r>
          </a:p>
        </p:txBody>
      </p:sp>
      <p:sp>
        <p:nvSpPr>
          <p:cNvPr id="36" name="">
            <a:extLst xmlns:a="http://schemas.openxmlformats.org/drawingml/2006/main">
              <a:ext uri="{FF2B5EF4-FFF2-40B4-BE49-F238E27FC236}">
                <a16:creationId xmlns:a16="http://schemas.microsoft.com/office/drawing/2014/main" id="{53B573FA-FB61-43E5-91D8-DB12A5A40C40}"/>
              </a:ext>
            </a:extLst>
          </p:cNvPr>
          <p:cNvSpPr>
            <a:spLocks xmlns:a="http://schemas.openxmlformats.org/drawingml/2006/main" noGrp="1"/>
          </p:cNvSpPr>
          <p:nvPr/>
        </p:nvSpPr>
        <p:spPr>
          <a:xfrm xmlns:a="http://schemas.openxmlformats.org/drawingml/2006/main">
            <a:off x="82296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74754C0C-FF1B-45A8-A74D-80BC8BA75719}"/>
              </a:ext>
            </a:extLst>
          </p:cNvPr>
          <p:cNvSpPr>
            <a:spLocks xmlns:a="http://schemas.openxmlformats.org/drawingml/2006/main" noGrp="1"/>
          </p:cNvSpPr>
          <p:nvPr/>
        </p:nvSpPr>
        <p:spPr>
          <a:xfrm xmlns:a="http://schemas.openxmlformats.org/drawingml/2006/main">
            <a:off x="8553450" y="3295650"/>
            <a:ext cx="1276350" cy="838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8" name="함수 코드&#10;반환">
            <a:extLst xmlns:a="http://schemas.openxmlformats.org/drawingml/2006/main">
              <a:ext uri="{FF2B5EF4-FFF2-40B4-BE49-F238E27FC236}">
                <a16:creationId xmlns:a16="http://schemas.microsoft.com/office/drawing/2014/main" id="{8111E09B-1490-4C5D-BF09-65AEF6F0D853}"/>
              </a:ext>
            </a:extLst>
          </p:cNvPr>
          <p:cNvSpPr>
            <a:spLocks xmlns:a="http://schemas.openxmlformats.org/drawingml/2006/main" noGrp="1"/>
          </p:cNvSpPr>
          <p:nvPr/>
        </p:nvSpPr>
        <p:spPr>
          <a:xfrm xmlns:a="http://schemas.openxmlformats.org/drawingml/2006/main">
            <a:off x="86106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함수 코드</a:t>
            </a:r>
          </a:p>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반환</a:t>
            </a:r>
          </a:p>
        </p:txBody>
      </p:sp>
      <p:sp>
        <p:nvSpPr>
          <p:cNvPr id="39" name="">
            <a:extLst xmlns:a="http://schemas.openxmlformats.org/drawingml/2006/main">
              <a:ext uri="{FF2B5EF4-FFF2-40B4-BE49-F238E27FC236}">
                <a16:creationId xmlns:a16="http://schemas.microsoft.com/office/drawing/2014/main" id="{9CE646CF-31AE-4639-82CC-3457285C6978}"/>
              </a:ext>
            </a:extLst>
          </p:cNvPr>
          <p:cNvSpPr>
            <a:spLocks xmlns:a="http://schemas.openxmlformats.org/drawingml/2006/main" noGrp="1"/>
          </p:cNvSpPr>
          <p:nvPr/>
        </p:nvSpPr>
        <p:spPr>
          <a:xfrm xmlns:a="http://schemas.openxmlformats.org/drawingml/2006/main">
            <a:off x="99822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6FCB3DB9-0AD4-4262-8D56-724BD450913C}"/>
              </a:ext>
            </a:extLst>
          </p:cNvPr>
          <p:cNvSpPr>
            <a:spLocks xmlns:a="http://schemas.openxmlformats.org/drawingml/2006/main" noGrp="1"/>
          </p:cNvSpPr>
          <p:nvPr/>
        </p:nvSpPr>
        <p:spPr>
          <a:xfrm xmlns:a="http://schemas.openxmlformats.org/drawingml/2006/main">
            <a:off x="10306050" y="3295650"/>
            <a:ext cx="12763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41" name="정답 함수와&#10;유사도 비교">
            <a:extLst xmlns:a="http://schemas.openxmlformats.org/drawingml/2006/main">
              <a:ext uri="{FF2B5EF4-FFF2-40B4-BE49-F238E27FC236}">
                <a16:creationId xmlns:a16="http://schemas.microsoft.com/office/drawing/2014/main" id="{21E1633B-807C-4773-B574-5475B32E0299}"/>
              </a:ext>
            </a:extLst>
          </p:cNvPr>
          <p:cNvSpPr>
            <a:spLocks xmlns:a="http://schemas.openxmlformats.org/drawingml/2006/main" noGrp="1"/>
          </p:cNvSpPr>
          <p:nvPr/>
        </p:nvSpPr>
        <p:spPr>
          <a:xfrm xmlns:a="http://schemas.openxmlformats.org/drawingml/2006/main">
            <a:off x="103632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정답 함수와</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유사도 비교</a:t>
            </a:r>
          </a:p>
        </p:txBody>
      </p:sp>
      <p:sp>
        <p:nvSpPr>
          <p:cNvPr id="42" name="일부 당시 모델·과제에서&#10;중간 근거에 대한 정답률 저하">
            <a:extLst xmlns:a="http://schemas.openxmlformats.org/drawingml/2006/main">
              <a:ext uri="{FF2B5EF4-FFF2-40B4-BE49-F238E27FC236}">
                <a16:creationId xmlns:a16="http://schemas.microsoft.com/office/drawing/2014/main" id="{729C7067-3853-483A-A8A1-89F989A98C47}"/>
              </a:ext>
            </a:extLst>
          </p:cNvPr>
          <p:cNvSpPr>
            <a:spLocks xmlns:a="http://schemas.openxmlformats.org/drawingml/2006/main" noGrp="1"/>
          </p:cNvSpPr>
          <p:nvPr/>
        </p:nvSpPr>
        <p:spPr>
          <a:xfrm xmlns:a="http://schemas.openxmlformats.org/drawingml/2006/main">
            <a:off x="609600" y="4267200"/>
            <a:ext cx="523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일부 당시 모델·과제에서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중간 근거에 대한 정답률 저하</a:t>
            </a:r>
          </a:p>
        </p:txBody>
      </p:sp>
      <p:sp>
        <p:nvSpPr>
          <p:cNvPr id="43" name="모델·언어별로&#10;함수 찾기 성능이 달랐음">
            <a:extLst xmlns:a="http://schemas.openxmlformats.org/drawingml/2006/main">
              <a:ext uri="{FF2B5EF4-FFF2-40B4-BE49-F238E27FC236}">
                <a16:creationId xmlns:a16="http://schemas.microsoft.com/office/drawing/2014/main" id="{4B905D2B-E510-4814-9EF9-7CCC4A0CEFBF}"/>
              </a:ext>
            </a:extLst>
          </p:cNvPr>
          <p:cNvSpPr>
            <a:spLocks xmlns:a="http://schemas.openxmlformats.org/drawingml/2006/main" noGrp="1"/>
          </p:cNvSpPr>
          <p:nvPr/>
        </p:nvSpPr>
        <p:spPr>
          <a:xfrm xmlns:a="http://schemas.openxmlformats.org/drawingml/2006/main">
            <a:off x="6705600" y="4267200"/>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모델·언어별로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함수 찾기 성능이 달랐음</a:t>
            </a:r>
          </a:p>
        </p:txBody>
      </p:sp>
      <p:sp>
        <p:nvSpPr>
          <p:cNvPr id="44" name="">
            <a:extLst xmlns:a="http://schemas.openxmlformats.org/drawingml/2006/main">
              <a:ext uri="{FF2B5EF4-FFF2-40B4-BE49-F238E27FC236}">
                <a16:creationId xmlns:a16="http://schemas.microsoft.com/office/drawing/2014/main" id="{CC8EF298-9EB1-4486-82B3-F593B6ABF249}"/>
              </a:ext>
            </a:extLst>
          </p:cNvPr>
          <p:cNvSpPr>
            <a:spLocks xmlns:a="http://schemas.openxmlformats.org/drawingml/2006/main" noGrp="1"/>
          </p:cNvSpPr>
          <p:nvPr/>
        </p:nvSpPr>
        <p:spPr>
          <a:xfrm xmlns:a="http://schemas.openxmlformats.org/drawingml/2006/main">
            <a:off x="609600" y="4962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5" name="업무에 적용할 질문">
            <a:extLst xmlns:a="http://schemas.openxmlformats.org/drawingml/2006/main">
              <a:ext uri="{FF2B5EF4-FFF2-40B4-BE49-F238E27FC236}">
                <a16:creationId xmlns:a16="http://schemas.microsoft.com/office/drawing/2014/main" id="{AED05582-70CF-4BAB-9DD8-8C6DC6223E04}"/>
              </a:ext>
            </a:extLst>
          </p:cNvPr>
          <p:cNvSpPr>
            <a:spLocks xmlns:a="http://schemas.openxmlformats.org/drawingml/2006/main" noGrp="1"/>
          </p:cNvSpPr>
          <p:nvPr/>
        </p:nvSpPr>
        <p:spPr>
          <a:xfrm xmlns:a="http://schemas.openxmlformats.org/drawingml/2006/main">
            <a:off x="609600" y="503872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업무에 적용할 질문</a:t>
            </a:r>
          </a:p>
        </p:txBody>
      </p:sp>
      <p:sp>
        <p:nvSpPr>
          <p:cNvPr id="46" name="필요한 근거를 실제로 찾아 활용했는지 작업별로 확인">
            <a:extLst xmlns:a="http://schemas.openxmlformats.org/drawingml/2006/main">
              <a:ext uri="{FF2B5EF4-FFF2-40B4-BE49-F238E27FC236}">
                <a16:creationId xmlns:a16="http://schemas.microsoft.com/office/drawing/2014/main" id="{6353473D-552C-405C-9AE5-CFB31FD84AD2}"/>
              </a:ext>
            </a:extLst>
          </p:cNvPr>
          <p:cNvSpPr>
            <a:spLocks xmlns:a="http://schemas.openxmlformats.org/drawingml/2006/main" noGrp="1"/>
          </p:cNvSpPr>
          <p:nvPr/>
        </p:nvSpPr>
        <p:spPr>
          <a:xfrm xmlns:a="http://schemas.openxmlformats.org/drawingml/2006/main">
            <a:off x="3048000" y="5038725"/>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필요한 근거를 실제로 찾아 활용했는지 작업별로 확인</a:t>
            </a:r>
          </a:p>
        </p:txBody>
      </p:sp>
      <p:sp>
        <p:nvSpPr>
          <p:cNvPr id="47" name="이 연구만으론 미입증">
            <a:extLst xmlns:a="http://schemas.openxmlformats.org/drawingml/2006/main">
              <a:ext uri="{FF2B5EF4-FFF2-40B4-BE49-F238E27FC236}">
                <a16:creationId xmlns:a16="http://schemas.microsoft.com/office/drawing/2014/main" id="{808A1D2A-7959-4372-9D8F-42B0F43C606B}"/>
              </a:ext>
            </a:extLst>
          </p:cNvPr>
          <p:cNvSpPr>
            <a:spLocks xmlns:a="http://schemas.openxmlformats.org/drawingml/2006/main" noGrp="1"/>
          </p:cNvSpPr>
          <p:nvPr/>
        </p:nvSpPr>
        <p:spPr>
          <a:xfrm xmlns:a="http://schemas.openxmlformats.org/drawingml/2006/main">
            <a:off x="609600" y="539115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이 연구만으론 미입증</a:t>
            </a:r>
          </a:p>
        </p:txBody>
      </p:sp>
      <p:sp>
        <p:nvSpPr>
          <p:cNvPr id="48" name="현재 Codex의 실패율·보편 한계·Routing 개선 효과">
            <a:extLst xmlns:a="http://schemas.openxmlformats.org/drawingml/2006/main">
              <a:ext uri="{FF2B5EF4-FFF2-40B4-BE49-F238E27FC236}">
                <a16:creationId xmlns:a16="http://schemas.microsoft.com/office/drawing/2014/main" id="{EEDAB50E-60DD-40DC-A723-3D68FC026999}"/>
              </a:ext>
            </a:extLst>
          </p:cNvPr>
          <p:cNvSpPr>
            <a:spLocks xmlns:a="http://schemas.openxmlformats.org/drawingml/2006/main" noGrp="1"/>
          </p:cNvSpPr>
          <p:nvPr/>
        </p:nvSpPr>
        <p:spPr>
          <a:xfrm xmlns:a="http://schemas.openxmlformats.org/drawingml/2006/main">
            <a:off x="3048000" y="5391150"/>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Codex의 실패율·보편 한계·Routing 개선 효과</a:t>
            </a:r>
          </a:p>
        </p:txBody>
      </p:sp>
      <p:sp>
        <p:nvSpPr>
          <p:cNvPr id="49" name="Legacy module connection">
            <a:extLst xmlns:a="http://schemas.openxmlformats.org/drawingml/2006/main">
              <a:ext uri="{FF2B5EF4-FFF2-40B4-BE49-F238E27FC236}">
                <a16:creationId xmlns:a16="http://schemas.microsoft.com/office/drawing/2014/main" id="{FD2CC4B2-486A-4561-8AA8-6307C69AEF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65005690"/>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B8A9412F-1DC6-460D-A98B-20FC739A76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4315A8A2-AC25-44DA-A376-5E728C73A6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5FB66FB5-ECCC-400A-9E75-37684D5ABC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69B438DB-E9C4-451B-A174-1404BDE9AE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643783C1-F9D7-406D-871D-653CFEF217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564DDE83-E030-434A-A075-649BC0A158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4F3E230F-C262-4525-9B99-8D21DD637540}"/>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28586DA2-2325-4631-BD9A-688D26DC44DE}"/>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1C2B181A-7B04-436D-B9AC-F6F320913B48}"/>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38679AA0-591A-496F-AAB2-BDE2EEF2BBE8}"/>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D9264437-C5F0-4F8A-A16A-26CE98EA6F7F}"/>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2C6EAD9-69C3-4FB8-B6C7-426C6A274D4E}"/>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79BAB4AC-230E-4262-9FBC-C10C78EEB6ED}"/>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8EBE11C8-CD8A-440E-81FA-034C3A12BCD1}"/>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43EA208B-88F7-4091-88DF-3AD411AFDC2A}"/>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DB8C264-4001-4DE3-B03A-97F573E3F92A}"/>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204E648B-A19A-40AC-B1B8-438A326C2E12}"/>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B4B57C35-4728-4B07-AF79-4FCCEBD769CF}"/>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63C6707E-82F3-4288-BD9C-81C2B18870E5}"/>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A31426A7-5E65-40B2-A54E-11D143DB44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9132810"/>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0E7FDD3B-BF2A-49D0-85AD-8E7BADF68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43B974F7-6245-47A3-BF2B-0430F62E42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6757BC54-8CBA-4580-B1EF-904BF800C9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C15D47CF-91F8-4670-96F6-B157C52712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22AE8BEC-63D7-4780-8F92-A34362DE35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7CE47409-5B4B-41B9-A0AC-AC8794A6E6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D64338D9-90F0-43B3-9704-53E328112723}"/>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B66ACC98-D464-470F-95BE-B22AFE7A69C3}"/>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9EFB18CA-7F77-41F6-8453-E9EEB10C9EB4}"/>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9D74924D-43BB-43D3-A654-D59EE57202CB}"/>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B4A71B03-8F62-4620-839D-40AD9418C009}"/>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4951AEBD-D24F-43D5-A510-C83CEA841AA5}"/>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DC419ABC-31A0-4111-A936-CA6AB55CB0CF}"/>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FF80BA1C-227E-4345-BEC1-3D12A3F50013}"/>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93305745-9AC7-4E60-BE8E-6A52E0F519B8}"/>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3249D828-F8D5-4C1C-BE85-57CF96D59B6F}"/>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9B541606-3860-4EE6-A1A3-E99321CB684C}"/>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9B49983A-B791-44E8-8A0A-7882B323A3ED}"/>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37F96B6D-80B0-4C63-8150-4FAB1F698385}"/>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EEF6C0F8-23A8-46B2-8330-2E4EBAC76FFC}"/>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5536E063-287E-4825-BFB8-B3640D220C01}"/>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A8AB4174-9C75-429F-90C9-55440CB2DC0A}"/>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67EFF8EC-FCFE-4B64-B430-01C058485A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60864882"/>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3E498CFF-042D-4812-8AC8-2D4F688399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0AA8EE6D-C736-471E-B784-E02284FF0D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95A242F4-ECF6-4E62-B031-0FF20EDBB2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F1C02B56-CDCF-48F7-AC0F-C6828A46CF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3E293241-2EAA-4551-BFB7-BD8B653A84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A9829433-2C23-45D7-9CB7-69E8F6D34C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62C8EDF9-56D9-477B-A9A9-DE71145BD043}"/>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AD35D4B1-4954-4328-AA3A-CB6E37EA0ABD}"/>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FEB449FD-A36B-4A80-BBFE-09C9C715855F}"/>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6EBC77A2-DF08-4B86-B000-E2CAA8C606A5}"/>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6C7E43E0-7BC7-4266-A300-305677045BDB}"/>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DECA78B3-A92A-4986-9D54-77ABF4EE5B34}"/>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E153106A-6CA2-4EBA-BA87-762A9B853E67}"/>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B1847AF8-0AFF-4035-A30A-D2D351BA4748}"/>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AFFB2F5B-1168-4D9B-BFF8-05ED88319FE1}"/>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AE428045-5786-4025-9C1D-AF2D82787F6E}"/>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D32CDE71-9DF4-49E6-86E7-10790412D241}"/>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0BE0B32E-C5AF-42B1-B955-8B29E918C75C}"/>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289106D3-3011-4D59-A702-6ECDD383094E}"/>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E9A01763-BE4F-462A-80DE-9ED6C937325E}"/>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A62FE615-4ABD-40D4-AB51-7B342569C5FF}"/>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07E91FEE-7728-4928-B82D-1A7FFA349B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26882318"/>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197E03F6-B06E-4D25-B788-359E1FBDDF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373C56DC-B678-499B-A9D6-DC3F1F60F0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EA117EC5-A5D3-4214-AB14-CF419F0B4F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351C0E88-2D32-4047-BA61-AC5E573152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9EF83F36-21C7-45D0-8B6E-1BD627BA0A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861A12E9-7A78-4BC4-9652-9C0D684CF9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2338C546-8758-4D7F-8C37-DAF811492717}"/>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EDE98018-EAF9-4B90-8B30-966F4426EDE8}"/>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F9196EAB-9DAF-4EB6-A454-A0A9A11DCF15}"/>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DFC209A0-86E1-47B9-BC49-651A29543883}"/>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1E84F66B-4B3F-4ABB-B79A-A2216743C92D}"/>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6419EA9F-DCD5-42AA-A5ED-2FE255891E50}"/>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892EEA6A-8FF9-48C0-B1C8-45B33180B1A8}"/>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EFA4F3E5-1900-4529-946B-F6A0FF8E6C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8230226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BCFE47CD-C17A-41CA-8EDE-2688A0BC71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A9F9FED8-280A-4FC0-8AE3-2903F29C52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9B31A71E-093F-4789-B86C-9481C0AE84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C148B0B2-C4E3-409F-A7B9-EBB3F3D70E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EE2F69A0-26A7-4836-B58B-EFFAF9B062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09E1B49A-DD60-440C-A8F7-A5F2042DD7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D05CA2E8-58F9-4BFD-AAB5-63A626197461}"/>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A7E42890-3643-4739-A5E5-670EFF9F3C94}"/>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164C563D-5A5F-4CA1-9FE5-91DD47646F70}"/>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E3A18454-5C7F-481C-8BC8-409599DFC032}"/>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34B68702-44B5-4A1D-B26F-5CD287FADAA6}"/>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C47F7724-DDCD-4552-97AC-B1DBC29E1C69}"/>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0338B426-8CF8-4BDC-9C7E-80D63A36663E}"/>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B7066D2F-B03F-45DC-867A-3655ACA5D453}"/>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61B47B30-8399-408F-923A-CDB6175F66FA}"/>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E5984649-318A-4283-BFE3-1F440CFCCD19}"/>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E0800AE0-1863-43FD-9FA6-3C19EF99EE9E}"/>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10567B5C-E9BA-454F-961A-9F157896E205}"/>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0736D90E-B4A0-4B60-9F85-E4F59145EC49}"/>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C54FCF5E-3635-42B1-BAE3-9118C7216EC8}"/>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292C4E58-3EC6-433E-B243-5310866A423B}"/>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6CE64CC2-6ABD-4994-BC2C-0393DCDA9991}"/>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8D4DD4FB-90A0-42D3-A254-5B247F14CC10}"/>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305EB335-ECFD-44A4-A355-CA2B1F0BD0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73778914"/>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107108F7-A3EE-4DC8-BDC1-7580D5FAB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01269D06-EE2F-4855-AA67-661F19CB5F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13402988-ADC3-43CD-8214-6C2A2195D1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8163F907-8F5C-4ECA-9DA7-CBB76A0F40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BD110CE9-A20E-40AC-BC63-562FC3D7EB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AE01DD52-6917-4D8F-A864-28E2CFD702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71008592-8FB7-4D7E-ACAC-46E40B928333}"/>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BED66F3B-87E7-4169-8853-26957CA6A73F}"/>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75BF2847-1178-4652-9EBD-701BD5F4681D}"/>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D79FA886-918F-488C-999E-090EE171097C}"/>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208121D2-291E-4F15-ADD4-55AA042C98AA}"/>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01318D7B-870E-4D8F-8DF1-D474AE956A85}"/>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82B8F190-36D1-42F3-8243-4F92B6676F1C}"/>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5B3CCF5E-798C-4C09-A207-9AAC233291B5}"/>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29973D83-E512-4F71-8ADA-0CA850B535C7}"/>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72DBB541-52F7-49D6-BFE2-55935380D012}"/>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145E6EA2-59C9-421A-97A5-6AEDD3D25DD6}"/>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C7E69E49-07A5-4FFF-96DF-705EFFE02210}"/>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989603D4-2BE6-4A98-A6BF-129E3418FF32}"/>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90FF7359-E67C-4B12-9575-AB8355F24D93}"/>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96F90C78-AE81-458A-B9F2-0F31436CCCD4}"/>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EDB8D7DC-F87F-4A9C-AFF8-8CF1C3B9B851}"/>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5BBD9060-7230-4712-B581-5CF790F739FF}"/>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0D51E22D-63B3-4E9F-B388-B89E84AE76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9560896"/>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5D966611-FC85-48B2-A366-48337F66E9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BD190E89-4AAC-4FA8-9C43-D56EA7C0AE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6E12F7EA-1BDD-4B7D-88C4-DA736005B5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BB76B42F-0ED2-41AA-B66F-4387560CDB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C845E2BC-F078-4262-B8D2-9912DA810C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C703FBCB-196E-4B36-A393-836340C675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0F126236-0252-4206-B072-354482473C59}"/>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9B6E5DEF-E9B1-40DB-A261-7B912E567622}"/>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45B24185-EF10-46C3-8102-F794D2017B78}"/>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63EEE1EF-9BCF-4F02-901E-7AE555CC54DA}"/>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4323D204-D9EA-4DCB-AC0D-3BB5D1FE92B3}"/>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5DFFB47F-1528-4235-B320-AFBC36D63B8D}"/>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E200DA97-B436-47B0-8057-F4C35FB72B44}"/>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6FCF28AA-C294-440E-843C-8047736428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1108267"/>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0950A63A-66D1-4920-A3A0-706242639C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356A06CD-9DF2-475D-B9FD-53F870685B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14BFEC3B-8AF8-4F15-9A66-5F43CA83C58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966474F6-F8F8-435D-9771-6E8A4A0CD1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19CBA5EC-2A3D-4553-954B-70494C8957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EA335001-6098-4869-A2DE-E2C459E8D8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795D67BA-3C82-4083-8413-EE30B468AB9B}"/>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50FD238C-F288-47E6-A95F-E9A8EF41A482}"/>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56021FFF-07B8-4429-98B8-3E62FDD30D59}"/>
              </a:ext>
            </a:extLst>
          </p:cNvPr>
          <p:cNvPicPr>
            <a:picLocks xmlns:a="http://schemas.openxmlformats.org/drawingml/2006/main" noChangeAspect="1"/>
          </p:cNvPicPr>
          <p:nvPr/>
        </p:nvPicPr>
        <p:blipFill>
          <a:blip xmlns:r="http://schemas.openxmlformats.org/officeDocument/2006/relationships" xmlns:a="http://schemas.openxmlformats.org/drawingml/2006/main" r:embed="R35fa5694ad074798"/>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65CF3AC5-C5CB-45D2-8209-4C7643ACF86E}"/>
              </a:ext>
            </a:extLst>
          </p:cNvPr>
          <p:cNvPicPr>
            <a:picLocks xmlns:a="http://schemas.openxmlformats.org/drawingml/2006/main" noChangeAspect="1"/>
          </p:cNvPicPr>
          <p:nvPr/>
        </p:nvPicPr>
        <p:blipFill>
          <a:blip xmlns:r="http://schemas.openxmlformats.org/officeDocument/2006/relationships" xmlns:a="http://schemas.openxmlformats.org/drawingml/2006/main" r:embed="R1135936743a34260"/>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A85C4EE5-9DE6-4F37-816A-5082342BAC0A}"/>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095313F1-1682-4179-904C-652C35C36A73}"/>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E772CEBF-5483-4000-BEE2-4B66E579BB43}"/>
              </a:ext>
            </a:extLst>
          </p:cNvPr>
          <p:cNvPicPr>
            <a:picLocks xmlns:a="http://schemas.openxmlformats.org/drawingml/2006/main" noChangeAspect="1"/>
          </p:cNvPicPr>
          <p:nvPr/>
        </p:nvPicPr>
        <p:blipFill>
          <a:blip xmlns:r="http://schemas.openxmlformats.org/officeDocument/2006/relationships" xmlns:a="http://schemas.openxmlformats.org/drawingml/2006/main" r:embed="Rfe2aaca12b3e48a0"/>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4B16FB67-D7C1-4F0C-84A3-C632D60B17AB}"/>
              </a:ext>
            </a:extLst>
          </p:cNvPr>
          <p:cNvPicPr>
            <a:picLocks xmlns:a="http://schemas.openxmlformats.org/drawingml/2006/main" noChangeAspect="1"/>
          </p:cNvPicPr>
          <p:nvPr/>
        </p:nvPicPr>
        <p:blipFill>
          <a:blip xmlns:r="http://schemas.openxmlformats.org/officeDocument/2006/relationships" xmlns:a="http://schemas.openxmlformats.org/drawingml/2006/main" r:embed="R9336b2fc01824ebf"/>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3025EC9C-4228-4FCE-A437-D5F878157ED2}"/>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A19CCC06-2D5D-48D3-9551-0719EB70ECD0}"/>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8F8C0E2D-3697-4B9C-9071-A2FDDABBBAF6}"/>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40B73C6D-45B1-4591-8CA6-969127B2E1E8}"/>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3E35E3EF-37D3-48D2-9070-3728016CA555}"/>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402A3B53-E72C-4022-9D0B-18B863035604}"/>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B99FCC55-3CC2-4487-8EA5-0D0527A35DF4}"/>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94F2A960-6DF7-4D69-9C4F-973E9FAC2D3E}"/>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A5330905-A10B-4367-8180-5F54B7BEAB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769690536"/>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A0C7F847-7D33-4DFE-9286-21A0D85D4E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901D2260-10F8-4549-8E91-1C36D1F371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448F3EDA-29B3-4006-A6AC-DA1AEF9B4F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80842409-FD4E-4EE9-B636-83E30A7324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E634415F-1B7E-4986-AB6B-45CC56D418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E8A2192E-D9B4-4786-937E-7D8D64EE1F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998FAD2F-309C-4391-BCE2-AF1CF9279D83}"/>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454E7378-8BC4-4EAB-9232-24F83839F7C2}"/>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B36C876A-9DF6-477C-8011-D595C4E19B7C}"/>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B15DDF3-413C-4D22-AD30-E1D032272D5F}"/>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7C05CFAE-5361-4FCF-AEE2-A29B9710A81C}"/>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DA0C6DB0-C6AA-49D6-A73F-CC3BEB8B7734}"/>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E6079B3D-5E52-49B6-B1EF-1126E427AF24}"/>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6FA35269-CBE2-4682-AC77-1971F621AF17}"/>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D5E6C133-4EDC-4DB8-86ED-124AE9FBBB1C}"/>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FF94A168-09D6-4163-8A70-6906A992CF78}"/>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79462C32-8DE2-47AF-AE9C-BA6397010AB4}"/>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1C287631-2F5D-423A-A9CD-F6E28CD88D37}"/>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CDE9D9BB-D850-4AAD-8F54-067BCEDBE0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4855128"/>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8DFB6762-529D-4CC0-84EE-293DC71B35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FBBCAFF0-D8F7-4A24-9DE6-1534FE7A70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82D878A4-7C26-40FC-9997-62820D33BF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26FAA9FE-D947-471D-87A8-45DA6121AE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244EB83F-E1E0-470A-9916-B864101D45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C3620C5D-FD61-481F-AC05-C36FC2473F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F2337D26-B054-4704-9A4F-99D451897A8E}"/>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436BF2B4-999E-4DD6-B6E8-0D661D9F2AD4}"/>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DE615383-88D2-45F9-9EA2-EE8DD84B7E55}"/>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70347DF6-7569-4D75-ACDD-654D0D578DEE}"/>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1BA55A2B-6945-4F0E-958F-715FF1578664}"/>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A4EFD115-FB5D-493A-A8CC-338EA70AF730}"/>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053F6CA8-AAE0-4AF0-91BA-5BD616DC4480}"/>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B5245310-612B-46CE-9F4A-618FCC578304}"/>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915F0DCA-9DBD-4C31-ADDA-BDA934A84A78}"/>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079A8D19-18D5-47E5-91EF-624D28F7AFFA}"/>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E4EE04C0-51F3-4F7B-8B7D-7EA308807C38}"/>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2B2A5509-5D8A-43B6-B080-A2B38723DF4F}"/>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3F7D2BB7-37D9-46F7-8EF5-088C7ABBF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34610595"/>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BC1D8189-C9CE-4E7D-A6F3-131779994B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921FF382-25F5-4296-94EB-CD5E3841A8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9427D937-733D-45CE-A4B6-2FB45D4EB7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790578E5-A39F-4C7B-8E1C-440BDA3F3C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D78CAAEC-0AF2-43A8-8FF3-72D8D11C33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774FBA60-D732-424E-8612-352D3DEE06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77D82D5C-4B3F-4433-A95D-E62CF057B9BF}"/>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E3BF3E13-9B22-4E79-B49D-357501DEEA15}"/>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0A4C1A47-E161-4C3B-A203-BFB31BE17637}"/>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C0FBFD84-0AE8-497A-BF95-6E2F7DC309A1}"/>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4FFA7A24-09B4-46C1-8C23-48F3A6053C65}"/>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6C24C0BA-FC7D-4E5E-ADAB-BC4E332A1301}"/>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3A93BAAA-1234-487A-BFA7-1734F068C4F2}"/>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D28B06ED-C38E-4DF0-9B38-228FB8598958}"/>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B763BAFD-688C-441D-B577-50FCB418962D}"/>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29003945-003C-4C6F-AAA7-EAB4D75AE6B6}"/>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DC781EB9-F812-439D-991F-F23F0228517B}"/>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5481A842-6FB1-4B56-B4F3-870D038B1B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75934246"/>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EB497C7E-9C10-438F-A7F0-21C8F300E1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214738EC-E6B6-4912-AD4B-A8EC81E370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199422D8-0F1B-4ADB-AA57-DA17044B54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9A895B48-061F-4DE5-9923-A791D051F0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3A97C196-D0C9-4CEC-93D4-84A98C65EF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E6799139-8D45-4769-9783-8C496650BC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57FE9293-7CE1-49E4-BA49-05214A797AD7}"/>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C58513D0-4E2F-44EB-9510-91B35E6E1A5D}"/>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3E9D28E8-9217-4E62-81F7-451F7D22C477}"/>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8A227020-7331-468C-868C-60CF587B9C19}"/>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7C9F2D15-6E7E-45B6-93FC-B8B225CE7B71}"/>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FBD70C8F-FBBF-4C58-B37C-84CD9BDAB40A}"/>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73B494F7-0682-4DAF-A1DA-197CC8364EE0}"/>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60CEE527-DCCE-4AB3-B267-C9755912C452}"/>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0BC27B1C-E8DC-4576-96C4-74BE44FA1B07}"/>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EEC62126-B75B-47B1-BFEF-2D6F569F8D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46812438"/>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A4ACC12A-392B-4723-A11C-62D7E732EB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6988FF42-8AB4-4447-AE04-A2BB8A4A6A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8A89B633-43CC-4868-93CC-59F299F222D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24015C11-FAAC-46A1-B5C1-A9F509AD5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1C0B69E8-DC17-4DA6-A940-42B8774684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CA217048-3CB3-49E3-B1E8-010F558F0F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C33B064B-7364-458C-8734-709223077DE8}"/>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5FCD9F89-6F15-4CA3-90D5-9FF139776AC1}"/>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AAE6D241-C30D-4DCC-9A3E-57A939C3F4F3}"/>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B167CB9-B641-4C06-B4E8-1FAFD40AA0EF}"/>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23AC3174-E0F5-47CB-B78C-F237646547D0}"/>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76890DB4-82D3-4803-9C1B-1F5B498DAB50}"/>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0E2DA1DF-F176-4670-BF35-C1582371799A}"/>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C25053A0-2E8F-403B-8034-FB09CFE01659}"/>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2EE3F606-8788-4609-835C-C55FE140575F}"/>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F55B3DD6-37AD-4F84-AD57-FB6DB2C6572D}"/>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D9498E68-60A5-4601-943A-62924D4E4361}"/>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96A4E84A-8620-4024-AF9A-D5FDF4C5DA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95613942"/>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97118380-5F09-4E9F-9B86-78EB673196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54C5FB30-3599-4819-9F64-BB72ADE6D3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F1FA840B-1F35-4BFC-9F08-10FDB3B07F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3532A2E1-5FAD-49D4-9FA2-389D2961F7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119B2A8C-FEB0-4B1D-9B32-5E4A6CCA0D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07866ACA-368E-4D00-9218-3965D40849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F901AFEA-9ACF-4A9C-80B1-2745A0BA58BF}"/>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6F1CD9EE-481C-49EF-8300-0799E89B7FD1}"/>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476A26B6-ECD4-4072-9560-1DC873662C81}"/>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EDE48AF4-D8D5-4EA9-A186-3AEA47EF01A0}"/>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5B0AAB72-F96B-42A9-B204-BF93E6295B15}"/>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C45E2B86-B0D1-488F-B174-E76FA7299B20}"/>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FA72BE73-41DD-4271-99AA-9442C06A20A1}"/>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A0FBF4FE-0950-405A-95FB-56CA6529326D}"/>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6054A422-1813-4D5B-BA24-8C2B67256055}"/>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F1357365-019D-4E44-8593-127CEB0E41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423547405"/>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F33EFE38-AB1A-4F61-A28A-75B9E14737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609DA8C3-921E-4D66-9A19-3DA7E0F403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A7F97605-4DAD-429B-A410-98839CA96B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A7F56529-4646-468E-BAD9-0260DFE58D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A903EB46-6CEC-44F8-ACF6-7C7D9AA339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E06EAC5D-7684-4222-ABB6-145CA26EAF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CE6E1174-E284-4481-B6C8-2D841B4C9389}"/>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AF63942D-EC59-4690-BFE2-811981F000FB}"/>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D4E31F3F-6491-4585-8D26-51213B4CE26B}"/>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DACF1F03-05E5-4A0E-8658-A565AB817032}"/>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C2598A65-4885-45B8-A3F7-EAAB2EEE7591}"/>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154685F7-EA75-4A52-A6E3-5A90632B9A2E}"/>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E584A9DE-5ED1-43DC-8A09-88F0811755C7}"/>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E3916577-D92B-410C-88E9-B6A0F04AE8E2}"/>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EE9E3923-35E3-4E69-A690-6A9E7FADB3E3}"/>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3B36FB05-ED30-4055-A91E-A6BB3937ECF6}"/>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3133B924-48FB-4A17-A476-DE22432CA818}"/>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1CC07ED5-149A-438A-A45E-8A36DE8A07DF}"/>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707D6494-FD54-46D8-BC78-4C52B643F5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031113565"/>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9D9BB4D3-B1F6-400D-A783-B2B0FCD5F6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6CD0EEFA-4FA5-4AEF-8E2F-CABFCBBD1B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7D16F677-4F84-4142-9126-51F3ECF11C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75625C54-CD59-4518-AA97-4F4E297B11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FB3C1F3E-3660-4A49-9EFF-B1ECD775D0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73FC4518-7B50-4C3B-8EFA-BA745A4F5D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34284E3E-F8EE-49F3-A65A-8184822AD3B2}"/>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7A684E2F-26D3-4222-9229-E359783889DE}"/>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6C940EBC-2F7D-4D31-BC2D-8E6F073D8E04}"/>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7C905EA6-B9DA-4CB9-AC5F-876B8853012A}"/>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383b415d30df435d"/>
          </a:graphicData>
        </a:graphic>
      </p:graphicFrame>
      <p:sp>
        <p:nvSpPr>
          <p:cNvPr id="11" name="">
            <a:extLst xmlns:a="http://schemas.openxmlformats.org/drawingml/2006/main">
              <a:ext uri="{FF2B5EF4-FFF2-40B4-BE49-F238E27FC236}">
                <a16:creationId xmlns:a16="http://schemas.microsoft.com/office/drawing/2014/main" id="{9CFEB632-FF3D-48C3-BFB6-5B5701C54598}"/>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8C630EAF-0949-4C3C-9C9D-20D90F81E2D7}"/>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2C9B96A6-69F4-40B2-A3B6-291370C23669}"/>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7BBEFC63-58D6-4B7F-A876-77B4C40683C0}"/>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45854566-C9B4-4907-9896-6BB37A7C1783}"/>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F6F32CE4-BE40-4046-979F-7EC3A35BCD20}"/>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F5737ED1-4B10-4766-AF45-2AB845C9E7D1}"/>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FCAF236B-10A2-4F85-95A6-882385B2C129}"/>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C8896249-4AFB-4F83-8AFD-A5146A8AD5B7}"/>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EDFAA91C-F513-484D-AEE8-BD147E13A8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2085825323"/>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4E6E0C61-9CE4-4647-B50D-4AA3393880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89ED2DB0-2C24-4B16-ADBB-E757E775AF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F5C59135-30EA-4CD6-82C1-348862BFB6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9A1C3AEA-4082-4071-91AB-D40904068E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7798AD91-E855-4BF6-BD7B-41EF5EAD70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9889AFC4-537F-4E5D-99B8-9AE40138A3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603E8890-3FE4-4F02-B23B-7771A92F2F97}"/>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3288F374-8868-4BEC-BD61-DC68D0E052D6}"/>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1ECF9C14-4202-4EA1-8818-4FA24278C14E}"/>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83E783FB-56F5-4BD0-8466-76D051B734CD}"/>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EED4A13-7FA6-4BE8-B1CC-721E6D10B30A}"/>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96A92682-D22E-41C0-98E8-BEC2CE7208B9}"/>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D7F870D0-84A0-4032-AF5D-F8B6BD873BAD}"/>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3B5BD5C8-56E4-4BAA-8999-658D4AAD5B68}"/>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8C5CC91-DE2B-48B1-8C2C-A9E9DA60C5AA}"/>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9596A626-A699-4996-8FD1-5F22A63EFA7F}"/>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2C6946E1-D3AD-4C05-B7B2-6FD2C20F1BB8}"/>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02C6AD6D-E2A9-41CC-8138-B533F79F701D}"/>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B9C3A76C-6406-4C61-A66B-4A322BF79D83}"/>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87E10814-DFFE-4847-9001-98E90F0FF123}"/>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AD986A0E-6489-4726-9320-4ED7F56DA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87895263"/>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B2D9CCC3-6CFA-4937-ACAB-7436EA3D47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F24E1CC0-FF24-4CD7-B555-5007BD6D1B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8292CBFC-852E-4241-9D0E-78A2E6924A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1C8F67A9-DD9F-420F-8A68-7EB560523E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06F3F185-A560-4CBE-B209-EDA8706001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F7A71A18-0093-4042-815A-316B7DE4FD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BBD4D6BF-D488-4CC8-925E-9E32F1DBFD7C}"/>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5993E249-7218-4E7C-A7A0-017FA86E4F76}"/>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20A4A484-CB73-4BD6-8C1E-62B052BC7E83}"/>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65E0BE89-A393-4485-81E3-8711365C8F0C}"/>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E5E4C9F3-3D29-4D5C-8EEF-EBD1C3697B79}"/>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C52658F0-2E8B-43C1-AB04-C6A4D03B7C29}"/>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BC22917E-2A91-41F7-81CD-D2DFF9015010}"/>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76C61CAF-461F-46E5-9EE3-410C19D0879E}"/>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CBAF4993-169D-408B-B3C4-A337B8F7884A}"/>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E8D08EEC-8395-4400-AE23-4D8BAFB9A856}"/>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38296147-E957-4754-AE33-108E42950AA4}"/>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80A37E70-9399-4A28-A65A-37BA736601A5}"/>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234FF58E-7C04-46A6-A6EF-6D6EC9A6E13F}"/>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5C5360AF-7955-4BED-AF49-040B667F68A3}"/>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6EA99891-88EB-4A9D-96CA-3E52652EEC49}"/>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C099CF72-509D-4540-A82C-4F3C132267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88940032"/>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C72EE8D3-1F69-4BE6-9CA9-8AFB2B31E2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6FB83161-6300-4ABC-BC06-E3BB3334C3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5D5461C2-A54E-4110-B357-45E0E6BFE8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0A98F1E4-5B84-4CB0-B507-908557DA96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21DFDCC4-45F9-4A17-A5A7-76F30CD1DC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700744DB-12A3-41F7-89AC-9C39023CD2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2E2AE3CF-DBA9-4260-9D7E-80358EB5A5F7}"/>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B1DF9BA0-1AAC-4009-BAA1-56853E4889F5}"/>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56C417E4-9B2F-423C-9FE0-C02405E3CA99}"/>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D23AB1F4-B133-49ED-BECB-893D272181B5}"/>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24DA37BF-B18B-4A31-BD58-947710D7A91B}"/>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B9AB1A33-F859-401C-87EB-1248E2552871}"/>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1B53E248-7193-451F-AC3E-703E5302D4CB}"/>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15999FDC-A633-4D35-8909-B1463F5B7EEB}"/>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72A087CA-BC65-4F9D-81B4-31A8A013A2D2}"/>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FB5FD81A-C02F-44B6-9805-FAF4EEB68886}"/>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8228E8DF-CFE4-422E-B355-EC9F5B723E22}"/>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90192ECB-F08F-4E17-9956-0CF48A7E9B24}"/>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81DE4DAE-1CE8-454C-BA4F-BCC536BD0064}"/>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89835226-6FDE-4CBE-BFD0-2C7E2EDEED3F}"/>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C7EBEAA0-8785-4B42-9846-9016B09706A6}"/>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51C09E77-5DD0-4F7D-BC85-7DE05BE8E829}"/>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E9D8F399-4A7E-4791-81F1-3A2D5366FBF6}"/>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BE359E5A-97E1-4AEB-84B7-FF8663012697}"/>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3A071E54-B93B-49F3-BAF2-738E6227DC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97524529"/>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43497DF0-092E-4D68-B6FB-D8672A206D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529B387A-8783-4EF8-9DD7-7034EBDF1F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24992D49-142B-49E5-8CAD-F40E0A7638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7025EEB8-F5C8-4707-88AD-FBA22BFD6C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64253958-5E37-4E7D-ABA8-B311A71B9E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E392739D-AB83-4813-BD4B-355B11B564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2838DF0B-C3B0-402F-96F2-FC34FED56E65}"/>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D2C845C7-F8EB-4BD2-9F66-07E3608282B2}"/>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6808F8D8-5046-4695-ABB9-728A52F9AD63}"/>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AD175D18-CC28-4556-B92C-090F7A1E0470}"/>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ADE7D67B-FC61-4F67-BB81-E4268439D5B9}"/>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B954195A-2AF9-46D0-849B-D4FCA9138D81}"/>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1E4376DB-E156-4551-85A0-EC24EDCDDFE4}"/>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A1122AD8-612A-42F2-B64C-D3503229143A}"/>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36784A19-B465-4EAE-807B-D91D3081CC31}"/>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1E5EBD18-30DA-4D2B-A4F7-316276D7DA73}"/>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052ABE6D-1279-4537-8F88-69B1799D16F3}"/>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F047ECA7-4D99-4784-8B54-D9A6E8310337}"/>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694A837D-2917-4510-9E10-188E9CF609BB}"/>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C2663FEF-09AD-450D-BE90-14ED4108D6FE}"/>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D3DD1FB5-AC90-415A-9473-4FBA251CA8F7}"/>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038975A0-E137-4F03-94B5-210AAAFEF3F0}"/>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81C578ED-458D-41A6-BAD4-72444D7117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86218222"/>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57837AE5-D0DD-4D25-9A4A-DE9DD05EEC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6A4C6635-64D0-47E0-83A7-FC5F8D5B1E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52A9312A-7B5E-48C7-9767-478E087357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C9DD94EF-4F93-4C03-8867-B63441EC58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89D7B905-AC7A-432A-923B-4DC18D19E2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E352B247-73FA-4049-828E-A0E5BF0D5A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A2836604-EAEA-48FA-9003-BD2EF27C9CEC}"/>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9D1B28FF-EA22-4A79-9E11-693B3570E516}"/>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2EFCE929-271B-44B2-A5ED-4A0ED81A2EC2}"/>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A08AEB76-C47B-4732-9F66-3288B19CE72D}"/>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C0E7477E-A53F-448F-900F-A618D0DB1841}"/>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FDB64002-606B-42CD-8933-43B44C9C6D45}"/>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6D52D633-F7DB-431E-9885-F87005DC8EDE}"/>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FA2B8513-0167-4D73-9321-268D5DB35BD4}"/>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41172A7F-CFC9-4992-9E73-00CA55AB2EF3}"/>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DC04C3E8-B114-4639-A66D-94D25BAF0933}"/>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549A5058-E05E-4592-9C61-CF7312A518F2}"/>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7C150A24-0CCC-4AC2-8F82-107E6BDF68A4}"/>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5CF1E8B9-DD63-4531-9480-3034EDF1756C}"/>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6C6FC2B3-F95F-415C-AD64-47CA8CF87223}"/>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3F4D7DE7-50CE-4560-9394-C54885289096}"/>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1B43F0BC-618F-4D0E-BC9C-60C02214264A}"/>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188E0FDB-4060-47A3-876F-D097F3C01D50}"/>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922E5A4A-CC33-40D3-957B-B5ADC9D07D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49938442"/>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C9327BE9-62D8-4D30-A5C4-5F0471D2DB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3FF8CAFE-1F86-4600-AC08-0849D50DE4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0FF63428-0F77-4039-AB40-B29AA9EAD3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1AF96823-329D-41AC-8BBA-F500493DEF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B50FBBE9-0062-4E69-807E-1C25D496F7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CB46C161-D50C-40E4-8F91-1AA5E7F40A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B57A2F83-B54A-4506-B413-DA27B665362B}"/>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3F412DCF-FC14-4A87-BF69-A207C6A84149}"/>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FEFE733A-6AD6-4373-8CE6-B92647B3A74A}"/>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696A8326-69C9-426B-81CF-3BB47A3B4430}"/>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7FB0594D-EABE-49D8-8363-65361E906872}"/>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1CFFEBE6-E094-404D-9AB6-415DD2D232DA}"/>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ECB01ED-E3AD-4C20-9E6E-056197B88CD6}"/>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5A56D76-8026-4EC5-82D6-37D618081DA2}"/>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9BE57735-565C-48C4-A31F-BBA94FF9F019}"/>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69633CE6-1627-4FC1-9B3E-DA91E5D4AAA2}"/>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CD9CC352-DA40-4352-BCAF-62153CDED2C3}"/>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4034AF8C-6930-419A-94C5-1C07D605BA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72984674"/>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AC385118-CF15-4F0D-9282-01D5E83868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1755D071-8837-4692-A1B4-2E907A4CC3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441100BE-FEE5-4475-B7A1-3D72BD59DF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E26586F4-5728-4D53-8928-881A483F59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6E3B078-6F10-4524-8A08-536A2730753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FBE7F6B9-DD32-4A03-AF98-294F00276C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5F417D84-8121-4D7C-BAE9-5648BE271D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F0A42FCC-7B25-4308-912B-D9954224EA62}"/>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B1E51667-D84F-4832-AD0D-41E2CDE11235}"/>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E600A867-AAB3-452C-8D54-7D6921C8394B}"/>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9820DF8D-829C-464F-8DE9-2453F71F447F}"/>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626F0822-5939-438A-9DA8-821CBC73A39A}"/>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B3070195-FE0C-4C8A-916F-D34091B92C6A}"/>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CCD4E77A-05BB-4168-9F01-2D779EA4E42C}"/>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7B97A4C5-FCF7-4672-840C-1FE239C673DD}"/>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AF2A61F0-A1C2-4FAC-914A-603A8E18B86A}"/>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A7F9753C-E42F-4F09-9F0D-1884F5FAB422}"/>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041DE4C0-461C-40D5-A34A-F695DC7894D4}"/>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FD9A850F-7B85-4B31-ACE2-7DE1FB4A341B}"/>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75BDBFD7-1601-4AA0-9E6C-64A92218357A}"/>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AF140250-6B5B-45F1-B9C4-399BC54538DA}"/>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D8ECAEAF-1CB6-4E2F-BEFB-A50DB0F0019D}"/>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8CAB4976-C836-410F-8312-0171CAC96F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61015468"/>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6BE8216D-6AB4-4AA0-A5FC-C594CED9EE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1D6A7370-F0EF-4850-92F3-1945E5A33A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9FE66D55-518E-42C9-9E78-82B5DDC6D5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D24B2992-FE5D-44BF-9736-A2C304C91E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CCA9F10D-9CD6-41DA-81F8-69D4554DDF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5781DB6F-AAF2-45D6-8486-EA19FB9BFF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07041781-9756-45F8-96AA-9CF08CE1B207}"/>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1345E4FC-931A-4268-B7B8-D48651168A68}"/>
              </a:ext>
            </a:extLst>
          </p:cNvPr>
          <p:cNvPicPr>
            <a:picLocks xmlns:a="http://schemas.openxmlformats.org/drawingml/2006/main" noChangeAspect="1"/>
          </p:cNvPicPr>
          <p:nvPr/>
        </p:nvPicPr>
        <p:blipFill>
          <a:blip xmlns:r="http://schemas.openxmlformats.org/officeDocument/2006/relationships" xmlns:a="http://schemas.openxmlformats.org/drawingml/2006/main" r:embed="R5482cafcf05949c1"/>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E84A8964-BD72-4CC7-8B91-A7D76C5C740B}"/>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3003AA2A-09C8-4579-9C96-0DA3BFB31587}"/>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D139A52F-5B2A-40AA-8DA8-7698526FD9B5}"/>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1CE3AACD-E882-47AD-8BC5-1E08B1F1EA0F}"/>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FCABECB4-8491-4394-8B9E-7FA28A25AB1D}"/>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1485061C-2EC8-4652-BAA5-5FB0A8468B32}"/>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92EB53C9-5FA4-4759-B71D-E7CB26793D1D}"/>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F984DBFA-8F2F-46D2-954F-1FDD53EE9A6B}"/>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90F653EF-883B-4DDD-91AA-198472A18598}"/>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8EA49659-F79E-43FF-9FF0-792D4E40A6EE}"/>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8AAA32BA-5214-43EB-BE91-D9632BB772D8}"/>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26511934-1FEC-429B-BD8F-5A912759CA76}"/>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1F2C5F98-AAC2-454A-B453-B94520AA498E}"/>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D3778289-57F6-482F-9166-932A341FE3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5767318"/>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2CC46613-C275-49E9-809F-157419107E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C7CF76F3-57B4-4AC6-8E5A-702A6CE67A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B86F5262-5354-4373-BD6A-EEB25D5CF4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F8EE31DA-220B-4B63-A3C3-F89921E138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943E003D-CEE2-4CFA-9587-A7401753E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CF489B9F-54E3-4E5F-A5F5-2C5803FB5B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DC200C09-8096-4347-9D41-8110CFBA35B1}"/>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6AB308B1-4133-4FC9-B1C8-8CFA61AF6C8E}"/>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C6723046-5978-4236-9597-6A3183E69EFE}"/>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0315DE92-1AA2-4AF4-BE6E-033C0C994FDD}"/>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4EA9E021-0DDE-48BD-ACB7-C97632A1E805}"/>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95BAA09E-9C4C-4E7C-BAAB-0FCB1D9178CA}"/>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6771A9CF-99C3-4B06-B51B-BAB23EC438FF}"/>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11D4733E-2440-4B16-84EC-89608BEF46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1380258"/>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54114411-8D07-4995-AD99-3B64A7A32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F7305603-05CE-461C-A473-DAF48D2068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2B0FD8CA-3F41-40C7-AF73-973EE0FE0B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1C67E59E-3915-4627-8ABF-CE401C59AF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03CDAAC9-7F39-4B74-B943-5D61A421DC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052D1366-F704-4F67-89E3-5B6E14AEC5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B869F248-842F-4EC5-95A1-89D843C15588}"/>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A41DEF37-AE82-48A3-BA46-0F82A3B97A33}"/>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ACD9147E-C9E7-47AB-9511-9F8E563C6727}"/>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59A087E4-8C3C-45BE-B6A6-D4206020499E}"/>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05D7571C-185C-4778-B292-F417F7AAB6D5}"/>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6AB45DAA-9BEA-4488-B65C-B10FCA2C2DBD}"/>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06796B39-33BE-42EC-975A-BCB450FBFF41}"/>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24798587-8FB6-43EA-A8CE-575B3077A10E}"/>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73A8134D-C8A1-406B-BE3D-9FECFC7A5E2B}"/>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0CFEFB15-0644-4CF7-BC5F-2256AE6D79CD}"/>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2028FA7C-330D-4FB2-A46D-FB04FFC09F8B}"/>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70F4936D-272B-4154-864B-ED55B0895F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1019479"/>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CCA6C67D-2564-4508-B817-94BDE24AB4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50EFFFFE-51D8-448B-B934-FC3827F3E4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64F269EF-0E1C-4598-BAA8-CE1F257F62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1B181F64-D765-4F9F-99BC-6955680F1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77EBB1A8-3D6E-4C33-A471-BDEB664392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8296F83D-A7F5-455B-BFEA-BE807D6D87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F76F45C1-BEE6-4902-AB76-25F52DFAFD8C}"/>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0AD3301F-D852-42CB-98A9-87F78C9EFBDE}"/>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F3F4E869-BD0C-4BEC-B262-AA1DEC965C1B}"/>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0901A864-A0D1-4325-A482-28FA56EBAED8}"/>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1B7C8FB-1986-4A41-939B-BFFE8C2E8C62}"/>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68BF15F9-CD67-4F4E-A03F-72CB1FCC4BD9}"/>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A5D00FDA-FA92-4AD9-B594-AC0B41ECF6AA}"/>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F7392CC5-3892-46D7-A112-B0ED592C3D49}"/>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4202B3FF-C5DA-47E3-9A07-266C530A79A8}"/>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E9B94222-0723-44FB-8DF4-448BF9D2FE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72346497"/>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22CA2C38-0947-4CB2-9F7E-B0CB75CC2E0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077C8D02-12BD-4FCD-94AB-7AF1B5BC17E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2514C2DB-CCB7-421A-8C63-BFD83E4567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95FF8F4F-940D-4272-A682-9C2C6B5D0E5E}"/>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2C0053F4-8EC3-4063-AD8A-71D9D229ECE1}"/>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36040BD2-E6FC-4C54-AF09-C1C949BBDD05}"/>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F6D73B9D-E9F4-470B-9FA4-260FADC4AC2C}"/>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161C5A82-9AB0-498B-9295-F080028B6199}"/>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80799426-6CB2-4361-AF44-63CA67BF3B83}"/>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1DD22B3F-BCE6-45B5-9B42-1D08614E5A6C}"/>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7F2600C1-F5B6-49B6-83AD-A6CC419B08FE}"/>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A08C6C62-BFA5-4E84-9917-C4E611B6A771}"/>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CD649659-6DF4-4A33-A748-C0634C67498F}"/>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E9F2EF12-C739-40FF-9FB7-EA15074D0274}"/>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83113393-562E-4CA0-B292-1382031CACEF}"/>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930277C3-8007-42BB-9620-4855E166D5C3}"/>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556C6EC0-0FF1-4AFA-92DD-084C82741D9B}"/>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EB4C78C2-4DA6-49A8-9BBD-2F1C27A341D0}"/>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4E6AF777-F8FA-4057-8628-27E0EA4DD4C8}"/>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30ABF0CE-1B93-4947-959B-26B62515B3E4}"/>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DAE3425A-2FD4-4C6C-A771-80FD246522BE}"/>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9F9B13AF-6DD8-42B4-950A-3E447D2E3157}"/>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2AC3DCB-EE46-466D-B113-29093C63800B}"/>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1A07AF5F-098D-4ECF-9808-24497A7A8DA3}"/>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0C94186D-9377-4A44-9A7B-9AB70E1808D5}"/>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BB4FF52F-3E67-4684-B987-96B245E34D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4078D422-32FA-4E01-A223-393A716546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A8C6054C-B7B7-435E-A815-5823777809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1B231B28-367B-4ADA-9DFA-A685B800C4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36680304"/>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C43B3A61-B438-4B9D-B836-50D8C0CA5F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99A2BF0A-C598-4F1E-92F0-D9765B7AD8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7A241A99-B2BF-41BD-B86F-FABBB63C36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444E4D27-72A6-44DE-8647-4ADCFF7BA1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E8A005C6-6AFF-4598-85B0-72B85A1738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4AE29B00-4F2C-4ACA-A7DC-D2578CEE34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D88138FA-DF5E-4925-BFD9-97E324A74712}"/>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CDFC192B-C552-4C2F-A7C0-CB1446F82433}"/>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2909141A-DC09-4E36-A700-F613FE6CE7FD}"/>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361B3711-293C-40C2-9B69-C83E3E71A994}"/>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AF600EA4-A472-40DF-B839-ADD7402F04CA}"/>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FF9EB960-FC86-467C-A92F-1151C19D136B}"/>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491F8FCB-E08C-46AD-A025-49ACB36B235F}"/>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4672E02E-7C29-4727-97CD-0E6BC7EFF8CF}"/>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855F7B86-E036-4671-AEED-A562B6AAAA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1869648"/>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1168FFFE-43DA-4070-9BF9-46739FDC6B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31460C3E-06DD-4E6E-8F18-F23384291A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58436288-D6C7-4D22-91F6-B525DB6951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15968A29-522E-43E1-83A3-4F9B517006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ADB5E43A-1FCC-4BE2-833C-13E0A004A1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487FF5CD-E80D-4FEF-879C-A30F4A33DA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C7EB32CF-BE63-4380-992C-7B9233F3DA8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04AE4DB9-484A-4542-B3E9-C41731F0F44C}"/>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FAFADCA6-031E-4556-BF1A-248FFB6DBDCB}"/>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72FA0A64-37F1-4F62-B53D-B5152BD826E9}"/>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C85143A4-5D76-415F-900A-DC744F046A82}"/>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DE327F73-51CD-4CDF-80C2-0A2341CFE30C}"/>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712446D4-05C7-4286-A9BB-ADC2C1E3C6D4}"/>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988CC4CD-5642-42FB-96C0-05B5DB2BC320}"/>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AE4792CA-34D8-4F78-9445-E85C009CF8EC}"/>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C7C12A9A-BAD2-4119-B0BB-C2BFE84FE8C1}"/>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ED7C0859-F9E0-4BD7-BBAB-D163FA21EB39}"/>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93A1FB13-DC78-4B4E-B5CF-1B4CD588D7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42813451"/>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8D24F9B7-686A-42AC-A343-B04CF17D34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E8B22BD8-D738-4144-8EF6-4D630AA479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3C9BF33A-9ACC-4488-A2C1-D7498B6D82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C7524450-88A4-421D-B35C-644BB00A2B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DA27760F-6F6F-4CCE-8F5D-D49028A3DA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9E64E639-CAA6-4205-A9D3-7590DACEA5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BB47CA79-88AA-4B7B-A9BC-5652558BC327}"/>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986A9C47-095E-4BF6-9022-C536B341F592}"/>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FBF53002-07F8-4555-B530-C3C0FA4C8C9E}"/>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60EDCA9B-02C8-4B2C-814B-2CE841CA5AA2}"/>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64256138-C3EF-45E7-A522-ACA2F2B92CFA}"/>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474FF6FF-1989-4821-8E2D-2E19A026A8A4}"/>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A4F4730D-9CCE-42BC-A72A-6A555DAA3CEB}"/>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4C30A5A8-87FF-4FD0-8DFE-C8BFED3C81F5}"/>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4FE8CCF7-C1A3-45CA-8B39-FBDE20E646A8}"/>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0254A9E8-E8D6-4D76-B3EC-975F6BCF7C84}"/>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40245D1B-74A4-4954-8A40-35CE66223CEC}"/>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5D3F954F-FC64-482D-B032-B7F2C4BA51DA}"/>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2B8FD71F-9B11-4CA2-8DA6-90B729785DC5}"/>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E030676F-A0BC-4491-B275-8BD3B134004F}"/>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16310E71-1111-495A-BF0F-9A362FAEEBA1}"/>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86BF9728-3FA2-4D2F-9FD6-0E023A0C12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33303929"/>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67070A7C-1EE1-4CE8-9A75-BF702AE37C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FE967AED-ACE1-42BB-BBB8-EA5D408EB6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0DF20F6D-BEC9-4D43-BC40-90D1FB3574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EC5DA8A7-9B15-483D-9A2D-A71FDCA076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5FF2DF05-7891-42A3-81FD-B1A8198D17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E529259F-2A7F-4A5D-ACBF-4899599A12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62D72C78-F34A-4A93-9D60-86F1EBA10FC8}"/>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535E0C4E-682B-4E5A-9FA2-24230AAA85CE}"/>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2128F659-F098-4DE5-A806-AFADB2B815FC}"/>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7A1BF197-597C-4B28-AC7B-BA0E8F82D9EC}"/>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F57E7138-875E-45CE-8422-0BB448319647}"/>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BCF100AE-7613-4EE3-8FE8-874847C18D58}"/>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023A2E22-B35E-449C-B02E-E2EA2FFCCB5B}"/>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3139492A-45DC-4707-BACD-C9B3279283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66353541"/>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8139BF77-105C-4609-83AF-D52DEA14B2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104B7953-84F7-401A-835C-D9BB030038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2D2B2158-203F-48BD-A01A-4934FA84E8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5E27C629-2E49-44DE-A615-419B85A406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B1426C1E-439F-4229-986B-1CC0A82619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0A155FE9-4760-4E75-A782-A266E364EE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CBF01DBA-DE1F-4EFE-90AA-E052D887C3BF}"/>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7E29C5E6-62DB-4CD9-837A-6417D546AC5A}"/>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3DC59008-6003-4018-A8EA-B5F3F809DE7D}"/>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33CBEA26-4682-4908-8A3A-CDB2D7F2C065}"/>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73FACF68-8263-4F3D-B661-82FA11E3465B}"/>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EC59F5CF-6F58-42D9-8BA1-E76F2649E4F7}"/>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5F931469-EF01-4E87-BB68-5D745A127507}"/>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9C957264-5369-46A7-AD2D-2A16AFD4CFDA}"/>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A249C71A-6216-49B2-A8A3-70EFD157D433}"/>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1FCF2422-773B-4A8B-99B7-2B2956E757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91204394"/>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63ED7EBE-0123-4698-AC1B-9F06EF7EB4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714B47FD-1697-4532-87BD-4D0276BF92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51D766AD-4AC5-4257-B688-3ADCB03C6B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D6FF962B-9DA4-4BE5-A8EC-A05AE87288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6F59B7CC-C7D9-41FF-BC48-A75A0694EC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B3060CE2-1A7A-4190-A88C-45D35AA6B7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3C523D91-92F8-4BB1-A1AA-FC81E5CC7EA3}"/>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FCBDA7E9-EF65-4884-9D69-01076280B35F}"/>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C8DB83BE-D7E2-4EB4-9738-633F4AF2C667}"/>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5C6E097-5C31-4CAA-A1EA-D57D7243EC24}"/>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7D500D85-289B-4F49-A654-5C6F6A7C30B4}"/>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CE79A143-71B3-4C6D-9586-C5BE05FB5E87}"/>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4187726B-18C7-4AFA-8344-622933E8A95D}"/>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1909FA8D-D891-410B-8E0B-33991FF8DF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99960550"/>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4828CB20-C410-4422-96DB-1A623680A5F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1F18D316-D4D0-4EF3-904C-B6D667B1629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4B608E5E-DAE0-443E-8D8D-E8E9D0DE95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20BABEFE-F290-48D6-B047-A40B6FA372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99054869-3413-4DAC-A0CC-10897352B3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F8DD6A80-7EBE-435F-9926-1D620C545B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A563837B-2317-4749-930E-C3C8ACB86169}"/>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9453B1A3-04BD-43A9-97FF-5BDEB296F782}"/>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0175CA61-D501-48AF-AECF-77C65114E0D7}"/>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B9023181-CE9C-495C-9550-2C108080B288}"/>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D4221F1C-AADB-443F-AD78-914EF4BE4F16}"/>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1AEAD511-8B32-44A8-94F8-022220C3D856}"/>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C41657DC-71EE-4D49-873D-783DA9FA0C25}"/>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C82E3216-5E8B-4FCF-A19E-F6F6A7E91273}"/>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449BA382-E359-48FC-B861-5625DCF9BFD5}"/>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5FDC50B9-C5E7-4189-A79E-5F7BEEC38302}"/>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1C8E91E4-6FF0-480F-950B-CA9C095CCB91}"/>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8B6DD869-B31B-4142-B8C6-ECDD01933D48}"/>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23A0F3BB-79DB-4FB7-8887-F0685832CB49}"/>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3E9FB312-E793-4521-9BE7-5858A6BF524E}"/>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CBA581CA-938E-4087-91EE-931364881FD1}"/>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B41822F6-86D0-4E15-BB26-67FC3F50890B}"/>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773DC89C-7BF4-4268-8DD7-683903F1AC47}"/>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6B109E68-3C99-4469-B303-6FD757BDAB18}"/>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A1982AD1-259F-4B9C-AECB-19E0877DC82B}"/>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2872DEDE-9E78-456B-9396-83A67AF04B69}"/>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BFC6FC1E-E175-468E-9E3C-6F4FFED0E945}"/>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68F1A9A1-D85D-41B6-802F-C8F5B5F20A3C}"/>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2B7DF9A2-2534-4B91-B1F0-7B9D94AC00B9}"/>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6326D9D4-F03F-41A1-84A4-208AD3881E5C}"/>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9AE12620-EE00-416F-82FD-AC867662FB49}"/>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5C07F507-B232-46F9-BE35-50265311EBC6}"/>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047EDED3-89C3-425D-AF1B-E7F4537382C0}"/>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CA3443EB-A3B8-4F7C-9319-A5FBC0054178}"/>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40F6E5CC-F5D0-400D-9243-AEA57BCF2E0E}"/>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1278639F-0B5C-49A7-8A5E-33F7A4B8883D}"/>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09648B81-E7F6-4DE6-9B10-F7093322A1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66611355"/>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43C64672-98D1-4190-BA70-B294FD31EC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B4B82AF3-3799-4DD0-A8E1-5E69173D8E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355C4CC2-17D0-4EFB-B274-0FF606828AF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AFE26B1F-B571-4692-8154-1B587CD032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E22FFB8E-9EDD-49C5-B604-1AD3C76FB8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5D09AE80-E174-4E08-8347-EDC33BC627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EF8E1F50-4E18-444B-AB20-CC6EB8D52760}"/>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5D38E4E9-C188-4130-AD51-0C31952E7300}"/>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86882C2F-15BD-4FF4-8BDC-BAF64A4224F9}"/>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F75AE902-EF5E-49DF-85DE-B60EDE8EF681}"/>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36D1221D-14C1-4C21-9C95-FBECFD7774B0}"/>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65D1A819-A627-434D-B230-1556A9FAB7DF}"/>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A5044D2D-11E9-49B8-9D24-A8BE85449069}"/>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4024EF92-3057-4F83-9C8F-4B2107C9CC22}"/>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C41C51ED-8290-4A1D-8AA0-2E5EA80E7445}"/>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6264FD5E-0A89-42BB-A386-7B25695BBF09}"/>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09D08ADD-9616-45B7-A5E5-E880152742B6}"/>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B8947446-2CE6-4EC8-AA56-115929BAE3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61642307"/>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34C035B8-988D-412E-A00D-E9AA9792342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43F96B3B-8675-4E09-A611-00193CC96AE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1610AA4B-C819-48AF-BA49-7C4F58EF0CD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D37AAF91-0F26-4B0C-860E-002F4A7758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E23F5B74-ACB7-43EB-A0B9-FC2CCA712A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2EBA2B92-8A3E-4236-8D16-D09B5013E8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60E692C4-03FB-487A-91FB-4EFCC8567304}"/>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30AC4B42-92BD-4A3D-8790-73030C17D3B8}"/>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A1D56AE4-718F-4105-BE6D-0A158F9E4893}"/>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E1B1D181-A755-479B-8384-1C4E91F40BA8}"/>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6E8C8B5E-6B0C-4F1B-868F-43CFEE67C4CE}"/>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D5ABCBD3-056F-4DB4-B1BE-585AA3111638}"/>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C3E89FEE-1FE0-4FE6-B9C9-55F965BFBA27}"/>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C6E6A4B8-C43A-44E6-B81F-6CB6DB3AD32B}"/>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67401627-8BD1-44E9-8625-C998D46F6FF7}"/>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9FE701EF-254E-4F3E-8CB1-C85073B4E376}"/>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F361B608-C1A3-4DA6-A9E6-46E484571B6B}"/>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22A2E8C7-8B4F-4883-A726-5D2FC334E837}"/>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80FDFCEA-9567-4260-9248-1DD0CB48E32E}"/>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47832BA6-AD03-4319-BF37-FE9C45CD2AAA}"/>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790EE5D7-564D-4A24-B01B-A806FF1615B1}"/>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B9120506-938C-406D-9D19-EE3F32DA18E4}"/>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54201E5C-13F8-4265-B481-F837A052CBE5}"/>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A4923565-C5D6-4015-9026-2895003FD333}"/>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719F1267-2423-471B-862E-79BB092C1055}"/>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332B4869-6B56-48D1-B9EF-FF375BDB7D8E}"/>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3D5A8DBF-C77B-4D8D-9884-EA2FE5E340EE}"/>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4BEDADFA-4A36-44E4-84DE-171A801BFAB3}"/>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FFCD6812-6FAD-4946-8FB2-3BEC5366E626}"/>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B39DDD43-651A-4CF3-8103-9400C40B8A06}"/>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92E17983-126A-46BE-B778-E5B4444007A1}"/>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AA333747-637E-4E12-9CBD-8ED827BB403F}"/>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F9DA9721-370A-4068-8B7F-464A6D977873}"/>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E890FE6B-88BF-4551-BBFD-D0B7F2C53C46}"/>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FCAC40FA-46E8-4C81-9241-21F812A79C09}"/>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0372C353-BF9E-463A-BDC1-D41B0C658E2D}"/>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4729C8EA-8D5C-4F6E-8146-69F1456E3101}"/>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FC4813C8-88D4-46CC-A210-6D6FF7A52493}"/>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544B1221-2E0F-44B1-9B22-E63DB603D7E9}"/>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B13813BA-3840-44F3-B5D5-A826BEA91F12}"/>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DE40E9D0-EF25-4FD4-B2DF-4306D69790CE}"/>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8E6A4F5A-BB5D-4A1C-AF3B-405BD3185CCE}"/>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E336D889-1736-4652-AB5B-95B18058F6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424023988"/>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CA851FA8-B8B8-4533-A856-A1160436B21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B006040B-393C-429F-9BCC-92954F0DE17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71B9A0FC-609F-45CE-ABF3-C4F878B643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3E7C6564-FB79-44C9-A624-6593D28EDE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B83124D-50E7-4093-A726-B16AC499936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FA20EAA4-8962-4FF1-B9A2-4874954223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C7E45F93-855B-49A4-92EF-9365D6CC52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30D0B11C-0057-4B84-9955-5E8C884466FD}"/>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C97E4B0F-2D28-4887-833A-7BA576DE8ADD}"/>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F6522AEA-EA55-4D08-B02F-E712840EF609}"/>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2C854748-94DA-4E87-AD67-E0E4332148CC}"/>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8AB92E2C-E80A-4685-AB74-8C78224016EF}"/>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D0956577-D79A-4A73-AFCC-277B83BEDF4A}"/>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8A0201F6-44A8-4EE5-9B3E-2CAC7CAD74C0}"/>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90E12814-0406-42C2-A226-82F48446F2BF}"/>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C71C49C0-D32D-4DD1-91D9-9EEDFBB70F37}"/>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C0D6B06F-F93B-4EBA-A028-0640DFE2360E}"/>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EA490081-301B-4A40-BC34-9F508147AB34}"/>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BAA0CD8B-9848-4530-928A-4B478F912DA2}"/>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5E303B5A-4B02-42F9-ADEC-8293A6A12CD3}"/>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EBAC639A-8972-46CE-BAC8-F95F34C96632}"/>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5C2EF263-2C7A-481A-89E9-A72257FB8B92}"/>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6BA42E77-2E92-4110-8B0A-02A4181EE683}"/>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9889ABD1-13A7-446E-BE49-2336CA4AAD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73664383"/>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AD52E4FE-2207-4709-A35F-DDA20A2DAF6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77EDAA82-E524-417B-B5A1-1DDC4DF2E7B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603679D2-6684-43EC-9258-08FE409FA8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71D8BE7C-8F61-43E0-BD50-46938EC89B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5DA2706-1267-424D-BB91-26763A29FE3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37377E06-F107-4C6B-8415-3DDB93485B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04CE94B3-61D7-41E6-B2AA-B0151C8318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DB67D804-A993-4131-96B9-C8F4A0C4B97E}"/>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6E56917D-1539-4EE5-ACB7-3CA2BE9944D1}"/>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2F09079B-8021-473D-9057-92851BA3157D}"/>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AB292492-50A8-4E12-A530-2ADF647EA6FA}"/>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9626C306-E493-4808-AB43-D171BAE4B3FC}"/>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D798025E-24BB-4B98-A458-762922047716}"/>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95526532-6CA8-4C86-863E-5AC05BBEFDBB}"/>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5B3717C5-1EED-44F5-A1A5-1ED52FE50E21}"/>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CF8F3743-C043-414E-B419-BABF6C384091}"/>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DB31C7B2-BD87-4A76-AE0F-51DB4D8256B4}"/>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8204592B-7033-4BDF-AD72-19DDB4F3122B}"/>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9D11DB1C-EDAA-49DA-8D1C-6C6E7E7B8B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77834416"/>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85E1AECD-3545-43FD-99E5-B910F76E2B2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E5E89FDA-5C6D-4909-8D53-395D7683C83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4593A33C-B5F6-4DCB-9792-388AAF3FD2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8F746087-1510-469F-B741-F0F9644876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46FFE6A-F4C7-475F-89C5-C8BEABDA5AB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D03D1C77-EF6B-4FA6-BFF5-A7C9DE0B44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375D9ED0-6533-46B1-B021-8D6FE84841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BBA47BB5-CB54-48C4-B74D-1AF32F284EC2}"/>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3CB3BC89-3445-4077-89FB-48335F886B46}"/>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1AB3AE28-C133-4714-AD27-A3DE98A00ABB}"/>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37E78B7C-65D0-4027-9BB5-A90FB1334654}"/>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3CF966D5-908D-4241-8D8A-ABBEEF71205D}"/>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394CD650-4E3C-4619-BA1E-58B139DABE83}"/>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60CF885-77D7-493F-9F3D-DB41DE2E95BF}"/>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87A709C7-A648-41FD-970F-FCCFA830262D}"/>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A0520FF2-C4F7-4824-8FCB-121D03246A61}"/>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7409AF87-4B9D-49F9-94D7-5B6DD59C1E0F}"/>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B19314A-9837-4045-BCB2-546EA43E9BD3}"/>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829EA5DC-D4D6-41E7-A384-2B85E1D16245}"/>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3AA2BFF7-6503-43B2-87BC-DF62B52247E2}"/>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BA289ABD-B599-4353-A3CD-D17FB9AF3540}"/>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18C08535-DDC2-4A6C-A11C-BFC76823CC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28704319"/>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0E37ED79-C045-44CF-AAD3-A0AA030365C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2601A4D1-3D48-487C-A6EF-579D3DAAF8F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820075DD-0069-430F-BE8E-93C96487BB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BDEF1912-9062-4EA5-A805-ACBF6FFF3A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F240841-E469-4DA4-8BE5-DD0DDB7333E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FD8F3F67-7668-4E0C-8398-5285F15C4C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FD62F672-82C2-494A-B009-D0725A0DB0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D069C7BC-C201-4DDE-BA6F-F61333B77393}"/>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89665A93-2A04-4F86-BB4E-F51A995F4B49}"/>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D3767890-D6FB-445E-9629-834951E8A00C}"/>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11663389-19CA-4C2A-96BA-FD7628EE520D}"/>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F3A4637E-ADDE-4C1D-B482-CEEFA07BC213}"/>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02F67912-F29B-4438-8C7C-E567FAE8A1F2}"/>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908A132D-B9E0-4DFE-8C92-27E68E7015F4}"/>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7D1AF862-9FF2-4A09-8668-CDAB91FA708E}"/>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2D366C6E-5ED4-438D-9BE5-FCCDEDCAFAE2}"/>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793B71BF-8ED6-4520-B21B-B6DB70FA0D29}"/>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B579C8D7-BABA-4F14-91BD-2A1CB61174B2}"/>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9D07691D-F4FC-4A81-84EC-3FE47B0DA3D6}"/>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B86CF779-A59C-44B5-9915-7639598B540D}"/>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FAAE4795-5C80-4CBC-830E-BCF0A18353C4}"/>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A5842633-4F3E-4EE3-AE45-45EE94938AFF}"/>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BFF8C854-5ECB-4DD0-A2AE-0263B7BF62B4}"/>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2541F40E-C683-449F-A68A-A0A4E9E365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4938162"/>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FF4403C2-8C44-4BE1-BCC3-D919084EA99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A50835BA-2F27-4AE8-9D49-71F450B9804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56CC29E7-7CD7-4976-9265-D6FF767321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F855BA8A-F2DB-49F7-8A31-7DC61F995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1740D01-CC7E-4184-ACAD-CC703CD7B19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773A2D6F-2EA2-4D72-954D-02DA578323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781C8CB0-3825-421E-A38D-12F5C833C9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392D2016-CFAB-4996-B024-06DB17AA3186}"/>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2F40A08F-7035-4800-898E-42587CB8F2C9}"/>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BFBC899C-21CD-47D0-944F-887D601761BD}"/>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B61E90A9-29BD-4C57-B377-0E65B23E56C2}"/>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83229999-A8D6-476C-80ED-FEDBC928A8F1}"/>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94A5F875-D2C1-4D39-BB1C-E0A5B6947FB4}"/>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64AD3015-176A-4A30-9730-C0AF1B317BDB}"/>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BDE6780B-6271-4659-90C2-9CFD1901623C}"/>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DDFAC1A9-CDC8-4857-B5B2-940034EAB51B}"/>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08379AB2-8B2C-49D6-80DB-98F5268C4D1D}"/>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BDB4AB21-01BD-4938-A11E-D307ECC49532}"/>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104733F5-1047-45B5-8989-2DF1812069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28189773"/>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5EB24882-F662-45C0-9702-76B7EA1EAE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C3157343-81B2-4AAD-B75A-7DB301DA8E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2467C65A-AF44-4AA8-9153-AE6CAD867A4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DC1CD80F-8089-44F9-B3A5-9A064BD537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3467635B-F14F-459A-8482-E205EB57A9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81697480-4BB2-45DC-A4AE-F56A7F0C15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4328112D-232A-4527-A7F3-700885D68F55}"/>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B1523635-C047-4737-A885-F0426871462D}"/>
              </a:ext>
            </a:extLst>
          </p:cNvPr>
          <p:cNvPicPr>
            <a:picLocks xmlns:a="http://schemas.openxmlformats.org/drawingml/2006/main" noChangeAspect="1"/>
          </p:cNvPicPr>
          <p:nvPr/>
        </p:nvPicPr>
        <p:blipFill>
          <a:blip xmlns:r="http://schemas.openxmlformats.org/officeDocument/2006/relationships" xmlns:a="http://schemas.openxmlformats.org/drawingml/2006/main" r:embed="R6fd7d52e35ea4cb0"/>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0B017370-0B44-4150-819B-54935D9D3C43}"/>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6334245A-37FE-47E5-85B7-72B7E3FDA8EB}"/>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1351AF91-D11D-40D8-A9FB-CB5A0A94D220}"/>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A9D680D1-3E6D-4A0C-9443-FF15452EC009}"/>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EC6D371C-2720-4F4D-A266-2B8A2131C493}"/>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4328F432-8E52-42D9-92CA-400E3CD18295}"/>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6C623852-2B83-4760-8EDD-236A7480B0E8}"/>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BEF6946A-D112-41AC-A63C-DA431F5273E7}"/>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B7EBD6F7-7CE4-44BA-B873-BB04C45CB0A7}"/>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A124E18F-C15B-4F32-A7E3-EA719B07CD29}"/>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17464AF5-3BA4-44E4-9995-FF1E72E11703}"/>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B9677637-C330-4D93-BC58-524A7BBC5204}"/>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6F2D878C-0017-4008-A2E5-7FBD58E07847}"/>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D13F0DC7-73B4-4005-8FEF-597BAE78605F}"/>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E261F032-2CE6-401F-ABD3-9C104832FE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69505651"/>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337D94BF-51DE-4D8E-AACC-CDA2C9B7954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EB8BB674-1496-450E-9BC5-8E258E73305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5E6890D0-0673-4889-BA25-CE645B9E08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1C9340B9-0DB5-45CC-BB32-993A0842AE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C154CE86-5AF1-4659-B887-B05A88E204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09B92EDD-3883-4563-8449-01A7A50248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C77A3483-3C66-48CE-9792-C2E6AB482FEF}"/>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B674583D-6521-4DDB-B79B-87962FEA4990}"/>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322B4BF4-1CA5-474F-AE3F-10E3AEEDE999}"/>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6AD19245-C326-4C22-80AB-29BA45AE4C8F}"/>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04C53D00-E6DD-468C-95D5-2B0B15C0E994}"/>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28020CD8-ECDA-466C-AEE7-3FE64960FA87}"/>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71511DB1-F762-437B-8DD1-3E3820BA7995}"/>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5099FECE-2DD2-41CA-862B-3FF2A542E5B4}"/>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B38936E8-D7CD-4F7D-AEC2-10579BA42202}"/>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710E934A-D5CD-46D5-9BD9-889EBBFA1628}"/>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73CDA938-23D4-4A31-905B-13323F6412E0}"/>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C4C9C4C1-4686-46E8-9051-FB1FECA592BE}"/>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97DD31E4-FF51-4C37-BE11-9BD791A96F02}"/>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A6D4EB09-61E0-49D1-B931-517A7C82EAE1}"/>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9E279442-56D8-4B79-9997-B5BD2249A388}"/>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FD227D16-C8F5-4738-BDD4-4E435EFBE09C}"/>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9DF110BD-F421-4E2D-9370-661212047C5F}"/>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A0AA0A10-0257-4706-AA83-6C3633CBDC96}"/>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A242B1F2-22C1-4D06-95B6-D291654AC34E}"/>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C5DF18D3-7287-4A8F-BADF-C6323D8FCA04}"/>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C5131AD2-9FF8-4B3F-A4C2-919DDEB9920F}"/>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DD3B2E0D-159F-4305-BC8A-24A5BEA00AC0}"/>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4030237D-46E3-4F0B-B90B-B77EB6C687AE}"/>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BE848054-80B7-4238-B700-E87E68A407D4}"/>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99C391DF-AF4C-4BAF-8612-546CDF4DD03A}"/>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E5E1376A-F3A7-4BE8-8D06-B896913871F9}"/>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F069AEF4-CD44-477D-A9F3-9545942B24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14392169"/>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F2A0DE89-F9E3-4833-848D-2DF3C4DFBE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6672B8E4-122C-4CB0-902F-433FFA0BC3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59551AA4-418E-4830-B6C7-8716EA0745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3D7CAABD-ACF8-4854-BDCA-24E56F2606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3305D19C-3146-49A8-83DB-4C86DAE0DC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5A3A9889-8C71-4848-A4AA-DC1A38B28D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38806F1B-4DCE-43EE-B7C2-308595F0DA0A}"/>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3DD57678-59EB-4A12-B76E-8F401DECC26B}"/>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9A7E8917-D3FF-4585-BF01-FD682F51ECF5}"/>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EE12D10F-3896-410F-AF5B-4229E06F81E8}"/>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F820122F-7474-449D-A015-38C7C3E29BB5}"/>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672C350-4351-4163-A72B-87DC07E08A5F}"/>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740277E4-AD75-4758-B2CF-E30FDE337639}"/>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67908462-7369-4FFB-B0D7-D759FD9126BC}"/>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6ABA58F1-D6A9-4E60-AD6B-B4ADB2D7FFA6}"/>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E3663A94-8463-43CF-AB73-295145778A7E}"/>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E4CDE59-8A84-4655-B293-D6B065CB8745}"/>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15989380-334A-40B3-A381-FBBA5E35BC79}"/>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D34500F0-1BB0-4F65-B1DB-ACD79665C74A}"/>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5035B6E7-80C7-4DFC-AE9A-DBD8173F6A16}"/>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7027A914-542E-4427-9DB0-73311E67F36D}"/>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306E561-7D6B-449E-A8CE-74BE8075624B}"/>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0EECDF77-EAC0-4845-8698-2AAE6436C5AC}"/>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FACF1DDD-A7F8-4786-A666-BE767F08297E}"/>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2FD42F76-07B1-4ABF-8FF6-2DCEF64E36F5}"/>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9C7BA16D-B06D-4321-9C05-F037749CEFC0}"/>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C296A8BB-FD37-4043-B420-C41C7BEFADAE}"/>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79DD79FC-C97E-4FD6-938F-34EA72B0C748}"/>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193E1366-B89C-419D-9AD4-93141267B1DE}"/>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AA79A9A8-B9FE-42F7-B998-775D4CDA749B}"/>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BAEF4DAC-4EF7-4020-860C-FE8261BF14F7}"/>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45B6A179-793C-4757-B9F3-CBD395F2CBCE}"/>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F3DF51F3-263A-442F-8D42-38279DC7D95D}"/>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88A2EB37-9B0B-4215-B0A3-41F3AB651542}"/>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2AC36146-F925-4274-B021-A318ACDD053F}"/>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E814D38-DF86-4B0C-AA92-8AAB6D7ED4D9}"/>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3485FF97-6311-48D8-8D44-B2881B83FFE5}"/>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7D49CEC1-8A20-4D54-A9A0-880A2BB760A0}"/>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42615F63-F0C5-4098-A356-F7023B81FDFA}"/>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BAB22570-6699-4513-8E36-4735CCD52A61}"/>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C633D943-7C22-41C0-95DD-3C2DAB9C3B23}"/>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92BC6A96-477E-4B2D-B238-EBBE5A446D4A}"/>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6438FEA4-CFFD-4A91-982B-5BEECEBD34C5}"/>
              </a:ext>
            </a:extLst>
          </p:cNvPr>
          <p:cNvPicPr>
            <a:picLocks xmlns:a="http://schemas.openxmlformats.org/drawingml/2006/main" noChangeAspect="1"/>
          </p:cNvPicPr>
          <p:nvPr/>
        </p:nvPicPr>
        <p:blipFill>
          <a:blip xmlns:r="http://schemas.openxmlformats.org/officeDocument/2006/relationships" xmlns:a="http://schemas.openxmlformats.org/drawingml/2006/main" r:embed="R27bc4bde787344dd"/>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394B07D9-C35D-4404-AFC3-831F8904ED65}"/>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53C0E08E-7251-4170-8BC1-F3A7CEE04592}"/>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F6CB6B17-CE15-4597-9AF5-3E6B057EA6CB}"/>
              </a:ext>
            </a:extLst>
          </p:cNvPr>
          <p:cNvPicPr>
            <a:picLocks xmlns:a="http://schemas.openxmlformats.org/drawingml/2006/main" noChangeAspect="1"/>
          </p:cNvPicPr>
          <p:nvPr/>
        </p:nvPicPr>
        <p:blipFill>
          <a:blip xmlns:r="http://schemas.openxmlformats.org/officeDocument/2006/relationships" xmlns:a="http://schemas.openxmlformats.org/drawingml/2006/main" r:embed="R44124707e0a24869"/>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77BE43CB-5337-42DB-B26D-C24243CC5E44}"/>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1416EFD4-CD7C-43DF-8801-4830E0757253}"/>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D5C66ACF-5640-4930-8596-3659E581BBA2}"/>
              </a:ext>
            </a:extLst>
          </p:cNvPr>
          <p:cNvPicPr>
            <a:picLocks xmlns:a="http://schemas.openxmlformats.org/drawingml/2006/main" noChangeAspect="1"/>
          </p:cNvPicPr>
          <p:nvPr/>
        </p:nvPicPr>
        <p:blipFill>
          <a:blip xmlns:r="http://schemas.openxmlformats.org/officeDocument/2006/relationships" xmlns:a="http://schemas.openxmlformats.org/drawingml/2006/main" r:embed="Rac2ed4c829964da1"/>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4E20DF10-766A-4C97-8681-7BBCF4DE45FC}"/>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EEA4BA0B-E5BF-4920-9C3C-DE9AACE23761}"/>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EBF368EE-0B22-4695-B105-2B802420FDEF}"/>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EDA195BB-F743-40D7-8DBF-E97A7DDAA0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24221332"/>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FD6315B7-98FD-46CE-9BA2-9B9F2E125AB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8890DEB3-3526-4D0A-A5A8-262A022B3D6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520F5F02-3E67-4871-A5EB-45A5F9C729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0C693B89-36D6-4E08-B1D1-242E10A678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291FDAAD-B82B-4668-8487-67DCE98341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0E801A49-3E8F-478E-BB28-C73A399A52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8FF853DF-BAAD-42B6-BC41-E705AAEC7F78}"/>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E1E60C62-411C-4F06-8CC5-3E8FF378BBE7}"/>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4317A8BE-C894-4828-ABCA-F900A0A9E775}"/>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842A66BF-681E-4BD0-92D8-2800113D6EAE}"/>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4F6BB71-CA9B-4F6D-AE23-AE1336822C94}"/>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A37A7E61-A8A3-42D7-A1BD-7D01A7FB19A0}"/>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20076770-CEBB-4CB6-B735-DE4ACB11D38A}"/>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A21AC383-8987-49EC-B02D-C20ECC626D11}"/>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CEC7B840-9BD6-4356-B9C8-6208AF433A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50121282"/>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FF851D53-4831-4B72-993C-1B941B5EC0E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FA2477F4-CF78-4F95-BEED-7848AFD4810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17EF9312-D5FD-4E6B-BEDA-1E71EA2859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E601403A-DCCF-4E70-B804-E8CF8FFB95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EB9E75B7-FEEC-46A4-917B-F883D71217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773EAD26-B648-4A43-80E3-DE4FC7012A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C70330AB-E423-4DC5-947D-EAFA5F23782F}"/>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5B1B1E4E-26D1-400E-B777-F6E706A5BCFB}"/>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DE9CA896-9C8F-4BBD-BD75-5FFC0346DFD3}"/>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422AD0FE-BFA1-4BEE-9271-89EE615C432C}"/>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E96253C8-FB3F-4CE7-9820-3BA647F17D17}"/>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E78EED11-F845-4EFD-9A69-F2B6C566EEDF}"/>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52A8159E-15CD-43A9-B962-48F05DE631D6}"/>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BE9F1B13-CE8E-49A1-B7B6-6CF8605FDDFA}"/>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EB2F2A4F-FB38-499E-AD37-D7D7AC487D21}"/>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8C95C458-037C-41FC-BBEE-BC2F4FB88394}"/>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A8C94788-4BB5-45D7-AD38-52980DDD74DF}"/>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4300AD11-5B7F-4E55-8EAA-3FCD0F1588EA}"/>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9B2AD068-E8FA-4F9B-B015-3CCFBC3BF6CC}"/>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B35F934D-C879-42A9-8C58-0D4B73C28CF8}"/>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D9611ABE-E1DB-4175-B8D0-641090061529}"/>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3C19DE84-43BC-4919-B697-CB2F2A8940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662320520"/>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8BF79E07-14DC-4BF3-B6CD-068DF2D828E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7D6D86B5-AED0-4DA2-A5B5-D4BF79CEC6A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DE26B9B7-81A3-463C-870A-7CF99A68B2C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17505AE4-464F-449A-9740-1CD3091EAF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6EDA811B-E79E-4AC6-897D-FA1FB1B892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6A01BC83-B9F1-4294-AEA1-02B400A7C7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49217938-8059-4013-94DB-9026107FCAA0}"/>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FD04B131-25DB-4AC9-8099-B4D4761AD879}"/>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DFE8A763-A7BD-4ABB-82A1-5C7E4CC94553}"/>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EF85750F-D332-4F14-AEEB-3E77DFB8C918}"/>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7BBD3889-D368-4315-B20B-5341D1D8FC81}"/>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165153AD-7B04-4690-8D4C-99ECC96C2797}"/>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618DEC27-5619-4FD3-9FD9-7474D8146043}"/>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59924BC1-DA3E-4D98-A6F3-E3F04D37A908}"/>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039192DD-7678-4AD5-9082-9980516C64E6}"/>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D33DEF59-25F1-4A34-A0FE-F257B427A0CB}"/>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485D0C3D-775F-451F-BC79-2ED6F4FD0B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81784570"/>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DD537220-4E47-49D2-9664-C35BBB20CC8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32EB9DD2-D9AF-45B5-9E6E-21D0A2E6057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1DA4C5B1-B4DB-495A-94A0-A7859E51A7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3F695579-C418-45C3-A686-C5E02B0DE2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A8DF85BA-AB33-4C46-91F7-47C7A5FEDE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546B92CC-08F9-4E2C-9709-FA723FD84E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08E1EB34-E025-44DE-9794-5094C2CE066C}"/>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8B870E99-5894-4FFA-9DBD-8A90010312BD}"/>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7B7C0C7-2572-4199-9A52-8FDED251ADF2}"/>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B1EB6637-0728-4CB0-BCA3-1CF5E50B24DC}"/>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C8A6245C-10B1-4653-AF79-84E9AD279432}"/>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68D58F11-7D0B-4C80-BB91-7C104675FCE3}"/>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46EDDF69-792B-41F8-A751-08B8F0C4A2DD}"/>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A2F6FE78-12C0-42ED-B78B-6CC16553E10D}"/>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B3A8CEB2-61D6-4F60-AC9B-5E923E6521DF}"/>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7F9076C4-0FD5-4694-80DE-D68BD5A2FAD1}"/>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35B977FA-AD35-42DA-8468-D32213D036E1}"/>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374E7B24-DD7F-458F-AA30-84E3DEEFBC24}"/>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0BB97E1B-EB16-4180-9E1F-18454E112976}"/>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6B8853D3-10B1-433E-97BB-03F100944B99}"/>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E12F0AA6-D922-4BDF-8F49-DC12559D0342}"/>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345B627D-2604-4A5E-B1BF-3D3ED6F5A68E}"/>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8935DA12-08F1-40B2-BBD0-FB4994D92897}"/>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D556E809-2F84-476B-98C2-699BD72DF54B}"/>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2F909DBB-4BA2-425D-874F-EF8EC489D14C}"/>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DED7960A-BC2E-4A8D-8FF3-CB472B439471}"/>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A1AF1D2A-8467-4413-9EF9-127CC2914624}"/>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CA5EE900-C4ED-46D3-81E8-79E9E3D9005B}"/>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43900389-25DD-467D-A110-C9D1269AA43B}"/>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52709D48-90EA-4978-B43D-757C58A8C65B}"/>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3A0350F7-CD56-4E2F-9392-0BEEF4B61DD0}"/>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5F73F7C1-9F1A-405B-BAD5-C655CCD98FFA}"/>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2A4CA73F-035D-4599-A6F8-D3A017E0C6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59815649"/>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E3D28AD2-B1D8-4B84-8FE0-41E4F714ACB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A23F3285-A4AE-405C-A5E1-315FD77F63C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08BDC0DC-5FAB-446F-ADB9-FD01FB52A7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957D555B-851C-4880-AF86-9DCB83B129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BF9768C3-A33E-4B64-BF23-2A0EACDD47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4F1C17C6-E320-4B1E-BFD0-B8D65B245F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817607EE-32E3-482E-8D9E-E5559CDF154C}"/>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C48BB865-E4AF-4AA8-BC18-587CB875CB71}"/>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51B9079C-5AA3-4E40-9D3A-2418A7E6914A}"/>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DB689801-E2D3-4AFE-AAEA-4B3F4D51F84B}"/>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8217F600-F52F-46FD-8CEB-0CB33688A7B9}"/>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F58A3872-D8AA-4C9C-8D81-3578142A9412}"/>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0BE52E2A-195A-444B-8D85-3C5AC9CC6AB8}"/>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8F7CB04C-3731-4539-B169-BD6BC96CCE13}"/>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CC1B6A48-CA3E-4D84-A0B2-0153BA02E5C0}"/>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A1582B29-1FCC-4656-81A5-453D3A24E782}"/>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98AD7244-9B5B-49DD-93FF-3CE11EA49D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72576559"/>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35F23F34-0AAB-4B6C-9857-F7B4EED0BF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7A196544-D5B7-42FC-B63D-EB8E37BCFF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BD168ED5-34BE-4BEB-B61C-A6F0A43E0F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F9CA732B-A626-4AC3-9A74-84C3AE2FD1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418C124B-93F6-496C-8E90-4F47D8C3D3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BDB4B672-AC49-4A1F-8516-5B1E22387C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09F7C4D4-0786-4F98-BE37-64A6DA7A2375}"/>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64849BD5-E53D-4E9B-AA66-C2F156498395}"/>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407F364A-CB6F-414D-953A-209BB542EFEC}"/>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15D7D4AA-1FDE-438E-80E2-9F92340235AE}"/>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A44654A6-54F3-4B43-8304-47B05C49BD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995662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2026-10-21T15:06:45.4780000Z</dcterms:created>
  <dcterms:modified xsi:type="dcterms:W3CDTF">2026-10-21T15:06:45.4780000Z</dcterms:modified>
</coreProperties>
</file>