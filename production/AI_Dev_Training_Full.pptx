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1.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60fc9d792c489b" /><Relationship Type="http://schemas.openxmlformats.org/officeDocument/2006/relationships/extended-properties" Target="/docProps/app.xml" Id="Rd19eb0b70dba4012" /><Relationship Type="http://schemas.openxmlformats.org/officeDocument/2006/relationships/officeDocument" Target="/ppt/presentation.xml" Id="Rd1e0cc21ae844f16" /></Relationships>
</file>

<file path=ppt/presentation.xml><?xml version="1.0" encoding="utf-8"?>
<p:presentation xmlns:p="http://schemas.openxmlformats.org/presentationml/2006/main">
  <p:sldMasterIdLst>
    <p:sldMasterId xmlns:r="http://schemas.openxmlformats.org/officeDocument/2006/relationships" id="2147483648" r:id="Rf10edc24feb14695"/>
  </p:sldMasterIdLst>
  <p:notesMasterIdLst>
    <p:notesMasterId xmlns:r="http://schemas.openxmlformats.org/officeDocument/2006/relationships" r:id="Rbc041fea41bf4b90"/>
  </p:notesMasterIdLst>
  <p:sldIdLst>
    <p:sldId xmlns:r="http://schemas.openxmlformats.org/officeDocument/2006/relationships" id="256" r:id="R9904ca29b40642f9"/>
    <p:sldId xmlns:r="http://schemas.openxmlformats.org/officeDocument/2006/relationships" id="257" r:id="Rd5da00403f204e24"/>
    <p:sldId xmlns:r="http://schemas.openxmlformats.org/officeDocument/2006/relationships" id="258" r:id="R441beb20bb184cea"/>
    <p:sldId xmlns:r="http://schemas.openxmlformats.org/officeDocument/2006/relationships" id="259" r:id="R694d7a568cd145cb"/>
    <p:sldId xmlns:r="http://schemas.openxmlformats.org/officeDocument/2006/relationships" id="260" r:id="R347bcfdbc48044ec"/>
    <p:sldId xmlns:r="http://schemas.openxmlformats.org/officeDocument/2006/relationships" id="261" r:id="R0b771375337e4ebc"/>
    <p:sldId xmlns:r="http://schemas.openxmlformats.org/officeDocument/2006/relationships" id="262" r:id="R272510da3e4f489a"/>
    <p:sldId xmlns:r="http://schemas.openxmlformats.org/officeDocument/2006/relationships" id="263" r:id="R8afd125dd11b4dc3"/>
    <p:sldId xmlns:r="http://schemas.openxmlformats.org/officeDocument/2006/relationships" id="264" r:id="Rf2e8d5d7d86b4d62"/>
    <p:sldId xmlns:r="http://schemas.openxmlformats.org/officeDocument/2006/relationships" id="265" r:id="Re54dc882d6044bdc"/>
    <p:sldId xmlns:r="http://schemas.openxmlformats.org/officeDocument/2006/relationships" id="266" r:id="R5d9d374754654c7c"/>
    <p:sldId xmlns:r="http://schemas.openxmlformats.org/officeDocument/2006/relationships" id="267" r:id="R0b4ca63a97f94ef3"/>
    <p:sldId xmlns:r="http://schemas.openxmlformats.org/officeDocument/2006/relationships" id="268" r:id="Rc44927c7f2ca4a2d"/>
    <p:sldId xmlns:r="http://schemas.openxmlformats.org/officeDocument/2006/relationships" id="269" r:id="R2be34fff836448c5"/>
    <p:sldId xmlns:r="http://schemas.openxmlformats.org/officeDocument/2006/relationships" id="270" r:id="R01d7e8673b574a02"/>
    <p:sldId xmlns:r="http://schemas.openxmlformats.org/officeDocument/2006/relationships" id="271" r:id="R9f6040de06474c78"/>
    <p:sldId xmlns:r="http://schemas.openxmlformats.org/officeDocument/2006/relationships" id="272" r:id="R7cbee8dd95104f1f"/>
    <p:sldId xmlns:r="http://schemas.openxmlformats.org/officeDocument/2006/relationships" id="273" r:id="R2cd3aa63e9974c72"/>
    <p:sldId xmlns:r="http://schemas.openxmlformats.org/officeDocument/2006/relationships" id="274" r:id="Ra326db74c503457e"/>
    <p:sldId xmlns:r="http://schemas.openxmlformats.org/officeDocument/2006/relationships" id="275" r:id="Raaf26b78a69d448d"/>
    <p:sldId xmlns:r="http://schemas.openxmlformats.org/officeDocument/2006/relationships" id="276" r:id="R0b24f2ae443f4932"/>
    <p:sldId xmlns:r="http://schemas.openxmlformats.org/officeDocument/2006/relationships" id="277" r:id="R6e7a5ff7be984852"/>
    <p:sldId xmlns:r="http://schemas.openxmlformats.org/officeDocument/2006/relationships" id="278" r:id="R404c8604b138482b"/>
    <p:sldId xmlns:r="http://schemas.openxmlformats.org/officeDocument/2006/relationships" id="279" r:id="Rd1828a59dd3d48c2"/>
    <p:sldId xmlns:r="http://schemas.openxmlformats.org/officeDocument/2006/relationships" id="280" r:id="Rb8e5a0d8c4f245ef"/>
    <p:sldId xmlns:r="http://schemas.openxmlformats.org/officeDocument/2006/relationships" id="281" r:id="R760b66e1b9b9458a"/>
    <p:sldId xmlns:r="http://schemas.openxmlformats.org/officeDocument/2006/relationships" id="282" r:id="R21ed7bb665164d4f"/>
    <p:sldId xmlns:r="http://schemas.openxmlformats.org/officeDocument/2006/relationships" id="283" r:id="R7ebe24d5bd224757"/>
    <p:sldId xmlns:r="http://schemas.openxmlformats.org/officeDocument/2006/relationships" id="284" r:id="R6ad40ea6dfe54c3f"/>
    <p:sldId xmlns:r="http://schemas.openxmlformats.org/officeDocument/2006/relationships" id="285" r:id="R38cabea6159243d8"/>
    <p:sldId xmlns:r="http://schemas.openxmlformats.org/officeDocument/2006/relationships" id="286" r:id="R90f2082590164b4d"/>
    <p:sldId xmlns:r="http://schemas.openxmlformats.org/officeDocument/2006/relationships" id="287" r:id="Rd2665dbaf16a436d"/>
    <p:sldId xmlns:r="http://schemas.openxmlformats.org/officeDocument/2006/relationships" id="288" r:id="R2324fcf045e04735"/>
    <p:sldId xmlns:r="http://schemas.openxmlformats.org/officeDocument/2006/relationships" id="289" r:id="R2d8eb0755af54a9f"/>
    <p:sldId xmlns:r="http://schemas.openxmlformats.org/officeDocument/2006/relationships" id="290" r:id="R270ca0a11f224619"/>
    <p:sldId xmlns:r="http://schemas.openxmlformats.org/officeDocument/2006/relationships" id="291" r:id="R57afe6923b30496a"/>
    <p:sldId xmlns:r="http://schemas.openxmlformats.org/officeDocument/2006/relationships" id="292" r:id="R3d487fa53cea4938"/>
    <p:sldId xmlns:r="http://schemas.openxmlformats.org/officeDocument/2006/relationships" id="293" r:id="R3b75e3a49c614012"/>
    <p:sldId xmlns:r="http://schemas.openxmlformats.org/officeDocument/2006/relationships" id="294" r:id="R3b1a3f05bb634c20"/>
    <p:sldId xmlns:r="http://schemas.openxmlformats.org/officeDocument/2006/relationships" id="295" r:id="R7efb7cdf00034a4f"/>
    <p:sldId xmlns:r="http://schemas.openxmlformats.org/officeDocument/2006/relationships" id="296" r:id="R2185fa9f8cc442e3"/>
    <p:sldId xmlns:r="http://schemas.openxmlformats.org/officeDocument/2006/relationships" id="297" r:id="R524584f708714693"/>
    <p:sldId xmlns:r="http://schemas.openxmlformats.org/officeDocument/2006/relationships" id="298" r:id="Rfd5f7f09259d4e98"/>
    <p:sldId xmlns:r="http://schemas.openxmlformats.org/officeDocument/2006/relationships" id="299" r:id="Rd1cb4def4c374b53"/>
    <p:sldId xmlns:r="http://schemas.openxmlformats.org/officeDocument/2006/relationships" id="300" r:id="R21141cab61be4a5b"/>
    <p:sldId xmlns:r="http://schemas.openxmlformats.org/officeDocument/2006/relationships" id="301" r:id="Ra98eda61fbdb4863"/>
    <p:sldId xmlns:r="http://schemas.openxmlformats.org/officeDocument/2006/relationships" id="302" r:id="R4fd14bd5cd0747e0"/>
    <p:sldId xmlns:r="http://schemas.openxmlformats.org/officeDocument/2006/relationships" id="303" r:id="R07fe3c4dceb24413"/>
    <p:sldId xmlns:r="http://schemas.openxmlformats.org/officeDocument/2006/relationships" id="304" r:id="R21d3043c4bf6407c"/>
    <p:sldId xmlns:r="http://schemas.openxmlformats.org/officeDocument/2006/relationships" id="305" r:id="R63ea3620e1044bb3"/>
    <p:sldId xmlns:r="http://schemas.openxmlformats.org/officeDocument/2006/relationships" id="306" r:id="Rb18965e0c45d4099"/>
    <p:sldId xmlns:r="http://schemas.openxmlformats.org/officeDocument/2006/relationships" id="307" r:id="R6f5dad14fd47448a"/>
    <p:sldId xmlns:r="http://schemas.openxmlformats.org/officeDocument/2006/relationships" id="308" r:id="R5347f27008a744c6"/>
    <p:sldId xmlns:r="http://schemas.openxmlformats.org/officeDocument/2006/relationships" id="309" r:id="R3c812bfbd6504b74"/>
    <p:sldId xmlns:r="http://schemas.openxmlformats.org/officeDocument/2006/relationships" id="310" r:id="Rdbd846915d074c3e"/>
    <p:sldId xmlns:r="http://schemas.openxmlformats.org/officeDocument/2006/relationships" id="311" r:id="R7ef98d698d774cd3"/>
    <p:sldId xmlns:r="http://schemas.openxmlformats.org/officeDocument/2006/relationships" id="312" r:id="R7ff0fb32c5ed415c"/>
    <p:sldId xmlns:r="http://schemas.openxmlformats.org/officeDocument/2006/relationships" id="313" r:id="R57829965eda74377"/>
    <p:sldId xmlns:r="http://schemas.openxmlformats.org/officeDocument/2006/relationships" id="314" r:id="R3b457c1e108c43fd"/>
    <p:sldId xmlns:r="http://schemas.openxmlformats.org/officeDocument/2006/relationships" id="315" r:id="R18ab139b81414371"/>
    <p:sldId xmlns:r="http://schemas.openxmlformats.org/officeDocument/2006/relationships" id="316" r:id="R32fd7557ccea44a7"/>
    <p:sldId xmlns:r="http://schemas.openxmlformats.org/officeDocument/2006/relationships" id="317" r:id="R26a75f5606814713"/>
    <p:sldId xmlns:r="http://schemas.openxmlformats.org/officeDocument/2006/relationships" id="318" r:id="Rf7f144dac5544440"/>
    <p:sldId xmlns:r="http://schemas.openxmlformats.org/officeDocument/2006/relationships" id="319" r:id="Rdc5e764979ec46df"/>
    <p:sldId xmlns:r="http://schemas.openxmlformats.org/officeDocument/2006/relationships" id="320" r:id="R68ffd5e562fd4471"/>
    <p:sldId xmlns:r="http://schemas.openxmlformats.org/officeDocument/2006/relationships" id="321" r:id="R537a6ef873524d8f"/>
    <p:sldId xmlns:r="http://schemas.openxmlformats.org/officeDocument/2006/relationships" id="322" r:id="Rde9dff6076c14f5d"/>
    <p:sldId xmlns:r="http://schemas.openxmlformats.org/officeDocument/2006/relationships" id="323" r:id="Red1585dd3113470d"/>
    <p:sldId xmlns:r="http://schemas.openxmlformats.org/officeDocument/2006/relationships" id="324" r:id="R954669ce408440aa"/>
    <p:sldId xmlns:r="http://schemas.openxmlformats.org/officeDocument/2006/relationships" id="325" r:id="R241d57de87aa4818"/>
    <p:sldId xmlns:r="http://schemas.openxmlformats.org/officeDocument/2006/relationships" id="326" r:id="Rb90877f0e7644cf0"/>
    <p:sldId xmlns:r="http://schemas.openxmlformats.org/officeDocument/2006/relationships" id="327" r:id="R9f6e012357e14846"/>
    <p:sldId xmlns:r="http://schemas.openxmlformats.org/officeDocument/2006/relationships" id="328" r:id="R22d9549fcbf64ca4"/>
    <p:sldId xmlns:r="http://schemas.openxmlformats.org/officeDocument/2006/relationships" id="329" r:id="R0b5a05b035a54e75"/>
    <p:sldId xmlns:r="http://schemas.openxmlformats.org/officeDocument/2006/relationships" id="330" r:id="Rb2a2fa721627440a"/>
    <p:sldId xmlns:r="http://schemas.openxmlformats.org/officeDocument/2006/relationships" id="331" r:id="Rc50f75872bf7413e"/>
    <p:sldId xmlns:r="http://schemas.openxmlformats.org/officeDocument/2006/relationships" id="332" r:id="R316d12b56d1345ad"/>
    <p:sldId xmlns:r="http://schemas.openxmlformats.org/officeDocument/2006/relationships" id="333" r:id="R98dcb741328e457a"/>
    <p:sldId xmlns:r="http://schemas.openxmlformats.org/officeDocument/2006/relationships" id="334" r:id="Re02a00bf61464847"/>
    <p:sldId xmlns:r="http://schemas.openxmlformats.org/officeDocument/2006/relationships" id="335" r:id="R0a8614a5466e4209"/>
    <p:sldId xmlns:r="http://schemas.openxmlformats.org/officeDocument/2006/relationships" id="336" r:id="Ra5c774386e594b77"/>
    <p:sldId xmlns:r="http://schemas.openxmlformats.org/officeDocument/2006/relationships" id="337" r:id="R7c95dcffb0d34b19"/>
    <p:sldId xmlns:r="http://schemas.openxmlformats.org/officeDocument/2006/relationships" id="338" r:id="Rea954053462c46ae"/>
    <p:sldId xmlns:r="http://schemas.openxmlformats.org/officeDocument/2006/relationships" id="339" r:id="R017d1d43463246bc"/>
    <p:sldId xmlns:r="http://schemas.openxmlformats.org/officeDocument/2006/relationships" id="340" r:id="R2e9378b3a7074f28"/>
    <p:sldId xmlns:r="http://schemas.openxmlformats.org/officeDocument/2006/relationships" id="341" r:id="R9d505d59e6b64da4"/>
    <p:sldId xmlns:r="http://schemas.openxmlformats.org/officeDocument/2006/relationships" id="342" r:id="R6a07936ca4bc472a"/>
    <p:sldId xmlns:r="http://schemas.openxmlformats.org/officeDocument/2006/relationships" id="343" r:id="R51d15294d55b4555"/>
    <p:sldId xmlns:r="http://schemas.openxmlformats.org/officeDocument/2006/relationships" id="344" r:id="Reee48f4704d546f8"/>
    <p:sldId xmlns:r="http://schemas.openxmlformats.org/officeDocument/2006/relationships" id="345" r:id="R8ddbbad39c5246a4"/>
    <p:sldId xmlns:r="http://schemas.openxmlformats.org/officeDocument/2006/relationships" id="346" r:id="Rbdbc68ef3a764c1c"/>
    <p:sldId xmlns:r="http://schemas.openxmlformats.org/officeDocument/2006/relationships" id="347" r:id="R2da6d50c469d4a21"/>
    <p:sldId xmlns:r="http://schemas.openxmlformats.org/officeDocument/2006/relationships" id="348" r:id="R98f3838f4a414c4b"/>
    <p:sldId xmlns:r="http://schemas.openxmlformats.org/officeDocument/2006/relationships" id="349" r:id="R9f1801a48a5345e5"/>
    <p:sldId xmlns:r="http://schemas.openxmlformats.org/officeDocument/2006/relationships" id="350" r:id="R18ec97c7954e4f40"/>
    <p:sldId xmlns:r="http://schemas.openxmlformats.org/officeDocument/2006/relationships" id="351" r:id="R952d14671aea4127"/>
    <p:sldId xmlns:r="http://schemas.openxmlformats.org/officeDocument/2006/relationships" id="352" r:id="R40e25d505b9e4dac"/>
    <p:sldId xmlns:r="http://schemas.openxmlformats.org/officeDocument/2006/relationships" id="353" r:id="R7c7b463fe9e24ffb"/>
    <p:sldId xmlns:r="http://schemas.openxmlformats.org/officeDocument/2006/relationships" id="354" r:id="R25a6ce9d86274feb"/>
    <p:sldId xmlns:r="http://schemas.openxmlformats.org/officeDocument/2006/relationships" id="355" r:id="R5097cc086511488f"/>
    <p:sldId xmlns:r="http://schemas.openxmlformats.org/officeDocument/2006/relationships" id="356" r:id="R88416949fecf48dd"/>
    <p:sldId xmlns:r="http://schemas.openxmlformats.org/officeDocument/2006/relationships" id="357" r:id="Rc6fdc7bee87342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80b80ca1624e92" /><Relationship Type="http://schemas.openxmlformats.org/officeDocument/2006/relationships/slideMaster" Target="/ppt/slideMasters/slideMaster1.xml" Id="Rf10edc24feb14695" /><Relationship Type="http://schemas.openxmlformats.org/officeDocument/2006/relationships/notesMaster" Target="/ppt/notesMasters/notesMaster1.xml" Id="Rbc041fea41bf4b90" /><Relationship Type="http://schemas.openxmlformats.org/officeDocument/2006/relationships/presProps" Target="/ppt/presProps.xml" Id="R43b5f6f657d4487c" /><Relationship Type="http://schemas.openxmlformats.org/officeDocument/2006/relationships/tableStyles" Target="/ppt/tableStyles.xml" Id="R75ed342033f94109" /><Relationship Type="http://schemas.openxmlformats.org/officeDocument/2006/relationships/slide" Target="/ppt/slides/slide1.xml" Id="R9904ca29b40642f9" /><Relationship Type="http://schemas.openxmlformats.org/officeDocument/2006/relationships/slide" Target="/ppt/slides/slide2.xml" Id="Rd5da00403f204e24" /><Relationship Type="http://schemas.openxmlformats.org/officeDocument/2006/relationships/slide" Target="/ppt/slides/slide3.xml" Id="R441beb20bb184cea" /><Relationship Type="http://schemas.openxmlformats.org/officeDocument/2006/relationships/slide" Target="/ppt/slides/slide4.xml" Id="R694d7a568cd145cb" /><Relationship Type="http://schemas.openxmlformats.org/officeDocument/2006/relationships/slide" Target="/ppt/slides/slide5.xml" Id="R347bcfdbc48044ec" /><Relationship Type="http://schemas.openxmlformats.org/officeDocument/2006/relationships/slide" Target="/ppt/slides/slide6.xml" Id="R0b771375337e4ebc" /><Relationship Type="http://schemas.openxmlformats.org/officeDocument/2006/relationships/slide" Target="/ppt/slides/slide7.xml" Id="R272510da3e4f489a" /><Relationship Type="http://schemas.openxmlformats.org/officeDocument/2006/relationships/slide" Target="/ppt/slides/slide8.xml" Id="R8afd125dd11b4dc3" /><Relationship Type="http://schemas.openxmlformats.org/officeDocument/2006/relationships/slide" Target="/ppt/slides/slide9.xml" Id="Rf2e8d5d7d86b4d62" /><Relationship Type="http://schemas.openxmlformats.org/officeDocument/2006/relationships/slide" Target="/ppt/slides/slide10.xml" Id="Re54dc882d6044bdc" /><Relationship Type="http://schemas.openxmlformats.org/officeDocument/2006/relationships/slide" Target="/ppt/slides/slide11.xml" Id="R5d9d374754654c7c" /><Relationship Type="http://schemas.openxmlformats.org/officeDocument/2006/relationships/slide" Target="/ppt/slides/slide12.xml" Id="R0b4ca63a97f94ef3" /><Relationship Type="http://schemas.openxmlformats.org/officeDocument/2006/relationships/slide" Target="/ppt/slides/slide13.xml" Id="Rc44927c7f2ca4a2d" /><Relationship Type="http://schemas.openxmlformats.org/officeDocument/2006/relationships/slide" Target="/ppt/slides/slide14.xml" Id="R2be34fff836448c5" /><Relationship Type="http://schemas.openxmlformats.org/officeDocument/2006/relationships/slide" Target="/ppt/slides/slide15.xml" Id="R01d7e8673b574a02" /><Relationship Type="http://schemas.openxmlformats.org/officeDocument/2006/relationships/slide" Target="/ppt/slides/slide16.xml" Id="R9f6040de06474c78" /><Relationship Type="http://schemas.openxmlformats.org/officeDocument/2006/relationships/slide" Target="/ppt/slides/slide17.xml" Id="R7cbee8dd95104f1f" /><Relationship Type="http://schemas.openxmlformats.org/officeDocument/2006/relationships/slide" Target="/ppt/slides/slide18.xml" Id="R2cd3aa63e9974c72" /><Relationship Type="http://schemas.openxmlformats.org/officeDocument/2006/relationships/slide" Target="/ppt/slides/slide19.xml" Id="Ra326db74c503457e" /><Relationship Type="http://schemas.openxmlformats.org/officeDocument/2006/relationships/slide" Target="/ppt/slides/slide20.xml" Id="Raaf26b78a69d448d" /><Relationship Type="http://schemas.openxmlformats.org/officeDocument/2006/relationships/slide" Target="/ppt/slides/slide21.xml" Id="R0b24f2ae443f4932" /><Relationship Type="http://schemas.openxmlformats.org/officeDocument/2006/relationships/slide" Target="/ppt/slides/slide22.xml" Id="R6e7a5ff7be984852" /><Relationship Type="http://schemas.openxmlformats.org/officeDocument/2006/relationships/slide" Target="/ppt/slides/slide23.xml" Id="R404c8604b138482b" /><Relationship Type="http://schemas.openxmlformats.org/officeDocument/2006/relationships/slide" Target="/ppt/slides/slide24.xml" Id="Rd1828a59dd3d48c2" /><Relationship Type="http://schemas.openxmlformats.org/officeDocument/2006/relationships/slide" Target="/ppt/slides/slide25.xml" Id="Rb8e5a0d8c4f245ef" /><Relationship Type="http://schemas.openxmlformats.org/officeDocument/2006/relationships/slide" Target="/ppt/slides/slide26.xml" Id="R760b66e1b9b9458a" /><Relationship Type="http://schemas.openxmlformats.org/officeDocument/2006/relationships/slide" Target="/ppt/slides/slide27.xml" Id="R21ed7bb665164d4f" /><Relationship Type="http://schemas.openxmlformats.org/officeDocument/2006/relationships/slide" Target="/ppt/slides/slide28.xml" Id="R7ebe24d5bd224757" /><Relationship Type="http://schemas.openxmlformats.org/officeDocument/2006/relationships/slide" Target="/ppt/slides/slide29.xml" Id="R6ad40ea6dfe54c3f" /><Relationship Type="http://schemas.openxmlformats.org/officeDocument/2006/relationships/slide" Target="/ppt/slides/slide30.xml" Id="R38cabea6159243d8" /><Relationship Type="http://schemas.openxmlformats.org/officeDocument/2006/relationships/slide" Target="/ppt/slides/slide31.xml" Id="R90f2082590164b4d" /><Relationship Type="http://schemas.openxmlformats.org/officeDocument/2006/relationships/slide" Target="/ppt/slides/slide32.xml" Id="Rd2665dbaf16a436d" /><Relationship Type="http://schemas.openxmlformats.org/officeDocument/2006/relationships/slide" Target="/ppt/slides/slide33.xml" Id="R2324fcf045e04735" /><Relationship Type="http://schemas.openxmlformats.org/officeDocument/2006/relationships/slide" Target="/ppt/slides/slide34.xml" Id="R2d8eb0755af54a9f" /><Relationship Type="http://schemas.openxmlformats.org/officeDocument/2006/relationships/slide" Target="/ppt/slides/slide35.xml" Id="R270ca0a11f224619" /><Relationship Type="http://schemas.openxmlformats.org/officeDocument/2006/relationships/slide" Target="/ppt/slides/slide36.xml" Id="R57afe6923b30496a" /><Relationship Type="http://schemas.openxmlformats.org/officeDocument/2006/relationships/slide" Target="/ppt/slides/slide37.xml" Id="R3d487fa53cea4938" /><Relationship Type="http://schemas.openxmlformats.org/officeDocument/2006/relationships/slide" Target="/ppt/slides/slide38.xml" Id="R3b75e3a49c614012" /><Relationship Type="http://schemas.openxmlformats.org/officeDocument/2006/relationships/slide" Target="/ppt/slides/slide39.xml" Id="R3b1a3f05bb634c20" /><Relationship Type="http://schemas.openxmlformats.org/officeDocument/2006/relationships/slide" Target="/ppt/slides/slide40.xml" Id="R7efb7cdf00034a4f" /><Relationship Type="http://schemas.openxmlformats.org/officeDocument/2006/relationships/slide" Target="/ppt/slides/slide41.xml" Id="R2185fa9f8cc442e3" /><Relationship Type="http://schemas.openxmlformats.org/officeDocument/2006/relationships/slide" Target="/ppt/slides/slide42.xml" Id="R524584f708714693" /><Relationship Type="http://schemas.openxmlformats.org/officeDocument/2006/relationships/slide" Target="/ppt/slides/slide43.xml" Id="Rfd5f7f09259d4e98" /><Relationship Type="http://schemas.openxmlformats.org/officeDocument/2006/relationships/slide" Target="/ppt/slides/slide44.xml" Id="Rd1cb4def4c374b53" /><Relationship Type="http://schemas.openxmlformats.org/officeDocument/2006/relationships/slide" Target="/ppt/slides/slide45.xml" Id="R21141cab61be4a5b" /><Relationship Type="http://schemas.openxmlformats.org/officeDocument/2006/relationships/slide" Target="/ppt/slides/slide46.xml" Id="Ra98eda61fbdb4863" /><Relationship Type="http://schemas.openxmlformats.org/officeDocument/2006/relationships/slide" Target="/ppt/slides/slide47.xml" Id="R4fd14bd5cd0747e0" /><Relationship Type="http://schemas.openxmlformats.org/officeDocument/2006/relationships/slide" Target="/ppt/slides/slide48.xml" Id="R07fe3c4dceb24413" /><Relationship Type="http://schemas.openxmlformats.org/officeDocument/2006/relationships/slide" Target="/ppt/slides/slide49.xml" Id="R21d3043c4bf6407c" /><Relationship Type="http://schemas.openxmlformats.org/officeDocument/2006/relationships/slide" Target="/ppt/slides/slide50.xml" Id="R63ea3620e1044bb3" /><Relationship Type="http://schemas.openxmlformats.org/officeDocument/2006/relationships/slide" Target="/ppt/slides/slide51.xml" Id="Rb18965e0c45d4099" /><Relationship Type="http://schemas.openxmlformats.org/officeDocument/2006/relationships/slide" Target="/ppt/slides/slide52.xml" Id="R6f5dad14fd47448a" /><Relationship Type="http://schemas.openxmlformats.org/officeDocument/2006/relationships/slide" Target="/ppt/slides/slide53.xml" Id="R5347f27008a744c6" /><Relationship Type="http://schemas.openxmlformats.org/officeDocument/2006/relationships/slide" Target="/ppt/slides/slide54.xml" Id="R3c812bfbd6504b74" /><Relationship Type="http://schemas.openxmlformats.org/officeDocument/2006/relationships/slide" Target="/ppt/slides/slide55.xml" Id="Rdbd846915d074c3e" /><Relationship Type="http://schemas.openxmlformats.org/officeDocument/2006/relationships/slide" Target="/ppt/slides/slide56.xml" Id="R7ef98d698d774cd3" /><Relationship Type="http://schemas.openxmlformats.org/officeDocument/2006/relationships/slide" Target="/ppt/slides/slide57.xml" Id="R7ff0fb32c5ed415c" /><Relationship Type="http://schemas.openxmlformats.org/officeDocument/2006/relationships/slide" Target="/ppt/slides/slide58.xml" Id="R57829965eda74377" /><Relationship Type="http://schemas.openxmlformats.org/officeDocument/2006/relationships/slide" Target="/ppt/slides/slide59.xml" Id="R3b457c1e108c43fd" /><Relationship Type="http://schemas.openxmlformats.org/officeDocument/2006/relationships/slide" Target="/ppt/slides/slide60.xml" Id="R18ab139b81414371" /><Relationship Type="http://schemas.openxmlformats.org/officeDocument/2006/relationships/slide" Target="/ppt/slides/slide61.xml" Id="R32fd7557ccea44a7" /><Relationship Type="http://schemas.openxmlformats.org/officeDocument/2006/relationships/slide" Target="/ppt/slides/slide62.xml" Id="R26a75f5606814713" /><Relationship Type="http://schemas.openxmlformats.org/officeDocument/2006/relationships/slide" Target="/ppt/slides/slide63.xml" Id="Rf7f144dac5544440" /><Relationship Type="http://schemas.openxmlformats.org/officeDocument/2006/relationships/slide" Target="/ppt/slides/slide64.xml" Id="Rdc5e764979ec46df" /><Relationship Type="http://schemas.openxmlformats.org/officeDocument/2006/relationships/slide" Target="/ppt/slides/slide65.xml" Id="R68ffd5e562fd4471" /><Relationship Type="http://schemas.openxmlformats.org/officeDocument/2006/relationships/slide" Target="/ppt/slides/slide66.xml" Id="R537a6ef873524d8f" /><Relationship Type="http://schemas.openxmlformats.org/officeDocument/2006/relationships/slide" Target="/ppt/slides/slide67.xml" Id="Rde9dff6076c14f5d" /><Relationship Type="http://schemas.openxmlformats.org/officeDocument/2006/relationships/slide" Target="/ppt/slides/slide68.xml" Id="Red1585dd3113470d" /><Relationship Type="http://schemas.openxmlformats.org/officeDocument/2006/relationships/slide" Target="/ppt/slides/slide69.xml" Id="R954669ce408440aa" /><Relationship Type="http://schemas.openxmlformats.org/officeDocument/2006/relationships/slide" Target="/ppt/slides/slide70.xml" Id="R241d57de87aa4818" /><Relationship Type="http://schemas.openxmlformats.org/officeDocument/2006/relationships/slide" Target="/ppt/slides/slide71.xml" Id="Rb90877f0e7644cf0" /><Relationship Type="http://schemas.openxmlformats.org/officeDocument/2006/relationships/slide" Target="/ppt/slides/slide72.xml" Id="R9f6e012357e14846" /><Relationship Type="http://schemas.openxmlformats.org/officeDocument/2006/relationships/slide" Target="/ppt/slides/slide73.xml" Id="R22d9549fcbf64ca4" /><Relationship Type="http://schemas.openxmlformats.org/officeDocument/2006/relationships/slide" Target="/ppt/slides/slide74.xml" Id="R0b5a05b035a54e75" /><Relationship Type="http://schemas.openxmlformats.org/officeDocument/2006/relationships/slide" Target="/ppt/slides/slide75.xml" Id="Rb2a2fa721627440a" /><Relationship Type="http://schemas.openxmlformats.org/officeDocument/2006/relationships/slide" Target="/ppt/slides/slide76.xml" Id="Rc50f75872bf7413e" /><Relationship Type="http://schemas.openxmlformats.org/officeDocument/2006/relationships/slide" Target="/ppt/slides/slide77.xml" Id="R316d12b56d1345ad" /><Relationship Type="http://schemas.openxmlformats.org/officeDocument/2006/relationships/slide" Target="/ppt/slides/slide78.xml" Id="R98dcb741328e457a" /><Relationship Type="http://schemas.openxmlformats.org/officeDocument/2006/relationships/slide" Target="/ppt/slides/slide79.xml" Id="Re02a00bf61464847" /><Relationship Type="http://schemas.openxmlformats.org/officeDocument/2006/relationships/slide" Target="/ppt/slides/slide80.xml" Id="R0a8614a5466e4209" /><Relationship Type="http://schemas.openxmlformats.org/officeDocument/2006/relationships/slide" Target="/ppt/slides/slide81.xml" Id="Ra5c774386e594b77" /><Relationship Type="http://schemas.openxmlformats.org/officeDocument/2006/relationships/slide" Target="/ppt/slides/slide82.xml" Id="R7c95dcffb0d34b19" /><Relationship Type="http://schemas.openxmlformats.org/officeDocument/2006/relationships/slide" Target="/ppt/slides/slide83.xml" Id="Rea954053462c46ae" /><Relationship Type="http://schemas.openxmlformats.org/officeDocument/2006/relationships/slide" Target="/ppt/slides/slide84.xml" Id="R017d1d43463246bc" /><Relationship Type="http://schemas.openxmlformats.org/officeDocument/2006/relationships/slide" Target="/ppt/slides/slide85.xml" Id="R2e9378b3a7074f28" /><Relationship Type="http://schemas.openxmlformats.org/officeDocument/2006/relationships/slide" Target="/ppt/slides/slide86.xml" Id="R9d505d59e6b64da4" /><Relationship Type="http://schemas.openxmlformats.org/officeDocument/2006/relationships/slide" Target="/ppt/slides/slide87.xml" Id="R6a07936ca4bc472a" /><Relationship Type="http://schemas.openxmlformats.org/officeDocument/2006/relationships/slide" Target="/ppt/slides/slide88.xml" Id="R51d15294d55b4555" /><Relationship Type="http://schemas.openxmlformats.org/officeDocument/2006/relationships/slide" Target="/ppt/slides/slide89.xml" Id="Reee48f4704d546f8" /><Relationship Type="http://schemas.openxmlformats.org/officeDocument/2006/relationships/slide" Target="/ppt/slides/slide90.xml" Id="R8ddbbad39c5246a4" /><Relationship Type="http://schemas.openxmlformats.org/officeDocument/2006/relationships/slide" Target="/ppt/slides/slide91.xml" Id="Rbdbc68ef3a764c1c" /><Relationship Type="http://schemas.openxmlformats.org/officeDocument/2006/relationships/slide" Target="/ppt/slides/slide92.xml" Id="R2da6d50c469d4a21" /><Relationship Type="http://schemas.openxmlformats.org/officeDocument/2006/relationships/slide" Target="/ppt/slides/slide93.xml" Id="R98f3838f4a414c4b" /><Relationship Type="http://schemas.openxmlformats.org/officeDocument/2006/relationships/slide" Target="/ppt/slides/slide94.xml" Id="R9f1801a48a5345e5" /><Relationship Type="http://schemas.openxmlformats.org/officeDocument/2006/relationships/slide" Target="/ppt/slides/slide95.xml" Id="R18ec97c7954e4f40" /><Relationship Type="http://schemas.openxmlformats.org/officeDocument/2006/relationships/slide" Target="/ppt/slides/slide96.xml" Id="R952d14671aea4127" /><Relationship Type="http://schemas.openxmlformats.org/officeDocument/2006/relationships/slide" Target="/ppt/slides/slide97.xml" Id="R40e25d505b9e4dac" /><Relationship Type="http://schemas.openxmlformats.org/officeDocument/2006/relationships/slide" Target="/ppt/slides/slide98.xml" Id="R7c7b463fe9e24ffb" /><Relationship Type="http://schemas.openxmlformats.org/officeDocument/2006/relationships/slide" Target="/ppt/slides/slide99.xml" Id="R25a6ce9d86274feb" /><Relationship Type="http://schemas.openxmlformats.org/officeDocument/2006/relationships/slide" Target="/ppt/slides/slide100.xml" Id="R5097cc086511488f" /><Relationship Type="http://schemas.openxmlformats.org/officeDocument/2006/relationships/slide" Target="/ppt/slides/slide101.xml" Id="R88416949fecf48dd" /><Relationship Type="http://schemas.openxmlformats.org/officeDocument/2006/relationships/slide" Target="/ppt/slides/slide102.xml" Id="Rc6fdc7bee87342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5cf8da6afd40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5e7b9bc36f64ff8" /><Relationship Type="http://schemas.openxmlformats.org/officeDocument/2006/relationships/notesMaster" Target="/ppt/notesMasters/notesMaster1.xml" Id="Ra300e3a9a98b4b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8bde5a9da94738" /><Relationship Type="http://schemas.openxmlformats.org/officeDocument/2006/relationships/notesMaster" Target="/ppt/notesMasters/notesMaster1.xml" Id="R2eb99fb303d247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70d7245785412d" /><Relationship Type="http://schemas.openxmlformats.org/officeDocument/2006/relationships/notesMaster" Target="/ppt/notesMasters/notesMaster1.xml" Id="R167663c586934a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8b2a2798f14ce2" /><Relationship Type="http://schemas.openxmlformats.org/officeDocument/2006/relationships/notesMaster" Target="/ppt/notesMasters/notesMaster1.xml" Id="R13303b2273ae4d8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d03b71f10a40a3" /><Relationship Type="http://schemas.openxmlformats.org/officeDocument/2006/relationships/notesMaster" Target="/ppt/notesMasters/notesMaster1.xml" Id="Rff2c7406c52b42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1b78d70728472f" /><Relationship Type="http://schemas.openxmlformats.org/officeDocument/2006/relationships/notesMaster" Target="/ppt/notesMasters/notesMaster1.xml" Id="R42b3465df78842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907f525be44236" /><Relationship Type="http://schemas.openxmlformats.org/officeDocument/2006/relationships/notesMaster" Target="/ppt/notesMasters/notesMaster1.xml" Id="R0cda3ceaf06343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d83db36064409d" /><Relationship Type="http://schemas.openxmlformats.org/officeDocument/2006/relationships/notesMaster" Target="/ppt/notesMasters/notesMaster1.xml" Id="R0d5a4309b70847e4" /></Relationships>
</file>

<file path=ppt/notesSlides/_rels/notesSlide9.xml.rels>&#65279;<?xml version="1.0" encoding="utf-8"?><Relationships xmlns="http://schemas.openxmlformats.org/package/2006/relationships"><Relationship Type="http://schemas.openxmlformats.org/officeDocument/2006/relationships/slide" Target="/ppt/slides/slide9.xml" Id="Re6d90244d4d04654" /><Relationship Type="http://schemas.openxmlformats.org/officeDocument/2006/relationships/notesMaster" Target="/ppt/notesMasters/notesMaster1.xml" Id="R226cefbc2f744f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75b5fef1a84317" /><Relationship Type="http://schemas.openxmlformats.org/officeDocument/2006/relationships/notesMaster" Target="/ppt/notesMasters/notesMaster1.xml" Id="R90e7b50d3fb04e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d4947db721c4f32" /><Relationship Type="http://schemas.openxmlformats.org/officeDocument/2006/relationships/notesMaster" Target="/ppt/notesMasters/notesMaster1.xml" Id="Rbee140e136ec4f3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192e18187941f2" /><Relationship Type="http://schemas.openxmlformats.org/officeDocument/2006/relationships/notesMaster" Target="/ppt/notesMasters/notesMaster1.xml" Id="Re1e898eb866f48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88650ba74664803" /><Relationship Type="http://schemas.openxmlformats.org/officeDocument/2006/relationships/notesMaster" Target="/ppt/notesMasters/notesMaster1.xml" Id="Rd88ba07ea9644e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9eb3a34a14495a" /><Relationship Type="http://schemas.openxmlformats.org/officeDocument/2006/relationships/notesMaster" Target="/ppt/notesMasters/notesMaster1.xml" Id="Rd521a7b94c0d480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b2d453cba524a73" /><Relationship Type="http://schemas.openxmlformats.org/officeDocument/2006/relationships/notesMaster" Target="/ppt/notesMasters/notesMaster1.xml" Id="Rb0ac7bf7604249b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d9cef5e99e34b96" /><Relationship Type="http://schemas.openxmlformats.org/officeDocument/2006/relationships/notesMaster" Target="/ppt/notesMasters/notesMaster1.xml" Id="R63ec34caa6d942e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38203b8776749ae" /><Relationship Type="http://schemas.openxmlformats.org/officeDocument/2006/relationships/notesMaster" Target="/ppt/notesMasters/notesMaster1.xml" Id="R838ab2719f9346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67e0f4bbd99410b" /><Relationship Type="http://schemas.openxmlformats.org/officeDocument/2006/relationships/notesMaster" Target="/ppt/notesMasters/notesMaster1.xml" Id="Rc4576e9d36494bf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12aad315bf5444f" /><Relationship Type="http://schemas.openxmlformats.org/officeDocument/2006/relationships/notesMaster" Target="/ppt/notesMasters/notesMaster1.xml" Id="R02f1ed7fb626475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70574c971574bd4" /><Relationship Type="http://schemas.openxmlformats.org/officeDocument/2006/relationships/notesMaster" Target="/ppt/notesMasters/notesMaster1.xml" Id="Rdbc639b782414f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aebb5cadbbe468b" /><Relationship Type="http://schemas.openxmlformats.org/officeDocument/2006/relationships/notesMaster" Target="/ppt/notesMasters/notesMaster1.xml" Id="Ra2dc6fac27aa4f1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afa943afd3c432d" /><Relationship Type="http://schemas.openxmlformats.org/officeDocument/2006/relationships/notesMaster" Target="/ppt/notesMasters/notesMaster1.xml" Id="R16d2b8d5350746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0da3ae06ff24a17" /><Relationship Type="http://schemas.openxmlformats.org/officeDocument/2006/relationships/notesMaster" Target="/ppt/notesMasters/notesMaster1.xml" Id="R30be4c590c4148a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c3e407484014734" /><Relationship Type="http://schemas.openxmlformats.org/officeDocument/2006/relationships/notesMaster" Target="/ppt/notesMasters/notesMaster1.xml" Id="R53bd836ca0c04b7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5b1cb233cb74d14" /><Relationship Type="http://schemas.openxmlformats.org/officeDocument/2006/relationships/notesMaster" Target="/ppt/notesMasters/notesMaster1.xml" Id="R569f3cc37364456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6893bfb84624999" /><Relationship Type="http://schemas.openxmlformats.org/officeDocument/2006/relationships/notesMaster" Target="/ppt/notesMasters/notesMaster1.xml" Id="R22e5a7e18dc74ac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c7c380395954ce8" /><Relationship Type="http://schemas.openxmlformats.org/officeDocument/2006/relationships/notesMaster" Target="/ppt/notesMasters/notesMaster1.xml" Id="Rccfc7ebd8fcb48f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2aab111d844e6f" /><Relationship Type="http://schemas.openxmlformats.org/officeDocument/2006/relationships/notesMaster" Target="/ppt/notesMasters/notesMaster1.xml" Id="R2588e2a75df34e3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51d7e0e010c477a" /><Relationship Type="http://schemas.openxmlformats.org/officeDocument/2006/relationships/notesMaster" Target="/ppt/notesMasters/notesMaster1.xml" Id="R9a78415d93c449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5bc01a1b60d4b53" /><Relationship Type="http://schemas.openxmlformats.org/officeDocument/2006/relationships/notesMaster" Target="/ppt/notesMasters/notesMaster1.xml" Id="R31dfdfb19cd142d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232a64b488c4285" /><Relationship Type="http://schemas.openxmlformats.org/officeDocument/2006/relationships/notesMaster" Target="/ppt/notesMasters/notesMaster1.xml" Id="R87ef6ed1f3d9466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818bfc4f2d04390" /><Relationship Type="http://schemas.openxmlformats.org/officeDocument/2006/relationships/notesMaster" Target="/ppt/notesMasters/notesMaster1.xml" Id="Rc04a73795ead47b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2c80a3ac5d3448b" /><Relationship Type="http://schemas.openxmlformats.org/officeDocument/2006/relationships/notesMaster" Target="/ppt/notesMasters/notesMaster1.xml" Id="R00c5b318128849a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b009aa1e18b47ae" /><Relationship Type="http://schemas.openxmlformats.org/officeDocument/2006/relationships/notesMaster" Target="/ppt/notesMasters/notesMaster1.xml" Id="Ra17659f4c2274ba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9fa63df7f074736" /><Relationship Type="http://schemas.openxmlformats.org/officeDocument/2006/relationships/notesMaster" Target="/ppt/notesMasters/notesMaster1.xml" Id="Rf8158c653046493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f7210ae2b1944ee" /><Relationship Type="http://schemas.openxmlformats.org/officeDocument/2006/relationships/notesMaster" Target="/ppt/notesMasters/notesMaster1.xml" Id="R81f9a78e0fce43b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ddf1a7538da488d" /><Relationship Type="http://schemas.openxmlformats.org/officeDocument/2006/relationships/notesMaster" Target="/ppt/notesMasters/notesMaster1.xml" Id="R9178bcf1a0ae481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c99a4d94c9349a0" /><Relationship Type="http://schemas.openxmlformats.org/officeDocument/2006/relationships/notesMaster" Target="/ppt/notesMasters/notesMaster1.xml" Id="Rab6fb4f8e31a439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cd609963b714b6f" /><Relationship Type="http://schemas.openxmlformats.org/officeDocument/2006/relationships/notesMaster" Target="/ppt/notesMasters/notesMaster1.xml" Id="Rb0c542e15f274c9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82dbdff30e342e4" /><Relationship Type="http://schemas.openxmlformats.org/officeDocument/2006/relationships/notesMaster" Target="/ppt/notesMasters/notesMaster1.xml" Id="R70680b0dc70f4cb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1eba2e34a1b40ad" /><Relationship Type="http://schemas.openxmlformats.org/officeDocument/2006/relationships/notesMaster" Target="/ppt/notesMasters/notesMaster1.xml" Id="R73e3279aa8124bb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07e608393cb4794" /><Relationship Type="http://schemas.openxmlformats.org/officeDocument/2006/relationships/notesMaster" Target="/ppt/notesMasters/notesMaster1.xml" Id="Rab73b84fa5714ac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2c9183b26bf4fb7" /><Relationship Type="http://schemas.openxmlformats.org/officeDocument/2006/relationships/notesMaster" Target="/ppt/notesMasters/notesMaster1.xml" Id="Rc776bac16c7648e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1b2d0118ef44f20" /><Relationship Type="http://schemas.openxmlformats.org/officeDocument/2006/relationships/notesMaster" Target="/ppt/notesMasters/notesMaster1.xml" Id="R8f229cdd7c404fc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882806f04024478" /><Relationship Type="http://schemas.openxmlformats.org/officeDocument/2006/relationships/notesMaster" Target="/ppt/notesMasters/notesMaster1.xml" Id="Rea5ba982562c42d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dd3d34bc6c846db" /><Relationship Type="http://schemas.openxmlformats.org/officeDocument/2006/relationships/notesMaster" Target="/ppt/notesMasters/notesMaster1.xml" Id="R4c7cbbc883f840a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108424edd944f52" /><Relationship Type="http://schemas.openxmlformats.org/officeDocument/2006/relationships/notesMaster" Target="/ppt/notesMasters/notesMaster1.xml" Id="Rdc25d73615be4ab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a324c6de8544dfc" /><Relationship Type="http://schemas.openxmlformats.org/officeDocument/2006/relationships/notesMaster" Target="/ppt/notesMasters/notesMaster1.xml" Id="Rf3b308518b3a472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d731da5c54e43d9" /><Relationship Type="http://schemas.openxmlformats.org/officeDocument/2006/relationships/notesMaster" Target="/ppt/notesMasters/notesMaster1.xml" Id="R7600e8125ffa407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8d63787609649ed" /><Relationship Type="http://schemas.openxmlformats.org/officeDocument/2006/relationships/notesMaster" Target="/ppt/notesMasters/notesMaster1.xml" Id="Rc6d799860f9843a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1eb36f7549a4b20" /><Relationship Type="http://schemas.openxmlformats.org/officeDocument/2006/relationships/notesMaster" Target="/ppt/notesMasters/notesMaster1.xml" Id="R786768d6364e403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934f1abf2b34b5b" /><Relationship Type="http://schemas.openxmlformats.org/officeDocument/2006/relationships/notesMaster" Target="/ppt/notesMasters/notesMaster1.xml" Id="Rfbef3498f512462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438adfd21eb4bbe" /><Relationship Type="http://schemas.openxmlformats.org/officeDocument/2006/relationships/notesMaster" Target="/ppt/notesMasters/notesMaster1.xml" Id="R727f9eeba28c441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6f4886ec2a24396" /><Relationship Type="http://schemas.openxmlformats.org/officeDocument/2006/relationships/notesMaster" Target="/ppt/notesMasters/notesMaster1.xml" Id="Rc65c482ea88c4ca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438c8fcf0924fa7" /><Relationship Type="http://schemas.openxmlformats.org/officeDocument/2006/relationships/notesMaster" Target="/ppt/notesMasters/notesMaster1.xml" Id="Rff827b6a14be44b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2e7484678754af2" /><Relationship Type="http://schemas.openxmlformats.org/officeDocument/2006/relationships/notesMaster" Target="/ppt/notesMasters/notesMaster1.xml" Id="R2799c26cc7584da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dd28fa584db4df8" /><Relationship Type="http://schemas.openxmlformats.org/officeDocument/2006/relationships/notesMaster" Target="/ppt/notesMasters/notesMaster1.xml" Id="R531872ecc5824a5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2fff85556654d0d" /><Relationship Type="http://schemas.openxmlformats.org/officeDocument/2006/relationships/notesMaster" Target="/ppt/notesMasters/notesMaster1.xml" Id="R88f6f1a76fec473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d662322a17843db" /><Relationship Type="http://schemas.openxmlformats.org/officeDocument/2006/relationships/notesMaster" Target="/ppt/notesMasters/notesMaster1.xml" Id="Rdf6dbf29bc8b4fc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7e333c00b5c41b3" /><Relationship Type="http://schemas.openxmlformats.org/officeDocument/2006/relationships/notesMaster" Target="/ppt/notesMasters/notesMaster1.xml" Id="Rdf9671be6fd64fd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e449796b5404e39" /><Relationship Type="http://schemas.openxmlformats.org/officeDocument/2006/relationships/notesMaster" Target="/ppt/notesMasters/notesMaster1.xml" Id="R69dc9b7afddc41a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f776e73e0cd4774" /><Relationship Type="http://schemas.openxmlformats.org/officeDocument/2006/relationships/notesMaster" Target="/ppt/notesMasters/notesMaster1.xml" Id="Rb061f258bb554cf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2660e7e1e2f4565" /><Relationship Type="http://schemas.openxmlformats.org/officeDocument/2006/relationships/notesMaster" Target="/ppt/notesMasters/notesMaster1.xml" Id="Rebebe6ef75444fe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64f2ff5e2694d3a" /><Relationship Type="http://schemas.openxmlformats.org/officeDocument/2006/relationships/notesMaster" Target="/ppt/notesMasters/notesMaster1.xml" Id="R4afd05aa067d446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2270700869c4af5" /><Relationship Type="http://schemas.openxmlformats.org/officeDocument/2006/relationships/notesMaster" Target="/ppt/notesMasters/notesMaster1.xml" Id="R81e12c84c05b454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4b97816558e452f" /><Relationship Type="http://schemas.openxmlformats.org/officeDocument/2006/relationships/notesMaster" Target="/ppt/notesMasters/notesMaster1.xml" Id="R8925ddf8dde94fb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57909207daa4747" /><Relationship Type="http://schemas.openxmlformats.org/officeDocument/2006/relationships/notesMaster" Target="/ppt/notesMasters/notesMaster1.xml" Id="Re960bf7078d7492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3cfb6e165d84180" /><Relationship Type="http://schemas.openxmlformats.org/officeDocument/2006/relationships/notesMaster" Target="/ppt/notesMasters/notesMaster1.xml" Id="Re1b279b7dda7483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46e11e4c8cb43fc" /><Relationship Type="http://schemas.openxmlformats.org/officeDocument/2006/relationships/notesMaster" Target="/ppt/notesMasters/notesMaster1.xml" Id="R7d7207c29fec494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a591f073ce047f1" /><Relationship Type="http://schemas.openxmlformats.org/officeDocument/2006/relationships/notesMaster" Target="/ppt/notesMasters/notesMaster1.xml" Id="Rf02aabfb96e446b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7e349d010b649ad" /><Relationship Type="http://schemas.openxmlformats.org/officeDocument/2006/relationships/notesMaster" Target="/ppt/notesMasters/notesMaster1.xml" Id="R206c9bdb540d4f99"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86810e6017d4c9c" /><Relationship Type="http://schemas.openxmlformats.org/officeDocument/2006/relationships/notesMaster" Target="/ppt/notesMasters/notesMaster1.xml" Id="Reca99939d1654b6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4a8d314766f49db" /><Relationship Type="http://schemas.openxmlformats.org/officeDocument/2006/relationships/notesMaster" Target="/ppt/notesMasters/notesMaster1.xml" Id="R5fac49e3d6de48a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57311054fc641c6" /><Relationship Type="http://schemas.openxmlformats.org/officeDocument/2006/relationships/notesMaster" Target="/ppt/notesMasters/notesMaster1.xml" Id="R86f261e45f51468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82c2ed6e2fc4149" /><Relationship Type="http://schemas.openxmlformats.org/officeDocument/2006/relationships/notesMaster" Target="/ppt/notesMasters/notesMaster1.xml" Id="Rf1e28c79831a431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b82d07cf01647fa" /><Relationship Type="http://schemas.openxmlformats.org/officeDocument/2006/relationships/notesMaster" Target="/ppt/notesMasters/notesMaster1.xml" Id="Ra03f43158f13494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7c9f0f42fa842a7" /><Relationship Type="http://schemas.openxmlformats.org/officeDocument/2006/relationships/notesMaster" Target="/ppt/notesMasters/notesMaster1.xml" Id="Ra0b50c73db76459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a1f01d3c49434a9b" /><Relationship Type="http://schemas.openxmlformats.org/officeDocument/2006/relationships/notesMaster" Target="/ppt/notesMasters/notesMaster1.xml" Id="Rb89ce210df68457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d7f40a59a5b41cb" /><Relationship Type="http://schemas.openxmlformats.org/officeDocument/2006/relationships/notesMaster" Target="/ppt/notesMasters/notesMaster1.xml" Id="R9649afd0b197431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747cda0daa3436d" /><Relationship Type="http://schemas.openxmlformats.org/officeDocument/2006/relationships/notesMaster" Target="/ppt/notesMasters/notesMaster1.xml" Id="Rcba338458e044e5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65bdaa77d534ac5" /><Relationship Type="http://schemas.openxmlformats.org/officeDocument/2006/relationships/notesMaster" Target="/ppt/notesMasters/notesMaster1.xml" Id="Rb6a0bb48fb064d49"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c549ba3e0f44053" /><Relationship Type="http://schemas.openxmlformats.org/officeDocument/2006/relationships/notesMaster" Target="/ppt/notesMasters/notesMaster1.xml" Id="R956d1dd8ba9d466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b2efef4d36b4495" /><Relationship Type="http://schemas.openxmlformats.org/officeDocument/2006/relationships/notesMaster" Target="/ppt/notesMasters/notesMaster1.xml" Id="R49550eb3af76499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5e58594c9234eac" /><Relationship Type="http://schemas.openxmlformats.org/officeDocument/2006/relationships/notesMaster" Target="/ppt/notesMasters/notesMaster1.xml" Id="R88d8828425cd4d9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51592219d814174" /><Relationship Type="http://schemas.openxmlformats.org/officeDocument/2006/relationships/notesMaster" Target="/ppt/notesMasters/notesMaster1.xml" Id="R1eb2a5070e244b0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acb171d0124462e" /><Relationship Type="http://schemas.openxmlformats.org/officeDocument/2006/relationships/notesMaster" Target="/ppt/notesMasters/notesMaster1.xml" Id="R98935e2890994b6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f26dfe6261a42ce" /><Relationship Type="http://schemas.openxmlformats.org/officeDocument/2006/relationships/notesMaster" Target="/ppt/notesMasters/notesMaster1.xml" Id="Rdcfe453aec17462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a9a08029795546f6" /><Relationship Type="http://schemas.openxmlformats.org/officeDocument/2006/relationships/notesMaster" Target="/ppt/notesMasters/notesMaster1.xml" Id="Rb08d114c0808444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58f9a17a2174842" /><Relationship Type="http://schemas.openxmlformats.org/officeDocument/2006/relationships/notesMaster" Target="/ppt/notesMasters/notesMaster1.xml" Id="R88707cd6e168496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307f0c62ffa94889" /><Relationship Type="http://schemas.openxmlformats.org/officeDocument/2006/relationships/notesMaster" Target="/ppt/notesMasters/notesMaster1.xml" Id="Rc6105b26112544af"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da171f277ea4ac6" /><Relationship Type="http://schemas.openxmlformats.org/officeDocument/2006/relationships/notesMaster" Target="/ppt/notesMasters/notesMaster1.xml" Id="Rcbd719a61cb0485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c1b8d5cd1ab4c3e" /><Relationship Type="http://schemas.openxmlformats.org/officeDocument/2006/relationships/notesMaster" Target="/ppt/notesMasters/notesMaster1.xml" Id="R5eb3ff1145f543a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1e914e904faf471d" /><Relationship Type="http://schemas.openxmlformats.org/officeDocument/2006/relationships/notesMaster" Target="/ppt/notesMasters/notesMaster1.xml" Id="R0af68e25c83c4bc7"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594222f350e543f5" /><Relationship Type="http://schemas.openxmlformats.org/officeDocument/2006/relationships/notesMaster" Target="/ppt/notesMasters/notesMaster1.xml" Id="R43618c8055d34f94"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f013e8e8d384519" /><Relationship Type="http://schemas.openxmlformats.org/officeDocument/2006/relationships/notesMaster" Target="/ppt/notesMasters/notesMaster1.xml" Id="R953488c56b5d43f4"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70bf84a3b6b643e4" /><Relationship Type="http://schemas.openxmlformats.org/officeDocument/2006/relationships/notesMaster" Target="/ppt/notesMasters/notesMaster1.xml" Id="R4685b1f722fa48de"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838a35bebfef46d8" /><Relationship Type="http://schemas.openxmlformats.org/officeDocument/2006/relationships/notesMaster" Target="/ppt/notesMasters/notesMaster1.xml" Id="R1ccbdd70ae954418"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f79d69d10eeb4190" /><Relationship Type="http://schemas.openxmlformats.org/officeDocument/2006/relationships/notesMaster" Target="/ppt/notesMasters/notesMaster1.xml" Id="Rf7e36bedb23c4114"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40bddc7544345c1" /><Relationship Type="http://schemas.openxmlformats.org/officeDocument/2006/relationships/notesMaster" Target="/ppt/notesMasters/notesMaster1.xml" Id="Rec262b3f0f464539"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71e94467b92f43e7" /><Relationship Type="http://schemas.openxmlformats.org/officeDocument/2006/relationships/notesMaster" Target="/ppt/notesMasters/notesMaster1.xml" Id="R649775eb17c94f9a"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140f49dab4c47da" /><Relationship Type="http://schemas.openxmlformats.org/officeDocument/2006/relationships/notesMaster" Target="/ppt/notesMasters/notesMaster1.xml" Id="Rea7b65b5ea4b4a8c"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be937009fee646d0" /><Relationship Type="http://schemas.openxmlformats.org/officeDocument/2006/relationships/notesMaster" Target="/ppt/notesMasters/notesMaster1.xml" Id="R0cecdffdc2d442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요청·S12 연결 15초다. 이 장의1분은 보존한다. 현재 ACT0 42분·전체390분·Lecture154분이며 마지막 팁 찾아보기3분은 ACT5의 별도 배정이다.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S99–S101에서 팁 제목·현재 위치만 회수하고 S102의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S99의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실무 적용 팁 · 작업 환경과 기준</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S11, S45, S54, S64, S69다.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S11 Repository 작업은 Codex에서 시작한다 / S45 AGENTS.md에는 무엇을 남길까? / S54 테스트 명령을 언제 쓰고 무엇을 판단할까? / S64 이번 Context와 다시 쓸 지식 / S69 밝기 통계의 판단을 C++ 검사에 적용하기. 제목·위치만 짚고 본문을 다시 강의하지 않는다.</a:t>
            </a:r>
          </a:p>
          <a:p xmlns:a="http://schemas.openxmlformats.org/drawingml/2006/main">
            <a:r>
              <a:t>3. (0:45–1:00 / Lecture) S100로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S100으로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실무 적용 팁 · 요청 작성</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S25, S26, S27, S28, S29, S30, S31, S32다.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S25 지시와 참고 자료의 구분 / S26 입력과 기대 결과의 작은 예시 / S27 바로 검토할 수 있는 결과 형식 / S28 근거가 있는 설명과 미확인의 구분 / S29 결과를 바꾸는 결정에서 확인 질문 / S30 큰 작업을 검토할 결과물로 나누기 / S31 기준을 지정한 코드 리뷰 요청 / S32 구체적인 근거로 수정 방향 피드백. 제목·위치만 짚고 본문을 다시 강의하지 않는다.</a:t>
            </a:r>
          </a:p>
          <a:p xmlns:a="http://schemas.openxmlformats.org/drawingml/2006/main">
            <a:r>
              <a:t>3. (0:45–1:00 / Lecture) S101로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S101로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실무 적용 팁 · 검증과 개선</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S75, S79, S95, S96다.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S75 원인을 고르기 전에 확인할 기록 / S79 지침을 고친 뒤, 무엇을 다시 확인할까? / S95 무엇을 남기고, 무엇을 덜어낼까? / S96 덜어낸 뒤에도 필요한 일을 하는가?. 제목·위치만 짚고 본문을 다시 강의하지 않는다.</a:t>
            </a:r>
          </a:p>
          <a:p xmlns:a="http://schemas.openxmlformats.org/drawingml/2006/main">
            <a:r>
              <a:t>3. (0:45–1:00 / Lecture) S102로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Q&amp;A와 교육 마무리</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e12b77695243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bba376edea4fb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fcb7232468b4ec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707610bab5d45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852d3e05984d1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3f13c95415a46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734F47-3F10-4BEE-936A-6DAD33A88A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4E474AF-BBFD-48A8-8FCB-74F70F1495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03360ED-B3D8-4D6F-866B-E0FD68B0954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853000-610B-4A13-B565-0196F147E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075256A-ACEA-4CEE-9F6B-1EC051CBC4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BF65755-9948-43F5-B25B-3A3CDF3DDD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B7DA9FC-2BD9-4EA0-8911-AD1D49C8206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7CF4D3C-E8D0-4704-B23F-CAB4E226B0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FE051D-9BCD-4EA8-BE3B-D327319A80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2D88BD-F008-430A-B295-936CB0A8FC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9a8b8a21c94ca2" /><Relationship Type="http://schemas.openxmlformats.org/officeDocument/2006/relationships/slideLayout" Target="/ppt/slideLayouts/slideLayout1.xml" Id="R22b3cb089d4a46e0" /><Relationship Type="http://schemas.openxmlformats.org/officeDocument/2006/relationships/slideLayout" Target="/ppt/slideLayouts/slideLayout2.xml" Id="Rb6792b0526d2489d" /><Relationship Type="http://schemas.openxmlformats.org/officeDocument/2006/relationships/slideLayout" Target="/ppt/slideLayouts/slideLayout3.xml" Id="Ra0fc37adae9147bd" /><Relationship Type="http://schemas.openxmlformats.org/officeDocument/2006/relationships/slideLayout" Target="/ppt/slideLayouts/slideLayout4.xml" Id="Raedb9614500943cc" /><Relationship Type="http://schemas.openxmlformats.org/officeDocument/2006/relationships/slideLayout" Target="/ppt/slideLayouts/slideLayout5.xml" Id="R29e0d5fe4f6c46f5" /><Relationship Type="http://schemas.openxmlformats.org/officeDocument/2006/relationships/slideLayout" Target="/ppt/slideLayouts/slideLayout6.xml" Id="R7a830659221243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b3cb089d4a46e0"/>
    <p:sldLayoutId xmlns:r="http://schemas.openxmlformats.org/officeDocument/2006/relationships" id="2147483650" r:id="Rb6792b0526d2489d"/>
    <p:sldLayoutId xmlns:r="http://schemas.openxmlformats.org/officeDocument/2006/relationships" id="2147483651" r:id="Ra0fc37adae9147bd"/>
    <p:sldLayoutId xmlns:r="http://schemas.openxmlformats.org/officeDocument/2006/relationships" id="2147483652" r:id="Raedb9614500943cc"/>
    <p:sldLayoutId xmlns:r="http://schemas.openxmlformats.org/officeDocument/2006/relationships" id="2147483653" r:id="R29e0d5fe4f6c46f5"/>
    <p:sldLayoutId xmlns:r="http://schemas.openxmlformats.org/officeDocument/2006/relationships" id="2147483654" r:id="R7a830659221243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1ea22a3e84f48f2" /><Relationship Type="http://schemas.openxmlformats.org/officeDocument/2006/relationships/image" Target="/ppt/media/image.png" Id="Reb0f0747e1114b4b" /><Relationship Type="http://schemas.openxmlformats.org/officeDocument/2006/relationships/notesSlide" Target="/ppt/notesSlides/notesSlide1.xml" Id="R9d2450c4cd3b4b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7cd69ae98d04764" /><Relationship Type="http://schemas.openxmlformats.org/officeDocument/2006/relationships/notesSlide" Target="/ppt/notesSlides/notesSlide2.xml" Id="R337d014d24a448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89c7923e554c0f" /><Relationship Type="http://schemas.openxmlformats.org/officeDocument/2006/relationships/notesSlide" Target="/ppt/notesSlides/notesSlide3.xml" Id="R6bb263b2b38f49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49769e22e44460a" /><Relationship Type="http://schemas.openxmlformats.org/officeDocument/2006/relationships/image" Target="/ppt/media/image2.png" Id="R9ea38b46e2a34047" /><Relationship Type="http://schemas.openxmlformats.org/officeDocument/2006/relationships/notesSlide" Target="/ppt/notesSlides/notesSlide4.xml" Id="R4507ea03bd2841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a00340d0d5444b0" /><Relationship Type="http://schemas.openxmlformats.org/officeDocument/2006/relationships/notesSlide" Target="/ppt/notesSlides/notesSlide5.xml" Id="Rf8a5d9c7904e42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d0e61c4d36446a0" /><Relationship Type="http://schemas.openxmlformats.org/officeDocument/2006/relationships/notesSlide" Target="/ppt/notesSlides/notesSlide6.xml" Id="R0abb49cfcb6e44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a9ba3ccd804016" /><Relationship Type="http://schemas.openxmlformats.org/officeDocument/2006/relationships/notesSlide" Target="/ppt/notesSlides/notesSlide7.xml" Id="R76894d1bba6b43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df4abe0702546f0" /><Relationship Type="http://schemas.openxmlformats.org/officeDocument/2006/relationships/notesSlide" Target="/ppt/notesSlides/notesSlide8.xml" Id="R356ce749966c4d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82aa2e90aff4f2d" /><Relationship Type="http://schemas.openxmlformats.org/officeDocument/2006/relationships/image" Target="/ppt/media/image3.png" Id="R9614de96d1bc49fb" /><Relationship Type="http://schemas.openxmlformats.org/officeDocument/2006/relationships/notesSlide" Target="/ppt/notesSlides/notesSlide9.xml" Id="R8112c793ca234e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7e34e48fc0f4b9f" /><Relationship Type="http://schemas.openxmlformats.org/officeDocument/2006/relationships/image" Target="/ppt/media/image4.png" Id="R8a394b88a5d74ec0" /><Relationship Type="http://schemas.openxmlformats.org/officeDocument/2006/relationships/notesSlide" Target="/ppt/notesSlides/notesSlide10.xml" Id="R0cde1f691528497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4091ae28edf4e7a" /><Relationship Type="http://schemas.openxmlformats.org/officeDocument/2006/relationships/notesSlide" Target="/ppt/notesSlides/notesSlide11.xml" Id="Re6ce0336faa84e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34fbfde0a2e413c" /><Relationship Type="http://schemas.openxmlformats.org/officeDocument/2006/relationships/image" Target="/ppt/media/image5.png" Id="R3b1f39781a4e4592" /><Relationship Type="http://schemas.openxmlformats.org/officeDocument/2006/relationships/image" Target="/ppt/media/image6.png" Id="Re070e4727cc44d9a" /><Relationship Type="http://schemas.openxmlformats.org/officeDocument/2006/relationships/image" Target="/ppt/media/image7.png" Id="R8b13c0adcfaf4605" /><Relationship Type="http://schemas.openxmlformats.org/officeDocument/2006/relationships/notesSlide" Target="/ppt/notesSlides/notesSlide12.xml" Id="Raf5964a68b1b4e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7181d8674314a03" /><Relationship Type="http://schemas.openxmlformats.org/officeDocument/2006/relationships/notesSlide" Target="/ppt/notesSlides/notesSlide13.xml" Id="R0133b743e6f9403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ef6917d3d6045d2" /><Relationship Type="http://schemas.openxmlformats.org/officeDocument/2006/relationships/image" Target="/ppt/media/image8.png" Id="R428a2e03e4de4c26" /><Relationship Type="http://schemas.openxmlformats.org/officeDocument/2006/relationships/image" Target="/ppt/media/image9.png" Id="R97487b70b0eb4dfb" /><Relationship Type="http://schemas.openxmlformats.org/officeDocument/2006/relationships/image" Target="/ppt/media/image10.png" Id="Rf9ab5e60730a4a5e" /><Relationship Type="http://schemas.openxmlformats.org/officeDocument/2006/relationships/notesSlide" Target="/ppt/notesSlides/notesSlide14.xml" Id="Rd1d0294290664d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df170d130984cfd" /><Relationship Type="http://schemas.openxmlformats.org/officeDocument/2006/relationships/image" Target="/ppt/media/image11.png" Id="R57bcd6bb3f95456a" /><Relationship Type="http://schemas.openxmlformats.org/officeDocument/2006/relationships/notesSlide" Target="/ppt/notesSlides/notesSlide15.xml" Id="Rc61f535d21b9490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9e7f69e363b4091" /><Relationship Type="http://schemas.openxmlformats.org/officeDocument/2006/relationships/image" Target="/ppt/media/image12.png" Id="R5d5607c82c9542fe" /><Relationship Type="http://schemas.openxmlformats.org/officeDocument/2006/relationships/notesSlide" Target="/ppt/notesSlides/notesSlide16.xml" Id="R32fcb428ff894d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8397fc8dd51496b" /><Relationship Type="http://schemas.openxmlformats.org/officeDocument/2006/relationships/notesSlide" Target="/ppt/notesSlides/notesSlide17.xml" Id="R8f8496c40e0147f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5b10142a2b74d0a" /><Relationship Type="http://schemas.openxmlformats.org/officeDocument/2006/relationships/notesSlide" Target="/ppt/notesSlides/notesSlide18.xml" Id="Re73fc6cfca0e43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565ce60aa294ced" /><Relationship Type="http://schemas.openxmlformats.org/officeDocument/2006/relationships/notesSlide" Target="/ppt/notesSlides/notesSlide19.xml" Id="R2e8d149032d54e9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cb7ac060b774f6e" /><Relationship Type="http://schemas.openxmlformats.org/officeDocument/2006/relationships/notesSlide" Target="/ppt/notesSlides/notesSlide20.xml" Id="Rd3a07ac4ec4c48f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d3cf8db77d442d4" /><Relationship Type="http://schemas.openxmlformats.org/officeDocument/2006/relationships/notesSlide" Target="/ppt/notesSlides/notesSlide21.xml" Id="R3c207d8d79854f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3158f95ee8c4c6b" /><Relationship Type="http://schemas.openxmlformats.org/officeDocument/2006/relationships/notesSlide" Target="/ppt/notesSlides/notesSlide22.xml" Id="Rb534ce583e914b7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72e1d74a8df4b5f" /><Relationship Type="http://schemas.openxmlformats.org/officeDocument/2006/relationships/notesSlide" Target="/ppt/notesSlides/notesSlide23.xml" Id="R30dd871b1a3448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7c790be6dba4927" /><Relationship Type="http://schemas.openxmlformats.org/officeDocument/2006/relationships/notesSlide" Target="/ppt/notesSlides/notesSlide24.xml" Id="Rb880737520d54cd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7e3a0163212440c" /><Relationship Type="http://schemas.openxmlformats.org/officeDocument/2006/relationships/notesSlide" Target="/ppt/notesSlides/notesSlide25.xml" Id="R18cfbd78e129472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9b09dd03fd64e0e" /><Relationship Type="http://schemas.openxmlformats.org/officeDocument/2006/relationships/notesSlide" Target="/ppt/notesSlides/notesSlide26.xml" Id="Rbdf9b1541df44ec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aee1dc920e9407d" /><Relationship Type="http://schemas.openxmlformats.org/officeDocument/2006/relationships/notesSlide" Target="/ppt/notesSlides/notesSlide27.xml" Id="Ra7ecbaf27c3446b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b69e9896a6c45fd" /><Relationship Type="http://schemas.openxmlformats.org/officeDocument/2006/relationships/notesSlide" Target="/ppt/notesSlides/notesSlide28.xml" Id="R2aefab70986846e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58fa9e1d29d4c7c" /><Relationship Type="http://schemas.openxmlformats.org/officeDocument/2006/relationships/notesSlide" Target="/ppt/notesSlides/notesSlide29.xml" Id="R7d96e096ece348a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eed7226fd1d4e14" /><Relationship Type="http://schemas.openxmlformats.org/officeDocument/2006/relationships/notesSlide" Target="/ppt/notesSlides/notesSlide30.xml" Id="R3ae90999d25b462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4b73fef3ade445c" /><Relationship Type="http://schemas.openxmlformats.org/officeDocument/2006/relationships/notesSlide" Target="/ppt/notesSlides/notesSlide31.xml" Id="Rd3ec614fc2ba4ff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72d87ba2b824cd4" /><Relationship Type="http://schemas.openxmlformats.org/officeDocument/2006/relationships/notesSlide" Target="/ppt/notesSlides/notesSlide32.xml" Id="Rb2ed47f6a6a34a8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a0c4c766f30461d" /><Relationship Type="http://schemas.openxmlformats.org/officeDocument/2006/relationships/notesSlide" Target="/ppt/notesSlides/notesSlide33.xml" Id="R8a98354c845b4e9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caa6bc2526d4674" /><Relationship Type="http://schemas.openxmlformats.org/officeDocument/2006/relationships/notesSlide" Target="/ppt/notesSlides/notesSlide34.xml" Id="Rca6f7ff7869e4d1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3e8fba784704377" /><Relationship Type="http://schemas.openxmlformats.org/officeDocument/2006/relationships/notesSlide" Target="/ppt/notesSlides/notesSlide35.xml" Id="R13f4cca663b4454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7845851e64c469b" /><Relationship Type="http://schemas.openxmlformats.org/officeDocument/2006/relationships/notesSlide" Target="/ppt/notesSlides/notesSlide36.xml" Id="R427427e6b4764cf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30aff713694460b" /><Relationship Type="http://schemas.openxmlformats.org/officeDocument/2006/relationships/notesSlide" Target="/ppt/notesSlides/notesSlide37.xml" Id="R4c3773d04100438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d0a314ae0ed421b" /><Relationship Type="http://schemas.openxmlformats.org/officeDocument/2006/relationships/image" Target="/ppt/media/image13.png" Id="R16a724450aed4334" /><Relationship Type="http://schemas.openxmlformats.org/officeDocument/2006/relationships/image" Target="/ppt/media/image14.png" Id="Rf721b2b2b4e946d5" /><Relationship Type="http://schemas.openxmlformats.org/officeDocument/2006/relationships/notesSlide" Target="/ppt/notesSlides/notesSlide38.xml" Id="R6041b8952e8a484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161f06c99544de8" /><Relationship Type="http://schemas.openxmlformats.org/officeDocument/2006/relationships/image" Target="/ppt/media/image15.png" Id="Re5ebbc783151464f" /><Relationship Type="http://schemas.openxmlformats.org/officeDocument/2006/relationships/notesSlide" Target="/ppt/notesSlides/notesSlide39.xml" Id="R6e09ec45a05e496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6a3770ac3e34850" /><Relationship Type="http://schemas.openxmlformats.org/officeDocument/2006/relationships/notesSlide" Target="/ppt/notesSlides/notesSlide40.xml" Id="R6c58eeb9c69548c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d4ac1f5c7564bff" /><Relationship Type="http://schemas.openxmlformats.org/officeDocument/2006/relationships/notesSlide" Target="/ppt/notesSlides/notesSlide41.xml" Id="R1389c3cbcf59416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9a7ef18ff7e4391" /><Relationship Type="http://schemas.openxmlformats.org/officeDocument/2006/relationships/notesSlide" Target="/ppt/notesSlides/notesSlide42.xml" Id="R815d226d26e14b9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29b918ac78b482a" /><Relationship Type="http://schemas.openxmlformats.org/officeDocument/2006/relationships/notesSlide" Target="/ppt/notesSlides/notesSlide43.xml" Id="R99a500c46a814b7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1359b23fdc64633" /><Relationship Type="http://schemas.openxmlformats.org/officeDocument/2006/relationships/notesSlide" Target="/ppt/notesSlides/notesSlide44.xml" Id="Rf63bc294d2e349d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c44cceae8e1415e" /><Relationship Type="http://schemas.openxmlformats.org/officeDocument/2006/relationships/notesSlide" Target="/ppt/notesSlides/notesSlide45.xml" Id="R0a8b2f1cc0eb4db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5650565f04e4f8d" /><Relationship Type="http://schemas.openxmlformats.org/officeDocument/2006/relationships/notesSlide" Target="/ppt/notesSlides/notesSlide46.xml" Id="R81d0c291b05f4af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a68dd61baa94eb3" /><Relationship Type="http://schemas.openxmlformats.org/officeDocument/2006/relationships/notesSlide" Target="/ppt/notesSlides/notesSlide47.xml" Id="Rcaf5370b10d14cc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a7cb818df8b4658" /><Relationship Type="http://schemas.openxmlformats.org/officeDocument/2006/relationships/notesSlide" Target="/ppt/notesSlides/notesSlide48.xml" Id="R70ea2cc31655433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9ec6f2511324d3d" /><Relationship Type="http://schemas.openxmlformats.org/officeDocument/2006/relationships/notesSlide" Target="/ppt/notesSlides/notesSlide49.xml" Id="Rbb5f5fd3b8b84c8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f11826544264347" /><Relationship Type="http://schemas.openxmlformats.org/officeDocument/2006/relationships/notesSlide" Target="/ppt/notesSlides/notesSlide50.xml" Id="Rdca312d97806455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7c4998955d1412b" /><Relationship Type="http://schemas.openxmlformats.org/officeDocument/2006/relationships/notesSlide" Target="/ppt/notesSlides/notesSlide51.xml" Id="R92a04732b6b04e1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9bdc43e054b4cbb" /><Relationship Type="http://schemas.openxmlformats.org/officeDocument/2006/relationships/notesSlide" Target="/ppt/notesSlides/notesSlide52.xml" Id="Rcd4bd433dc46419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92f3172206348e3" /><Relationship Type="http://schemas.openxmlformats.org/officeDocument/2006/relationships/image" Target="/ppt/media/image16.png" Id="Rd9eb61824af84f4c" /><Relationship Type="http://schemas.openxmlformats.org/officeDocument/2006/relationships/image" Target="/ppt/media/image17.png" Id="R514fce8c2f5f43b6" /><Relationship Type="http://schemas.openxmlformats.org/officeDocument/2006/relationships/notesSlide" Target="/ppt/notesSlides/notesSlide53.xml" Id="R87b3c4efc0e6403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67a3832b33674aff" /><Relationship Type="http://schemas.openxmlformats.org/officeDocument/2006/relationships/notesSlide" Target="/ppt/notesSlides/notesSlide54.xml" Id="R4585a02012e44cf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d364964a9f1477f" /><Relationship Type="http://schemas.openxmlformats.org/officeDocument/2006/relationships/notesSlide" Target="/ppt/notesSlides/notesSlide55.xml" Id="R64d54cb10e0c4ba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e25bb9b914143b7" /><Relationship Type="http://schemas.openxmlformats.org/officeDocument/2006/relationships/notesSlide" Target="/ppt/notesSlides/notesSlide56.xml" Id="R0e92e5d8a502483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087e702f29e4787" /><Relationship Type="http://schemas.openxmlformats.org/officeDocument/2006/relationships/notesSlide" Target="/ppt/notesSlides/notesSlide57.xml" Id="R853cd9756d2545c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b933fd1b10b4c5f" /><Relationship Type="http://schemas.openxmlformats.org/officeDocument/2006/relationships/notesSlide" Target="/ppt/notesSlides/notesSlide58.xml" Id="Rf0a32811c8c04e7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e1f0ee3db474aac" /><Relationship Type="http://schemas.openxmlformats.org/officeDocument/2006/relationships/notesSlide" Target="/ppt/notesSlides/notesSlide59.xml" Id="R5d7d6665529243e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034ac378aaa445c" /><Relationship Type="http://schemas.openxmlformats.org/officeDocument/2006/relationships/notesSlide" Target="/ppt/notesSlides/notesSlide60.xml" Id="R02e7652845c4468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1ba157a4f074aaa" /><Relationship Type="http://schemas.openxmlformats.org/officeDocument/2006/relationships/chart" Target="/ppt/slides/charts/chart1.xml" Id="R71b8c6b482a24d9f" /><Relationship Type="http://schemas.openxmlformats.org/officeDocument/2006/relationships/notesSlide" Target="/ppt/notesSlides/notesSlide61.xml" Id="Rc5ef275a7666499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673125cda9d49d4" /><Relationship Type="http://schemas.openxmlformats.org/officeDocument/2006/relationships/notesSlide" Target="/ppt/notesSlides/notesSlide62.xml" Id="R564a14bee75e4ef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71a382c794a4930" /><Relationship Type="http://schemas.openxmlformats.org/officeDocument/2006/relationships/notesSlide" Target="/ppt/notesSlides/notesSlide63.xml" Id="Rc1213bb1d21f4e4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56b1661632264e50" /><Relationship Type="http://schemas.openxmlformats.org/officeDocument/2006/relationships/notesSlide" Target="/ppt/notesSlides/notesSlide64.xml" Id="R3078ba31c9c7438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68af1010d46445d9" /><Relationship Type="http://schemas.openxmlformats.org/officeDocument/2006/relationships/notesSlide" Target="/ppt/notesSlides/notesSlide65.xml" Id="Rb688cc96390e430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1426ca6a851f4f11" /><Relationship Type="http://schemas.openxmlformats.org/officeDocument/2006/relationships/notesSlide" Target="/ppt/notesSlides/notesSlide66.xml" Id="R204c8bec039d4c4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ff4fb5ba9574d9d" /><Relationship Type="http://schemas.openxmlformats.org/officeDocument/2006/relationships/notesSlide" Target="/ppt/notesSlides/notesSlide67.xml" Id="R14d3871c2813478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c82bc362cad6469d" /><Relationship Type="http://schemas.openxmlformats.org/officeDocument/2006/relationships/notesSlide" Target="/ppt/notesSlides/notesSlide68.xml" Id="R5daee8bac1f1464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9f1f63f4f224270" /><Relationship Type="http://schemas.openxmlformats.org/officeDocument/2006/relationships/image" Target="/ppt/media/image18.png" Id="R45efcc39588744d9" /><Relationship Type="http://schemas.openxmlformats.org/officeDocument/2006/relationships/notesSlide" Target="/ppt/notesSlides/notesSlide69.xml" Id="Rf9f7f8f26f314ac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1569791461a84ff3" /><Relationship Type="http://schemas.openxmlformats.org/officeDocument/2006/relationships/notesSlide" Target="/ppt/notesSlides/notesSlide70.xml" Id="Rfd1a8e42da1b482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f1c026ecbe44e6d" /><Relationship Type="http://schemas.openxmlformats.org/officeDocument/2006/relationships/notesSlide" Target="/ppt/notesSlides/notesSlide71.xml" Id="Ra56b2122a3f44df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47d062822ff4afc" /><Relationship Type="http://schemas.openxmlformats.org/officeDocument/2006/relationships/notesSlide" Target="/ppt/notesSlides/notesSlide72.xml" Id="R1a741703a39d40c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fcef91670bea43c5" /><Relationship Type="http://schemas.openxmlformats.org/officeDocument/2006/relationships/notesSlide" Target="/ppt/notesSlides/notesSlide73.xml" Id="R3dc779fea012443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4c91329b23f24c2d" /><Relationship Type="http://schemas.openxmlformats.org/officeDocument/2006/relationships/notesSlide" Target="/ppt/notesSlides/notesSlide74.xml" Id="R9244cb85ceba422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93aa15be1bcf4c4c" /><Relationship Type="http://schemas.openxmlformats.org/officeDocument/2006/relationships/notesSlide" Target="/ppt/notesSlides/notesSlide75.xml" Id="Rb9764756b5624ac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b10b1f98ae714d0b" /><Relationship Type="http://schemas.openxmlformats.org/officeDocument/2006/relationships/notesSlide" Target="/ppt/notesSlides/notesSlide76.xml" Id="R2ad0f11fa8f34da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81042bec1fc84ea2" /><Relationship Type="http://schemas.openxmlformats.org/officeDocument/2006/relationships/notesSlide" Target="/ppt/notesSlides/notesSlide77.xml" Id="R079ae97f22c549e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d5c002000aa4126" /><Relationship Type="http://schemas.openxmlformats.org/officeDocument/2006/relationships/notesSlide" Target="/ppt/notesSlides/notesSlide78.xml" Id="Rc11ab8a15e264714"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a6592e6459b843df" /><Relationship Type="http://schemas.openxmlformats.org/officeDocument/2006/relationships/notesSlide" Target="/ppt/notesSlides/notesSlide79.xml" Id="R1dcda76977a5402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49a4fafd0664424" /><Relationship Type="http://schemas.openxmlformats.org/officeDocument/2006/relationships/notesSlide" Target="/ppt/notesSlides/notesSlide80.xml" Id="R85a7aece153b4ec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37cca46c3a0c4c1a" /><Relationship Type="http://schemas.openxmlformats.org/officeDocument/2006/relationships/notesSlide" Target="/ppt/notesSlides/notesSlide81.xml" Id="Rc09f4eab4699466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d27e7d741c74495" /><Relationship Type="http://schemas.openxmlformats.org/officeDocument/2006/relationships/notesSlide" Target="/ppt/notesSlides/notesSlide82.xml" Id="R24e470a8aea7467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69af0f949406482a" /><Relationship Type="http://schemas.openxmlformats.org/officeDocument/2006/relationships/notesSlide" Target="/ppt/notesSlides/notesSlide83.xml" Id="Ra22f8fc647364c8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c00ab1ba546f435f" /><Relationship Type="http://schemas.openxmlformats.org/officeDocument/2006/relationships/notesSlide" Target="/ppt/notesSlides/notesSlide84.xml" Id="Re8373b5c23e84fcb"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788929cb0d2348d3" /><Relationship Type="http://schemas.openxmlformats.org/officeDocument/2006/relationships/notesSlide" Target="/ppt/notesSlides/notesSlide85.xml" Id="Rcb4ad2cbc7c9422e"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e23a46f8bd8451d" /><Relationship Type="http://schemas.openxmlformats.org/officeDocument/2006/relationships/notesSlide" Target="/ppt/notesSlides/notesSlide86.xml" Id="R1355cbee7a304f9a"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ed729796940b41ca" /><Relationship Type="http://schemas.openxmlformats.org/officeDocument/2006/relationships/notesSlide" Target="/ppt/notesSlides/notesSlide87.xml" Id="Rded3b7771f814d9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5f9400f241bf4c67" /><Relationship Type="http://schemas.openxmlformats.org/officeDocument/2006/relationships/image" Target="/ppt/media/image19.png" Id="R4e13fe3e4c654d63" /><Relationship Type="http://schemas.openxmlformats.org/officeDocument/2006/relationships/notesSlide" Target="/ppt/notesSlides/notesSlide88.xml" Id="Rf0b7219ac7d74a6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b9cdc118182a4a1b" /><Relationship Type="http://schemas.openxmlformats.org/officeDocument/2006/relationships/notesSlide" Target="/ppt/notesSlides/notesSlide89.xml" Id="Ra7473d7f843d4d2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091301f96c994f12" /><Relationship Type="http://schemas.openxmlformats.org/officeDocument/2006/relationships/notesSlide" Target="/ppt/notesSlides/notesSlide90.xml" Id="Rcfcd163f9bb1442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3d9ac37d4c0847ee" /><Relationship Type="http://schemas.openxmlformats.org/officeDocument/2006/relationships/notesSlide" Target="/ppt/notesSlides/notesSlide91.xml" Id="R60322957e8f24ec1"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8f3919fdd35d41fd" /><Relationship Type="http://schemas.openxmlformats.org/officeDocument/2006/relationships/notesSlide" Target="/ppt/notesSlides/notesSlide92.xml" Id="Race17735e71442c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a574cdfbd6484360" /><Relationship Type="http://schemas.openxmlformats.org/officeDocument/2006/relationships/notesSlide" Target="/ppt/notesSlides/notesSlide93.xml" Id="R047d622f48384c08"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98d1d371c9094e9c" /><Relationship Type="http://schemas.openxmlformats.org/officeDocument/2006/relationships/notesSlide" Target="/ppt/notesSlides/notesSlide94.xml" Id="R5feead57e84a4b7a"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ab6d8307a54a46e2" /><Relationship Type="http://schemas.openxmlformats.org/officeDocument/2006/relationships/notesSlide" Target="/ppt/notesSlides/notesSlide95.xml" Id="Ra0f97c0cc7d248b5"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f676ef79f13a4614" /><Relationship Type="http://schemas.openxmlformats.org/officeDocument/2006/relationships/notesSlide" Target="/ppt/notesSlides/notesSlide96.xml" Id="R1e833a98d660465f"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133af4dbfcf444ad" /><Relationship Type="http://schemas.openxmlformats.org/officeDocument/2006/relationships/notesSlide" Target="/ppt/notesSlides/notesSlide97.xml" Id="Rdaa0fad2b62c4ef8"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67a22dc01a644d6d" /><Relationship Type="http://schemas.openxmlformats.org/officeDocument/2006/relationships/notesSlide" Target="/ppt/notesSlides/notesSlide98.xml" Id="R970f8281b1cb4a0d"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1c9cf12e482f46e0" /><Relationship Type="http://schemas.openxmlformats.org/officeDocument/2006/relationships/notesSlide" Target="/ppt/notesSlides/notesSlide99.xml" Id="Rb3a6bb9182a946f1"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f22fd60d0f0d46b8" /><Relationship Type="http://schemas.openxmlformats.org/officeDocument/2006/relationships/notesSlide" Target="/ppt/notesSlides/notesSlide100.xml" Id="Raf064334136f46f3"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9de2aefb7e224e3e" /><Relationship Type="http://schemas.openxmlformats.org/officeDocument/2006/relationships/notesSlide" Target="/ppt/notesSlides/notesSlide101.xml" Id="R6ed6951247b7405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7b9c61470098404c" /><Relationship Type="http://schemas.openxmlformats.org/officeDocument/2006/relationships/notesSlide" Target="/ppt/notesSlides/notesSlide102.xml" Id="Rdbc91733013b46a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C25B1BF-25AE-4B7D-98F5-B6A1F292D7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B52E78CB-D959-4333-A383-924C55B6F9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1765D28D-4AEE-497D-98CD-72DEA946C3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F9CE2DE-4A9A-422D-B963-98493FD788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BEBDE9F-AC16-4490-96C4-5AE12C4C0E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6C5BEF5D-14E7-4752-9438-0EBB567500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FBB1C28B-0BAF-4352-AEBE-4D9E9655DBA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6764226-1D0C-4CCB-AC00-841898B4B0E6}"/>
              </a:ext>
            </a:extLst>
          </p:cNvPr>
          <p:cNvPicPr>
            <a:picLocks xmlns:a="http://schemas.openxmlformats.org/drawingml/2006/main" noChangeAspect="1"/>
          </p:cNvPicPr>
          <p:nvPr/>
        </p:nvPicPr>
        <p:blipFill>
          <a:blip xmlns:r="http://schemas.openxmlformats.org/officeDocument/2006/relationships" xmlns:a="http://schemas.openxmlformats.org/drawingml/2006/main" r:embed="Reb0f0747e1114b4b"/>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78ED030C-7D43-4104-A76F-0AF0C7A8078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42A3308-E44D-425B-A2E1-93E35210DCA3}"/>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84890738-AAAE-40C8-A8DB-11CBEBA2E96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E9D768A-BE49-4704-91C7-AC14614230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4930285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F5B539A4-7329-4912-B50F-5E225EF637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9A94A99-3E43-4369-8F9D-AC563D0636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A48F2DD9-93E2-4220-B309-A9F7A81E24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017A1B5F-7C10-4B63-BCC7-6DDCA0B0F1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59CF949-13CE-4B8B-B261-4AA05C6C4A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96E9CE4-ED84-48CB-A2E5-0F02897AFE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672C7B6A-C3FE-402D-9767-98BE210AEEF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4213AF04-FD7F-4B24-A1D2-2DA9F2686D5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4BCC3928-8A2E-4E12-B5BE-CC0D9C1701F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014B4ADC-1D40-402C-9D89-A851ED5CE9D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7EC0BE-FE56-45EB-8E61-1B3B3103677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C2BDF9AE-75B1-40B8-A027-AD6C2D8A5AF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102B9B19-F95F-472E-AE11-E3F68DC1808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6D74941-B5A7-4D1C-AF71-8BF641BD82A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D997BD6-B5DE-4292-BDA2-1C6C02614CC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8FEFBB6-FBBE-4E22-9216-7AAF6E62499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9EA2BCB2-B0A4-4801-87E5-3CBB8D14BF48}"/>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8346D453-FCCF-4FF6-B9BD-B9BA154EEAA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9873080-9FD7-4BAD-BE48-685D8932B111}"/>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06665630-080E-431A-A35E-A729328D718B}"/>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999D778-13B8-4095-9132-41CBAD45EB5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48C9F317-D413-4198-8821-598F680B4E7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ABE79717-F8FD-42B9-A97E-A0511E054447}"/>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3145C5FB-C84D-4B68-8C5E-374CBDF635A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02CDE6AC-DDA4-45A0-83CC-5135061FF70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BF458E31-8E3B-483B-8FE1-05FEA3095862}"/>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4AA83E7-A212-4197-BF83-41360788B7D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2C26644-5B70-4839-9AE9-6D638BAD6D0F}"/>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E80C4ED7-DF99-41D7-9787-633ACED5A52E}"/>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D564EC2B-9096-4F57-850F-0325E2255F9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5D8B7B72-DDD5-4C02-A29D-76E36A82FC4F}"/>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3D1E9417-4C4D-4466-9397-65017FBE44A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9C45C3D-0D1D-40BC-B8DF-1D296C1A9D4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3237718-EB70-4B56-B94D-6724BE0CCBD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FE7B5BA9-1886-4A50-B27E-BF6FAF98ED2E}"/>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A21EFAE-FC24-4D3F-B766-6D802B2D21A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4747D45B-3B01-43F7-A99B-248558545A67}"/>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945CD57-9108-47A1-BC4E-6838CB4C2C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653137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8BAB6C9A-7F70-4746-889F-C4550A84D3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3D4712B2-4F73-4975-8510-1A06A2B6A1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CCFA8C72-4ECD-4C26-94DA-2C98273563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2689498-6396-48ED-8632-BF2ED33AF1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ADC1C7D-93AB-4FBD-9088-7BB84E8695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1D46B820-4A63-4EC6-8394-EE6134939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12D3738-A500-4CC0-8A01-7C31C262810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C6B55E48-2D75-4A47-8A73-6F1455BF409E}"/>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5765AE46-197D-4B24-8B1C-288AB53E08D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5A208A2F-BE25-40C8-BC9B-44D8B134EA75}"/>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2FAB83BA-9B50-4789-9745-DC69BCA3527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9B614B6-2078-4870-A63A-ACF8EE5ACB6C}"/>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F97E88B-3D2F-4FE5-932F-5A2B7B89A2C0}"/>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D73DD9A-F1F6-4364-A0B3-3B1EDC94A747}"/>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5E16949A-8658-4E9E-BB9F-9CB79AA5F784}"/>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8F7E0A6-A464-4C52-B9C1-9600E708EEE2}"/>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55270899-B18D-40C8-A6DC-F9CA4502EE4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E3376748-4B34-4B4A-84D4-A71DF6339AAB}"/>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ACD6DEFB-374A-4BAB-A095-0F610966B7DF}"/>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0C78AB0-2620-43C0-8C00-0A52ABDB28B4}"/>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E6C8EC07-D741-4871-832B-57409FBED267}"/>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F897DC63-E5A1-40BA-978B-D60F45E121AB}"/>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3345CD5-DAC1-400B-A038-827830E7072B}"/>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53A2CEA2-BAFC-44AF-BFF7-BB66276CFA3D}"/>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E87E065A-37A3-484A-8753-55FF5B74620E}"/>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17F930D-1A18-44A6-822E-4B50468BDD4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1093E8A-7777-456A-BAEE-7B8DD69C33B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D51AB6C-F506-4EBD-8C8E-48B51933A0E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D92F7CF7-601D-4EBA-9490-76275027DE42}"/>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F835D3F9-C4E6-4F36-AF52-5DD1EC0CBB2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494E503-DF4A-41ED-A39F-45BF4C66C35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4E7C5BA-3F45-4AD9-A75A-F7CA7B484D9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10C3A64B-F6DA-47CA-9543-934E1B26B7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14348076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142A854-EFEB-4864-BEA2-8A406C6DB2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06743E6-CAE0-4BEF-B892-2DCFE7B150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1F13D86-91DD-4F2D-86EB-B58F63AFE3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CCBFE39C-F600-4302-BAD0-1165875D9E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5BA73501-F817-4EE5-9C4C-B2233CB13D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7156930-D75E-44C6-9E79-B0F4452DF4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131DEC6A-B9D6-4178-8AB3-2B784379244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CCC4972-6668-41E1-BE4B-DC231C4E23FC}"/>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AD39ADDA-0458-4E56-8A7B-23666D62462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24DF480-AF4D-495E-AB42-8547938C29BF}"/>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2D0F34A2-C95A-4342-8D38-1A39DE88FE9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36850031-94B1-4870-BD0B-3A644A026EF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1D58D310-9920-42C6-89FC-F676B346B27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55E87AAB-8B31-4ADE-9B01-4B4FAD0D817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F2664564-D074-45E0-BD10-6244F49E87C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711778B-3ABC-407C-B6E2-3101084E5E4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AC822F1A-7F3D-40C2-9CE1-A4F531E128B6}"/>
              </a:ext>
            </a:extLst>
          </p:cNvPr>
          <p:cNvPicPr>
            <a:picLocks xmlns:a="http://schemas.openxmlformats.org/drawingml/2006/main" noChangeAspect="1"/>
          </p:cNvPicPr>
          <p:nvPr/>
        </p:nvPicPr>
        <p:blipFill>
          <a:blip xmlns:r="http://schemas.openxmlformats.org/officeDocument/2006/relationships" xmlns:a="http://schemas.openxmlformats.org/drawingml/2006/main" r:embed="R9ea38b46e2a34047"/>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D144AC88-3866-4AFD-B57B-08495ECEAC3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B9404BFD-8A27-4F1C-AFDA-F89F576D2E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3400797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27A7DFE4-1A89-4EEC-B76B-93E14D106C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FDEF1C97-27B3-4AF2-8149-0285C6AFD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EC5A793B-7749-4DAA-BA46-5461CE10DB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32D3A2DE-FBD7-4D34-A855-835477DF21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01669576-9F9A-47F5-8F09-84F8682B33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B539F003-5C4B-4F18-B123-76A2B1E408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A766DDD2-1043-4C0B-9825-8716D0FD3F58}"/>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645166ED-5D14-4777-AD55-B7A45F1928A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C8AB68BD-26A2-41F0-B17E-6D89227DF8E6}"/>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5B3022B2-8457-486D-A6D4-469EF61E8445}"/>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0B1C3F0A-B214-48C2-A5FB-FD1FD2ACF2B0}"/>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55424D20-4B53-46A6-A02B-4260437AE7F2}"/>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1F51EA2A-3B72-455C-B490-8E8A9988571A}"/>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97FCD808-8DBC-4F01-9A76-B32D9766F4ED}"/>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5D61F78B-BBB0-4369-8704-35419C6CA66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3F8D6352-2CAD-444F-B770-C38DE633CBD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52924148-D08A-45BD-9721-7AA5B2FEA3D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CC046CDB-741C-44AB-BCF1-7CBEC37C5A2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CB219D30-0562-45DD-ADC5-179F40E71EF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8CBAF6CF-891B-4E68-8062-895101D827CF}"/>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58E547C-3717-4B62-BF38-AD2CBF0FC846}"/>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37D661D8-0440-4B54-B457-4EC92D954182}"/>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DF031D67-1388-4E90-A497-153DA247D8D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BADADDA8-AA8E-4399-B451-C16D8B319B5D}"/>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0C1CA6FE-C3A2-43A8-BF15-E7FAE27E8A16}"/>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BA1DDC56-3DAC-47F2-AEDA-4148C6294E7B}"/>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C87C02AD-E122-4EE3-B376-476F62A25B35}"/>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3A350CCA-C296-4666-907B-397D16A82756}"/>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944D3E8-F821-4D6B-9979-59AAD9B5234C}"/>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A33DC108-CF64-4196-8FEA-9BEB4EBDC301}"/>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B6075F5F-D8D9-4AF7-8193-7627D1273606}"/>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59FB6369-C809-4BB9-84D6-D54BEE1088E3}"/>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FEAFF245-32C8-4992-A09B-B937446DE5CF}"/>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9C1D138F-3E42-411D-8EFB-DE2610811B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1497608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A85339C1-D7BD-4909-90FC-38042C2EBC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764C36B6-8671-446B-9756-190D765F77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AA294F46-0288-454B-953A-ABD76C1D8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7AB84CA-5F8C-4F31-8DAF-E5190DD268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F989250D-9B4D-4598-9998-DF3E4EE248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D36016EE-F465-4B99-A03C-4D1929E7FE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145CAAB1-8D52-4F91-BCFF-B739E27F0A4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BB381680-0BC8-4455-8251-A3E7D8850056}"/>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0D34C7EC-13C5-4D64-B975-FEF62F3095CB}"/>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0D518CB3-5B1D-4A4B-8E79-C97D72E3B308}"/>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2A03A574-6F01-49D5-8693-E11CC7E199A1}"/>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799DCB5-501A-44F3-A69F-08329891D6D9}"/>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CF17AD6-790B-4E9B-A5C8-4AB9CD34E9D3}"/>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1D66D4CB-9EA7-486E-924A-8562B7F38D3A}"/>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0E639568-7869-41E2-B27E-3D371B39A38A}"/>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BC600295-C457-4121-B3E6-67DE28503C4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BE7344AF-6769-496F-800B-9F31D7F976C9}"/>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58FA794C-84BA-45A8-B4AF-80FFC463246C}"/>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80CACE74-15C3-4365-B8B7-B54D31C2E42C}"/>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B9189E8A-2055-4CEA-8642-56027982097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C3AD486D-04E9-498A-B523-2FD0F45015C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8EE8DDBB-3E57-46CF-9802-EAA929BEB6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9719572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E941A515-1D24-4768-ABEF-B7B86ED8C7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86263E91-21C3-4D12-81DD-A530D5C4B8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7329408A-9047-4567-8472-1D54BBF2C5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25B0B45B-002C-489F-B48A-17465092F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601294B9-9D2C-482E-B009-7D667E5099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09872FD8-44D8-476F-90D2-1D18AC4C36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4DC21FD-8452-4FE4-8727-CB245C3A807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DE24B0A5-564F-4585-B81A-1DCCCE0A60E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33D6F677-2BD3-4CA5-A062-D0487B403CF8}"/>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4B2197E0-2C30-45CA-9EA8-BB17538A6DB3}"/>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1AE603A2-D4EA-4E3C-A775-940109505BB8}"/>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77088C80-BA87-4020-9A9F-BE56152B1AE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970962DA-A86B-4388-A0A1-9B82BF66E98C}"/>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3CC5781E-401B-44F1-87E3-D57AA4879A5C}"/>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D06C9CF-672D-474B-872F-A5BDA139BB15}"/>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2BF65466-BF2D-4073-A8B4-FD579239791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39DA5F98-1F28-47B0-9C68-0E1B8216F689}"/>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04C016F5-8E0D-4765-A0AB-C69796BAB6D5}"/>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47A74525-DEFC-4FB3-A7EC-C6627DDE68FC}"/>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E8BECC75-8ECE-4E87-9906-B552848A65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4738571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EB1CC43A-3E8C-4915-B339-ADFF0C71D5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B7FD24CA-4508-445D-AE40-FE6A563191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BABE8E53-0F2E-4F93-AAB7-9B657F784C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9E7103E5-FDDD-4082-A569-3E2989A596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A15B92CD-D63A-486C-992E-1D9D33ACBF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38C45A70-41B3-4AB3-93C4-24BF03585B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3A54A821-07D3-4B8D-91C5-88061EA33989}"/>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EE6DF7BA-5C99-4AFA-9732-644536333CD2}"/>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EC264886-562B-41F3-B3AF-D056990361CE}"/>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876FC712-CB55-4095-8A92-6DD5F3EF84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25A8DF43-3757-4EBC-813A-B7EB59C10F88}"/>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45A40061-C7E5-4340-9CA6-F0C0DDD2D9B1}"/>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C46CC8BA-5510-4F65-B251-06F252F877EC}"/>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BDED2910-FE2C-46DD-AA39-AFE11B1CEC85}"/>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03B1AC4C-1F83-4A61-90CB-5C6DE55DDA86}"/>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CA9090F9-1B7E-4AD5-9248-6A10877002BD}"/>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404CBAB-DA52-46A2-AFA1-A26496F11B25}"/>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1267A803-18E0-4C60-913C-95CEE95F15DC}"/>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097D409-88A0-40F2-B63D-7219873D2621}"/>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095D3A2B-3174-412E-A136-D9DF33461049}"/>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2ADF6C11-7C6F-40B2-9DE8-BC3FA139F536}"/>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B82DB1E4-D605-4781-8BAD-4863B7BC4DA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64863D23-46FC-43F5-9B4A-BC074F730AA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3E8F564B-C14B-46BB-93B3-5EEDB47DBFFD}"/>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230FCC46-3A61-4BB2-A380-578521516E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8054652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3B5846B7-1244-4A42-9F3A-97D2DCD2D0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D64E5351-E8F0-46F3-8394-73F9B7A11B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380ECC90-46D9-43FA-9817-FA08F7F1EE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FE784EAD-C39C-4EC3-9851-48A8782FD0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DD61B34D-A4AD-4AFC-A537-3D82834540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E6231B26-C2D2-4EF9-944E-1CBA821CBD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D6BB71CF-D899-4159-B375-C3AEBEAA7A2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45D9445A-E56D-4085-9207-6CEDA3B89B75}"/>
              </a:ext>
            </a:extLst>
          </p:cNvPr>
          <p:cNvPicPr>
            <a:picLocks xmlns:a="http://schemas.openxmlformats.org/drawingml/2006/main" noChangeAspect="1"/>
          </p:cNvPicPr>
          <p:nvPr/>
        </p:nvPicPr>
        <p:blipFill>
          <a:blip xmlns:r="http://schemas.openxmlformats.org/officeDocument/2006/relationships" xmlns:a="http://schemas.openxmlformats.org/drawingml/2006/main" r:embed="R9614de96d1bc49fb"/>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5D91A596-725B-4211-AC2A-AF9398A5A095}"/>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B552A04-3319-4A9B-BA83-EC62B952973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061C31BE-8781-4232-902F-DDF7B648568C}"/>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45047DD-6672-4F1B-B175-990A5C26C681}"/>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B36463F7-952A-41AE-92A2-0162E2CB4D0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238B208D-E1B8-43AC-8788-49E6DC1A909F}"/>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D4B1D9F0-E001-45ED-A9AC-C61893B197C1}"/>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4710267F-3975-4177-941E-C1EB946CE2C7}"/>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B01633FE-4E47-453F-A572-99864B1F609C}"/>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AF6DF9A3-06ED-4172-A5E1-CB87A8653A59}"/>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2767AEF8-FEE2-4640-997D-174A6722C5F0}"/>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189FBF31-8BB7-4164-B9BD-8B9635E3DC41}"/>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5C0DA853-0561-4F2A-AF8B-3F8989F83FCC}"/>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E090967C-B42B-454A-9BC4-9D867E2DE841}"/>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57078D12-44E6-4898-8F68-CE68EA0EEAF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3EE29D4D-600A-440E-9999-D172D6D9D768}"/>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D0FF03C-C500-44C8-B4F2-8FFDE6DDE222}"/>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4CEA140-F0DC-4302-A8BB-08FD59593586}"/>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B77C84D8-5DB0-4A46-AA3A-E916AE4EADE5}"/>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1BDEAD7C-DCEB-485F-9B38-AA8D8465E7F6}"/>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5A7D5F6F-0A3D-4EE3-A8AE-FE4B053E90B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462C054-177B-4F3C-8C97-20B9D04C7973}"/>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0504A8F3-0822-4715-8CBD-A814273CE28C}"/>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AAAB1F8F-886A-4808-AB40-DBBEC88B3F2B}"/>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B3042146-DE40-45BA-A5D5-EE90274767CE}"/>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9FAF7AD9-24CB-43F3-B9A9-AD7251362A14}"/>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0B2D6471-F127-4873-8C57-04C647B236D8}"/>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EA5C2B0D-528E-4013-8300-8F7D4B71AD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4383576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5AC54B7-9EB2-480D-8E7B-6A6E740C16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AFDD1D76-73F4-4E91-833D-25FC2FEBD0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280F0D8A-3D3E-4A95-AEE8-F775CAE754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75D2EC13-ECBD-4E41-8EA7-32CA445514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2FEB8EE8-DD6B-4D74-A372-1503AA615C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039C12F0-DC9F-40AA-8903-0804C6A68A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C1FE13B6-E552-433A-9B73-AAE8702ED54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7A7A850C-3151-4A30-A965-944104B27CF0}"/>
              </a:ext>
            </a:extLst>
          </p:cNvPr>
          <p:cNvPicPr>
            <a:picLocks xmlns:a="http://schemas.openxmlformats.org/drawingml/2006/main" noChangeAspect="1"/>
          </p:cNvPicPr>
          <p:nvPr/>
        </p:nvPicPr>
        <p:blipFill>
          <a:blip xmlns:r="http://schemas.openxmlformats.org/officeDocument/2006/relationships" xmlns:a="http://schemas.openxmlformats.org/drawingml/2006/main" r:embed="R8a394b88a5d74ec0"/>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01A76FD2-7D9F-4108-AFBA-B6F9D9D48D5E}"/>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392EC25-B07D-45D0-8580-F46A96D7121C}"/>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A03CF39-E936-4846-9B6B-30D44AEF9A92}"/>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5DF1273D-FE20-4998-95D9-3F33C3A4A8A2}"/>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9972E391-999E-4073-B109-A2CAC0D1E9E2}"/>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BE19DAB5-B119-4A17-B3CA-F71011A0E5FF}"/>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C7942767-44CF-40E4-9BD4-084D66E800F1}"/>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F94DF606-FFCC-4B93-93B5-31740CE6151A}"/>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0A726E44-ABD0-4254-B7F4-C85A1B34D3E7}"/>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A289647-3F95-4848-A56D-4B76952AC1F7}"/>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8623C94B-9D40-4FC9-A83C-DDF87D704A5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E777D8BB-1FED-438F-94E6-2187EAB36DB1}"/>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E015AB77-65F7-4E84-95F8-E247CD6C8722}"/>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1AB0C5B-B002-486F-9FEC-17F9CF3F73F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3F515675-275C-47E1-A95B-57EB6FCC20F8}"/>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550D81A-785D-48D3-AB4F-17075ADA8F3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591F680D-D28E-4E74-8F06-E24AF458837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10BA7FC7-92BA-4A22-BBA4-9245E7DAD772}"/>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09AD9D8F-2D93-41C1-A2C2-5BF86B7318C6}"/>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2DE4951-38F4-4A43-9A45-0EC2CA2B5C12}"/>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C637FC-FA20-4970-9375-282CC14372B0}"/>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85F87AAD-7E32-40B6-ABA7-61FA66800552}"/>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531C011E-8EC5-4703-88FB-F65EF1E9F90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EC2A5D9D-6E50-4B0E-9DA1-A8E87AA0C25B}"/>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5FFD4AC8-3EDD-467F-8210-83154E6F70CA}"/>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52DA7682-DC5D-4B80-83D3-1C0D2ADD028D}"/>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50EAFC2D-EB65-4BD9-BE4D-16E7A930B8CA}"/>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6364227A-B9C1-45AE-839F-872CC0B9C4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9616324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642D3D21-72AE-4D52-9514-D32B3A29A9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01AF8BD6-3CBD-4D4D-8948-891CD483A0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F0E54F44-ED8D-4EB1-9426-7799378B07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D54CC8F-6119-4D79-A615-EA75B13742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D9A0C253-A047-4495-9BC9-73DBC6D696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1D5708A8-8A98-4FCF-8116-C4C8D6897E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21AA3ED-19C1-4E81-AFEC-4816E4B0083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0D61EF40-F5EB-417E-8D36-651D8F0213A4}"/>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2A4A7256-DAE8-4607-A043-B4CE4113616B}"/>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1E4199EA-74D8-4136-853D-1F845B6F9F85}"/>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7BD34E9-6AF2-45D3-A74F-A70D564F9D88}"/>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59623DD3-C97D-4029-AD2C-D077E1B36324}"/>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02B90B6-8CB9-445A-9DFC-9EBEF1ED775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2FFAE30-0030-44A4-8EE5-943E3E0C3387}"/>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00B85FEF-7BBB-4757-960F-71B37DB8BE04}"/>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DA3CA64D-EABA-479A-9773-23FDAC6097A0}"/>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07843A7-6667-4BF8-868D-8EFD5AF5118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5E1A4EC-A04E-41CE-A0E6-608FA1961C1F}"/>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003704F-4406-4D35-B7E4-CA96772D70D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73BEE7CB-61DD-49CE-9AF0-A839251B2A4B}"/>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C7C3C86E-0CC0-4323-90FD-D45FED803E6C}"/>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9A2EB303-EBF5-405A-B3E4-66B13E9EF5B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ACAAC1A4-907E-4944-BD15-20578BECCE7D}"/>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43A5FDE4-80A4-440B-BAC7-93AAE9F598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FF1F2D6-7736-4705-962E-BF06699150C6}"/>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C085A2B0-3631-4A96-82E3-42043C2FC683}"/>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D6C19C9-975B-4D4E-8257-2D3BF9E1A679}"/>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4D4215FF-EDF1-4EA4-8658-DC39D1C4A7A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0DBA18EC-3389-4EDB-B263-F4A1966215D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46606509-DFBF-4234-BD32-BCC3D747CF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380575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07CFB9F-0337-4342-B084-298582D791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81C6D246-8F5E-444B-985E-925856894D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071E553A-F9A3-4AF5-8D2D-B606CD36DD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C69E717C-8A48-4049-921B-C545948828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14F63C9-454A-43B3-8A62-6D0CFCEE71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2A82AFE6-33BA-4B43-AFB4-689CFF94E5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8126D10-5547-4CEC-8410-72DD71504C7D}"/>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CBC97AE8-AC8D-4310-BFF8-8EAF96FFE63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D36FCAB5-8F8B-4D4F-AF82-E81BA375F31E}"/>
              </a:ext>
            </a:extLst>
          </p:cNvPr>
          <p:cNvPicPr>
            <a:picLocks xmlns:a="http://schemas.openxmlformats.org/drawingml/2006/main" noChangeAspect="1"/>
          </p:cNvPicPr>
          <p:nvPr/>
        </p:nvPicPr>
        <p:blipFill>
          <a:blip xmlns:r="http://schemas.openxmlformats.org/officeDocument/2006/relationships" xmlns:a="http://schemas.openxmlformats.org/drawingml/2006/main" r:embed="R3b1f39781a4e4592"/>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26E17C90-D01B-44DB-A972-A3DE8762301E}"/>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D0C0C4B4-6252-4170-A994-8662ADAD32B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BFE2B408-D109-4C1D-8406-87651DBA3351}"/>
              </a:ext>
            </a:extLst>
          </p:cNvPr>
          <p:cNvPicPr>
            <a:picLocks xmlns:a="http://schemas.openxmlformats.org/drawingml/2006/main" noChangeAspect="1"/>
          </p:cNvPicPr>
          <p:nvPr/>
        </p:nvPicPr>
        <p:blipFill>
          <a:blip xmlns:r="http://schemas.openxmlformats.org/officeDocument/2006/relationships" xmlns:a="http://schemas.openxmlformats.org/drawingml/2006/main" r:embed="Re070e4727cc44d9a"/>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99EDC4B6-2541-40A7-8270-875C7D0B3917}"/>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EBF8618-3B85-42DC-9DEB-1F8C3A80A6AC}"/>
              </a:ext>
            </a:extLst>
          </p:cNvPr>
          <p:cNvPicPr>
            <a:picLocks xmlns:a="http://schemas.openxmlformats.org/drawingml/2006/main" noChangeAspect="1"/>
          </p:cNvPicPr>
          <p:nvPr/>
        </p:nvPicPr>
        <p:blipFill>
          <a:blip xmlns:r="http://schemas.openxmlformats.org/officeDocument/2006/relationships" xmlns:a="http://schemas.openxmlformats.org/drawingml/2006/main" r:embed="R8b13c0adcfaf460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BC9064D5-1CFF-4077-BE09-E7BD5C1A063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289C7FA4-879C-49D1-9048-506D0026AF0A}"/>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2227DA70-1929-4E6C-B890-920D05066EA2}"/>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66AB2F1-585A-4A94-BB2C-E33F9F77DEEA}"/>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5F515A31-0901-49F0-87D1-A09C5F83136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276E36B6-B939-4449-9F83-72E608A01A56}"/>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15D94DBB-6A48-4C61-B095-665239A9C920}"/>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3FBE2C27-2337-4F37-9B0C-B5E22370CC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9320379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1DD6DD3B-CC12-47FD-A19A-D09A1037BF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62098101-8B9C-496D-A1FC-3C1124266A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666F1645-8EC0-4D0E-87F3-29740407E5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7961FE4-90BB-4671-BC40-587016395E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8F3268C7-8BD6-455B-9712-70B129506D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86F5DCA4-0C24-4AEB-B6B0-28C3521CBA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089C6045-E5BD-4710-B725-1DF3C1FE3108}"/>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0CA7C29B-42C6-4A61-8F55-0B105A14364C}"/>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AEDF5EC3-2BEA-453E-9912-4063A64FFDE5}"/>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1EDC0A5-DAD6-4A0D-B778-59BBFB7ACE14}"/>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7C2B9418-3094-4233-ACED-F7623B2F1801}"/>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D8929BFC-D9B0-409F-9380-54522FF971D8}"/>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0E49F63-1FAE-4E29-8EE7-32F293C6FB7A}"/>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9771DB9-2191-4EDC-8A84-E433EA745975}"/>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0833D090-5DEF-407F-9B49-675129094277}"/>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E581D96D-36EA-4FED-A1A8-D9275E37ECDA}"/>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D2AE1C4-5659-47F5-BAD5-CA05CFDE7FA4}"/>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F9216FCF-D40D-43C9-AA03-A841B21222FC}"/>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9DD0C74-DD59-44A2-BC10-B54C06F8033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6752ABA9-816A-43DE-8046-ED5FE90B478B}"/>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25F843B-FE7B-45D6-A1BE-86A50E5B12E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9629090A-0C15-4549-A961-2E2EA29EADB2}"/>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5353A122-9A24-4B9D-9CC0-EAFAC85B5573}"/>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CE28484-2A4F-4F03-A9EE-21D0493F02D8}"/>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4043D5A-1433-4D9E-B8F7-EF02DA217DB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06776F6E-91A3-41E1-9832-4997AE12E40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C2B728B5-615D-4A56-BB89-51F251588ED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90753282-F453-400A-A79D-6E94C5525F14}"/>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CB40304-D8CF-44ED-AEE6-B5056E895B16}"/>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92CF2546-C3C2-486A-86FE-6E3ABDCB8E6D}"/>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B977E961-1D3D-4BDB-BB87-95869E53A6F2}"/>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F03534C1-3269-4ADE-B8CE-5E570C9C7A2C}"/>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B96185D-8F83-43A2-AEE3-652F47A1A533}"/>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F77F32D-F47A-448F-9038-AD7F368D83A8}"/>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D48C231A-F472-4D49-8E3B-2032A23FD7B8}"/>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DE9EB82E-46EC-4EF3-9E26-A2115CD6C08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529AB13D-AEA3-44B0-B8C2-F1C0C6291A6E}"/>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7E6F45D3-D536-494D-9C68-0B8E8E882D5F}"/>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CFCC06F-2B05-4F53-97C0-F910FA1D41B3}"/>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A7F5A4AA-B5B6-4F65-9E70-FA9D99AC9EE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D7E94C0-7B96-4486-9F02-6548CB6CCBD6}"/>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E5E4DED-0860-4795-B058-2E3E8483440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5E3500C2-014D-4B9D-B0B7-A0E0887BEF9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DA86D374-57BF-4FD4-BF81-5108624A90EB}"/>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2C07DB5-0AD5-4E0F-A54B-D2594B400A88}"/>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7238984A-A262-482C-92C6-65C38E28BA04}"/>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E2CDAF7-AD9E-4370-B957-06F3D0C4D79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D345C18-712F-4244-A3FC-736592E6E108}"/>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DEB4372-83C3-4AD6-ABD9-3D8692151B63}"/>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F3B5FF1C-01AA-4BAB-B137-AC4DA98A4D30}"/>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2AB6F5A-64C9-46F1-B629-BAAF811B48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1628E649-59F7-46E8-BA3F-71C22FC2C9F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E789A5CA-080E-47B1-93A8-764DB68AA1E0}"/>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DF0980DA-DA60-4750-B56F-0B407C88DA14}"/>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F19FB963-9842-4F07-9862-1F1F0E255A2F}"/>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29EBC9BA-110A-48CB-9ECB-AC02EF73B63D}"/>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B07CAC51-F206-4DD0-B7CB-C67DEB1DA9E2}"/>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F74E560-DA77-4EE4-99D9-02C2D992DCC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E9319016-6D4D-4B56-A8F5-9A8C4F7845D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43AA957-23EE-4E40-8013-B32C5D7B9768}"/>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030E9E84-3CB7-4A6C-8940-D15B6693AB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7931490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4A01950C-3B14-40A7-B333-FC97064272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4E35B9F5-8DF9-47FE-A8F3-58187E9E79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A8D904F1-490D-4610-BC0F-8FF1979935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014050F-394E-4C82-B797-AFF54EE8BF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2D349F16-2643-4C3F-9F41-0084850733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452331E8-CA95-4855-AD83-B416D46F2B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4AB5B143-299B-4929-B8B8-27D1F1C9AF84}"/>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5DB1D872-2223-4522-A73F-6B46A6725F42}"/>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C7B3E62-58B7-4AA4-9E9C-56844EDE5A33}"/>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0A69916-037E-4CA7-B823-9005101C483C}"/>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1C976C4F-9019-4045-8F23-016852B336ED}"/>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1D11D891-55E2-469A-B72A-68F063C4652D}"/>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8D86EE2-C5EE-4CFD-82C1-7405739AA735}"/>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64DD572-D4A7-4C94-AFD7-918A1543D0E9}"/>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2DD0007-7957-4EF7-9413-86614DB0111C}"/>
              </a:ext>
            </a:extLst>
          </p:cNvPr>
          <p:cNvPicPr>
            <a:picLocks xmlns:a="http://schemas.openxmlformats.org/drawingml/2006/main" noChangeAspect="1"/>
          </p:cNvPicPr>
          <p:nvPr/>
        </p:nvPicPr>
        <p:blipFill>
          <a:blip xmlns:r="http://schemas.openxmlformats.org/officeDocument/2006/relationships" xmlns:a="http://schemas.openxmlformats.org/drawingml/2006/main" r:embed="R428a2e03e4de4c26"/>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77DAB132-ECA9-4D10-8485-B1DBD4DAE42C}"/>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7BDA6300-0659-4BE3-A3D6-3B37EA74B620}"/>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2D5F48D-F7BA-4384-8686-81758413874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544919F-6D3C-4FAC-AC0C-5634E83DCDE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92F7786-34AC-4477-B1F2-7AEA13FF0CA4}"/>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C457306C-00E9-47A0-A4C1-0C92BA6B407B}"/>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5EFF738-487C-44B0-B2DD-669B6D32428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4FFC0279-7410-4984-A82D-B8434646B44B}"/>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72F4A7E-801B-40EF-93CD-314E20B4A50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01EC874D-4114-4BE5-BB95-E4A99D19EF6F}"/>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6265A585-0D8E-4E4A-AD44-459B82D5D350}"/>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9778ECBE-1D69-4108-BC66-66C9B3C12135}"/>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149656DF-A692-40D3-A2CB-877F4EB8CD1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7B0D485-7572-49B6-BB7C-98239442288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ECE2307-1767-4B24-B90B-6E94A925C33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855D98C-CE39-4C47-9FA5-48C2D5445CE8}"/>
              </a:ext>
            </a:extLst>
          </p:cNvPr>
          <p:cNvPicPr>
            <a:picLocks xmlns:a="http://schemas.openxmlformats.org/drawingml/2006/main" noChangeAspect="1"/>
          </p:cNvPicPr>
          <p:nvPr/>
        </p:nvPicPr>
        <p:blipFill>
          <a:blip xmlns:r="http://schemas.openxmlformats.org/officeDocument/2006/relationships" xmlns:a="http://schemas.openxmlformats.org/drawingml/2006/main" r:embed="R97487b70b0eb4dfb"/>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5DD0ADC4-963F-4BBF-B32F-5DC3EEFB22BD}"/>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62F116E-8652-42AA-99CF-5EA53A903C0E}"/>
              </a:ext>
            </a:extLst>
          </p:cNvPr>
          <p:cNvPicPr>
            <a:picLocks xmlns:a="http://schemas.openxmlformats.org/drawingml/2006/main" noChangeAspect="1"/>
          </p:cNvPicPr>
          <p:nvPr/>
        </p:nvPicPr>
        <p:blipFill>
          <a:blip xmlns:r="http://schemas.openxmlformats.org/officeDocument/2006/relationships" xmlns:a="http://schemas.openxmlformats.org/drawingml/2006/main" r:embed="Rf9ab5e60730a4a5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5C7D2A87-2404-4E72-8A10-E11C318546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364222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84433A6F-8CBB-4C36-92F3-9CD41FFA37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9DEF3428-D932-4E89-9220-B0ED9E445A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80332F10-60F5-4EA4-9AEC-2F77B69AA8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73C3EDE-3134-4C60-83A7-58EE97AE9E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FA54F2AF-7D3B-4B63-BBB3-41E09A92FE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EE0FD0AA-4B89-4CBE-9AF3-3FF0D636ED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5D94B06C-DA07-44C2-B655-61583FD19339}"/>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B258FCFF-4A34-4F79-99AA-F35F43FF2AD5}"/>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C43838D-8E10-4414-AFED-0822C2ACA6FB}"/>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8CB1B87-00BA-489F-883F-318FAD1E4F8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72E4AAB-0523-43AC-ACF1-C92D9B3402A2}"/>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3C57C82-FADD-4809-A9AC-6F1B2BB8DF2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01EDFDF-D612-4DD9-9649-C18754CD417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11460C6-F4F9-4A8D-883D-D97CED61E877}"/>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E53EA18-2ACA-4E98-9B16-746C12617B5E}"/>
              </a:ext>
            </a:extLst>
          </p:cNvPr>
          <p:cNvPicPr>
            <a:picLocks xmlns:a="http://schemas.openxmlformats.org/drawingml/2006/main" noChangeAspect="1"/>
          </p:cNvPicPr>
          <p:nvPr/>
        </p:nvPicPr>
        <p:blipFill>
          <a:blip xmlns:r="http://schemas.openxmlformats.org/officeDocument/2006/relationships" xmlns:a="http://schemas.openxmlformats.org/drawingml/2006/main" r:embed="R57bcd6bb3f95456a"/>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99338799-5A1A-4074-A616-80D00E626FEF}"/>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58A6D559-F23D-48D9-8955-6C031769129E}"/>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B3F8CC4-43C4-4518-B51F-820BE97F143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942A881D-1C3F-487C-83D6-025161018F8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0D3E2371-56AC-499C-8644-879DFA0DCD0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1CA83D00-D5D1-434A-B5F8-E18A76585402}"/>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3B7398E8-A355-4625-9DCD-E337037AA05F}"/>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74F0BC65-DE50-416C-BAE4-0959EBCA690F}"/>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5C46A4B8-5240-45D1-B756-E7CAF81188CF}"/>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6E8ADF8-3E45-4BAE-A021-D4F0919E9A7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D1A5C292-D973-4EF1-AA91-62F6D650DFAD}"/>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DCBF107C-D54F-468C-A9CC-171AA9C6464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795F9E6F-C9C0-4AF0-B490-138ADC0F920B}"/>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CB63F7E-571A-4FBE-BFFB-9C80B2DC7A79}"/>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375352D-1F75-4313-9518-A27FDEAADF4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269523-70C6-4EF2-B2BB-0B290F5D1DBD}"/>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3D300CA3-9E1E-4681-8CAC-495FECB0909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322D2D69-174E-40E4-817A-859A3395503E}"/>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E6EDB1E1-435E-4B6A-B7E4-8ABF08138FC1}"/>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2A5E1A2-DFCD-4C17-A3BE-CF85821FC4FB}"/>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1C974BD-07DF-4A3C-A68F-628C645323F6}"/>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C3FB3C65-D5CF-4AAA-B6B8-4089CFE22CBE}"/>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D40BEA23-F004-4891-809C-28615F5EAAE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0E26422C-8335-4644-822C-660B3A7F2F53}"/>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45F5706-EDC4-4C0F-A845-EEC929FC4014}"/>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7AA8B1F9-4F92-4CDC-A2BA-2490C0E1E2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152510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6B5B9E76-3488-47FD-9E02-6BCFA342E8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8B854C03-9990-4451-AFAE-CDF3E3A4D1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A9E57367-A553-456C-8AC3-493B6CC1AC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14D4E27-BF16-4399-8780-028D870450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76DEB72-81AB-4D53-A883-D4767DB4AD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37DDCBFF-3B46-4C70-AF8A-00CF5B8408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009B6B8-414D-4D37-856C-ED7C1D53E42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19E48DBB-BC74-4732-91FE-66639CED960B}"/>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91A19FF4-F97D-4E48-9A86-B74D8A68A7F8}"/>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49E185CB-1438-4EAD-8FC0-B7B9CB79434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DAC5B50-737E-46B6-BCD8-1BBF899D3969}"/>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53BF8F39-B457-43F2-B6CB-597BF9DC0F6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2E40339-2810-42B5-A29C-C4091F4AE2E4}"/>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A437758A-34E8-42A9-BBFD-261F868BAA6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EDEC953A-622F-43BD-90E0-B3B87A54AD9C}"/>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F5FE8311-34FD-4919-95F3-24C6DF11235E}"/>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2AFE964-714A-4E9C-B865-365E06107F8B}"/>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1F33007D-84B1-49DA-B777-85E7C071A5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8EA3ABB4-BE2C-4567-BE43-A7F2955C547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E98E3B59-5026-40A0-A336-F3832FBA373F}"/>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B78985E-97A2-4F51-B401-83A8AA8AEEE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A87C4CD8-D39D-40C1-8192-55FA239D62B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378D990-5F30-4C59-A7E9-75FEDE3C8256}"/>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AB226F5-BB24-4D17-B9A2-BF36DD7774A1}"/>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BC544A5-2021-4EF9-BE45-FFDD9EA8557A}"/>
              </a:ext>
            </a:extLst>
          </p:cNvPr>
          <p:cNvPicPr>
            <a:picLocks xmlns:a="http://schemas.openxmlformats.org/drawingml/2006/main" noChangeAspect="1"/>
          </p:cNvPicPr>
          <p:nvPr/>
        </p:nvPicPr>
        <p:blipFill>
          <a:blip xmlns:r="http://schemas.openxmlformats.org/officeDocument/2006/relationships" xmlns:a="http://schemas.openxmlformats.org/drawingml/2006/main" r:embed="R5d5607c82c9542fe"/>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138912A1-ED2E-4BDF-B587-E4A48969A8E0}"/>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B6857A4-296B-4246-A9C9-EE8D099A8B2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FA041398-5051-4FFD-8CB1-B5BB8E81301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44124C30-CC39-4314-B75F-224CEE262DF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E4083272-76A3-4D94-8F9B-E82F50E555C0}"/>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B3FCCD0-E242-4346-A13B-5B10F9A0974A}"/>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51DE863D-3581-4B96-BAD3-B8AAFDA1F15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DEF31CE7-446E-4104-B5EC-D096A09B09B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7104FA39-FA5A-451D-A554-041FDF419394}"/>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E162C4F0-2FD6-4114-88A5-AA5FC0C443A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4407C78-B4BF-44DB-A6B4-FCEBC37CE4BA}"/>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47DFABB-9D22-4230-B22E-D6F91352F36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6C029993-4FB8-409B-A78D-6A52A86087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37675E1-2272-4DDD-8EB5-F269B454183F}"/>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ED049694-8318-4F29-9658-B645162D587E}"/>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01076924-670B-42A9-8707-9E8F4B31DC1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BE73846-8F43-4834-8C1E-3BBC6EE803A9}"/>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B2F56C28-162E-4201-A568-576C2A2222C3}"/>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FBD959D8-1AA2-4F14-9055-E9EB3B14C8D3}"/>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F17E107-2EE6-4435-8899-743F44ACE6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581497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D0D0D07-3CED-43E6-98E2-8A206E285C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B80CEB06-7B09-4BAF-AC66-099DF05337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7C86448C-A2EE-4B91-88F4-64B80CEBFD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94D94D8E-1458-4D41-BD8B-876AE543FA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6076D33-994A-4FF5-9A97-C7B3D15279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95E6AA4-017D-4A44-BA19-9A96E220E0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AA844866-CE16-47DA-A3A5-9366D148C629}"/>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107553A8-4282-409F-8F71-5346B66CA0D1}"/>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65C96E5D-74B8-444D-AF89-7976D76C7C4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56666B43-E5B0-48AE-B56C-17E70842AD02}"/>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BCAB940-A1C9-4AF5-9EF0-C490EEB7CE24}"/>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B78AE646-4088-4B68-ABC9-76F29A8FE13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F677EC16-5E8B-4384-B56C-B4446BF19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1FCE840E-C127-4413-A382-8F23A59E16A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87468FA-DFCE-4D4D-B891-9991BBFB4E5F}"/>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956D3FB9-4987-4273-AD2F-9D9F1372109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FCF0A17-F11C-4EBA-A410-8A42DBA0891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3C1404-B474-4039-B498-E74135B8227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41DA9A4C-CEE9-4DDC-8655-EA7D52560B94}"/>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497B7F3-3713-47AE-8FCD-0086917163D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AD37F21F-8DD8-41D9-80B7-CE6DA8EB4D78}"/>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8A0588F-0D15-4C13-BA77-8A0DC71B300A}"/>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16BB8C81-C16C-4168-8EA9-F8870DAA29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2700867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20B6D47-7C47-429D-998F-02BBC6C1BD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F7AAC278-0BE0-4B69-B7DC-EFF479BA81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1E8201B2-D10E-4B20-A6A8-693235304A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CDD2B85E-55AD-45A7-8182-5208C9AE62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3AD73630-BBCE-4788-983E-5152BADD51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F35758C-B092-4F80-A03B-438758C3E7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D2287AD5-7AD0-4DC9-9447-975C5CD3461E}"/>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481EC8BE-AC6A-405F-A726-BEC1A052153D}"/>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0B61565-E57E-41CE-BDC1-498164F6750A}"/>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1766B320-F081-4B81-BD1C-65B90054F348}"/>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5C15847-DE09-4F98-8124-4702925D014B}"/>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582BBCDE-6BDC-4EFD-AC2B-B030EF88AFE5}"/>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57D15AC-9C99-4789-AD0D-C16A802395A0}"/>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345CC17-49AE-40B5-8D6D-2E90D1C55BF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0D83FF37-D9D1-44A2-9129-5A65796D6584}"/>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6F51B46B-0293-41F9-AA26-06F6C7D170C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56DA1C2B-52A6-42AE-A5FB-8B3AA1D17E9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0361FC87-E6E1-43B8-BDB3-8B31A543A1E0}"/>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9839D425-9C23-460E-A626-12310CE9A722}"/>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823BA4CA-B6C2-4D07-ADFE-B2C5FB87F07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F433E3AB-FF80-4648-8DE0-9F9AA0005595}"/>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BF15BB5-35C5-4487-B7E1-013D37EF2FF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378845F-DE87-43C1-A983-973E4051E744}"/>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9A88C401-1D5A-4F30-8F33-E95C0AC80FB9}"/>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50E2EC6-FD61-4DF0-95FB-D2D696E44F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29625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19B959E-B4DF-48C8-92F6-8B0910B19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7D89476C-A266-4A8C-A7E4-F07F750D1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2B0FBF9D-FE15-447D-AB07-4430139C8E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2B17A5CC-1716-434A-9259-B6FC8DC3DC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BE67780F-F088-4112-AAE6-956AEFBB1E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DF3AE2B-E8B4-4B12-B4C6-5AED31D95B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853CF8DE-ABAF-4C99-A9FC-BB660F48429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E73DCD0C-2425-4533-BCB7-2C7CACD197C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3CABFCA1-7D66-4616-8B5E-9DCFB24C5767}"/>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1B0E326-A899-4120-8E90-4B36E600D04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F07B98D-4156-498F-A955-420F6E37460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D578E8D-B470-4811-ACF8-0FD2E504E2FA}"/>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8865467-68B9-4442-8D41-E19DBCEF187B}"/>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52F3F5FF-943A-429A-8FF0-EC53222BA8F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F9B842B-562F-4834-8C33-E08D5EBCCA34}"/>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46CFF81D-223C-4419-8CE8-F589F78B8C7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34369321-A3D5-4801-AAB4-24B6F6FBBCC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C4A220DE-1E54-4263-8D74-3953E37559AB}"/>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EB35900-A419-4261-990E-36DA89B1F95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A7B1822D-D846-4832-BA53-31AA5BC00403}"/>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C1ED38F2-D5EB-4B05-8DFD-4F134F7DB30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77F058A-702B-4F7F-A943-C6D47955010E}"/>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F540040C-DEDF-4080-9F92-375C2A1A5C18}"/>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6D1D095C-1761-4AC8-82D7-CE290E76E56E}"/>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A556FD20-45E3-4B78-9622-1436C3451FAA}"/>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D8CC90F5-91C4-4120-9DEB-5459745BAF4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BFA969B-8A93-417F-BAF5-4448D63FEB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53D4FA07-A8F3-4428-8BD4-6EA54957A1C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D2C63790-8CF7-4CA5-BE0D-4EF3C7DCD6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09604089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69A355B-2B91-44D7-A3C3-C60394C04D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1916BAA1-3CB8-4237-9A55-8B90A2AFCB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456FB67B-0723-4E2F-8FA2-C455ED71AF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E38A30C-08BE-4F7B-9A69-EA3FD52636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DD87FED5-C686-4393-8201-3D255692E3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8476614C-CE1C-41AD-80FF-9CE1856837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DF61307-4661-4E8B-9322-E9E0FC5C121B}"/>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914582-B4F6-45B1-86A5-92AE3EEF7211}"/>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6DDF6015-5F2D-451B-9CD3-48F933819D2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B15E54A-B44A-41CD-A66F-0AB1BA21267B}"/>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278E7A6-900A-4CCC-945D-50ED2C510E7B}"/>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23FE3216-CBF1-41DA-B592-778424FCE7A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8ACB73A-25CF-4032-AF67-731408A34BA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30523EF6-1E6E-4ED5-9411-06BBF34C5BE2}"/>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C924BFC-5054-474A-863C-1D6FAAE3C9F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96736F8F-5E3E-4224-850B-C10DB347B11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42EF390-D506-4512-869E-82B6631E5992}"/>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B6594FDE-1B05-470D-9F6F-0A58AE6ECCD4}"/>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058405B-ABEF-418D-8C62-1C0A6F7C271C}"/>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B3AEACE1-9604-4CB4-BE4D-4A5AC1D4A93E}"/>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1AC6D0D0-C1DC-46CB-B16C-A29B8B207049}"/>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13B047F-ECD8-4EA1-96AB-2256EA8176C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11A0BA63-E450-4FBA-A180-64CC529564CE}"/>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33794539-C21C-44EF-90D2-CEB1E8BE9EB5}"/>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497D5BD-2C6D-419D-A3B5-B16C560C615C}"/>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2A1E9BB5-9EFA-4A07-B214-F3C4665E31B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393AC52-F54F-4959-937A-D777F1D041C7}"/>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ED6C48D4-B1B8-4483-B0EB-8869E1343324}"/>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252274B6-D03D-4004-B0ED-7024B7C4E487}"/>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AD676626-B289-4EF2-8EE5-6E8F55F18F70}"/>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CB4466AB-8C02-4494-90D1-C4F06B78A7B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677BC665-BAEF-4EB3-937B-2FA7E82BCC67}"/>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6075CC8E-F16A-454C-B43A-27EE3676A785}"/>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78B24C17-594E-4D09-A0A8-DFE1EB7224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9629626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AF3D9C3A-1873-4A81-9147-864F7DE19F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138CC258-E90D-4BEE-9683-CDC4EF2749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89934927-6AE7-42C5-9C62-907175781E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0CF94D6E-97ED-4457-B556-22CFD96D2A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A2D26C6-28CE-43D1-8E9C-D5256BCE0C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210A8A47-5105-4369-A089-C170893B86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951EBF88-6CB1-4192-AA73-5C01E61E4BE0}"/>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45795D7-C510-4F9C-8379-6543BBF71904}"/>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52E31CC6-1FA4-417D-920D-A5B9D43AC15D}"/>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771F16-B33A-484A-BE17-2BDC75CD7184}"/>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EB008CA5-E144-46C2-B10B-763608930E7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079DDAE-2B42-44AE-A16B-044F7F192EB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8C46208-0DFD-4F4C-8753-08F6AE20AA30}"/>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25B32965-D55C-4145-92AA-4AE7B6D8A438}"/>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A15191C-7AA8-4FB9-8FB9-AA4CB0A821D0}"/>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8E781441-1687-4B3F-ACFC-94416E53CAE8}"/>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80454A6-43CD-4660-8505-B63AB384D01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8ACD7653-0386-4CCC-9E0A-86093A0C1A4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B3F982D9-DFFC-4FC0-BE5D-2488B02046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5437748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6CF5AC7A-4CAA-46CE-A70B-334EDF2D2E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2E14FD53-5381-4775-A357-F4A4D7452A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CED57D65-6AF9-46C1-992D-FDC22C473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2B339C2-C9A6-4FA0-8169-DD308E5A49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328AF066-559D-4564-AC0E-F9EE4B6B10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6BE3C807-BF4E-426F-A9D4-0AE9711609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6227DB5B-A172-463C-969B-1FD0E0F88723}"/>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AE463DBF-FF61-4D6F-8B0D-A8B10A41AB3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E099150-544F-41F7-8293-0AF97238AA0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18B04209-6527-4CA5-BE7C-F2B018E767E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369E044-C803-4845-ACB2-97709D6A85B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724D3E5A-3457-4B43-B83F-4BEF7BBF4EC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BA6267E5-9110-4FB1-91A6-48AB5348DA88}"/>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4BB10173-E749-42DF-BB3C-C365E1C9E793}"/>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27A4E7F-5A0E-41AC-86BE-8BFE9CDD2544}"/>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37651D20-D0C1-49E2-BC0B-D0953DAFEBA4}"/>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17B3D155-098C-4873-B4C8-56D4C0B2323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0AD78686-A008-4CB3-AFCB-B96B1625075B}"/>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CAA3980-9D62-438B-833A-DB70AA9DE08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0D844870-DCD4-44DF-9C39-D38FADEB061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31577B16-CD00-4F57-A95E-47F25654723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FDD91565-6453-4FC9-B567-60A57705FFCD}"/>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C0AB0191-E619-4DE2-950B-F220E396CD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152858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674BABD-F8AF-4FCA-82B7-EC80AFFE5D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46741F45-D924-4D76-8A24-3B4D9F66F2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5EEC2E74-21C2-4856-B6F2-265E84C139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57D4222-8E9A-4C6C-A1B2-899E3A917D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EF25FBA-A8EA-437E-B6D5-047017D59C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C81AB486-2B99-444C-A0B4-6661477AA6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826DB52B-3DDD-4AEE-A234-778FD26CF5B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CF221227-6D3B-4609-8C61-0A4C04CB8B8C}"/>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D343978-347C-4CB6-B8F9-938A3E53D9F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51C65B60-F8EA-49A0-9D01-0BB9FD78132F}"/>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D74F523C-8FED-4A2E-8705-A577F440F15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6BE6F4B-5B18-4130-908D-E4728AA792B9}"/>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5B80DB4A-601F-4C95-9E4D-61A1EC145AD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93D79234-82CD-479B-AB9F-076C8CE09CF2}"/>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D27F757-D690-49BB-BCF6-876F4B3490F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4014A65-7F07-4493-B5F4-7B11BF10B53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2A357F05-708D-45CC-97FA-CC49AF564997}"/>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8196D8E9-64BD-4462-899E-CE9009D6CA93}"/>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518065C1-916E-4E76-B351-3AA63F78462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0B304688-68A9-49CA-B8CA-5DD433220E5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61D4EDC-71B0-49C4-AFAD-8BC145A584D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720CF816-F444-44BC-A916-0EB8FDA0C1B8}"/>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ADAF9F1-A0E7-4380-9534-3D89CA0C10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87808296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769DA0D-50BD-4918-B0D4-A23A741CBA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D189FDEE-7F7B-42B2-AE87-F04786D2DE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6F5BAAEF-4D9E-4709-91DB-062C02771F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822C839-B986-4452-BEFF-E12600BCB8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4267F82D-998C-4E13-A7D6-F7110DBFEB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A274A17C-EFE9-4841-AF06-B2098F1349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8295EAF-EC67-4B62-BB5C-5E75B32B44F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FB88D349-E849-493B-9E7B-6FBF5F800B59}"/>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EAAA042F-9F4B-4280-9306-E8B07E1EE59E}"/>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EBD0BF60-58D2-4F5A-9FBA-31682A1323C6}"/>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258216A6-E456-4E6B-985F-BA007674B2F7}"/>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2A57E278-2D5B-40B6-A135-E8C0B52FF159}"/>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6CB0CA21-C4E8-4836-81E1-2A0B236159AC}"/>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FE8413C-AE01-4739-B83F-1AB4B67874B0}"/>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EBF23E52-B35F-4A0C-953A-97CE122B028B}"/>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3D5B648-D59F-4CD4-A36D-020FBA47EAA9}"/>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0655F082-F7AC-4D40-A84A-781186D0146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81DDFA9F-FA96-4769-8782-CA07130D5580}"/>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63D2A56-99AC-4698-B76B-8F051B7F0F6B}"/>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27245DFD-072F-41FC-9E95-E6AFAFD3A794}"/>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BDFFB260-BF45-4BBD-AD27-DE4408DF57A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ACDCE69-F43D-441B-B465-6E7E054D2252}"/>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29513F08-362F-4FA6-916B-F465A010A770}"/>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54D53FD1-2AC6-439C-893C-1F0D4D7F9FF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6F582E0D-671D-4A99-BA1D-EB9CE26C70C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5572E1C-8FDF-4F92-8D81-9E6448CC1C1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B5EB3D23-E23F-4489-96A1-E43016C7FF0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6852FAD3-CB6B-4124-A9B9-B06969D7DAF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6E387D4E-6726-498D-918A-81EFBE6F2006}"/>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F1680A2F-0A00-4D8E-BE52-DD4D537DF58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9FACF89F-3E40-4DB8-8754-E329578B584C}"/>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9CC19FDB-5350-45A2-A704-CBF2A9592790}"/>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549E33EB-20F3-4773-B4F1-80DDBE05796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F58D778B-EDF8-4790-9F4F-A56A82A8AD38}"/>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B6A11E4-7A17-41A2-B1EC-C7E6C57F860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9B5DE6CC-925A-469A-9A7B-FFC11ADEC60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EC57D0D-4EF3-4E2E-B7AA-EC022B181439}"/>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6686C84C-82DB-4F5D-A0AE-1354C992A6D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341DBF8-2711-4681-A038-3BE2D1A3700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1295F1A-A101-46DF-A330-4ABD76225F2C}"/>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144F1D8-1376-4A8E-90E3-F87BC3C63807}"/>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43F7AA99-5154-46A6-8C02-667B8A8DE5BB}"/>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58BABB24-A71C-4806-99AF-65E6F0F609AE}"/>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1706D5A-B067-41F7-B245-53DE19CA40B6}"/>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9C64362D-AFCF-4114-B2F8-2C91E92EB10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1BF2696-441D-4CEB-BDBF-F03935EB5D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92447084"/>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A3090AC6-982A-4D97-B248-34117BBAA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C185EC52-D249-45AB-84A4-2408380DB9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C0A90CED-F5AD-4126-991F-AFA0875F42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7ECDD79D-13C8-4D6F-AB2B-022B9F875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BB2E4DAC-F884-434E-B8EE-A67ADCD34C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99FA7862-4FC5-4E19-9CCC-B67AA0D061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CE3C0D98-AD1C-4A25-8CD4-F22878FACAE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4FB40D7-E928-4B2C-B453-76A44ECE413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3BF9BC5-D3E9-46F7-91CA-3449FF8792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74B14702-95A1-4898-BACB-DB03792BA0E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76365BF-C854-4B31-973E-9801DEA4497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BDEEEB7-1D35-4E11-AD1C-E95D704C207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72374AB3-88FE-4A33-801B-7177A053428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7BB0A890-9CB1-462F-8C2D-AB67AC8399C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2FD720E5-4ECF-41D2-AD55-B357494AF21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BF7E06B-F6CE-42FF-9C5D-F5EC25C7D73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362F69F0-1C69-4FA7-9734-FFC87993CFA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DF4300DC-783A-4732-9206-AFBA0192C77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D85850FF-5A72-4660-A4BC-4AB845D8710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25C709C-3406-47A7-A353-F6190111CD6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E503ED9B-7D41-485B-9CB8-4EB5C7534CA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453C8412-2FA5-43CE-BD55-458BBE76F68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CA5C9B1-E0BD-4979-84F6-EB88BAFA92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5498061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E8C3FBC9-F8C5-475E-83B4-2F37FD77F8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441C03AE-F52E-4821-B035-B9697CD919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DC074A7A-C193-42AB-B7B6-7CF81CA21C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0A1D1631-F98D-4A6B-8A52-CD1272822A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BB593761-F2B8-4C0E-8B56-483CC4E380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71B16607-D6AE-4490-B957-46462B3F73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74185629-3ED4-40F2-8796-EAA501A4F4C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DDA2D12-78DB-40F0-80DC-8AF90BB06DC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8F646A8A-5410-497A-B5E3-D067374281D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CBF7317B-235F-4458-B9E4-88B37213BA5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8A1C8B9-DF43-42D6-92CF-2ED3646C103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F577BCC-0D44-4BE9-B96F-906EF992C68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CD40110-B865-43D1-9AC0-93FF3F4DCB0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6C88A86C-080B-4529-8C59-591E8CED8BF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CB9E43F5-EF9D-4C5C-95A8-8E1A7882DE9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B8338413-EA97-4CE7-A99F-BA0755BA2C9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154D50E-94EF-4EEA-ADDE-1D50C70379F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89CD9EBD-D3CD-43FC-B159-301BA6675CC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59DAF15-7DF7-4571-8F30-39803B16CF8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04FCDD20-6145-433E-8C29-01073E302CA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8E4F89AE-AAEF-4E3C-AB99-BCC73A7DCD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0C75617-441D-4F66-A535-73F0A2D4EDD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259C60C-E5F9-4846-B350-CE3670F939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595549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CBAC4740-72E2-4B0A-91D2-54AB933325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40AD1EC4-CBE8-48ED-B098-AC46CA8871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C630AAFC-7669-4B80-A50A-C33C84D098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74082CC1-F6F6-4798-AB67-9968C62451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4921D627-8876-4F73-96D2-B3E66BA5B0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B70D4684-8D98-430D-B023-1AD2179EDD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A63C8C96-FDE1-4C84-89C3-A95546F252F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8D1A856-8AAC-4B6D-BA16-1E3841A24E1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A1167818-97C0-4D8C-BADA-BCC67D87C2B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3533DF08-749E-4CCD-9562-19700893D57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0241ACA-C8A5-45F2-8A81-33DCA10C67F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3644C9E-E2C0-4F74-81A2-B9CAFD4B089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2F7A96B2-E5DC-4807-A9F5-4FA61AB7442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65A6B9D7-A182-498B-90B1-0330A9CF1BA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DC5FC969-94EE-47A3-A744-1E05A85A1E1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B6D9CD5-CDCF-4B52-838C-BFE65FF8554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A4FB886A-84E1-438E-BBC1-24DA50242BD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B4FE10B3-3630-4F05-94F0-B4A6B90611B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A5524DEF-BC7E-4A9E-B363-1756DD1E69E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12813639-20D0-4D35-9E2D-0B10691F8FA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4A03E0A5-143F-4467-A148-3A341B454B9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2F968F2-84CD-4C95-BC90-B7484265275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C0FFB79-5531-4E6E-95B2-6776BC465E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207304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FFC9040-3E8F-41D0-A84F-A66FA9B271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C7471C0F-7A50-4D03-98E1-210F7AB641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3025AB01-B117-4C42-B5D3-2E58DB996A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720ED48C-2A79-41D7-A720-9F14E6EFA9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95D39CC-15B7-4234-B79D-6A08DC3F6A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1C95862A-C80A-418F-A149-E9F2027F8A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ECAA278-66D4-4FD5-B798-9397ED8441E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A7F7E12-0032-46D1-A9AC-0D3844F8D5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07D79E9A-BD49-4242-8C6B-46C511BE961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15F1E0CD-9BB8-43E8-9300-0DE3F171348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EAF741B-22C1-472A-AD7B-3A3393BBC00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C3BB81-E8D4-4420-B0D1-95B613C379C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82A60F7-9D6D-485C-A3F5-29C6A514ADC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6AACAF4F-27EF-4E87-9963-680492B612B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48C3DDB2-B6AD-4F49-9AEF-5EC5E27764F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72F601FA-487F-44EA-A4A2-1C917F1DF63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38ECD3BD-506A-418E-9869-5977A42C2C3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75052760-7AB0-451E-8B12-8836FF29E04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46F2AF23-BAC7-40B4-A451-F46C78CD165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99EB7270-7ADB-4064-A262-560784218ED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179811F5-B00A-4959-9363-7AA9A00BEC0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789B718-F56D-4830-A5C5-B92BD4E61E6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78961CB-B2D4-4F17-9E3D-50D9E37B3E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422973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C7807357-252D-402B-95BA-AC9A5213DF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EA2CD40C-DCEF-495A-BA61-1B6D140070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E4E6A91A-EB11-481C-A0D2-FF12DAB133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DC6F6ADB-687C-4685-AC18-6D3C3835FB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9A42E928-BF50-4E97-B9F0-1D988A8C5D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1656E633-6BFD-48B5-8ECE-1A3FAFB31B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CC0E66C-4524-4D63-9E5F-BCC2F484966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0E98E0C-7D2A-46B9-89D5-468D9056850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4437C53A-4042-4B53-B416-9A9049D6DC8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571131A-10C8-45BD-BE90-9181857C2BE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4A87D2A-1758-455E-A746-8E95E95521F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3FC5326-4FDF-4697-AD44-1B1D1711659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D553F1FC-3FD8-493E-8535-74F2E0024AD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970AC127-F333-4AFA-8CC0-AA723317B7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FB63DB3-4FED-4872-8981-DFA9414EC6A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36D12046-485E-4799-97CB-AE5972CC257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309B0D91-9B12-4EA7-89F5-C93BC62A05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B51579EC-4BA9-45EC-BA59-1074E4D703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499D6755-31FF-499F-A777-CC75C608D9C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9B422F7-BBD3-439D-8FC8-FA75D03F5F6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D06E503-E4D1-4C68-AFF5-AF2F804B3E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1AA309B-0E28-464D-9D47-A20FAC6BB71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72C6DE-2F1F-42B3-85D5-5D487E6839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7137682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0E6D12F4-E19B-460F-8C26-35F560495F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21B3E335-DF9C-4B9B-AFB2-0DBC4E73A9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C065883C-5C83-437A-989A-CBB39BCCE4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A9814A93-DA19-451E-A2E0-834D429AA6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25B1BCDA-2F4C-44E3-AA94-252EF84093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87B11138-37C1-4142-91A4-227847C9DC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7B2E5E1-3C48-4397-92EB-7A1C39B5FA4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D21D047-70BA-40FE-B660-FC0D8903F93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6A812C04-0DEA-4A28-B85C-B2A6EC59C90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785C57A-C41A-466D-B14A-5CD6400350C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B41B640-8AAF-4BE1-AD99-AC923AF9C58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FAE60AC-FD95-4D84-882E-B799D8733FC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BF85788B-4145-4404-926F-D37AE8C4799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5E5F225C-FB63-4CA6-B6A5-54A0C064D04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968D89E7-9B5C-493E-8EE7-D6A860B8162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964D123A-CCCE-438F-946F-7D54EEDFFC7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AC4D6984-548F-4178-B5EE-1E87D433BC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D61F6B4A-C02C-44E8-94F8-F48603A3993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2DE3A64-B2FB-4A7A-ACD6-EE5CC8A212A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4AF08374-FE8E-4D49-B390-7AA61937521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02D01D5F-7961-40FD-B017-DAC894F9FD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AB984F3-C5FF-4B6B-92AF-B29F9F187CB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D4E8BC3-2974-4CC3-A1F4-28FD8E6EEE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13610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17D295C6-E7E4-4BE0-AA4A-F87D1CD3A7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C28BAD2E-2E1F-4480-85ED-1CAD21E56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3683A83E-6692-4FED-AC3A-BD63715C08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E9479201-650E-4663-8ABB-9D98DC87AA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34C09C9-70DE-4BE4-9738-FDE1883AD5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0C7BB70-141A-48CD-9AD5-E03B41A702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AA9169ED-0FFF-45F7-BBBC-3ECAC05E1D5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32946BE-5E73-4396-8C41-7725D9C3148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4EB27EC9-307B-4B4F-B90A-AEEB95FD132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92BAD1DF-EBE0-4319-AE51-4CAAC76C956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D03BF22-C284-4F3F-831C-254AB87E019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4989947-C8D6-4758-A42C-35761C9B415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03DDB91E-4A45-4B4D-9F31-A523AD76A56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4A36494-1024-4277-8550-765C05BC5A9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CFC43CA-4EF8-40E7-86B6-B89BB97DDAB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78F76C06-69DD-4834-818C-690396FE6A1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36351E25-0672-42A3-9329-3531F1E9EC5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420C6A04-40B2-42AC-B664-64632E49CFB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8E5AEC07-6B49-4175-AAF8-843C8CE1BC5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2BEF28D-7E1D-4443-BBB4-DD2621BFF76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568FE7D-ED1A-4537-BF12-047E1F18C76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4445D5C-ECF6-4F55-99C0-DCD8C2BB2E5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2BC801B-1746-42DC-8F64-7234A87750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507852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C4431175-6FF4-45DF-AF1C-4307928BEA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06FE2DAD-1A1E-4C17-A2EF-EBE7D8DE0F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7AF9DCDD-3D0B-429F-8D8C-278C2FA7C8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A44D995-D585-4046-A299-2C008E85D9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1D88EB2-C6B7-4DD7-8E28-3D898B4E9F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71F5A7C-A6FA-4FD4-8952-C2502CC292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38A9CCDD-DD5F-44E3-ACFA-8CCC0C904B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BA1FC4B-ECB1-4145-AFED-3423653558C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5DDD9A82-60BB-429D-8314-D6936BDF853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78F2D89-A412-48D5-96FB-1976A1824B2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1E10923-FFDB-423B-9C4F-EFD8AC573ED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73C8695-93EC-45B6-B1D7-DD8C17C994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F0B566E-53D9-4789-AB30-CD716EE7276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095CE0C4-679B-4E25-8592-E7CF69E4A52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2A6A5828-0D41-499C-BC00-260F77199FC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83BBC63A-903F-421A-B2B7-8C1FE7A6311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AB0C9BDA-68DD-4D91-9097-0259CB6DF77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8CC41F38-39C2-4B73-AC70-8FDCFCF4A8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C918F515-1103-47E9-A163-DA23404EAB2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C2C015EC-84F9-47BC-9661-29AF651853A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7D0016C-4F3D-4725-BA3E-43525CC87F5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EC8D6FF-6F23-4353-A2EF-7B5BB627738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307541A-A32A-4A0E-8228-74CE0CA31B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290362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DF83B45A-86EE-42CC-A68F-CAAA60500A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0F621C94-4823-4A22-8B21-46943C6E0D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F31F03D4-C213-4469-978C-B5646CB529C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3B1C6E27-2B74-4FEB-AC0A-03C403151E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2E6D834-9446-47F5-821A-F52B028844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8B22A20-8658-4BEF-8B2D-8BAC0DA17D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E02EC740-D9EB-462E-8916-46F88693845B}"/>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F9F80D3E-0279-47F5-A7C3-8A8E50F3F8F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CDAC577-26F5-41EC-BCD4-9E18F1C21938}"/>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8CE53D63-C176-404E-895F-B281EF67D6F2}"/>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239528C-D76A-4DF7-9DA1-7D91B59BBD61}"/>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9728547-D6C4-40AA-9956-59C2ECDAA714}"/>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B636947C-6AC0-4F64-8C7D-2318C3D2A7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0093078"/>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BD8C3471-8D8D-4D8C-94AF-3512531425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1FCF854D-FF1B-4BA6-AA05-2D7229F9AD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FA38C255-CAF2-441D-9AA4-E6701E1B63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C2E9FC0-9D58-4B55-ABBF-470710ED30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67A6D2CE-B44D-44CD-B8A2-2989BA589A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15E7AEE-E017-4BD9-823D-8562A0E2E2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BB2A47D-181D-4356-8136-C3D61E948B35}"/>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FCB9B696-2369-4682-BCC8-81128D6CCC77}"/>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A87F9546-5DB3-4D38-845D-C3CDFA2C2B3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61421665-839C-40BE-B544-3C6153925D0E}"/>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8AF3EE5C-93ED-43C3-BC9E-C4EDE5022223}"/>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79A75C0-1278-4343-9DBC-CFDDB8B9B53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0896CB23-26EF-4354-B063-1F0D5B32169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B51E1DD5-F7DD-42C8-9E14-2CBC93A949B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E7AB5CD8-51E3-484E-804A-C0752CFBD1D9}"/>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F2B2D582-B8E1-4E81-B555-2B5C553C7D5E}"/>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D180F8A1-0717-4252-8B15-2B0BE73F4E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3619706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5A2893E-8EDC-43BF-BF0A-D8A44F20B1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0512C024-0CD3-4052-8E9A-8A5F879344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120E5EC0-EC25-458D-A204-35FEA38E45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7C48230-FF59-476F-9508-524AEE9B8F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EE2386D3-FDE5-4263-ADCE-EDFB09C74C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A4174BF-CC24-418B-B918-DB1061848C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F73C90D6-3586-46E6-98D5-401863CDCB20}"/>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5896E9E8-B06E-4CCF-A447-1737179173D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D7F618AF-46A1-4B7C-8845-993F1DBEF00E}"/>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5584DD3-0856-4E59-A5BD-A94C82FD9DF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C692EA2-18F1-43EF-8161-902E5744CBFE}"/>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AB33984D-7CD7-43B2-9ED6-BA665597EB5E}"/>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F4734CE-6C63-4F7D-A8D8-D92D3D71208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807469F-AAB7-4785-B2FB-9DD065B528E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330BEC4-1217-41FF-A6B9-7D161AC5600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F38D4DB-DEC7-4BA6-9474-23884ECC946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3E8FF82E-3F8E-4827-A631-F288F1048988}"/>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B4DDFB1B-4A20-4A21-9FAB-13999633FB08}"/>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C4CDF160-70F1-4445-89B3-D38BA0B112C6}"/>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9139594-CC92-4C3F-84C2-D2FFC2D39E7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CE5BBF9-721A-47C3-860D-5EB79627B43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98005F1B-5C2C-4177-A6F2-DBD2D4C30D48}"/>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8FC354D-FC5A-4C84-B14F-97F3B115FE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110328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77B5D309-36A6-42D6-9BF9-0B3328D816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7D6EE26E-0A4A-420B-80F3-91CD410EC5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1A3DFA9C-549E-4D3E-891A-2D25C3A8D6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0086C5F-BC86-479B-BB75-285020ED57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0046EC32-4448-40EE-88B3-DABC21ACDD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638EDBF-882E-402E-97C3-0E3BE102B6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4AE6DDA9-F6C1-4BB1-BADE-021E0A6E72C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70AC30E-6CE8-41D4-9FF0-8562E813F918}"/>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8C5D72E8-E4DB-4B95-AA69-4CA6824F460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DCACFE9-08DA-432E-A2CD-18CD91D08D0C}"/>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E3D46D5A-D412-4F03-BC7D-DDC7A6A887D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EC500615-E5D8-478D-BB17-B2C1939FDED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AA747E4F-6C8D-41DE-8695-A97145BCEB3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42C1823-2E49-4961-90B6-5D8D0C0DDCE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C4EF15EE-F768-410F-B3A0-E2E5473B244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417F06B-4A0F-450D-8838-11FDB6D5EBFD}"/>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7E56415-974B-4C2D-800C-3C7AC1E884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50A4C659-F673-4A85-8AD4-636A79EB14B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30F1FB89-3541-4D07-87B1-60E71502280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A4A7278C-D744-4F14-9CA2-23D4E5BF691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8D1752A-9A50-441C-8708-DD3F5A44CD9A}"/>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E58105A-6A92-4011-8C68-FB8F5C1C3E55}"/>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A1E6E9C3-2426-4566-8ED6-4147131844BD}"/>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68DC832-E9D5-44E6-ABC9-767D004D8E2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329D2A4-1209-4ABE-B744-9F3A9AD4F0FB}"/>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399846C0-5A2D-41C6-8302-362473C93C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69080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E470249A-51A8-42A3-B32E-4D8780D8B2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1BAC2A1B-A36D-4215-8884-79CD4CBD44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050E3C2D-BD3C-4B71-BA9C-4F8331B950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90DADD48-3EFE-4227-AEFE-CE07F0F4BF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A336C466-25DF-43C3-8783-2D133E6D4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9564D4A6-6301-4A13-865D-E6D4E02B9B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9AFEE709-9EA8-4866-9291-E7EBB0A1BE77}"/>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1895F366-4566-4E38-A740-7A385650D1EF}"/>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012B2EA5-AC78-44AF-97F6-333409B0338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E95211EE-31D2-42AE-BDFD-2EE5A7CBFE3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4ECEBF4-C5A5-415A-8633-CEB8F98206A1}"/>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CF183098-799C-4013-973F-76A2AC61B80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2AB01DF-A005-4905-88F8-A459BF284A3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27A44636-E47B-48A8-82B1-DB0B7CC2E875}"/>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F14F0EF6-50D3-48BA-8DCB-6EB443C9B49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97B53FE9-BF23-48B0-975D-C8666904CCE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66EEDE1-D76E-4006-B3DB-3284F3C7CE03}"/>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8C3F0E9-BDE8-4A59-8ED2-22F008D9FF4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3ED171CB-F93A-4482-A6EE-3337DD382074}"/>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58C1C530-8E18-4BDA-A82B-5D1B6D103CB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C66F334F-F396-4DCB-931A-BBC94942F9B2}"/>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AE16EC4-1F9B-4440-A070-0F56E118467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5423A7D3-D498-46A9-ACF9-E95B495A6011}"/>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3E140134-749E-4398-AB97-211C95B4B745}"/>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5528B403-46FF-42E2-B0BF-B61E12E3D02E}"/>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2445478-C6F4-43FD-BF60-8465E547DDA7}"/>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53F0F08-2806-43A7-B48E-759C0DAE042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E5DD96A9-DF7A-4A5B-A9A2-9A944D9197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5285217"/>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15723873-E863-4170-A57C-7506EB9313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40A70701-DAE3-47F3-8EB2-25BF557D2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1FDE6E66-A733-42FB-97DC-84EF29B1DA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38EDBC5-3832-4BA3-858B-40485F2B0E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15AB2CA-C8E9-431C-B642-626FB7CAFF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8274840E-341F-49F4-8CE2-F73D894B75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84331092-1FA2-4D2E-B48A-AF588A2AE74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E77A46D-D707-4E9E-8FDD-D1FA11A3F0E8}"/>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E958EB0B-FE58-4755-8F29-CFB9A14C9BE3}"/>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BDC49FA-C2E6-4688-9004-918CC7305EA4}"/>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07FA8897-5932-48DC-98DA-331545322A5B}"/>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9F52C927-0FF2-4E62-9BAD-26CBEA326ACE}"/>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1F9AD87D-73F3-450F-B6E2-C00B0A415009}"/>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2FB9545D-B32E-4070-8877-95246B69FC1C}"/>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40E4F54-2F4F-4D56-ABB6-E448ABB5994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C738C5E5-785C-482B-9CD2-D43CC06E9F0C}"/>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EC66830A-0A31-4C4D-9482-87FA09175DD6}"/>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3BD3295-0E40-4981-8F11-67B68C38CC6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1D912B31-6542-4954-9CB8-595F90E0AF0A}"/>
              </a:ext>
            </a:extLst>
          </p:cNvPr>
          <p:cNvPicPr>
            <a:picLocks xmlns:a="http://schemas.openxmlformats.org/drawingml/2006/main" noChangeAspect="1"/>
          </p:cNvPicPr>
          <p:nvPr/>
        </p:nvPicPr>
        <p:blipFill>
          <a:blip xmlns:r="http://schemas.openxmlformats.org/officeDocument/2006/relationships" xmlns:a="http://schemas.openxmlformats.org/drawingml/2006/main" r:embed="R16a724450aed433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1390939F-FBC6-4DAC-AF86-AE9D1921771D}"/>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D511CE8B-17A1-4D54-B801-7DBD8975E410}"/>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48971A7-54A9-4570-85B1-19E464579DEA}"/>
              </a:ext>
            </a:extLst>
          </p:cNvPr>
          <p:cNvPicPr>
            <a:picLocks xmlns:a="http://schemas.openxmlformats.org/drawingml/2006/main" noChangeAspect="1"/>
          </p:cNvPicPr>
          <p:nvPr/>
        </p:nvPicPr>
        <p:blipFill>
          <a:blip xmlns:r="http://schemas.openxmlformats.org/officeDocument/2006/relationships" xmlns:a="http://schemas.openxmlformats.org/drawingml/2006/main" r:embed="Rf721b2b2b4e946d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D749FD15-FEF3-4D17-95C9-CE4EB0837141}"/>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7A803ADC-2C3B-47F0-B4D9-492D5408B975}"/>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FA4F04-D941-4B29-9E26-7FDDCE56DA20}"/>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3EF1A937-69BC-41BB-935C-CFA9AE4EB30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B0484B4-FD1B-475C-B195-7FABFCAB995E}"/>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DC6E055-4F03-4263-983D-F110DBDA76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186192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270EC3B-C763-4847-8A13-A920D4B692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1328E5BB-9F91-4BF8-84AB-5EE3490B69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2FFC5AD2-C0DE-4B5F-93DB-A02EC746A3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1DC7C23-86DB-4764-AEE8-72D570AACE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002F82D5-8706-48FB-9365-87A15D78AB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F0A72265-11C5-4B08-A3D2-16C46ACD8A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D6B811BB-05A3-4B8F-B9B0-EB1D034D04A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672ABE7-26B9-445B-9FE0-131CA17074A4}"/>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95C15722-C72A-48EE-85EB-C231E1D1A386}"/>
              </a:ext>
            </a:extLst>
          </p:cNvPr>
          <p:cNvPicPr>
            <a:picLocks xmlns:a="http://schemas.openxmlformats.org/drawingml/2006/main" noChangeAspect="1"/>
          </p:cNvPicPr>
          <p:nvPr/>
        </p:nvPicPr>
        <p:blipFill>
          <a:blip xmlns:r="http://schemas.openxmlformats.org/officeDocument/2006/relationships" xmlns:a="http://schemas.openxmlformats.org/drawingml/2006/main" r:embed="Re5ebbc783151464f"/>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FA0F60B2-E2D1-4E70-9DC4-1FC19F1E299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7510719-19FD-4ED9-BEF1-345270A6E545}"/>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242538D5-9263-4519-B611-8618B3DCEFE3}"/>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9954EDDD-C61B-4187-9271-5AA11C554D14}"/>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5C27F952-6339-4997-9BE0-8F98B5EB390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710494F4-73FB-4AEA-8662-36CF56D05879}"/>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9B0F6EA-421C-4781-9B43-EE25A3E492C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1A6624D8-F533-4E21-8F9D-314DE91C8E53}"/>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E03FFE0-32BA-4F3A-90D3-94D2CDB19F0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BBFF5399-E179-4DD5-97CF-C05DCD80C883}"/>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873B2607-0072-4487-A952-F5500F93B3B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5AFA87BD-F5DB-4C46-9D5C-6FE22F1D9CF9}"/>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CA4EF36-50D0-4706-9981-7BB07E236E8E}"/>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62B8162F-4962-4BA5-BB16-59E134EFF5AE}"/>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CEE86D51-6366-408D-865C-C48D34789CC2}"/>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A7D54A12-B01A-4D68-97F3-E2FD8F5AD5B1}"/>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EB7D73D0-80A9-4A52-96B9-E26F4A9F37FA}"/>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04701F8-82D1-48A4-923C-EDAE5C386D2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D009FF98-7899-4A88-A4BF-C7179E044C79}"/>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561CB68-6AF3-4724-A4B2-0402D044AE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5964146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5B013335-F2C4-4DA0-9CBD-C5563FC3EA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248E0AFD-DEA7-4286-85CA-9306AB7EF2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5C6D3B91-7316-4F53-BA33-D187FDD021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84D741BF-C8AB-4A4D-A40E-E568E2A76D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0DD7B9A-9F6B-44DA-BA12-AAB62850EE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5AF951E9-5E83-4147-8233-D7A6C4FA80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2BBA7BA2-A0CF-43B5-B7F7-CB15A8144E4B}"/>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C5AD8E1B-7B69-49C6-B2CD-1B0D0246A688}"/>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47DCE12-9EF3-4692-BD3B-04B387BDE70E}"/>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16DD62EB-563B-4E2B-A648-77B41A6993F2}"/>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2A654074-0253-489E-83AB-A4A9896636D3}"/>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E9407D94-425A-457C-BCA5-21C5F2C7B793}"/>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1A31703F-D391-4976-A431-4C1706E80C35}"/>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DD436DF-4A9D-49A5-9615-13C5623A666E}"/>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4DA5B6C1-44C7-4496-AACF-E245481AC097}"/>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FFE62D6-A5B1-4797-B6D3-E999D1A6AF1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8A4A107F-6692-4E0F-BED5-E23BCF2484FB}"/>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42230170-FE97-4A1B-AD03-EEC08C7305A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383DCCE1-CB59-4D01-9F12-DF133547F9F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604F4977-C875-42D7-A0BA-9845C6508326}"/>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F6517AB-10D6-40E6-ABA5-5CE50824801F}"/>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68E81851-137B-42D3-9267-5F2BC39F38B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189DE12-DBF6-4628-BB15-2E7CE55723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471303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1E930F9B-46F6-42E8-9B29-A19F6FDE5D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B3BA9D58-044D-4DE2-BD6C-F5F7D26FC9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6609FD46-B2AC-40CC-9488-54AF63D76B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6D632A75-7844-4C6F-BD61-5070A1E5CB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DAAAD0A7-AD31-427F-A2FB-0446D9DD2D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9EC13E47-D948-48EB-BF6A-9936C2F4E9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C506B844-7D37-4A9C-B08F-75E2DFF3D5D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EA3CA1-C7B1-4522-9ED8-2385999CF9D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552AB4F6-6FE3-480C-AA75-9BC1DD3808B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FE7B12BF-E160-4686-B463-0CC8ACFAD386}"/>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FC37CDE-D2D2-463A-B3F1-456CBDB5CFD9}"/>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9A45B727-E46D-48C0-B8D7-34D80283474F}"/>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94647C5F-81BE-435D-A67F-5F0E2D5D13CD}"/>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23688FA0-03B5-4CFF-AB18-18C7B6169E1B}"/>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D4CDEDBE-BBEC-4EC9-BE83-71A8F3C8EDF4}"/>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4DAEC43E-E333-4EE8-BEBE-B905EAEAFD6B}"/>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8BD6413C-A3EE-46CD-A2F9-C165332B9C51}"/>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BE2D67D2-1956-4ABD-8A0B-261DD9F7B14C}"/>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25FCE721-095C-480A-AFD0-5752DBC97D1B}"/>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A43E0044-F28A-4341-8E55-A14BD8C4B7A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A1155A5-60C7-4143-8173-22CEAF564E5C}"/>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1E93A91B-D8D4-4973-9D47-169F9CAB8B6B}"/>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3C5F774E-02AB-4C62-9CDE-7040529DD24A}"/>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32745712-C384-4F36-A922-D32C342A4D4D}"/>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DFB4F5B-E3BC-46C2-B77E-884F23623EE0}"/>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FD02DB8C-1496-4B4C-AE09-F06DDC34B51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7DD62F28-5270-452A-83A7-D0C96D3228E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40D06B3-7872-4E94-96B9-B63301E60B7E}"/>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B443093-BD6D-4ACD-8199-64768B869FC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BD169EF9-ACEB-4780-A4DF-C5100F6FB30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DBEBC226-650D-4F5C-AD33-562F0B1BE1DE}"/>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E0E87E1-17D4-4735-8447-DCB122E97DDB}"/>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810B0806-6CF5-45ED-80DD-D97677BC374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A2974179-3E67-4BB0-8D5C-1F3722E4719E}"/>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4A92943C-CBF0-48AB-B328-7ACC0A5677D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B13F374F-419F-4E20-A2D9-E01FF2FDEF0B}"/>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9605F969-F69D-4E65-BC61-4C23B8543254}"/>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254EA26-161C-4BA0-A85F-4486F367F66F}"/>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20E61074-66FC-4488-8CDB-E3608DE42B3D}"/>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AF6C286-3475-4AF0-958B-43E761EC6F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451318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F37FE0ED-7CB1-4341-BE9B-60EA2806D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C1D22A31-94E5-40A8-A471-383DB57456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966BEE40-36A8-4393-9350-32A7F9198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533881D6-867F-4351-9B0D-3B01B2957D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1C0F47F-91F5-4605-BB28-EF21865D12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3AAD9C0B-CB9A-4EE5-B1BC-5EC0E5B5B0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13D8B50C-E547-4C19-B45F-729CBDC59EC0}"/>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2634738-605F-40F7-B5A0-457D28B51742}"/>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98B6B826-35D9-4053-885E-F9C37C216119}"/>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21296C83-0C95-4908-85AE-EFEFF8787267}"/>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810DBF55-784E-42EE-ACC2-49F98BE54975}"/>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0B82A21-591C-4B6B-AB77-6B2920AD3BB5}"/>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BBFDFA5-A431-4FCF-BF06-32A8E7E40C3A}"/>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E4B0623-F70F-4382-B693-93C89CF96E7C}"/>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EDD35F3-3299-4EA1-8306-2F3DDE1DACC4}"/>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8C8830A2-6EF2-4F0D-8B65-DD4643326EF3}"/>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5048A5AB-DF4A-40B2-A6EE-93C43F8B9F0A}"/>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A3CB5127-D56D-4308-A14C-F99EA3FA69E2}"/>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0A485BB-FE71-4FEA-813A-E62D49EF136E}"/>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2042587B-FD24-4DC6-9036-41802B0595FF}"/>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1F280230-8CA1-43D3-BF4B-3A208236F28B}"/>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75CAD28-E9DF-45A7-B5F1-B628340D900A}"/>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7E126A6B-2824-4C62-B3DA-9B118A9D1D74}"/>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EEE0E2D0-A8D8-46AB-88BD-278AFFD48980}"/>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8EC94F5-FDC3-40D5-9FE3-D877F954235A}"/>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5FC46299-09A8-41A2-8FA8-1043C061CA07}"/>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BD23DE5-6FDF-44A6-833C-3663F6C4A9AB}"/>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8C4EA22B-6E98-4652-A0CE-EF0F4CC28DA4}"/>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10FF1499-B141-41CC-B6BD-7F77E0389402}"/>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077B398B-F7D9-42E0-B2CA-088A7D7C986F}"/>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F4413BE6-366E-41CE-B0B3-F0FCFE6F3941}"/>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76BA23B7-6CB9-4EA0-98F8-5012A830341E}"/>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6ABCCC0E-3BFD-4A6D-8B74-0D49BB047DA7}"/>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98D1A249-6376-4995-90C8-30DB41E9D8A6}"/>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036A2567-78AF-490A-9BA4-42C0B462F2D3}"/>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4974160A-E95F-4E23-AFC1-7A67296E64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961432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D7E4A0E0-46F9-4F6B-BC79-4F82FD3E43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12CCD760-C717-44F2-9D5A-88429591FB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6B277DB2-3110-488E-A988-0D6CA1EE719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F5BA1A7D-A8F5-4795-85E6-FCEE366DAC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C6B7F00F-CDC0-4575-B6A6-A5903F1848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51BD363B-E581-4A5B-BACD-20821F6A30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126B1E9B-B02E-4F27-9038-D7D8B54F8416}"/>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249FF519-CDF4-4BB0-A904-DBAF9A68DDD4}"/>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0DE65786-85C9-4F6D-866B-D8D79D369D4C}"/>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CC850A31-55AF-48E4-B397-9D1940B344CF}"/>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AD3A2B87-F213-484B-A4AD-EF03596D2C8F}"/>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FCCCA2-3E38-4ADC-9796-42EB4413CDFF}"/>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C7BB9A83-D120-47D3-950F-B20EA6D492D2}"/>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A9F1C727-A0C1-419A-9D89-99F6F4BDE43B}"/>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914EEE49-A6D1-463D-9AE8-5BEEAC11921A}"/>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0FED2A2E-C5DF-4A9F-8523-7DD84760CD64}"/>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D675B30B-2C9E-40E8-8FE8-7E634B1EA262}"/>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E56F17C2-C0EA-4AC6-A129-730AACCF2F0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4DFF9AA9-9772-421C-A5D1-ABB2936D554D}"/>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6654EED-850A-4F21-95CF-2BCE9CC19B8D}"/>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007C578A-4359-410A-9A2D-A0C21FC911D0}"/>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6877A055-7D8C-4943-AD71-CF1BC9B186D9}"/>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331B699A-6284-4F5E-A6DD-A9BF9269F44B}"/>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D3F95758-D0F6-4CAC-8FAC-41A6B0655902}"/>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E80C9F83-29A8-4310-8B97-0240D2B4311B}"/>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1A2D7127-AD82-4AFD-B301-9A920FC2A18E}"/>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5D842D12-0011-465F-9E08-3298025BE292}"/>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34DB8FCF-97A7-480F-9488-7AD687F0563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917BABAA-E18C-4BC1-A4DC-D489643F5412}"/>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261E7F5A-3578-4161-9627-6657D341A698}"/>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B894B82C-E22D-49BD-A304-59B41D20A06C}"/>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9D32CDFE-38DF-45E0-AE7F-22D74092CC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8543817"/>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F521FB3-F3D4-4B3F-AE8A-D9322F917C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2E00E46A-9CEA-40A2-8AF5-986CA40C79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D0F8AA09-71C2-4314-A882-D4ED219B23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32710D6-DCF7-4F52-B443-65E2B25095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09C5B836-45E5-41AE-8EA2-4AB0AB0213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B6EE8C16-ACCC-4423-B9EE-E6B9267A41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4283443B-81AA-4865-802B-5882FD329133}"/>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5CB82450-9CDF-454B-8466-E7D8DD6866FC}"/>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4AB43733-E8FD-460D-9B95-38A9FDC0C01F}"/>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8D30C9B4-9C8C-4511-A60A-45B574088CC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F2B9738-D0DD-41E3-ABBA-A531EC3B292B}"/>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709BC068-538B-42DE-A59E-543E8A281F04}"/>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3559C909-AF25-476B-989E-A87A18B60BC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F8D73D82-C223-4376-9201-F8C1C979FFA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E4199EE7-E5F7-4F37-B19D-B039535D141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F6B19B6F-A7CA-4FF3-BCEB-EA458BE03B04}"/>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65B9CDF-DDD9-4FDA-B8E0-39FAB24A2590}"/>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2226337F-6914-47CC-B183-8895A0B6B85F}"/>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EA3EFFB7-00D5-4513-B5AB-ACA06B88B9E4}"/>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8F2628A1-9B27-4506-9439-314AA4417564}"/>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A78015A4-7A8B-4BB3-A46F-154354BB66BF}"/>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B4A5D48-CCB2-4952-B827-467A9442294B}"/>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E8CB248B-5011-4D9F-8579-DEE906642440}"/>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570A8DC1-1346-4514-AF28-40A675BD749B}"/>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9A6D11BC-BD87-4CFA-BED0-708657A351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492580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69B88244-0E7A-443B-BEF7-AA596A0F20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083AD906-E64C-4007-AFE3-882CFA0B5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3B7997DE-3C14-4A6E-8CEC-4A7822F469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F884C87B-842B-4CF8-8173-2E2E6ACE57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26CECFC6-41B3-4597-8054-066821EF0A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5481C533-B7B7-4C26-9826-6221DFE457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EB7F0AA3-0FE1-454C-B8B9-E776833E583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902192E9-4D34-4465-9C55-FD73C62E3A9E}"/>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600EF0CF-07A4-4584-95AD-5BBBA8E018AC}"/>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30AA43EF-D3C8-4D07-BA2F-3BC5D201A8B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3898E3B1-DD58-4293-ACD0-660CE19F2719}"/>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0CD93C3A-3014-48CC-8C87-E0E11857F83A}"/>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6A98E880-FD7E-4099-A6DA-018A60287AF3}"/>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FDA4E3AD-F784-4E30-B3AC-45EDB539F157}"/>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0A7CCD52-A3F6-4EDC-A1A1-59E17ABEC7F5}"/>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B86D4D5-9D26-4481-9776-762C577FE5F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B4EB0D7F-59B7-4920-AFE9-82B237E4497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82182DB9-2E31-4347-9C76-D599DA917C87}"/>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1C8C9882-1FBC-48A5-B3B8-823F94D26D3F}"/>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62BB93D2-9B83-404D-A8AD-3CE36A0DBE1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4EF9493D-2D07-40FE-A5AC-B46F46EBB29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BE2F6658-5241-4B58-AF3D-3EA6F351DC4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050FABC5-8D0C-4BFE-B4A2-46DE5A885B0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012688DF-325A-4E27-97AC-0FF8E9E7B5C1}"/>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E519B822-1AAD-490F-AC6A-DDD8DA4851A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A89F15DA-875F-42E1-8D78-D0691AFDD85E}"/>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2AAD223-1206-4E91-9624-0CE535A04BAE}"/>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FB37D80-4498-4BF5-9C5E-152A6DF12717}"/>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EDD782E0-7CF3-4526-8C37-1949703C8C59}"/>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5FDA2EF3-2A33-4B12-B36B-20ACFB304E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08362E61-BE48-4FB4-9973-2B827176C43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A14E46CC-218E-456F-A82F-128758C3C6D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EE8CBDB7-8609-4FE0-87CA-CAB507D289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541893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59D9D6C6-DC22-4EAB-8CE8-E773050871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59C47E9D-11C7-4461-B5E2-D239C6FE9A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93C1993B-98B6-4CC0-850C-300F0B2A7C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D7C95DAA-FFF8-4568-8FDC-4307B45F78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D84798BF-D4AD-4C99-9725-AE98E8A80A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D181C05-C4BE-42D2-831F-90F0B28B20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6B70ECF7-BABC-46CF-9DDA-11C201CF86F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0955A5BE-9916-41B9-988A-34D4E1A5881F}"/>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F74505A0-7D8E-4BFE-8792-8A60A8A76977}"/>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786BB664-C4D3-4A8D-9C90-C9C869CB809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B7D569B4-152C-4B43-A7C6-2B81289572D3}"/>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BDBC7DFF-22D0-41B2-B7DD-A931902F2BF7}"/>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C97F211-0023-4FC0-8F59-A50A4073D5B4}"/>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519D18EC-6F8D-4BF2-BC2C-BB8768CFAC1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4161A5C6-B99D-4A0D-8ECD-4EE7D63FC6D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BEB9926B-F7DC-4742-A723-F31874CC1B8A}"/>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47007CA5-853D-4CB4-BEFE-DBCF510E9D1F}"/>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13C082E-B912-4886-84AB-36A13C0A3F23}"/>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70FE0778-BCB6-4214-9E47-7EE7EB8DD124}"/>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96C35C3-98D9-42A9-8142-24C3986D4DE3}"/>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1FB4F679-0F09-44A6-87A3-58A221DA359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0A5252E-5A43-4CC6-A149-DA22C7383D5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A358805B-AF5D-4A5C-AFD3-5015C2A2046D}"/>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767A9DC-6DFE-4F5E-B02F-FA48FAC33DA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5030F9C3-ED77-4463-AF52-465C7A10958A}"/>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56F4C13D-5135-4EF9-89EE-42A1B265CAF8}"/>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960867DC-CBAA-4BEE-B9DE-241037682FA9}"/>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A5B12A3D-7AF5-4122-9B79-0BD416C411F2}"/>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D99022D-8460-46AC-8FEB-2D2EBAE49722}"/>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6E6CD5B2-14AA-4C49-BA3E-BCEBDB397EF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9255132F-846E-416F-B635-08CE09DECA9C}"/>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07E29BB2-D91C-49DD-BDAE-41D444C6563A}"/>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1AA613BB-35B9-4B19-84AD-FF745F47A598}"/>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4A460853-DAD1-4CB7-87D3-6C7EEC64A781}"/>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D2D04BF1-FFDE-425B-B509-64C8350356AD}"/>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CB7D2DB-70AA-4BE7-B71D-B1CBB2EB5FD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7A691F67-29DF-47C7-AE71-0BAD5D1B80FC}"/>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25C01B4-0C7C-4D4A-AA70-0DFFE1C5A37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23A5397E-3B5A-41E7-96ED-11CD10A8AF6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0F5687C3-2D0B-435D-89AE-93EDA5DD714B}"/>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ECD3E259-3D74-4475-A584-EB4E28F329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5218889"/>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0BE09ABA-5967-46A1-BE21-365B105C57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F05D5EBB-FEA4-4A31-B315-207BCE6FA7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CA265560-B39F-4CEE-B6B1-D362AC62FE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A46F225-C700-4197-9823-6704F2146F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9C3F50B1-F055-46E1-9A30-B078ED3C47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3DBBF90-7FF0-4DBC-AC3B-D3B3C018B2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B0D23533-A512-4891-BFA6-A864C848E40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4984FF57-AB20-41E2-A514-F894012BFD87}"/>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7C91BCDC-80CF-4C5B-93F4-C3D7C17AD2B0}"/>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FA526248-47A2-4171-A6AD-57734F5A492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73B0EDD-B5A8-4889-9E30-1773F455116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7A30A69D-E596-4392-8DCB-F7E1693DEED8}"/>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22A28A5-E5E1-47C2-977D-299CBB4A42AE}"/>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D05860-8B46-4AB5-A6AA-A604B2C333CF}"/>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8138FC23-E2B7-46CC-B16A-5966EC546FAF}"/>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16A7192-D71A-4233-87CC-1BF7F10E71A5}"/>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38E6F7B9-A642-475D-BBA5-C541D5C43837}"/>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59D2F2B-BFFD-47A9-8F2F-B47964D39E7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BB240D8D-8F58-4661-9B01-C708C3CA63D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B31DB164-18F7-4AAE-BFC9-77CB227328FA}"/>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DA139D6-524C-4E37-AFA3-84B91730DFD0}"/>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E5ED60CB-B2D5-49F5-950C-34F1ACD5F616}"/>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E306897-86E1-4844-8A96-1E3CADB70CF2}"/>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77CC7277-8F29-4356-B690-6C3A62D9A001}"/>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85DFAD3F-E1E3-4B9E-8CCE-48B29FBA8714}"/>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AA786B3A-AA91-40B6-B74E-B75A1AEEB132}"/>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F14F8D69-C4AD-456A-AC5B-79D782A26EC3}"/>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42894C8-64DD-473D-B12F-C5D1483A189C}"/>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933D56A3-30E0-495F-9F5A-5BBFF9C41A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624164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81F19AD-CA55-45D7-9A29-C2D7766125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EA0249DC-8DA9-418A-8611-2C0A8D188E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7E4D5F49-7FF1-4012-B098-B5222F5905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A899F4CD-9C76-4E75-85D6-5354F15CD1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C2AC4BDD-E9FA-4E5F-A271-A734281C4F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1B2712DB-7277-4912-A85B-57D458996F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C2F921F9-0CBE-4298-BF7F-732DC3E4FFB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66BEF3A6-5880-4206-BF0E-EDE5834CF4D7}"/>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EF46B0F-5D6B-4BDD-AD12-F4DFB8261380}"/>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48F4A68F-D601-4EA2-AD10-FCBD43F605E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C95224CF-6778-4338-95FC-CAA0BC8EB59E}"/>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646E05DA-C3DF-4E48-BDC2-CC39A8C31F2D}"/>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0D78D03-307E-447B-AA0B-5E1CCE8F7F33}"/>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FD02530F-FEA9-4E2A-A229-983F3D59A8A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34E50139-6087-45E4-91FD-657413493C9E}"/>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E3AAAAC9-FC28-4F4A-8FCB-FA2E5EED8E0B}"/>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7B695C8-C92D-41CF-84C8-37D8F798785C}"/>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9939BCE-F896-4A54-B8EA-77276C73E91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73398D2-BA5F-4DB1-A66B-8896AEC7AB92}"/>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97EB784-0332-4E7F-BE40-89E6F025F703}"/>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7A0C8DFC-6FFA-4CD8-842C-7221D3832802}"/>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B679DA59-F6BB-495E-B52F-8879FECAD9C6}"/>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DCB25D14-FF7B-4DCA-B15C-F1BA6CC5B66A}"/>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A312523E-D57A-456A-BC71-7D55E7CCD13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501E665F-B80B-4796-A882-FE5EF98922A9}"/>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69209C17-FC86-4C8B-A122-569AF9843FF2}"/>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4A59C841-1F86-4CFF-B7C6-6D976901CF30}"/>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7C417B4E-AFFA-4FC6-B7B3-F563205FE346}"/>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1BB54EC7-2145-45F6-A615-53DC4924239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ED76313-E189-4951-9F03-4916A1835D95}"/>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6C89B651-4E61-4500-B9BC-0FD4FEB120E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F111862-20C5-485B-922E-84D8B5AB3AC4}"/>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B44BB1D9-A319-486E-8964-CC4DEB1FFC89}"/>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29EA459A-BD9F-4316-BAD8-9956D9A23BF1}"/>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87EDBF3-C595-4B9B-B42A-87004D31D393}"/>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42B40563-CA7F-4CB7-A302-E8A892ADF79B}"/>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0D3C59FB-A026-405E-9921-6666C6E1201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AD115B7-443F-4CE2-B34D-12D44C83C691}"/>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2C8DF1A1-042D-4030-BFE4-FBD2AEEB8010}"/>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1282A530-44EE-4014-9C08-285C094F451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68B72019-FB18-483E-B486-1DDAAAC82FEA}"/>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29B39D73-A1F4-4AA2-BF9B-0B43D87A7448}"/>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C7964331-BDED-43A4-A6C7-8BBC039683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2823593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B4BF5542-06C7-4F75-925D-BD30CC68F0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54B1EAD7-0F86-446F-ACA7-C4C18FEA23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B6A3F1F6-B024-4E81-B0BF-1F30D4A019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523376B7-0669-40D7-BD80-09DC13CB44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743B446D-0613-4DEF-9920-78E6E71D3F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0B35584C-F607-4542-A1E1-10D21FE27C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30D06208-11F8-4DE7-B2EC-881850C0DD24}"/>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C15EA32-2208-4ECD-94D4-B839A39BE2E0}"/>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032C001-1A64-4394-B1C5-1BA4CEACA5F8}"/>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92523E7A-EFE4-4FE3-9B3F-EA01394B0A14}"/>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2B1FEAAD-5F94-48EA-8BA2-2852119807A8}"/>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2F2A4820-CBA0-47F5-B8A6-9DF10659D0F4}"/>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85BDA8FF-9C82-457B-B343-8229AE7AB04E}"/>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7919A4FF-C957-4E58-8E7C-8B4DEADD83FD}"/>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389A1A42-3A50-4B35-9078-33F9AE7EA74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B016CFA0-757A-456F-9A38-E993541C659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AD5D70C3-0132-4C02-A5DC-26A584EB2C0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997CEF83-B0C3-41C3-9686-A95194DC9DC3}"/>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0D09C4AF-6FCA-4881-B960-6254F549DF8C}"/>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8C8F799C-7934-4443-BB15-293008BB0178}"/>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301D60EF-DE88-430F-A6BC-37D6C47DE667}"/>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7B3F2F65-9DAD-41EC-8442-4527ACCA2E1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6095676A-0DFB-4F29-B417-D08E26A8164E}"/>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9D5FB7FD-C12E-4F16-9E8A-DC11EB845744}"/>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07A56D98-71B6-4D0B-B985-AF4FA1AC65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669908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EFE0AAA5-96EC-4464-ADA5-46B38919F4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FA8BE2A7-0C99-422C-B867-C5755559F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F0041F83-7406-463A-82D4-069F820547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778BF2C-B83B-450B-96A6-90FD5FE918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73F05D59-455B-4DA5-87DF-393637694B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59F280F5-1AAC-4A9C-90C3-5DDDA090FA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79F2776-E2B3-4DAC-8F62-CC2B10A1535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F8AB6B14-B8C2-45F8-B1E3-5D3CBD851F77}"/>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C8EAD267-97E1-47A0-BEF9-54740DB13A3E}"/>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1769D23D-0A74-4FA8-8BB9-ED68938E2B38}"/>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3BC73FF-8B9F-4BB9-AF56-C2E679FF0D4C}"/>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138C3DB-E55A-4532-8235-1DD9858A0932}"/>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9F62B1F6-7E4C-4178-B9FA-1511E130061B}"/>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549005B1-757C-4221-AF43-D35B4E1E45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2167282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DE665B75-0015-4FF3-BE1E-71541D8BEE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40C60017-DDFB-4703-801A-845A81B2E5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D4FF3C10-47F4-4818-B0D7-068408A18A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BEB44B0C-2C37-4674-9D2F-EBCF1E94D6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3486B983-BCAC-4936-83F1-D739468CEA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27BBE311-2F5C-4CB8-866D-2D41B7720D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F59CE21A-4B28-407C-9F70-7800B95188A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AEEBB8C7-4C41-4E1D-BD5E-9AC08A719FD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C71AFEC8-3BC4-4210-8E2D-4EDF18ACDAAF}"/>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D4BE5A84-797A-40EC-8D20-7507D4BA2732}"/>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FF6674D-ED34-4C92-A941-8378440B00C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3465AD36-1FAE-4E0B-9931-B18C7E44DC22}"/>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9AE66BBA-4420-479C-9939-A5526CA727BE}"/>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0FD7D148-F962-46EE-B38A-BB0658F312A1}"/>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6884FB3E-B2A6-45A2-9178-D60CA409DFEC}"/>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A7A452B2-47D7-44F0-A41B-383E03CE06A3}"/>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FD596FF8-D4B5-43FD-B1E3-74B1B564B720}"/>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AF7EB54D-F3F6-496E-B6FA-C2D8EDA83B30}"/>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F8A3D5B4-5F87-4F41-BA4D-505BABEAA1B6}"/>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D4504DFF-C97D-4A85-8988-5F0DF48016B8}"/>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EC3A9C09-D217-483A-8BE3-8E1A517594F1}"/>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E2C93E0B-0F9E-4FE6-AC56-5596F5255FC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1F62188E-67C9-4160-82BD-86B818F6AD05}"/>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AEF69F7-3334-40D1-AE53-362F44C1F367}"/>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73260EE0-0640-4C49-9685-913C2C6C3B6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B2740D43-D9FD-4481-A840-D596B9962A46}"/>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E432D539-1108-455D-BCBA-A168BBF5F29E}"/>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12ADE64C-980B-4F66-AD77-DE714B3765A0}"/>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8D4FDC14-8421-4DA4-88FC-166F30209881}"/>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932CBCA9-93E4-480F-884B-1E2A32692AE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61E63250-B87D-40EF-B3C7-8F4F49606DC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494AC74B-7AEA-4333-827D-83FC4493E1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22974366"/>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EA3D4997-91A6-4CB5-BA12-3E15500202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1EA810C2-5994-45BB-82D3-4C48FAD406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FE2FD737-7C81-4D60-929E-6226F7BA36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45244291-B603-4C3C-BB8F-C8742AC5C3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11674346-3F1C-4DD9-B247-833FD7A2A7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5303B773-7912-4BCB-85FD-759655340C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065A83D7-959E-440D-91E8-EFAF00005499}"/>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FC521AC-7E6B-4DAA-A5CD-29EEDB1C7E4B}"/>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8BA0D5D6-C642-43C8-A68D-E1E087307881}"/>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D47EA224-C0B1-4CDC-BEB7-E1DEBB773E7C}"/>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D816D97E-6A7E-421B-A225-0AFDB172FC8C}"/>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3F3FC62D-A4AB-4E4C-A0C0-E2B34BB91F8F}"/>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F58C1990-469C-489B-8F16-B50CB7213BF8}"/>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3F0C2C79-2A42-44A9-9BA8-63EFE0831795}"/>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99AE7D5-1997-40CA-9F0B-AFE3AAD2A233}"/>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23DA45CA-8782-4257-8172-53EAD292234B}"/>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8779788A-C378-4EAC-A1B5-D68D63664F6A}"/>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3D370F0D-2E4E-498E-8701-5B5BBBB7754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5B4BA452-AF3D-4284-A6A0-F3A59A208E0D}"/>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E1BC2A43-EA13-46D2-A138-2D50CB45E044}"/>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FBA5E89A-105E-432C-8438-C550D7C35B8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7DB3D34-E2B9-486B-934E-9BD7A9DC1F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5121886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0F999DD-D181-4EF3-A08E-050E33F7F0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C68A1B60-B189-4CDA-BE29-FF54314030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9B2F7A8A-78DC-4D06-B191-C2F8EE9722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319D06D-D25A-40B6-850C-E67FE4FA01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7B71DF1-710F-4514-B3A8-CAF86C0B3D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A2C2CA7-D194-4E8B-8B48-D0568C1F2D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4C774400-ACA5-4C3A-82A5-CC26CA67576D}"/>
              </a:ext>
            </a:extLst>
          </p:cNvPr>
          <p:cNvPicPr>
            <a:picLocks xmlns:a="http://schemas.openxmlformats.org/drawingml/2006/main" noChangeAspect="1"/>
          </p:cNvPicPr>
          <p:nvPr/>
        </p:nvPicPr>
        <p:blipFill>
          <a:blip xmlns:r="http://schemas.openxmlformats.org/officeDocument/2006/relationships" xmlns:a="http://schemas.openxmlformats.org/drawingml/2006/main" r:embed="Rd9eb61824af84f4c"/>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352F0D21-C54C-41DE-B7ED-62878683E888}"/>
              </a:ext>
            </a:extLst>
          </p:cNvPr>
          <p:cNvPicPr>
            <a:picLocks xmlns:a="http://schemas.openxmlformats.org/drawingml/2006/main" noChangeAspect="1"/>
          </p:cNvPicPr>
          <p:nvPr/>
        </p:nvPicPr>
        <p:blipFill>
          <a:blip xmlns:r="http://schemas.openxmlformats.org/officeDocument/2006/relationships" xmlns:a="http://schemas.openxmlformats.org/drawingml/2006/main" r:embed="R514fce8c2f5f43b6"/>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AE6DBDF5-D4C0-4B0D-A233-4E06F6CF32CF}"/>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A54C877-CE25-42B2-B34D-788DAD5499B1}"/>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9395DD0-3930-490F-96BF-7562D8275E7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57BC3E44-6B93-4BF6-BC43-1955349039A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0F034945-A4CD-4576-9497-1E578BB3A5A2}"/>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78C19B06-1982-4A30-B123-5E14EEF524D9}"/>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E90125F4-CD76-4501-8B59-0832DAF54345}"/>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644CBE84-E14B-4C0C-B112-2BFBE2790C66}"/>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DF07FEA2-22A7-4EAD-BE69-754F36868A77}"/>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B8015B7D-4BC1-4777-A69D-C447C23E0EC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3B08812-5137-4D95-BA02-B57DBA3AF9B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56D0284D-BB23-4363-8917-B7F80AD8E5BC}"/>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6A36931E-95D8-4295-9F25-70CB69029E44}"/>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45F4E33D-347A-4524-90F0-4E07E993CEB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B56E132-8E3D-41FE-AAE8-6D4792ABBBA1}"/>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882091CA-1446-4F59-9789-581FA4F8A78C}"/>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35AAFDF8-60FF-477E-A354-8BB1445C9CD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32B27D7C-E9E8-4AF7-BF01-C018D9A0B0D0}"/>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D07AFE24-DBC2-4CA2-9060-C52D1D3F0F8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0AFFC13C-EC4C-4FFC-AE7A-AA932457703E}"/>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E11021E4-7E31-4F34-94AB-2DB657618259}"/>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F90C412-0C3C-4912-B64C-A8B24547E0E6}"/>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841DD848-43DD-462E-99E5-0E2AB195CEE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06123AE2-F9B4-4D68-9CE8-A1A043711F7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F6CF7DB-5456-4D47-BFCD-07C029B25108}"/>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A35C00C-110A-4C88-BBA2-F28C50F526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694680987"/>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88203845-EB5F-4EE7-BCF9-8E6FA720AF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95C54864-CE91-4B2A-9308-05C4312736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3988A019-C1EA-48FC-8AAD-0CA74D0ADC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6581187-0641-4909-85C1-1DAF936335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425468C5-0C1F-42A3-996C-03C8FD7FB2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395715BC-DD81-46A2-90DD-743F57058A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2E661F6-D2F1-457A-B612-756512C179CB}"/>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AC18FC34-62AE-40D9-9DEC-6CFD8309FE0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5361A82-7B6D-4A00-9108-7B359938043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AA45FEC4-285B-4EE3-9AD5-9305F50C3F10}"/>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0B9E872-C1CA-4712-B2C8-6478BAE9EE35}"/>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C1FE8A3-F7C1-46B5-AF9E-BD3B26DBDFB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45DF3AA7-6B07-498F-8A63-DFC55CB629D2}"/>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299B0250-B09D-4C2F-95AF-80B08329343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0431A94F-08BC-453D-A727-9FFF38F1764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6A8A3A8C-56B6-40E1-969C-3B617453DB4B}"/>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75720C9-DA1A-429E-9D76-6999E84128CB}"/>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66D29A5-BA15-4448-9CFB-D806B66A6D83}"/>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46BD2469-3096-40F7-8B45-820646E426C9}"/>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B1730CFB-8FAA-46E3-B222-76BFA472EE78}"/>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68E543D-E27E-4D83-871D-6122B1323E3F}"/>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8C9788DF-CB83-4CE2-ACC6-44A6EFC583A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AA47E4F-3AF7-4F23-A0E0-FEC8171C3449}"/>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2EF21211-DA14-471E-8733-6959B74EC648}"/>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CAEAA521-E957-40B0-B94B-C9C0409F4B4E}"/>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19ECB297-13B3-4B36-BD60-714C5FF4CDA0}"/>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EC0ACDF-F5E1-4445-AD85-A86CD945A33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C201F8EE-B07C-4B57-87DC-AD6B99467AB3}"/>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3401FF-3ACD-4562-B723-9537DC24DC7B}"/>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D18E550-1A29-493E-AADC-5B30E37EE1F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1804A4F0-25D9-4D60-9F15-BD7F9965E26F}"/>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38B130A3-4551-45E1-A98E-06C69F0CB923}"/>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7BCE1799-219C-4CBC-8107-8F21FAFE85C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AEDE7E3A-9225-4D1A-B0FF-E280319B709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42B5BE5-B2FE-4651-B065-5DB9517F8136}"/>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1979AE1-3161-46AB-8B9D-AA31399C338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0E84C5FC-E973-4447-9B10-73D6BA390322}"/>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AA9A841C-163F-4CDB-873D-08A7DC03E1D3}"/>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1C85AFB-13EF-42F0-B10D-E207CBFD12C7}"/>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1D6C6FA5-33FA-45EE-A805-8EC01F219CD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735B10A5-6F8F-4841-AF7E-0DE15383741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43C5CA33-473F-4403-AA33-BA1AAB8EAF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5622601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467C03B-9952-4603-A01B-EDA178DCD8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9063ED99-E114-4D12-8771-4743D34481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26527A97-2A28-4230-9C2A-AD73F98783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C7C41E84-90DE-46ED-9EAF-C6C355CFA4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05677473-F97A-48B7-83D3-B8740200F1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8F57BABC-816A-4DDE-A846-213B48A762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5EFF9DD8-A6E8-43EB-B296-6483EC217B3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31CFF55-6AFC-4714-946A-F4959CA5E32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89B485E7-CD2F-4E9E-B874-F9EDE57BF54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262F701C-9DF9-4DF1-AB2F-33AB9A440E4B}"/>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29C653F-E460-4B15-B59B-983F4DBB0CB5}"/>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D75E82DB-BC1D-4379-A120-3FBA8222A0C0}"/>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EEF207A-8BF7-42A4-BF25-73DE0ACBDCC8}"/>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D201E4E4-4BB6-48D8-B450-F17D856CEC3E}"/>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D36F081-AC8B-4845-891D-3D88B4B7F55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D37728C-C9F1-4D10-9697-6AB92B584D4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1A18858-23A9-4B8F-A2AF-48E000BF1CB3}"/>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34805BB-BCD4-47FC-B527-EB57DB3B8003}"/>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B6545E02-2952-4CD6-A99B-AC3C57959543}"/>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CD8C356E-0E1B-462C-BC2E-F836BE37CFA6}"/>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DC32110A-6DAF-4259-B92D-85FEA51F1E17}"/>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E38B0298-D891-45D9-9417-5D69E2294C8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1D6CFFF7-B406-4185-B7D9-DFA4E75D98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82119420"/>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60402E61-CAF5-4511-9358-6D923B0A8D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D8C3C31E-6086-4A9C-97F8-0BC425B9D5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7A710639-6310-4053-8D02-2FB7ED1438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DA2FA1F-EF0E-4B1D-ADC6-E3DA18C56D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76939F8E-BACD-4EF9-850A-44AF9F7D99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573C2123-B946-41CA-AC95-0EBBED7CE0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0E85A108-1625-43F1-B153-1FDADA731D35}"/>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DDBBD42-25C7-4EAA-94CB-8F15317C89A6}"/>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7C6D89F6-FE95-4DFD-B330-148155227459}"/>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7A82300-EE61-4C49-A318-C2D2F2E91D90}"/>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58B90A37-89E0-4382-B63C-39D7A204A85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8432067D-0082-448D-B089-F6159020AF01}"/>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6A0C574D-32B0-477F-995A-9A0404051A8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A5DA7421-C61C-44B6-828C-7F6812EA0AB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9F521003-DDE0-43E5-9218-DA95DF8D6962}"/>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9F12A3C-2C45-4887-886E-570C89EC394A}"/>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68FC493-ECE9-45B8-B2AB-603F6F4A1CF0}"/>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7E2118D4-9F46-4CF5-9B44-2BB9F6AD40D6}"/>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98082DF4-AF15-490A-85BD-10C9837A73D3}"/>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F3DB08C3-1AB9-4654-913C-CB8D278D96C8}"/>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DF78E47-7C44-4238-BCF5-E2A65C81985E}"/>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FBD77D63-A942-47E0-976A-705DC9F3A3BB}"/>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2303F4FF-084A-4577-B2B9-D8C5875A68DE}"/>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759DB914-F35B-4315-A108-640535ED7BD0}"/>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887CDA45-9E27-4F78-AE36-E4110D929DCD}"/>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FB933C68-342E-454B-94D5-417DB0438AF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D509B88E-7E06-40E2-B2D5-2D79497A47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1042958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C574F3C9-6526-4216-9C52-326BC53085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836B250F-709B-4DE9-9FF9-A3DD2DF1EA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11AB8573-B9F3-4D72-B74B-F87DA42A7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B553E857-6915-4F9C-9E81-82F54E264E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3943755D-395A-4C47-9DF7-5BC594D5D2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EA367814-C2B1-462F-9550-0A09A737CB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E48F0570-6C47-41B8-9D69-921ADE99EBB2}"/>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0668461E-373F-4D83-A799-6DF7C0672F1E}"/>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3F5094F5-7E0B-4A81-90A2-B57BEF78A0A9}"/>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A0E8F06-7AF8-466B-BC15-6A145C6B044C}"/>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CB4C922B-F95E-4C92-BB4C-EABF1F89661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79A1165E-CB1C-4DE1-B313-E29D826D8336}"/>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3BFAD625-2752-4DC5-81B6-449103A5268D}"/>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2721F7F0-3847-4E1C-BE8D-977B1641AF22}"/>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22DCC574-792C-4E03-8F0E-13579143E02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996B0256-63E4-4228-B156-2B39787AC602}"/>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9D5A6E4A-31D9-40DF-A33F-7B62035366CB}"/>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56EBABCF-9E69-4DB7-ACD4-9E7AC9C0952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AEB10D21-2C60-420B-B541-415648551DE6}"/>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BB94D6C5-3255-4021-970F-A2A9E819193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AB2D627-8966-48EC-BE0B-8504BDE35A59}"/>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2916C774-B7DB-40A3-9034-84656D137464}"/>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B95D73C-B3A0-498B-BFBD-578E82D864B4}"/>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F4767791-BDAE-44AC-A526-061B7D2E2BF5}"/>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9703BB43-001C-464A-9970-C9AE1908ED45}"/>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C2377147-3AB7-41BC-BE9E-5B97ECDE51A5}"/>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C184EEC3-1198-473E-9323-FA54311A358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BE7E47A6-9638-4606-864F-E5E02F2F049B}"/>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3186240A-1175-44CB-81B8-07CA9138E5A5}"/>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45E6DDB1-7AE6-43B3-93BE-64EF2C2C5CB4}"/>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F357FC9-55CB-4DB6-BC94-DCF408062E2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B3DB324-B8DF-477F-A944-1F295C431A8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BFC3AD3B-F9D3-41C1-9AEA-EB0500304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573743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DD3B7DDC-EBEB-4FE7-831C-16430B3AD0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F7E85EB4-8B78-4345-8B91-6773C9503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F7B4CC6F-E110-4A9C-8A93-CC0EFC1A1F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E80B965F-6DCB-429C-90D2-C42C94B529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AB7C10BA-BD68-4D06-BEE2-A72EF208E2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66E20BAA-4177-4315-B804-45F6B66F56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F0952229-3265-4763-8287-65BF10CA2B87}"/>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612DDD1F-3E1B-43E2-B58C-6B6C36B9BCC3}"/>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64A949B9-287D-416E-8ED2-D73297DA5276}"/>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EE445602-DE3D-4443-9D03-5D6E54A6F285}"/>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E34512C-C800-4DDE-B5E1-484D859399B8}"/>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3C3791A-0712-4A54-A051-4226C607FF9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DFED0618-0C8D-47D0-9E64-E0F78436F07B}"/>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595FD443-36F1-4A95-B483-6355AA21EB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70276630"/>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E9C804EC-0845-47AF-BFE4-81BF195067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21845C94-989F-406A-AF66-B074613CCC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6A55F7D8-6CB4-494B-A1B2-195B935CC3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CD164A9-7287-4000-8AC3-92A8D0891E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69CC1B02-4207-498B-8408-B60052EC23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668FC8E6-5C93-4E84-8151-25E7A5CCA4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06DCC435-06D4-4725-87BA-164F960E8EDF}"/>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F2AABF4C-2FE8-4E19-84C9-0F70422CB96C}"/>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94FDD3F6-6D35-46F2-BD0E-C61FDC9E9521}"/>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F842B035-8A3D-40D1-8AE6-49696FAF87DD}"/>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5A46E35C-6448-4FC4-BA2B-A6910019DF78}"/>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00A053BC-FD82-444A-A87E-E555BC7A3442}"/>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F13D9203-8026-4DDA-A166-0F682A7231AF}"/>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50BD8F8C-AAFC-4B3A-B664-6280593B5F72}"/>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F50DBB6E-DA25-4F36-9E0B-F54BD83A5A55}"/>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7554DE7E-3CA6-4ACB-BCA2-DBCBADF49AC3}"/>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777AFF80-ECB1-43DC-BDA7-BE4774E4885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EB22074D-F2CC-4896-AD65-77CBD5DA6C71}"/>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60E7284-79E8-4BE0-ACC4-E61E9A18954D}"/>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FE96FB56-7A25-430D-B9EC-6316B3C36738}"/>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BE18BE26-3C4D-4D44-842F-221E05F72B99}"/>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C70AECD3-B31B-47D7-92C5-F32AF5E9105A}"/>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364AA488-9E73-4C3F-8560-B75121D20BE1}"/>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29E555BC-2123-403B-8CA7-28479D3095C9}"/>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EA3D35D8-BEC2-44CA-95B6-108C5099E32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ABF1685-EE96-4C55-91E3-4D056BA5878B}"/>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CAE0C47F-F944-4BCE-A3CF-587FA215B10F}"/>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B8743471-7F99-4D14-80F9-E0BC3BAFF498}"/>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71B35F77-526A-423C-8CC4-2DC1DBD83859}"/>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66B2C4AA-E379-425C-B3D5-351097F383F6}"/>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DAF09531-F689-4691-8FF5-C69E22C7055E}"/>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51409B5-249C-4434-BB2C-493C845D6C4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165CADB3-6824-48C8-9471-22EA355F30F0}"/>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71870B6B-9481-4B0B-A699-40EA49CCFB64}"/>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2B71601-B8E2-4C67-B4CC-9344E05AC117}"/>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0A974D3-A97A-4941-BF1E-427707040A4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D42A2F62-3C43-4D23-B94C-3E6304489A95}"/>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29198F1-5A9C-4780-8C80-BB84F82A1FE8}"/>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8C0B1AEC-134D-45F4-9DB5-4461F923948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7C68E6B-974F-45B6-A0F2-4ECAA1D37F10}"/>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77A6655B-6052-4FE1-A291-F503CCDD72CE}"/>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5C257924-86DF-4262-946A-C0E281DE68AF}"/>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F36DAFB-110A-47EA-8094-F77805C9B1DB}"/>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A71C4256-A126-47F3-A8F9-F5F9C7A00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7981789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77C46389-725F-4032-AC66-50B8E67D79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3AA663D2-2B94-4AF3-A0EB-EB473E9D88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0D36190B-D069-4FCE-91F4-0D98BDBBCD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A5E15876-9462-43F2-BC2B-6FC30E0D9F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2FEA64E4-5992-472E-87E5-F13FB5EB79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52C3FCD7-D9D5-494C-9AED-2576D24CD8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26A460C-8A50-4F63-BF11-4753F8BD991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119D326C-ACFE-4C29-AACA-784747A6F086}"/>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5916FEA-5E8D-4CB9-A359-A590B902267E}"/>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3DA9B24D-31C0-4582-B894-5A6FFB1769DC}"/>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4E004CFE-282A-4D8E-A4E7-B29EC37743D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E8B3BA9A-0396-4865-9C2E-AA3155E7285C}"/>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79CE5579-3A82-48FD-AF84-48C0E09B869D}"/>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26882D93-5714-4C30-8C09-21CCCEEF904E}"/>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BCC7C5A8-4A38-474C-8168-6D39ABBFB962}"/>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3D97FD78-FE07-42C8-B3A8-6F337791CFAD}"/>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C9C0C13E-F367-4A52-899D-6E31C2C361A2}"/>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21F90C61-1084-4537-9BB6-67113BC9268B}"/>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EE62554-7366-45C8-BFC1-96E07BC6A289}"/>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EDA0069-3767-4E18-B158-56B9C00C481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424A1027-B82D-4371-9560-F1072F713177}"/>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B8C6CF07-6966-4457-9E35-ADBEADE0E42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238A19AC-4487-4339-A63C-A3C0BED937C7}"/>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D0178492-8A46-4AFE-AB84-BC378B5386CA}"/>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5248D8A7-302B-4B66-AFCF-A52C8601DA6C}"/>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9D3751DE-964E-4C24-9C95-DA7189588E2C}"/>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F87B8636-7BD1-4CF9-A94C-32DE0F8EFB4D}"/>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234BEF8C-0298-4154-9710-5928B18F1C5B}"/>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B0859C12-D351-45FC-85F9-E124E834D5C5}"/>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A780300E-0374-4B80-8EA0-994927E4A87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D87B9D4C-0A17-4F2F-A263-83A16EB3D79E}"/>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FD255B90-A8BD-4123-B9AD-614DDA07391C}"/>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730D1A29-CEAD-411D-8D60-1257C1FA616C}"/>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CB1FA4E-F352-4220-ACFD-1EAB39614A4F}"/>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33B4D70-E5ED-46B6-94C2-81C8400A9F68}"/>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240B4FD-6209-4DF7-84EA-45A9137C91E8}"/>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24B0FB54-D470-4B7F-B8E4-A3CCD6A88B09}"/>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7D223F47-24D8-450F-9726-F1CEFF064D91}"/>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90656249-9E1F-4388-983A-318C5850231A}"/>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6242343E-BCE1-4E51-B1A7-5D030C8D2774}"/>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AC70C102-4F53-4C01-8F42-305A856FAB8C}"/>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77ABA0E7-1962-41CB-B53E-7CAC62EA7DE6}"/>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6E697890-126B-46A8-98CB-894F1E61B4A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19ACB088-6967-4C30-8F8E-7B5CA4C66039}"/>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91EA8F59-5DD3-402C-BD40-6B27F646B25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F96D1D9-0394-4F93-9088-A9D9AAA0AE7C}"/>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D2A2CF80-26B5-480B-AC00-4D77AD457483}"/>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C074BB9B-A015-41FE-AC05-DD7603480266}"/>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B64D6F5B-4F78-4251-B67B-6BEF465E69B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4D141BD7-5CBF-4D95-8F05-345C8C8E2DDE}"/>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69A95C24-52E9-4A31-A976-86917E9D628A}"/>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9ED3118F-2E38-435B-A022-D12A610711B1}"/>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7ABC2560-FB76-462C-BCF8-8A10F50AA4F7}"/>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4BB6D581-3396-4564-96FA-FB69AD8AC4F3}"/>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2AA3D83F-53DD-42E5-9F3F-DA188A50B242}"/>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9FEFE37-5BEA-4C22-95AB-FA52D3E36C13}"/>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8975A45E-54FE-498A-8F21-B5C4C8A0EC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62303685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AEE49B0-3448-4A6B-948D-2C1399B1B7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AFBDA776-E822-4052-AFF3-9FE3944F41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53D3AAE7-434E-4FD0-9E1E-7CE923B599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4C0E5FDD-BA4B-48ED-8120-73E13F9162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4F223CA-9A44-4072-97CB-2B27CE7E0A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6B7312D9-A572-471B-9BFB-8EAA017A37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66F1D368-F004-4E4C-A0F6-DDCDA1D337C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882404CB-02B8-434D-9B97-2631B57B1435}"/>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BBEAB2CB-6C06-4683-BFDB-29261BB2EC28}"/>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0E3B3A31-BE13-4AA3-A114-612A64635BE3}"/>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F098EE3E-9251-4A06-8CCE-B72EA9AEC43A}"/>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31AFFE6-D63D-41D3-B8CD-23683D87D59E}"/>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3205BF46-BFCC-4CDC-B980-FB19A82CE208}"/>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5982B783-C20A-472F-8F2C-CC74F0EF1D4D}"/>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71b8c6b482a24d9f"/>
          </a:graphicData>
        </a:graphic>
      </p:graphicFrame>
      <p:sp>
        <p:nvSpPr>
          <p:cNvPr id="15" name="Python 할당 피크">
            <a:extLst xmlns:a="http://schemas.openxmlformats.org/drawingml/2006/main">
              <a:ext uri="{FF2B5EF4-FFF2-40B4-BE49-F238E27FC236}">
                <a16:creationId xmlns:a16="http://schemas.microsoft.com/office/drawing/2014/main" id="{70E451BE-2C00-4D23-B01E-998732DDD2A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8A387AC4-CF6D-4E25-9A8C-D52313885F8A}"/>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DD031E6E-27E9-4880-9CA3-A6B587CBE68E}"/>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AE20F87E-44F8-4854-9B09-D02568A1B0BA}"/>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E61A279E-2C12-44D2-B910-ADE5165B3B07}"/>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758C2332-3F56-45A8-A623-AF683164F34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AE428B05-EC84-4841-AF36-3BCCFFC6DE73}"/>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A0774775-508C-402D-985B-A2444CB129F9}"/>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887C734-C1AA-4FCF-8885-B58BB42FCCF1}"/>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E3D08FA-7186-4B5E-BE8E-74458C390A37}"/>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03CCBFDA-7BC7-425A-8B04-A98EF43CE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797754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3458257C-708A-4942-8A01-A5A857BF2E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874644AD-5EB9-4395-BDFE-C62BE4D4C3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2064A3B8-F4DE-4706-99F2-0AD7D6CCC6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457E085A-D9D0-4E9C-9DE6-2ECB7D8AAB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5BFAE750-A987-4F1C-8DEE-B8267FFEAE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841DD782-5AA4-4836-A721-387738512F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4AC16194-3196-4CE2-AECB-6AD16338792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A6F7FD6-EC5B-477E-B31F-FAE2DAEC5785}"/>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4B07CFF1-F229-49EB-9B43-CC61CBDB6857}"/>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B384E2E3-6981-468A-98C2-FB325A20E410}"/>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FE5F1B-ABFB-45FB-9501-7467EC161A9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A7D9D9A5-4762-43C8-8CBA-76AE8E4C2FCD}"/>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C2ACAFCB-FC7F-4E78-8BA5-AD4A5B412901}"/>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5B71B404-6397-44ED-B232-8F1CC6014939}"/>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72AE83D7-1049-4939-837D-597B0E919C69}"/>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0157CD68-83E0-4476-8303-26C1C39EB76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4FF7AF32-4E1D-45A7-B421-D7FB128C84A4}"/>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4AE36F64-BE11-4605-A91A-2C61BD07BC23}"/>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6C6B3D-B188-4731-BFD5-F31E9FFDBD8B}"/>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1E2921ED-BA27-4E18-ADA3-212A563B0F2E}"/>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049C967-8D35-4A95-BC26-CC723B094068}"/>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A94B92C-3A41-4F05-BC00-E25BF3FF0100}"/>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3BBB2CEF-AECB-4788-B15D-D40C6E75707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1DDD55F0-0A25-49E8-8370-916253333DB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95CFE9BC-3744-4B02-BEBA-C5C8A1A4EAEB}"/>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23D9BE4D-A05E-430C-9AD2-B65FB653D964}"/>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30ACA35D-5C5A-4856-8D1A-705A0D1AC526}"/>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68DF9EC-2F61-4580-BF24-13A8CD377F8E}"/>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9B54C4D-93E8-4C64-9B92-A5834B9BC6B8}"/>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73FA6F00-944D-4E05-976A-646E01BA4DE0}"/>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817C97B7-C76B-40BD-A6E6-5285D10CFFB5}"/>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B1BE7CB2-C381-4A97-A9D9-E054B17EC53A}"/>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6AB8011B-268A-4269-A19D-56B97879502F}"/>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DEF54534-39A8-4423-B20A-8AA27E6ECE7B}"/>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40B96004-206F-43B0-9316-CACBF8EF76EE}"/>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EF486E25-0BEA-4AB1-96E4-04F6A983260C}"/>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47FC7477-02DF-4F32-B37F-22FE74A60E8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792BA814-D5C1-4E58-ACB6-0D022D275FAB}"/>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179FD96-280E-4C1C-8825-939923640F3C}"/>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946AFF0A-BBAE-4E37-B504-6DBA5037F9F8}"/>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11918211-6642-4562-9BD1-EE9AF84DE4B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927F73E9-B0D9-4792-93DD-21968BFC94B3}"/>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E44F0FE-7DA8-404E-ABAB-C0F160A5DBD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19D12A02-118D-419C-A1DE-E47435068985}"/>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4A8F4405-5117-4948-A500-994BA47F98F9}"/>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DD235EF3-CE5A-4250-9B1B-CFB1136E9751}"/>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63F7AB8-2C64-402C-9645-8FBB3298495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C6278C2-3B61-4E3E-8DD0-7BBF047E0AF1}"/>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18F81B49-4905-424A-B4A5-99AB206156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415632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1F578DA-5C8B-49FB-BDB6-3AEC01ED30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A6F07D8B-7F89-405D-9F8D-891E1548F0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3F59ECA0-449F-416F-91D6-EDCFB4EE1D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A005BE51-44CB-4C0C-B91A-B4846161CF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E241929E-EBB8-41AC-8745-A58640A9E7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68F3A75-0BDD-4961-9289-B24A82312B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A5029FD7-892D-480F-8B3D-66E417A010B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9B7147-3828-4007-AF73-8E759337EB8D}"/>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676E89E9-1D6B-4E59-8F2B-891384484666}"/>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D3D51727-8206-485E-8E85-FF0180798249}"/>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12E178F1-4AA6-4B82-B0D8-510911BF4AD5}"/>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2BBC6ECF-526F-4C28-9C1C-ED54AADE3C4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8C399CA5-5C48-4F76-BE92-855C9E0CB11E}"/>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89110496-FBF8-43E8-9DD7-5BAEEB0C103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F9FA6C87-F8AF-4447-AA1A-FC5D4284CFCC}"/>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344EEED-B2BA-4AB3-B9E9-87CE603CA8A3}"/>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F1B69255-03F8-46B0-AF56-574EB4985EDE}"/>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025F49-7F83-4A95-AD1B-2D0487703D35}"/>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F87EA3A-3CC7-49A8-8B05-0C90C9A48D63}"/>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DAC16AAA-4A4B-4118-BB96-6FDEE922B5EA}"/>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B0A5E5D9-BFB4-4F85-95F1-9D943D01F421}"/>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D60EA3C0-701B-4ECF-892C-B88D9EA86C5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EC1ACA05-80ED-476A-89E6-180A81A880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094465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83F3B46D-7926-45C6-AF4B-8D56742CA2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DA803F55-FBFB-476F-A3B8-5767750E67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9D469F07-5457-47BD-BF26-34F18D6337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D85D7D66-DB70-4B70-95B7-7EB7458D90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655BFCDF-CA8B-46B0-827A-DA39DD6BF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82724564-52C0-478C-9481-1628761125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F312A3CE-544D-465E-A778-3BC58E7E2B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DB62B278-CC3C-4D49-8012-96EBBF2C0F36}"/>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05C5F961-27E8-4476-A28A-D12D50FBBB14}"/>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F376A556-C0DA-47AB-BA66-0BC72B7E38A3}"/>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BB0B6BB1-2BB4-4F68-A279-CDFB51A84678}"/>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F9FD4CDC-4A66-4C2A-B7E1-9DF95C790DA3}"/>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A3BE9D93-F962-49CC-AEBB-288950F38B3B}"/>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DBFCE238-1C5F-469A-8DE7-42653BDCAFB5}"/>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D9CFCB4-D6E6-44BD-8EE9-F77F80F467A9}"/>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232154B3-5DFB-4323-B5D4-1E7ADAF10FE3}"/>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D455F494-CF9E-4C4A-A2D6-6D9F4F1B86AC}"/>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3F2BAE04-9790-4302-A9E1-5045B000B96D}"/>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CC4434C2-3BFB-4586-BFDF-2DBEB4BEB9F3}"/>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5584962-2A34-4F2E-B4BB-E1E7878A2398}"/>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138744E4-EEB5-470E-A20F-AB1DA23738A7}"/>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D3A30A53-ADB6-4062-BBF9-8B3CD6F15BDC}"/>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704BF205-11CA-49B9-941C-576E63DF7AD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F5BB60E-0A1E-456A-B1E0-22AFA7E1C35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AA7E8610-C626-4C44-A895-0F21202DB5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935093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CE624FDD-3C1B-409C-ACA8-6B92473941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FF88D800-2D74-470A-BF44-C6BC510C04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0DABD32E-24DB-4206-A0D0-5E999E1CC9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EA396337-BE25-4131-961C-CB0314E3E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4E83ED74-1591-4A4D-9895-F1C7AE24F3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56B43802-955C-481A-B77D-C5CF658A8A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7658E2EC-AE99-4DE0-9B04-5969531BE2EF}"/>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3579DE3B-EF23-490D-A4D4-47AD252164E6}"/>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1914FC8-DAF4-4FC7-978C-BFEB4BE6E857}"/>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3307203D-8B75-488D-9515-049E7D8AC0F6}"/>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C070023E-5768-436B-AFAB-9B55BDB90B8A}"/>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7E82E541-5AAD-4668-894A-C765E67DF1F3}"/>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9945FEC3-491E-4147-8235-5B3E00F7E41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8064514-9254-46CC-9087-40EA282B858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C85ECAE6-BE14-4F2A-932B-BEB654EE075B}"/>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1A6D7C92-2570-4CF1-8B45-AAD2FE55518A}"/>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9AA8C2CD-EBDB-4089-97F9-CC4F42DC4E6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D3C7E520-FB17-40FA-AE08-33BB101EDA0C}"/>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8134F2E7-1211-4342-98DE-E35411CA88A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EC300D6C-9626-4B95-B88C-B98820F22D0D}"/>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EB60DDC1-4D7D-464A-9E1A-30AF827C7C81}"/>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D76B3A9B-C274-4A89-BDD3-D67BCF3B5A57}"/>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06F65901-7F91-495C-AB82-27AFF68DD7E1}"/>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A66895D5-C77A-442B-8FFA-5142F8C581F1}"/>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2814C78A-1CB1-4AC0-9AD2-086BD036B119}"/>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AB50E637-9DCA-4C73-8694-EEF07F1956C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3BC54148-B13E-40F9-82CE-B33C32FE041A}"/>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8C5267A9-EE28-4806-9312-337B9996B9A2}"/>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CFC524E1-1E39-4B66-BE65-30EFDC591C95}"/>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92F49FE8-63A2-454A-AD5F-FDB91704E2FC}"/>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2B4460D0-68FA-4DC1-8A45-80BBD8C4A144}"/>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FFB6BF27-7DD2-4696-9115-9AB910F94B98}"/>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285704E7-818A-4E7F-B6F8-FFC78DDCF2A7}"/>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2A6DEF36-DCB6-470B-821B-3154E2E90D44}"/>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D6A62FC6-E5FA-4A9E-9D18-0E5D53D99C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045220"/>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86E4E805-A2D2-4E6C-B733-9704541105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0F717D7E-4A8E-48C0-A335-7EC817CAE5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9571E827-3144-404F-B6FA-EF633793DF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30FCDA42-F172-47C0-8B26-CB26F80EDA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0D405DDD-8CA2-4BA1-B9ED-341EE160A9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C28C9CC7-DA53-4742-B6F7-D1DD339D68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F009F449-C6B6-4968-9D7C-A6F5F0FB692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9B9FD81A-034E-4E28-A955-CCC0BD5476DC}"/>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9DCDFF95-875E-4FCC-914E-F63A293AB984}"/>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2AB3BF04-3AD5-425A-827A-EE1061B99306}"/>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15746754-F521-4AE9-8922-1CD5C2D109DC}"/>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369CBD02-7EAD-4D81-BA8D-AAACCDAD37B4}"/>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9B832105-100F-46DA-8E08-0F46692D85A1}"/>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3E084FB6-9FF9-4788-9B8C-E27C647AEDFC}"/>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981B67EB-89CB-4FAE-9DCC-F49212B1D6A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560DF6B7-63C9-480C-A997-77A1731F82CE}"/>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46E43CF4-208F-4970-BFA2-6B78FBEB25AB}"/>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867F2DC0-D2CD-459C-8C24-B5C9243AAF9B}"/>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FA2D5AA-0026-4940-B1A8-E6F75C55581B}"/>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73C84DD0-D06B-45FA-B8F9-AF41BAC975A1}"/>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5AB8539D-BC39-48ED-B03F-0C9F2729CADD}"/>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27AD686A-D606-4BD2-8620-E7E1A2C5BFC5}"/>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E9ECEB6-0FF4-4275-85F9-577CDBCD57D1}"/>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A838B9E2-771D-49EB-9581-61A206CE446D}"/>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6E53D131-CA89-44CD-A78F-986AD1E156D1}"/>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62282DAE-FE3E-4ACC-865D-862A897791A5}"/>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B1895830-EAB7-4F63-B044-0B86DABDA6F2}"/>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B050EBA0-AC6C-45C4-B737-D12293043A10}"/>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384EAC48-0CE7-4582-914B-8D34305DC9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0311380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1A9A76E2-E9EE-4E50-8E8A-DEDC1AAA24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8A9201FD-117F-41C2-B322-740D8EBB7B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6C67C96E-FF62-4041-AB1D-AD2C585D1B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C062F502-8088-404B-B549-B2C0A72A6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9C0DA0B7-7332-45BF-9460-45197FE397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8F385830-A058-41BD-A0DA-0231A3EB39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48BFA1B0-9207-48CC-A34A-97044603CBA0}"/>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F455885-8C16-4ABD-B68B-98EA0E495BA2}"/>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2C5E1836-A629-4C2A-868E-D30A1ADD8427}"/>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B9B78547-9B95-42E1-BD9D-D9E1312DB110}"/>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E0EEDA79-0CFF-47D6-A627-8AE8183BE762}"/>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82AC096D-751F-43F9-947E-B8F4AB3BEE9B}"/>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7AAB2519-B37A-43B4-983D-5EB8F2308BA2}"/>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86DEC06E-4A2A-44CB-ADF8-19931A8DA2A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98F8C5A7-97CB-4921-99B3-E4C4CD9710A4}"/>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CE19C5E0-0CF5-429A-8D98-062AB61C3AE1}"/>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9D364B2C-980D-42AD-AF73-734C82AFBF2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4B9717A1-407C-4847-B9E9-8E49F8DEF23D}"/>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5C4D1E0-DB2F-4640-A4BD-86CBE63A07A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032F28A5-83C8-44B0-B3F5-BCFF52D23D2C}"/>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43FF53EF-5C40-4B56-BE9A-8B380EA9F30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1426C334-915C-44BD-8797-A254A2D8BAD5}"/>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CA4C1D7D-1207-4719-A5F5-725FC02EE63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EDBB7155-9C7C-40AD-BAC9-58ADB9EECFC0}"/>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E9AC6FD0-9D41-4692-A82D-D7600AF2016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D7EA57E4-17A3-4AE4-85B7-8D890EA8876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89B8CCC8-1B41-43B0-9A80-35BA23EAF1A0}"/>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C29A5C7B-8F97-406F-B789-6F08E52F1ADD}"/>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F2E38546-8E9C-4C6E-B313-9CAE79EF2DB7}"/>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5515F617-C472-4F03-BDDC-89ED9A8B19D5}"/>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D0980B3C-F9A7-43E6-A13F-7CAE03E860BF}"/>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B5175429-2FA3-48B1-B34C-763BBAEF9B2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B2213F9C-3A18-44E6-A9BE-C08E94F509FF}"/>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F3C1014D-FFB5-4D54-A62A-9418DB09D24F}"/>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A2B3153-F735-43F9-8A81-F6B7F025AB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768668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B96BF4EE-E4FC-4352-A643-A83C592767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9E71E5FE-6563-4219-8E40-F006CD5DC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5F741A8D-5632-47AC-8B4C-8E1761A5B5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34E9B696-746A-412F-9340-2B7A777CE3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8A8ADF9-E1EB-4CB4-B4AC-EF1D0631380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FA4C93C5-C1FD-475F-956D-03C86556C3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371F6508-2D8C-44EC-AA5F-AC4D7FCBF0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C5FC5538-F223-4098-AE96-3C0A1E3D6A6A}"/>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47E587DA-01BE-4FE7-8CDC-8E40EC6FDC2F}"/>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E4F52924-D4CC-4BA8-8488-80D7ECAA1A3B}"/>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0806602D-6DB6-459B-8C6C-633E645BD235}"/>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79883ED-442B-4E60-A553-7B4231C198E3}"/>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02D30EB1-BA78-4D6A-A436-F233E700A0D4}"/>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69097F53-7CE5-415E-A8C2-30FA2DF05C7A}"/>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D9F47752-65E3-4B53-8AF3-85FC4F3BC3F6}"/>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7DAE38DE-A3FD-4F30-99CB-901DF47AD6ED}"/>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071BCDAD-0D15-4964-9C63-9CCF0FC6E9C5}"/>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56BF5D4C-C547-435F-9965-98A2B4126E18}"/>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BA12E94D-428C-40A3-8E77-8879B2ADC076}"/>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110883E0-61CE-4619-868E-20122292B049}"/>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40188E48-4A97-4692-B64B-A5525A33B438}"/>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D1FC3EF1-17D3-44EE-AB6A-05977E00A9BC}"/>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FC302A2A-53E7-413D-BD73-E6714A8283B4}"/>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11DC2D59-C5A4-463E-9668-BB895FFA86CE}"/>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2986D7B8-DE1F-4218-88A9-F888C9ABA1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5937722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B507195C-EAA6-4E34-A188-71B208FDD9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E0D43FA2-082E-453B-9F1A-0AC249A9A3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CC504F2D-FF61-426E-A2A1-1BB9CAF37D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7A9F878E-F02B-4803-BCC4-087E60970F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624CB538-DAB5-4149-AE67-B890CEF5C3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B3F408EE-2816-4B42-A8FD-22FE486660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51EF7EEE-25FA-424B-B415-56594FA96D4C}"/>
              </a:ext>
            </a:extLst>
          </p:cNvPr>
          <p:cNvPicPr>
            <a:picLocks xmlns:a="http://schemas.openxmlformats.org/drawingml/2006/main" noChangeAspect="1"/>
          </p:cNvPicPr>
          <p:nvPr/>
        </p:nvPicPr>
        <p:blipFill>
          <a:blip xmlns:r="http://schemas.openxmlformats.org/officeDocument/2006/relationships" xmlns:a="http://schemas.openxmlformats.org/drawingml/2006/main" r:embed="R45efcc39588744d9"/>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EA037018-815D-4952-81C4-C345D83CDA10}"/>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4D0166D2-6C1D-4617-B7D4-1DA18DFDFEA2}"/>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D78DC4FF-4962-4AFF-8DC4-0DC53678D98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E5580712-18CB-47A0-956A-E2ED12D14372}"/>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E6479268-0DC8-4B6A-A6AE-11327FE74546}"/>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B6FC4A9F-CD5C-4851-A472-3C92831E199D}"/>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5A61A9D9-EEB4-471A-81B2-5F53EF1A66B5}"/>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D0299159-C1B9-423B-A6D7-F4089ED6087C}"/>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D6126865-AE05-41B5-BF1E-2B13FBB1253E}"/>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DAC0C495-6B2E-4C05-B95F-0CEE67A4AD45}"/>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22663EBA-2807-45ED-AF20-F2DB9EB3F900}"/>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C1C10212-32FE-4F0C-BC13-8E58C227DDC7}"/>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0F5E2A6E-8CBE-4DC2-BDDF-89151F8A0FA9}"/>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A9D59A91-B2CA-4753-A66F-AA740B445415}"/>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B6C383A2-C5B8-4BF9-B2A3-058E78BDC904}"/>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63AC0D18-CDE0-4A17-AA30-E108C26EFC00}"/>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A844FA2C-8396-47E9-8160-A61A030D682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48DC8480-888A-4C68-867A-27CF163A173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C73CA9E9-0A11-46B2-AD14-5499ECA084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3633893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2D570273-FEB7-4B15-9F05-419E304E1E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511E079B-1A02-4E91-85B7-FE2008C816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319A8BCB-A477-466A-830A-6B12FDB10D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2F6495F7-C5C5-4EB6-AEA3-8C72A85B7F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A5009D53-AC58-47EA-9ECD-21058DE77A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A73C34F1-E6A2-4580-9CA4-59C3D5C179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4F152B8F-DE3C-4993-BCB2-B26B25606ADA}"/>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D270F140-DFE5-4AD6-9235-FDEDBF07619F}"/>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D9B510F2-4C85-42F8-9355-984EE145AD6C}"/>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EEE0F5AB-D51F-4CEC-8CBF-2A8A3E663DD0}"/>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484565E2-1DB1-420E-883C-BDDD472F3913}"/>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BB621F81-B749-4537-803C-B5D2EB14BA93}"/>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B300B369-C584-462E-995C-290F7DD36850}"/>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8D1AA644-600F-46DE-9AE6-9A0C2E99C747}"/>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9D3B37A0-BE17-4C00-8286-706259856123}"/>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5462F928-5242-4810-B2B8-FA1129659DA7}"/>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853F7A09-0F1D-4E08-AF66-31DD241AE8A1}"/>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23AF6721-2B9B-4351-8DC0-7ACDDA90288E}"/>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03931E8C-C363-4BDB-9CDC-720EE85E74EE}"/>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C8FD5FF1-CBCE-49AA-AE7D-9602900FE960}"/>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CD6E6832-4717-406D-9CC2-B8CC4FF1A617}"/>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3550A6AC-BC8F-48D7-8D44-DEB6C7EBC1B9}"/>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B7A67949-E6E5-4237-B886-8CB82C42B30F}"/>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E253AA53-1E6B-445A-B193-C7593DA20BFC}"/>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2B2DDD86-B32B-4255-9E7A-4F3CA40C26F2}"/>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52D2A37F-1A83-46DB-9E1E-1416CACB30A0}"/>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FD537B39-698C-4364-9E54-7CA5DDF47D82}"/>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5556B47B-639C-4717-9689-2939F61613E7}"/>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A567F12A-A277-46BE-AAD4-62DF2AC11CBF}"/>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9E426E55-B1FC-448D-AB1B-7BC6A356A386}"/>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D60F1E28-FCD5-46E7-977B-656D209B51C0}"/>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433DB966-9A77-4606-99FE-36ABFFB184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01576294"/>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AE372547-660F-4268-95FC-8B7257189C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83995F07-71FE-468C-9CBF-E673333CF1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ADBD4304-411E-4118-863C-4DCF718AAF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85074A81-8045-40B5-B4C0-8253224CE6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017BC7FE-0CEA-4C16-9390-B536DD1896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F0CDBE1E-3F91-435F-9B11-A26D6DC3BA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A559E864-66AD-4BEA-B751-2C05275AAF93}"/>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1D7A042E-226B-406C-8E9D-D53C78D47336}"/>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A0DF6CB2-E172-406B-B4CC-84E2709A92E9}"/>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8CE546A7-AE76-40FB-90E1-3FB2B394D1D7}"/>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068913DE-643E-47F8-AD9B-45B2C94A29BA}"/>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E5FF254C-95EC-4F0D-A8BE-57B165604580}"/>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AD617265-2B53-443A-8D5C-D4832DDDEF2F}"/>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72B02EF8-52DD-4CF8-A3B7-96FAB0167417}"/>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79F39B2A-3F31-493D-BA38-76889ABD1A41}"/>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7C5851F7-33E4-4623-B5E2-123ABCC72517}"/>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4CA345E4-17DA-4D5C-B776-D3D85702E9E1}"/>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0B1A8881-60D4-4A20-8C05-76394BFD45AD}"/>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DF9FF2E5-0021-40C4-B44B-672C01C1A2F5}"/>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28087C72-DB6B-4687-9457-CF73114CAD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6174972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92E56C90-D225-4976-887C-8BF847ED95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31E30238-3146-49FE-AF63-2E29BFE79F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53F7E617-A7CB-4BCF-828E-CEC8F59E6F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5AE856D4-E74A-4239-8D3A-3465B97F72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60E54729-5C07-4246-ABCF-2701E1D2F5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6C96CA52-B00B-47F1-BA9B-43389A1E28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95FAEDDA-B3D7-46A4-9698-4A1DF18947C7}"/>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04F28B35-6470-4CA3-8156-339E252F0913}"/>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AB1A13AB-6C8E-4574-8435-388CEB13E1A7}"/>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2BB02170-FAFD-4E01-8A20-F6AF9E67503F}"/>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A9EAE96E-A71D-41E0-A4A7-60ABDB28049C}"/>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2D46574E-65C5-4E5D-A303-0D00F69EF4CC}"/>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4ED56117-C3F5-47B6-8613-DAAAF5289C9C}"/>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BC43A638-78FA-464C-86AC-7EA8AAEC79AA}"/>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5C9DAD54-D4ED-46D8-8DA4-040037864596}"/>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3592E781-CD44-43C9-B44B-887398B0A385}"/>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4DC14CC2-C783-4193-9D35-ED425D486311}"/>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7BE5C0B5-6FC5-4D07-96C9-0CFA316512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1989127"/>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224788F-84CC-49E8-AED0-AF50B5C8D3B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BE3DAE38-7CAD-44E2-BF07-143FCA00D83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26689806-0F06-4963-9DFD-F96841DF49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8A96A066-03A4-42B0-AD80-544D0D32ADC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026D8C9E-11EE-474A-9B0E-3587B6B3CAC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C4598E5F-DE51-407F-B78E-5B5F7383F00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9353563A-59F3-4674-B3CF-7AB69E16199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4BE26ED-4F91-4A3A-8D70-009CF983CA9D}"/>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C397DE2-41E1-4B9E-AFC7-5F421CF6546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099C2277-1DFD-4FCC-9AD7-60DF0F70301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923717CD-AE66-4420-A8C1-CB6FF3BB7B2E}"/>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E0833CD-0906-472C-9DC0-558773BC2FD8}"/>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DC38AE2-C3A3-4CF9-B7BD-4BCFEEB57EE7}"/>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8D1994C4-31DE-4B8D-A9DD-576A74CAE653}"/>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6D84F718-1A02-46FE-8F15-AEBFDFFFC2D0}"/>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947849BE-575E-4341-8EE3-AE848B9F7641}"/>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E3833F0-9221-47B3-9E6D-A181CCEB8290}"/>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0A2B1740-91B7-4786-8427-D51E0F6EBF55}"/>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7B881C8C-682C-4B34-8FAE-FE21E4370A24}"/>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5CE45D3B-54E0-4064-8C5F-79A922796231}"/>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AE9F195A-B54C-4380-8463-443AEAE9554F}"/>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93BEF73A-D080-40A5-872A-16AB1AAFFF4F}"/>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7725C81-FB93-4AF6-A7C3-96C05620252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EEA6FBAD-86A1-4029-BC92-502AFB70DA19}"/>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29CB3704-603C-428A-945F-950C763312A4}"/>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7775AA93-F37B-456E-95CD-547AD1585B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1585099F-9212-456A-91AA-FE873C20A0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BA1B2B2C-4327-4B6E-9EA7-4E413C065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33654593-7DE7-4E5E-A9D7-CCABE5C9B1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3492170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BE77D76C-8D4F-4D74-B560-9E32B87C4A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97B9B45A-F088-42DB-8BE1-09E08E41EE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E49187D1-1E5B-4554-911D-A0BF58B169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88EE8A5C-AA45-492E-A44C-CBC88CBF72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840DDA9D-C15E-4CF4-905E-84F99A01CC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326D0A21-A87F-437F-AC4D-2C66A60383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BD0CB069-AB48-4E64-AAEA-92EB279E47C7}"/>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0A5C6C49-4899-4C1D-A09D-256F5AFA77CD}"/>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D094E672-B812-4742-9717-90412425E0CF}"/>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9D3E2395-63E2-4A86-B65B-0782477B5D3D}"/>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64DD146F-7406-4673-8FA1-7D73043B59A1}"/>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BC2F7DCD-6469-4387-BC7A-18BAB7F59E41}"/>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80F81859-CFF5-4AF0-A012-7BBC08967A92}"/>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467CCC9A-7A32-4124-A275-523C945AAF1F}"/>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33A49489-ED27-4C1E-B7E0-3063B102BBBB}"/>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CC8BA7AD-71F7-48BF-B7CA-9313B0D106F6}"/>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D4AF5E92-51DE-425F-AE3E-52692503C7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6976941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236F022B-CD47-4BE3-A1BE-FF8B27CD4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567CB65E-DC20-4FC7-9589-1AE641398F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8F326110-AB5F-4C42-9C28-49D4974C39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A06AF956-5921-4AA9-A30B-214226DC17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AA57CFA3-C9FF-4570-90EE-EB5409BF72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74E2510E-F323-46F0-868C-48F5E31DF9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3620D820-E4F5-4070-9AA2-79C5120C19C2}"/>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95987ED7-C1C1-47F3-A01E-1C9AF18BA4C2}"/>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16881353-6418-47CD-BF2D-5540620F84C5}"/>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C5AB78F0-FCE3-4FE1-9FC7-4B998DB81CF2}"/>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D5B9A3F7-20CC-4A5F-BDF0-5E0D8A618925}"/>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4312D73F-F92F-4FB7-A792-9BCA06B614AA}"/>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4D886C17-E25D-4C57-9C87-17FC9208E3DA}"/>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A44A75EF-D9FB-4C04-89C6-ED963F457A1B}"/>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3EAB0FF2-D306-40B8-9BDC-C7C5D577B944}"/>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8A6BADD-C453-4509-B03F-8005A79659BA}"/>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DD354DC9-F15C-4AEB-9B41-EE27DF0408D9}"/>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75E2979C-9C15-4822-A7E0-072C9FA41E4D}"/>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97E095FC-A881-4C23-9222-F06CF7391A1A}"/>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8A2BC250-A7A4-4937-90F8-E25A0A5E1043}"/>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E0F803B3-E945-403D-B94A-F9362DA068C5}"/>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264AD46F-06BD-47F9-BAC6-40375A78455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CA8813D5-F4CD-4014-BF14-65227827FBA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B44BA013-83FE-4C63-8E66-11B957CB3F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416672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FDEEA320-AEDD-49ED-9C6A-5C899631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0AA40CEA-A1A8-41FF-842F-0ED2006C1E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C15B19BD-2D0F-49A4-99E9-17E085FD2E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B9BC513C-4BE9-4942-A806-9EFCECAAFC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EEAB7B60-044D-4B31-92B9-EC556C90E4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E96391ED-49BE-4972-A440-7647C73454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242AF6FB-4DDB-4E93-A1BB-16EE2BDF5C07}"/>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0E676150-E67C-49F2-9EDA-F4CB3F5FA4BB}"/>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B16882ED-F5C0-4CA9-9C66-A9B78DDBDEDC}"/>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24082F5-7059-4999-83FD-C4B2996CFAAB}"/>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4520E8A5-174B-45B1-8FFB-26E68F0D90D9}"/>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BAC89708-775E-4D9F-AE88-80E5C82AC395}"/>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20AD39AE-562F-4E2E-8EE5-4B5C1F89C189}"/>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733B6DF4-3C92-49EC-95EC-252CF35E0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0985408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3BD19140-0A2B-4C76-A846-9E6CAC7BF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6565FDA9-16E9-4A9C-965A-29134CEE65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E1AA2C87-96A5-4537-A628-23D27ECA44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5022606D-9EB6-4AB5-92C5-176F76AC68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2EBA85E5-B0B6-4C3F-9B74-2ADC955FDA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9FD0857F-DE1D-4C76-8880-FDE906430B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10CFB3F8-3512-40F8-80F1-6BCA2E8A4DD9}"/>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D1B01DB5-9309-4724-83C6-FD9FB0808121}"/>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7A09C1A4-60D4-4D51-9BBF-DCFA563F58A5}"/>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BD728D3E-8CC2-4745-94F9-792619F13260}"/>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40EF2B33-0710-48CA-9F11-7118F6EC6B10}"/>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7FA98E2-805D-4FD4-A175-504C4C7D7ADD}"/>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74A81DC3-6DAE-4FFC-9CA4-24C421E60EC0}"/>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BFDF829F-1A96-4400-A7C6-0D0D4220A18E}"/>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9BBD760-9E49-4C57-BA5E-75CA5C5BED3E}"/>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8881DB12-88A3-4FE9-B545-38D3C5E8D56A}"/>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DE4F0E4D-E787-479A-8ADD-A3ABBD7B2128}"/>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13624249-163B-4AC5-A2BD-4A6759E04C1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0E3D4309-03E2-4E21-B1A5-73590B0D0D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744297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69B7F7D2-7EC0-45B9-87DC-8FFED8C635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56D17E3D-D127-4038-BC8B-6F070AD8DF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30B8B97C-5E28-42F0-9A81-93EE85FD98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8C1E9492-5C6A-4AC5-8FB3-553309D5D5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A47880DE-2A04-4199-85F7-37436397FC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3FEDBB12-9113-46CF-BC90-03E93D36D5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27304D81-EA76-454E-8DAA-E83B861AAC4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6F1719BD-9E6B-4487-8D9D-F5B2CB490410}"/>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9077A5AA-9378-45A0-8F0B-D3EEDF99F192}"/>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86B3E8E4-512E-40E8-8FF7-56F4D44A62B2}"/>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9626BE96-A641-4478-BD61-3690D0316521}"/>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2160B964-C356-4885-B4C7-535ACCC3DC55}"/>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CADCC998-C682-4AB4-987D-4CEBE99463FC}"/>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A22C2237-3084-48C4-846D-5ED9D3705A77}"/>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3CC1A34-7AB0-4B1E-B911-882AB815988B}"/>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E85DC4EA-27C6-4724-81B2-1749006FA9D6}"/>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3AD83661-2FE7-4CA7-9FBF-B8A166D960DF}"/>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D7594C8C-FDF3-46D0-8AD8-AB1079F6C2D1}"/>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039ABB49-8E26-40E9-8866-61DC5E5E143E}"/>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486AE696-33C4-4816-90AA-A462F0B3A9BD}"/>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CDE11469-5AEA-4557-A6DF-6768A45F888D}"/>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5CD813C2-042E-4A2E-8644-00F410883F52}"/>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4C491DCE-844E-4384-8F07-4ABA7BE5F041}"/>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D7F11739-C508-4336-B708-1F4BDEB214D5}"/>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1BA780F6-98F7-48FC-84CE-6E63E4F518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8896744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0C4BD8EF-AEF7-4002-84D3-73D8B3EA4A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B2AAB24B-ECEC-4CAD-8582-2045370198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F109A050-AA1F-43B8-87FE-49F79F1AA8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CECFEECE-E05F-498F-807B-CA050E6D1E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568BBB2C-D850-48A6-9081-24AB5337A8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954C56B4-CCD4-4188-9C96-B4F8523546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E067544F-93E8-4A5E-80A2-8DDCB7EFB6A4}"/>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66F2F397-8569-4855-96E2-7404B4D40E43}"/>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FCF0D437-A9DB-4C05-A422-98944559497B}"/>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3C4FD09F-DD80-4E71-8E22-34B4FFBDC28C}"/>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9F2FC676-4219-46D4-82AB-1C78391BEA4B}"/>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BB272148-E36A-48D0-967E-73E4D36D1178}"/>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9BF447B1-F4C6-46CC-8AF5-022F540CA353}"/>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DABA6C35-93A7-43AB-BC01-32A13D0CAF38}"/>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77598008-BF85-484D-8B63-42E8A918D695}"/>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BEDFEDB9-5095-44FF-8A3F-7B343B911442}"/>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AFB4A1C2-6FA1-4156-9318-124E02CC92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19ED3595-4090-4AB8-BE1F-77BC9580334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2719C1F4-A10F-4F01-B286-D47E3EC082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5293629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4939BE91-A08A-4A2F-9AF1-F0A36FD8BE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9B44E86D-73B5-47E4-9D04-52964EB65D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4690E261-F235-4070-819A-18A21F2A41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A7EEEA11-055F-46BB-90DC-F3E844014D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BFDA3F6E-35BE-4796-8E6A-66DC74AF8C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5972412B-A2F2-406A-8D0B-542D0DB32C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21763B84-7153-46BD-96C3-F87D38B48EDB}"/>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EF27D1D9-4856-4B70-802F-0F3935404D01}"/>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7FB67E18-7F45-4A11-97C5-DC83DBFF04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809426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9578E734-01D6-45C0-B644-7879B74380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1761DB66-F6FD-49F2-BF87-5DBE17F8B1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EC80E39F-31EF-4BB9-A7EA-5A9984AC343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076C65DA-2ABD-4FEE-8573-755585FA13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336F9BCC-6BB4-40EF-8D27-397BAF34D2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42AE3DC4-3820-4C6D-B743-C05FA38FC9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4890550F-EBB1-484F-9F74-E13D8C6AF702}"/>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7E14ACB7-F6AB-40A1-A453-DD7B095FE0C9}"/>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CE1B8629-E9FD-48FB-A30A-14DC3B8D7916}"/>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8CC7027D-24B8-4B20-BED4-65AD2EB867AE}"/>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EB2F6646-BC5A-4ED4-94E2-A97B563F22FC}"/>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5C0AA15-51C0-489C-9C0F-A0638E5FF824}"/>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F1980394-861C-4EC5-9D3D-9EDD2E691F35}"/>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966F7BD-F34E-4A06-8C4C-4C8AA5121B87}"/>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145B1648-6A53-4FB3-B28C-CDD94A52EC96}"/>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FC7D1DC2-1012-46C8-A6E5-BFC8B732D79D}"/>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2FB4A0DB-21E5-4BF0-AAA0-474EA08A16DC}"/>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B8779ED1-1083-4BF1-91B0-7E7DECC5B488}"/>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8E61F793-DB49-4F40-A1B4-DA434ED4DC48}"/>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927035CA-16CB-48E9-AC9D-D4222B73FE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8921097"/>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B5EA3325-D119-44BF-A649-CA3CC2488D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EDF70608-5AB5-486F-A849-50F7D2B1F9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862CE011-FE20-481F-9934-794590FDB9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E5DF9AE8-742C-4145-B3D0-E0AF7A45D0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7D0A8665-1AA3-4A63-8833-0AC2C284EC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01EF0C17-8EEE-4AC3-B1A5-4C4038043C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07CFF476-7F58-427E-8E7A-86763A96F7EC}"/>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BA7221C2-AA0D-4D3A-8B2B-74C65FA14358}"/>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268FECBE-2FFD-435C-AFBC-8D154FD7C960}"/>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BB938CE-23A4-47E9-8275-53330D0CD53E}"/>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D35003F0-34B8-4B38-8F81-D924BE2F9FCB}"/>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B95E026-9D70-4F53-9373-359C8F5A8D21}"/>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7924FF55-AEC4-4337-A37B-74B18CEF1DCE}"/>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30B2BF91-0399-4715-B7BD-EF65CF5BDA6A}"/>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F1DD8AE9-7126-4B52-9C28-11EACAECD47E}"/>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A1438935-770E-418A-AEB0-7F9917691C8B}"/>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8B8CE879-02A0-49DE-91F2-68C6CE9C8B6D}"/>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79B7E657-3EEC-486C-8144-60D195ED645E}"/>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F8C665C9-E0C5-49AA-92E8-01B8FCEBBEB9}"/>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2C76534B-73C1-4047-9211-565D227CDD71}"/>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DF251EC7-7D90-4E48-8FF3-4299C768E496}"/>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6470CC7B-BED5-480E-9E9F-E5A34568E7D8}"/>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AE8DD78-C042-4A62-8517-441DE9EB8849}"/>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F5F8DDDD-666A-42E0-A05D-38A89F2990FE}"/>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97AAC55C-2A71-4B55-80BE-1C5BC8DC76C1}"/>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567CA03E-3DBE-44A5-A966-D9D690355637}"/>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15553F26-6B8A-4134-966C-551B452BF6FD}"/>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EFB04746-20E3-4E73-B412-747A5D5C0147}"/>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8093E2A1-E77C-43C8-9E50-0D69B3131718}"/>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E26E87BD-6FC2-41B1-9A7E-CD286EE0FD14}"/>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B861B83D-9E0B-4000-B65F-7BEBF84F00F0}"/>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AB8FC21D-9C80-4B38-9481-185B61B5C26F}"/>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94307A7E-4962-44BF-B8C0-03851C28948D}"/>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F81E3D04-99EC-4073-9157-F0EC8BC17263}"/>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088E9D6B-15F8-47C2-A0F2-7AB638B02E33}"/>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CF473A1B-CADA-4008-B363-EB963BD7344D}"/>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36CA0DF-97E9-4962-A272-69F2E14BBE14}"/>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5A828716-E44C-4BD8-BB52-98F6D8026452}"/>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2FD52240-701F-4911-BC17-3E217EF5FE30}"/>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63F4D178-0D87-4B03-8BFA-A23344B68A2B}"/>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4BEAF49C-BFB0-4A7C-84D6-618977944F3F}"/>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9A9C0E3F-0B9F-4D27-9513-E083A50646E2}"/>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B5139E44-5B23-462C-80AC-331FB7DE3365}"/>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42AA1483-EDAE-4CF3-B09C-D0F20F98ED5B}"/>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01A97A04-274E-4AD3-B58F-7373CD948B41}"/>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B20CDEDC-0FC6-4A7E-B737-230027113A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4245783"/>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BB554E3C-E73E-43F2-8AB4-8D776300E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88B07CAC-6FCC-40C9-BAC7-0919D2B127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C960721F-E2D9-4D1F-A3A5-8DA0180040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6B82FF07-6DCD-4D61-BB44-F6E27B43A7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3B99A4C-E34C-4FE7-8FD9-CF349DB1CE6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A949799A-58D3-498B-9470-365225EF77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6F7F01EF-8D52-4F51-9AAF-33B588E6AE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28FA3CE5-3606-4E91-9E14-861074CFABEA}"/>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81AAD7D5-4079-4BA9-9A94-6C0DFFA9E2D0}"/>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25D4641D-708D-4920-8F36-60717AABEF9E}"/>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197BBF13-6816-4B25-BC59-461254740D33}"/>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CEE2A963-13CF-45BB-BD34-69B9F2D8647E}"/>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FD1D88B9-D919-4E6A-BB4A-D7AB61B6D2A7}"/>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3953A275-AB5D-465D-B9ED-7AFF8BB786D4}"/>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8BED15C8-B4A0-4351-82F9-42568C2245C6}"/>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29B3AA43-2BE6-49F2-83AC-2FFB3B003783}"/>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AA4DC7B6-8CE1-4CA2-B145-D80C42A84B22}"/>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FEF7E3AF-BB03-4928-AC44-1131D3E82D6E}"/>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3B6D60EE-3EF3-4592-92BD-D437BBA56CD6}"/>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AA948070-A5DB-47EF-9F65-F73CFAEAD9A8}"/>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4F6CDADB-DEE8-48ED-97F3-1A1CFDDA6561}"/>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A1894324-EE76-4C7A-BAB9-956D8472B2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33169534"/>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24823B68-4974-4D79-9A85-48D5665B0D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7D55C7EF-4C9F-4246-A596-92849124D4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C11A5757-E10F-4FB7-944E-51A5539B11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EC3614A7-6965-47C0-B4A1-213446612B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A97E52C-32FD-4C75-A762-9A0C53303FC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7B04C478-3D10-4E05-85FF-B6566A2955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E9CD978A-DDAF-44E6-A8D3-2FFA6A20DD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F07C499A-6D13-49E9-AD7C-540F5352082E}"/>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7A096DD0-D6D8-4C35-A650-FCF222815F72}"/>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5DE5B510-7FB5-41B6-8B6F-813D1AB2D76A}"/>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86A5ACE1-B046-4C96-BEEE-C63A84B2FEF8}"/>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FDE3E868-DD4E-4577-8185-530BA7ABA350}"/>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C1A36633-0203-4BE4-8E01-9AEB799B0CFF}"/>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2E926607-AD5C-4A62-BAD5-2AC3F4496159}"/>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7CF6E56-A5E9-451F-8631-4FF2FE039E20}"/>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92261C0B-F61E-41F6-8A09-6DE51A2506F7}"/>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D6F0E501-B076-4A1B-9A06-789B603D4359}"/>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E4800F5A-BAFA-431D-BA20-12D1E91475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25582232"/>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0BFEAA98-0A45-463E-8059-CD41FF1C37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A47625DA-D554-4F91-A98E-037F23B7FE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5E9EA02F-5827-4391-94DD-FCAC57D23A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7F8BACE7-BCFD-4CAE-833B-69CED4C077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87C2321-06CC-447B-9792-79A88248451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7F51B103-0A22-4219-99BD-1C06CF7C79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D61872F1-5437-4B91-92FE-AC32328912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5B2158AA-B04A-4164-8200-B0FD75A99054}"/>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4CDE0F5A-E96B-42DD-A3C0-DFAE061C5040}"/>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78865D69-EE02-42EB-A998-535CB6860D23}"/>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673ECAE9-BFA6-43C3-BC11-9DDB1A904558}"/>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A3730365-9134-49EB-A51A-B2DA93B44714}"/>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02F6296D-7B57-4624-8BF1-4A4F4CB0D45A}"/>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5AB0FE19-609D-470B-AC99-462037F03FE6}"/>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90DDBE8F-BF14-4BDC-B9BF-0895997B0C55}"/>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CF2636FB-6FD9-4479-8620-49DA1BB80012}"/>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5F29D53D-388D-4C65-97A2-1E2949E791F0}"/>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30745D90-D2B8-4E95-A85C-944BDC5B6A54}"/>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1CD2CA93-1380-4485-A8A8-F49CD0EA78B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733411A8-2566-452E-B1A7-E12EA13DF2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8845028"/>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1B7A14CD-AB30-4DE1-8092-F888DB643E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0A35A828-B637-4ACE-981F-CB034D152C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7FF77F84-692B-4B3B-9B50-7731737BF2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56ACA411-F85D-4EBB-956B-00502F86F7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955319C-8979-4DBD-B794-23D60E8AF2D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00C6B729-EBA1-4221-B8D9-884A5DE948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CBD3F004-9278-4500-A294-99844B406A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55773956-DC08-42F6-AA11-B3C4926FED04}"/>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23F72AAD-0D2B-4A81-9D1D-D8E429DD34A4}"/>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6CBBEC52-4265-4E97-8B4D-D39EA1C04DB3}"/>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EA757325-E7EA-473A-ADB2-EDF23E9694F6}"/>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4541FF4C-B063-4119-8B81-E8F6937C289F}"/>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D07531D5-7AB3-4231-AF41-C3C1E6309640}"/>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E8CF3786-C154-4F63-BE93-5996CFEAB249}"/>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89716708-0808-480A-B0DE-B0DEB826F74E}"/>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EE884DE8-72C6-4F7E-B261-0D40146EDAED}"/>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E1394CB7-0EBA-45F6-BEBD-32C316FE8251}"/>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B5C6DA9E-CF53-49C9-87D8-013D4BA27C31}"/>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28F6BF36-D0F8-47EA-8E61-0F501570B9DC}"/>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4F8C529F-193B-4933-9AF9-A2D0D38C4A16}"/>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A653BD03-28CF-4953-8811-548BE60D9945}"/>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720163F7-93EC-4786-AC53-E70A4040C2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35969947"/>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264AF710-774E-4811-8048-60F223D752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FFE03F73-E237-4C28-9B34-5F87F2A972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A5B4696B-50B6-4280-8D54-219F82956E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FA323C7F-B93A-425F-B1AC-2EE154196E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16AD31E-E631-47CB-8943-9F9C12156F9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D5DDD640-D0F5-4C01-B200-9BEE91F3FD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CD18FD17-2D4F-4FE8-B90A-F57E095979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0DFF6E9A-BB05-4E97-8B2F-A6DBD1E9D9BA}"/>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0D6BE0E2-FDB0-4B7A-A9E5-14D5F739589B}"/>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A64A942C-393C-4FFE-83E0-E4E7DE741A95}"/>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38DBAAF7-4F7F-4DD1-9F18-7C50612898D6}"/>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9294E452-BA80-4F8D-90CD-1FAC79287B57}"/>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BD2BC632-A84B-4EDE-B8B8-F8C5AC6AED05}"/>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5CC3ED31-1B28-4B2F-A6E2-2FE18DCF9159}"/>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AEA6D5FC-F9E3-47DF-992F-7CBC841CCCA1}"/>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1E8EF557-7B2A-4FB7-AF66-B6B3CDA2312B}"/>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3C677183-7999-47F4-B5F3-6F068A7BC5EA}"/>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42D83BA5-7288-468F-990C-F5A63CA7BA3E}"/>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C87DC40B-E7C6-4B23-9483-913B8F3D565F}"/>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541DC714-D6A9-4D08-A86D-00E208F28301}"/>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ECB69CB4-E05D-47BC-A227-94333108CB88}"/>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42751D73-615B-4D64-8CA9-27032507EBCE}"/>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9B91E5C3-21F7-4FE8-839B-1468C553FB7C}"/>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AF96A599-5D56-4529-987E-272C64AD909F}"/>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FC7BAFAE-E15F-4F9A-B918-B77253871BD8}"/>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86785114-BF00-48CA-93F4-B7EA7FF1E33E}"/>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D8220574-F4D0-4CAD-953C-CED6A966ACFC}"/>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40DE4DC2-A31B-4C7C-B0F0-215CD9041F57}"/>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A02B02EE-F2C4-4995-926A-AB8D750E56FD}"/>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47731431-EDEC-4316-A2E9-6E739E3E1350}"/>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E802ED5E-0544-42F6-A248-6904DE00EBBA}"/>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5DC7BC3A-46E7-4D02-8DDB-DB94C9AA1F22}"/>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ACFB2D4C-657D-4DAD-A1D3-B184D32D212B}"/>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794B9861-81D0-4835-AAF8-2ACDBD469CB3}"/>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154CF3C0-DD87-4B59-AB8D-A7D5731D74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1995842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324D07D9-0CB4-4036-BEE6-E18CB15DF0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DA30640E-290B-4B6C-8CD1-D88ED84783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4FD7E87F-5459-42B7-AA9B-39E87A7D61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2A6EC6F4-5938-4F80-837E-7972559EA2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88F23058-3759-41CA-B35A-9B2D2F1909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63331384-20A5-42C9-8284-A1AB693EF2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346BC1CB-F5DC-46DB-ABFC-1FB3C00C88A5}"/>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BE9AD603-A59D-4E61-B168-80D92131BE76}"/>
              </a:ext>
            </a:extLst>
          </p:cNvPr>
          <p:cNvPicPr>
            <a:picLocks xmlns:a="http://schemas.openxmlformats.org/drawingml/2006/main" noChangeAspect="1"/>
          </p:cNvPicPr>
          <p:nvPr/>
        </p:nvPicPr>
        <p:blipFill>
          <a:blip xmlns:r="http://schemas.openxmlformats.org/officeDocument/2006/relationships" xmlns:a="http://schemas.openxmlformats.org/drawingml/2006/main" r:embed="R4e13fe3e4c654d63"/>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97E0AB4F-46DB-4E24-9918-601DB4A0287C}"/>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8BC6A88-6766-4445-9935-BE94DD0BB02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EAB623E3-F110-491A-A370-F65C94E99C48}"/>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DFAD5914-3C9A-4D90-B8FF-E419F21D2CA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524F1A7-7DDD-4CA8-89F4-075E8F7E8E44}"/>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6C8F23C5-A71B-41D9-ACA3-E73FFE9B647D}"/>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08358306-B186-44AA-97D1-78AEDDBC9E2A}"/>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DED9C7BE-CBB2-48DD-9059-0E4EE57C804F}"/>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2A8C71F-3E23-4BF7-BB16-46B64E71B0F8}"/>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734DDE5D-C91F-4722-918C-EA821545D78F}"/>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2B32F026-9205-44B1-B453-536781D66735}"/>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5124EBBC-4256-44C9-A871-24C5EED69395}"/>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BD028D6F-936C-4338-987D-26E23618BE4D}"/>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0554FD69-12CB-4B6F-B43C-60D95FF6144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3CFEFF0F-71D1-449C-9BBE-36408FCE8A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7303541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55FA6C0D-FF98-4367-99FA-73235C74B8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CA9FDD8D-86D9-494C-9120-6C1165F92D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9CD1ACC1-CF54-4D2C-9EA4-342FA83654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60C9FA8A-EE36-46F9-9D3B-8029C7EEEF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F96A39F9-FCD8-45F1-BA70-0A84E16D3A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C5CAE71-4F62-4E9B-9012-B9F4E1683C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352BA057-F3F1-40F2-8438-BF7135B75661}"/>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A6FB8AE9-6DDD-4F88-B0BF-EF29A324D6B1}"/>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3CE879DE-3D93-4A29-B5D6-336457AE9E58}"/>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06CAAB5E-CF5F-461E-97D0-C05CE7FA16AE}"/>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355CD096-CAC8-4D2F-A1EE-9A314DF4FD40}"/>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3EFBE58E-C668-4694-AFCE-637DBB56B787}"/>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B657CC8B-E5C3-43E9-9082-84B1F8CCDB67}"/>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0870C986-25B6-480B-A9DB-78DA4EB5D863}"/>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BA3D4B33-F589-4D2B-AADE-288EE2CF5FD2}"/>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751AF4A2-5B58-459A-A9A7-49A9B29324DC}"/>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8246EA81-B4FE-4F85-BD97-7C48DDC0AB9D}"/>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071E6247-08F6-4AB9-9317-D41184491941}"/>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8EC37333-7FD6-4856-929E-D2AC9A8CC710}"/>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E862485E-DE37-4E50-9414-B5E8B3B66CAA}"/>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B73F817F-4E35-421D-B2AD-66C93316C70D}"/>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CC1AB11D-B2AF-4BCC-BA3F-023F9B6EF44E}"/>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7E321AA5-FECE-4B56-956E-BC7A1701741B}"/>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B94EF717-81B6-4D87-98E6-5EE8BC066E95}"/>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D3F655E2-6D05-4CA8-B186-1CFD64B27244}"/>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EA0197EF-C767-4695-8A48-C0A5B8965F81}"/>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0050A625-E5DB-4775-B035-83086D8E7404}"/>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ECB1C1A6-CC62-4939-B730-ECCFB389D27C}"/>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45CCA9A9-A160-4A9D-A2BC-17037B18AA6B}"/>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41157A12-CCA4-4E40-9B0A-CB1D26971C9A}"/>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90D46FCC-AB20-4A7A-88BE-937D76C5F39C}"/>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17AEB980-51F8-4147-9DDF-83F80B46DA39}"/>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C88F9D9E-AE76-4A32-A672-42F85D7D49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210148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AAC2E59E-CCAD-4CE1-BD07-F5A35FA224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E0827CA5-A0FA-45B9-8608-470F30961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D2FB1A27-B9C3-4823-801D-339064CC2A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2785B04C-EA0E-4376-AAA8-FC35DDBE32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6173461B-99A6-4108-8062-DD3F6164B3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BEDD7DF8-38D1-434E-ACC2-2A4648187F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68C4209E-3576-4CD3-86D8-5654EB77243C}"/>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8DD4E447-F092-49E4-98B9-42037DC72296}"/>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726F12C-289E-47D3-8188-941523C10609}"/>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478F2C0D-7BC5-440B-B58E-62F354E4D8BF}"/>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E05B65F2-AFA5-4E5A-9BB5-FADA4BCB27F8}"/>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A1393529-D64E-4F5F-9A7D-9885C40AEA76}"/>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3450E711-F725-4C73-9323-8FC486508772}"/>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595AE490-EB47-4FB0-A650-788279EC75C3}"/>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3E374F54-8401-48CF-BB93-548D7CB90B01}"/>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B121A96D-483D-4D05-96BD-C157E95656A7}"/>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11BDCE73-5C0A-4AE2-9744-244FE96EFCF0}"/>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76CC18C4-BA38-4DD1-BD74-64BE6DDCA963}"/>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939B7F58-512C-47F6-AA8D-1C4DF05E20E6}"/>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4D37884C-B071-427F-91D8-848B809678E7}"/>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19B2998B-9F32-4C4B-AD8B-333FC1610AFC}"/>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C0255009-F539-470E-8B1D-CD238C479BBA}"/>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B56C9ABA-68D5-41A3-ACD0-5F370CC71B42}"/>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55D3F01C-0ED5-4FD9-A23A-665936969200}"/>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0BEAC34E-7C0D-4D12-B1E4-523A032FA867}"/>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FFB31849-C68C-4EB8-AEEC-295F94174F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638056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EFEB21FB-67E5-400D-872C-0C874C6071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CAAC36AE-D65C-4674-A614-6C487CA19E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112D4EB3-33AA-4048-882B-753C698CAF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B3800E92-EFEE-415D-B71B-7E4AD6060C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381140D6-1ACD-4E2D-9D3E-C6B7090F10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88DD4FAF-6981-4352-9595-0A688B5762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7BB612FA-1409-4A57-8DE3-3BC3059DF1B6}"/>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B50D3C47-9D6E-4306-8DD6-7F5E70756F75}"/>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838EDC34-9949-439F-B465-E847B8507F77}"/>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6A1B3314-136D-4665-B214-2C46BABD7F6D}"/>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2A24967B-9293-4804-A4B5-4410A2466C2C}"/>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CAC86F49-9E5B-4E55-8BA0-9C6033365E55}"/>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8BBABF55-6DD7-4792-BEA0-093670F6A2E4}"/>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9FF3F5E6-BE67-4F25-9248-4FF11C8B490C}"/>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DC9E0EBE-FB72-40F5-82A2-2CAAE7DC2495}"/>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FBC90BED-6287-4162-8E3E-5E8B1F42A22C}"/>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70FFC93F-E776-4E17-9CE8-1F4255DB838D}"/>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3EE7647A-7C35-45D0-B690-7142B30085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146748384"/>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8DEAC125-27A7-4674-A0FD-94DB20EC35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39164FA5-F350-484E-97E3-96FEFA97AC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70D06531-C1F3-4E78-9D5A-66F4C0B422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28DA143E-4DF6-49AA-9A67-2CC4227720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C5EFA262-CABC-44CB-A018-C158A8BE31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BB9BB09-0356-4B9F-99F2-A962380581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23406BD-ADB9-4414-B28D-D256EA5234DF}"/>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CED8734D-29C7-4946-9E7E-5FE47785CE45}"/>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F220C59-6F64-4D8D-8FFC-39CB203E61C4}"/>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6D63AFA1-81B5-4E79-B55C-FF6367D0DC1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88C36686-3FA2-450C-95A6-87D65CBA310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76BB1AF1-5AD5-4563-8D51-09AB1D301A53}"/>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4CCAE8CC-5A84-4DD4-B4AB-2A28F53291EA}"/>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10239411-E8A0-40A0-A7BB-2045D567B7ED}"/>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335C723C-FBE4-4DE0-B314-8C6EB9DDA694}"/>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9119D62C-1EB0-4752-88EF-33B9938173EC}"/>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B8598BD5-EF7E-4FB3-B537-D793A9C012FA}"/>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51D350B6-78F6-47A5-B223-075636C322DF}"/>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72919521-93A6-4973-8DAB-7D992208E3BB}"/>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CFEC206D-BE54-46A9-ACAB-469F071DB541}"/>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B57FA91A-3E0A-45CD-9755-3700E7A92E4C}"/>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6FD38D30-BDE9-4B93-93E5-5B1C33DC9F31}"/>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DF059061-9657-44A2-A319-77CDC238AC72}"/>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15425FB2-CE06-4B74-AEC8-489364851017}"/>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1E256559-4889-4EF3-AAC8-FBCAD9BDF6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22133400"/>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6FADDBCD-F3A8-4562-A16E-E139FD77ED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D3D4C9D8-CB3C-4E04-A156-D342112EC0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C156CC3B-54B3-411D-BF77-6AAC7DC5AF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1E95AA69-5FAF-4C81-93E6-DC1BA025E1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37CD8017-6730-4436-8919-D4459EEF40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000B120-8BB0-472E-9FAB-3710007A79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D5A6CDF0-826E-4BCC-84C4-3254BD4DD990}"/>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F74FDCCB-FF37-48EF-B639-416392627474}"/>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707DB09A-EF27-4C7D-BD9B-465D6215B1BF}"/>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9BA6B8D8-3458-4EC7-B904-F2399B0AC38E}"/>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096B01C7-9D97-4A49-A539-9AD87260AF81}"/>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8BA1EA86-3504-4EA9-9A58-CA5E2ED94E9B}"/>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5F1C9284-803A-4A34-B95B-C4CBCE36DC9D}"/>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A9378333-7A70-4A68-829E-5B413266D35F}"/>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9E9C6EDF-7CBA-4AE9-A9E3-19E9BEE02FA3}"/>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FEA817A3-F8A1-4BEB-B5AB-7357DE5B413E}"/>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0B3EE3E0-D42C-49F9-9537-CF3E17643237}"/>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256C3923-B6F8-4452-8E7E-B5EB0A9B931B}"/>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702BC262-7F63-48DF-9D96-FE8818E03369}"/>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04296538-CA21-4EB0-989B-946BC37866EF}"/>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7EB5DDFD-CD5F-45D3-AA98-3FC9FB0A13D6}"/>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6571A0A7-9B88-4C66-ADD3-0115BE96168C}"/>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235FE56A-F39B-487D-8B14-05238417B6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1743562"/>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77E22267-6EE9-49A9-9A54-8DE76AB610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12D84818-615D-4893-BDDF-BA50E08106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A2D0CA99-671F-494D-A8C4-A37374E4F9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ED5FDCCD-47BC-42E0-801A-26AE3226F2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D701E830-E6CA-4E57-8512-9CAB9D6AA5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804FAFE2-01AA-476F-B1B3-058594D205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C7455A68-27E4-4BD4-9E6A-9F0CAC3D0E3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99FA329A-771A-4664-B5A7-88B6BFA8527E}"/>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85773785-FD28-4113-9479-CC2ADC727F49}"/>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20F6D51-4959-406E-8150-8DA59A01A123}"/>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96AE5C2-3220-4DAB-A58C-A619AAD854AE}"/>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5C982804-1EB5-468E-975D-F3A13C407799}"/>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B28944BC-EE8B-4473-BF89-E5A1CC3FEE33}"/>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7B02986E-74B9-4755-9FCC-1F6312101DCF}"/>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64167DFE-EDDC-44A6-8544-764CA30BF3F0}"/>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8546330C-9C80-44F2-9F47-662A63F22C0B}"/>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F708436C-95CB-4976-9DF4-B65D0964370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B178166-C194-41F3-97EE-597B8595DAC5}"/>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985B868E-8F79-4C21-B3B1-F8A72CC38569}"/>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E1C14B7F-3215-42AB-8065-030EDAB91014}"/>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B4303320-F236-4BB3-B9EA-96ADC13376ED}"/>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1F3C95ED-6DC6-4ACD-9240-A6D62685FC2B}"/>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901BBD2F-28E7-4029-933B-9B72D73B6DF0}"/>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6D710B78-8D77-46A6-8D03-40CDA9A0C031}"/>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83973F3C-4C42-47D1-BA8E-19E666F4D312}"/>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EB73C55B-4FB4-4CD2-8C2E-7298F492C7E7}"/>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354F4FF1-C0EB-46D6-9E0B-7C7723F8800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CFF5C375-C9EE-49A5-85FD-09DCBAB3C9D2}"/>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2E027EFE-F451-49AD-A1B2-DE0BDC829CB3}"/>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9F64EEB8-6E8A-42B6-9F80-63EA6D4BB8B7}"/>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5C531315-0F7C-4900-9A13-C89D19F77B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475394"/>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3DE9B440-FA9A-46F2-A69F-ACCB4E59B7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12A9246E-5A3B-4AF2-A581-E0F0CFE788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ACE1E723-F586-4C6C-BF8F-1688BA3595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446A2EE5-5DC2-42DB-B787-9AA9C6C5CF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0298797B-FBB1-4030-BAC3-CE9DC1606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856C0436-BF92-44B8-9C0A-4302CF5E2D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74E7BC92-5820-4C29-9474-EBBF5941CBEE}"/>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5C4D8CC2-7A86-41F4-BC93-0191E1AC6BDB}"/>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3C4E8182-7CFF-471F-AB39-35B39F6AFBCE}"/>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90192A01-A8B4-44DB-8421-C34A895211A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A6823A17-81EC-4D84-B927-81626854C96E}"/>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706C2822-9489-4B59-B39F-4634123F8263}"/>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565EF608-AB07-43AA-B32E-BE81F15FE633}"/>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11EBE03E-E479-4963-A56E-F5EB05DC20C9}"/>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F8211349-17B6-4851-808D-69A9EB9F0B53}"/>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CA91F051-3C0A-4495-97B9-C25DD61B8A6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8675A70B-9FC1-4D86-A375-2DF150E809E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0914E46-00AB-47D9-ACA9-7E57F8661EB1}"/>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FA670A88-88A6-42C5-BC2B-FE7B0B953D2F}"/>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E1864CB3-77A2-44E6-B3CB-19C57BF6C65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6F1BE44-2F54-4241-83A3-1B0F2910892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ADAE3B5-F821-4F0D-B48F-2ECFB84D7C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8F052ED6-812D-4BF1-A334-8C1F87E0DE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0496927"/>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303C81D9-92EF-4484-8C03-841DBDFAEF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33DF0EDE-E4A3-4E38-BF54-14C840F07E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A0D908A8-4F92-435D-8015-EBF0062820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0E380C9E-5C4A-4080-99F4-E936DE92DD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5F8959C3-4AB8-421E-8C9B-ED78062D24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A897D8E4-23FC-488B-A064-38E91D28FF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4F20485D-65A6-4E86-AC01-67EBE85274D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B5655C11-4BB2-4756-AFE8-B1BD3DCE032A}"/>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CBB01CE8-27E9-4003-B47F-40AE1FAC6EA3}"/>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97B1EF07-C48C-4672-859A-E566559C71C6}"/>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490EC87D-F808-4610-A711-A976215C5657}"/>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C32DA5E4-1966-40FE-937C-EBD8F92D4687}"/>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37DD96A3-18B3-4CB3-8727-1768BB584221}"/>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75C560E9-8E37-433F-86F9-DE0A0D4BE1FA}"/>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05215CD6-DFE0-4FD8-9BA6-B3B3339504B0}"/>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0A107126-0DDC-4960-BC32-21E3AAF29707}"/>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D0ED389B-8B29-456B-82EA-533F8B4DB22C}"/>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A5D24E81-40D3-46C9-8A26-EDCEFC1BDAEF}"/>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061DABB-E56E-402D-90A7-3BC0052654C3}"/>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902AF912-56CF-4149-897A-1DE1A2D7BDD5}"/>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0212EE48-493A-4CB8-9136-59414CFF6FC9}"/>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8B52CBA0-45B6-406C-90E6-28395ECCCB6E}"/>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3A245E45-3B08-4BBB-A929-BCFF80CEC388}"/>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4CC95681-75F7-41B6-BB42-34F87E533759}"/>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A43AF56-164F-4B6D-8493-4A81CDC28F0F}"/>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90313DB-6AB1-4C04-87F1-031D8B04096F}"/>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70783731-2EA0-490B-8E1A-1A39637AB44B}"/>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C373D6A3-3A84-4680-9B15-E4A33B6675B0}"/>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88F54F83-DA81-4EB6-91D2-092888E085AC}"/>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9255CD3-F6E5-4836-BE61-2D9AF723108C}"/>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20D38377-1A29-416C-A9E6-01E4E3117735}"/>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8056C868-063C-43A4-A3C4-F9DD7F06C269}"/>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1033B94C-D9AE-4FDA-A532-DE1EC719418F}"/>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682CC831-4692-4688-B5ED-41CC9D8A725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47614A5C-334B-4FEF-BA30-2EF3463DAAC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1B0B5C4A-8B46-410B-859D-8179BED1D5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8230701"/>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78969405-5483-4768-806E-9F1B64A53E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0D01689A-23BD-4CDA-9E48-12F5634F56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B399F8C6-CE7F-4D7A-8FEE-25F5AF8AFA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616A74C4-8A32-4124-8DFF-9C34B9C3B1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A8F52837-0E35-42AA-A1E0-D7B3CA20C1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C08041C0-9FE2-4B1C-9F5F-F63B1F3B4C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BB3CABA5-69CF-4498-9387-ABFB61F20B27}"/>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5E71F18-740B-42B1-B72E-E86040023FE8}"/>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ED1FAB6-E850-4922-AD16-E382D25B3F39}"/>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2FE63DAB-74B0-4DCA-97EF-1C791F14DC8D}"/>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EDB34E25-549F-4F0E-989F-26FCFD22686A}"/>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ABEC0CE-BB11-4708-8465-28C6CEE8802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46A5515C-1ED0-4739-80BF-4A19DCA60E5E}"/>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C159CA0F-6970-4188-9CBB-A71A11AC13C0}"/>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CDF385A-3C4F-47F4-A66E-B454E40ED102}"/>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7F7BCA28-5DB4-4F5C-9271-E6A7AE9BBBE4}"/>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B3570095-AAF9-4877-A217-7D27F60AA65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BF25547E-4DBC-4ACC-A059-CD6B1BF93F30}"/>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914FA38-9566-420D-858C-94D82692A454}"/>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86E0A68C-EB06-47FC-BE2C-DA0647BE858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E0AA509C-F7A1-4F8B-8D78-E8CE9EBC0B3A}"/>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2C3115A0-8CE3-4EF9-981D-0640795B6415}"/>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44D77029-1581-49ED-854E-0E03ACEB0466}"/>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FB39B06-C55A-4789-81C5-072954F4E371}"/>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4193122A-1F18-4F02-941C-4ECAB50E182D}"/>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0F9FE19B-DE59-45BE-B00A-E868165AC3F3}"/>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C6FD1452-929C-4032-8E85-C2279326282B}"/>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041B6702-0694-48A7-8634-6FD3047C78F7}"/>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C92581E-4FE8-41A0-A048-8094B0396648}"/>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3D5C6A3-AFB5-4985-B551-6A409C791085}"/>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4D876C18-F503-4C75-B861-3C14F3846CAA}"/>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0B9D1B51-8BAD-4D12-8A72-247088FC3397}"/>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212F5D1-FD9B-4D90-8020-B529D3BA7D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50572167"/>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8EF3607A-D7FD-44EA-BA32-4624C3DCD8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38825C36-7F09-4606-A0DC-9AB380EE8A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51BBCB67-ECC6-47A1-8A12-0948AE6761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A11DEBB-ABCE-4A9F-B10C-82C47C113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B0363601-167C-41C8-8857-F51EEE57B9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950EA4F4-4E3D-4EE0-87B7-1E32296E8F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0F833370-1A78-43CC-BEE1-6C9817894BED}"/>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1AF52-E8BB-4398-BFEC-1990623D9750}"/>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CA93622-79B4-436A-B4B8-0F8CBC6528EA}"/>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27F80038-A70F-47E7-8575-D56802C2DA60}"/>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F787CE91-3B00-4197-8B97-E8ABF3F6A2F8}"/>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A8B23D4E-E653-4F76-ACDD-CF6BD011BAFA}"/>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B6AC84A-4375-4EC2-BC3D-F0EFD28A338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1533B97A-3C6B-4A86-83A9-58105008D171}"/>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3438C1F6-AE80-4A49-AA12-75FDD277494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A016860D-F11D-4163-9A31-54AAA7AE1A0C}"/>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8C49E5F-DA83-4E9C-A61E-BDB30548094B}"/>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2D5CA66-F909-4005-B0AD-CF910BB52A0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ED6AE85C-30FB-4CFA-9D21-A5E476F86AA0}"/>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99FC5FF2-CEEC-439D-8DA7-E653D1EA01C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EF957ED-24B0-4FFB-9BD0-EA1BBA4C21D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8AC062FB-E46D-4C4E-B263-B61B6B78A830}"/>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D983DC42-97E0-49CE-876B-0F3AA66C58B3}"/>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2E5B12D7-19AC-4A27-8B71-0BFF9F20E072}"/>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D5F0A7-FAC7-47EA-91F9-D7CB9A11E26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353C89FB-0025-4D5B-8117-9AE4B059BD27}"/>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2DD8E3B3-B87E-458B-9512-25DF51A8A14F}"/>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A52AB57E-6324-40E4-84C2-9F4E573C6234}"/>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5AEBAA34-2091-485E-8FB4-F73FB6ECAA45}"/>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7B7CA5F6-12D3-438C-A292-9B45D8D61D34}"/>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2B30A3CC-535A-4359-8CCF-1B1763EADA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88249802"/>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47C2B8DE-2B51-48D5-8676-4A531EC248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99">
            <a:extLst xmlns:a="http://schemas.openxmlformats.org/drawingml/2006/main">
              <a:ext uri="{FF2B5EF4-FFF2-40B4-BE49-F238E27FC236}">
                <a16:creationId xmlns:a16="http://schemas.microsoft.com/office/drawing/2014/main" id="{61E7D3C8-7DC8-47F9-8976-F4CF8EF55F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무 적용 팁 · 작업 환경과 기준">
            <a:extLst xmlns:a="http://schemas.openxmlformats.org/drawingml/2006/main">
              <a:ext uri="{FF2B5EF4-FFF2-40B4-BE49-F238E27FC236}">
                <a16:creationId xmlns:a16="http://schemas.microsoft.com/office/drawing/2014/main" id="{B5EF2DB7-42DD-466F-9EA5-9F3AB9E03F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D881C46D-ABBF-4E63-816B-C64BC40C46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88760EE-6B12-465E-9AED-CDBF1358C6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2CE0E246-FFEE-46DD-8AEE-D2900F487A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9732BBE-7A73-4956-9210-B9D10E6A84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FC65701-4A53-4963-8023-00C373FB7E7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EC46737-DEBA-4794-B6B7-B589BCE4BBB3}"/>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AFD4FA8-34B0-4657-8E9D-1BAF6FCC019F}"/>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92CE5726-E119-42FD-89A9-E33A1B9A6FC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1">
            <a:extLst xmlns:a="http://schemas.openxmlformats.org/drawingml/2006/main">
              <a:ext uri="{FF2B5EF4-FFF2-40B4-BE49-F238E27FC236}">
                <a16:creationId xmlns:a16="http://schemas.microsoft.com/office/drawing/2014/main" id="{44D82821-408F-46A1-B648-1738942938D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a:t>
            </a:r>
          </a:p>
        </p:txBody>
      </p:sp>
      <p:sp>
        <p:nvSpPr>
          <p:cNvPr id="13" name="Repository 작업은 Codex에서 시작한다">
            <a:extLst xmlns:a="http://schemas.openxmlformats.org/drawingml/2006/main">
              <a:ext uri="{FF2B5EF4-FFF2-40B4-BE49-F238E27FC236}">
                <a16:creationId xmlns:a16="http://schemas.microsoft.com/office/drawing/2014/main" id="{BAD67FBF-1509-4060-B31C-DD937EF4AA2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A1E23773-F109-4BC0-A2D7-E2DE59600853}"/>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286CFD1-5DF8-43E3-8AD1-C16DD46339F3}"/>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5">
            <a:extLst xmlns:a="http://schemas.openxmlformats.org/drawingml/2006/main">
              <a:ext uri="{FF2B5EF4-FFF2-40B4-BE49-F238E27FC236}">
                <a16:creationId xmlns:a16="http://schemas.microsoft.com/office/drawing/2014/main" id="{21D1C9C7-7FF5-4732-BECE-412D67174AA8}"/>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S45</a:t>
            </a:r>
          </a:p>
        </p:txBody>
      </p:sp>
      <p:sp>
        <p:nvSpPr>
          <p:cNvPr id="17" name="AGENTS.md에는 무엇을 남길까?">
            <a:extLst xmlns:a="http://schemas.openxmlformats.org/drawingml/2006/main">
              <a:ext uri="{FF2B5EF4-FFF2-40B4-BE49-F238E27FC236}">
                <a16:creationId xmlns:a16="http://schemas.microsoft.com/office/drawing/2014/main" id="{60FFB919-B647-4254-985C-12386E6EE07B}"/>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FF5EF40D-96DD-41B2-AC47-506B14D2F01A}"/>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B842B68-D633-4277-9A0F-71C1534A8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4">
            <a:extLst xmlns:a="http://schemas.openxmlformats.org/drawingml/2006/main">
              <a:ext uri="{FF2B5EF4-FFF2-40B4-BE49-F238E27FC236}">
                <a16:creationId xmlns:a16="http://schemas.microsoft.com/office/drawing/2014/main" id="{9F33FCDC-BA84-492A-B32F-566194A69DCA}"/>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S54</a:t>
            </a:r>
          </a:p>
        </p:txBody>
      </p:sp>
      <p:sp>
        <p:nvSpPr>
          <p:cNvPr id="21" name="테스트 명령을 언제 쓰고 무엇을 판단할까?">
            <a:extLst xmlns:a="http://schemas.openxmlformats.org/drawingml/2006/main">
              <a:ext uri="{FF2B5EF4-FFF2-40B4-BE49-F238E27FC236}">
                <a16:creationId xmlns:a16="http://schemas.microsoft.com/office/drawing/2014/main" id="{1D218BE7-E62D-49AD-A36F-DF3F0F8E28E7}"/>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859CBE92-23C4-4BBB-BCE0-84591A41F4AE}"/>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41C4501-892F-4A6D-AB67-F998B18F9D6C}"/>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4">
            <a:extLst xmlns:a="http://schemas.openxmlformats.org/drawingml/2006/main">
              <a:ext uri="{FF2B5EF4-FFF2-40B4-BE49-F238E27FC236}">
                <a16:creationId xmlns:a16="http://schemas.microsoft.com/office/drawing/2014/main" id="{923101C0-C550-493D-9051-361CF9FF482A}"/>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이번 Context와 다시 쓸 지식">
            <a:extLst xmlns:a="http://schemas.openxmlformats.org/drawingml/2006/main">
              <a:ext uri="{FF2B5EF4-FFF2-40B4-BE49-F238E27FC236}">
                <a16:creationId xmlns:a16="http://schemas.microsoft.com/office/drawing/2014/main" id="{E7A0B293-B346-49E5-A791-971A893FE973}"/>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4A019887-208A-4E90-9A05-DC37EF6FB777}"/>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DC610E6-17AD-4F3A-AA9B-A9CAE16270CD}"/>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9">
            <a:extLst xmlns:a="http://schemas.openxmlformats.org/drawingml/2006/main">
              <a:ext uri="{FF2B5EF4-FFF2-40B4-BE49-F238E27FC236}">
                <a16:creationId xmlns:a16="http://schemas.microsoft.com/office/drawing/2014/main" id="{E56ED84E-DBE1-4691-A664-CBBC90F52F2C}"/>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밝기 통계의 판단을 C++ 검사에 적용하기">
            <a:extLst xmlns:a="http://schemas.openxmlformats.org/drawingml/2006/main">
              <a:ext uri="{FF2B5EF4-FFF2-40B4-BE49-F238E27FC236}">
                <a16:creationId xmlns:a16="http://schemas.microsoft.com/office/drawing/2014/main" id="{31A4772D-66C0-4A4E-8D6F-F904743313C3}"/>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밝기 통계의 판단을 C++ 검사에 적용하기</a:t>
            </a:r>
          </a:p>
        </p:txBody>
      </p:sp>
      <p:sp>
        <p:nvSpPr>
          <p:cNvPr id="30" name="Legacy module connection">
            <a:extLst xmlns:a="http://schemas.openxmlformats.org/drawingml/2006/main">
              <a:ext uri="{FF2B5EF4-FFF2-40B4-BE49-F238E27FC236}">
                <a16:creationId xmlns:a16="http://schemas.microsoft.com/office/drawing/2014/main" id="{A3E615DD-B9CC-412C-9C40-54B2DBAB86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521513365"/>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2FBC144A-1ED6-4F20-83BE-AED73DC090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00">
            <a:extLst xmlns:a="http://schemas.openxmlformats.org/drawingml/2006/main">
              <a:ext uri="{FF2B5EF4-FFF2-40B4-BE49-F238E27FC236}">
                <a16:creationId xmlns:a16="http://schemas.microsoft.com/office/drawing/2014/main" id="{CCF49B42-498E-49F8-A0B6-473073FA46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실무 적용 팁 · 요청 작성">
            <a:extLst xmlns:a="http://schemas.openxmlformats.org/drawingml/2006/main">
              <a:ext uri="{FF2B5EF4-FFF2-40B4-BE49-F238E27FC236}">
                <a16:creationId xmlns:a16="http://schemas.microsoft.com/office/drawing/2014/main" id="{FC30E9CF-E03C-4F1F-915B-CA489CCC7F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C611E015-4367-4A78-8413-A396DE468E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B49C912-1EC8-4E53-9588-816D8D1226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0179550C-9FB4-4C9B-B039-C9918F3875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3EE3B010-DDE0-4AEF-8DA0-BF9755EBBF7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75E4CB7-3FFB-4699-AFA6-60DA901E770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16733177-76F7-4368-96FC-46F3049C09F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997CF5AE-EF52-4CFD-8F96-8B1BF63F6A64}"/>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164CEF04-2BB4-4DAF-9804-E0F035EE9F9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5">
            <a:extLst xmlns:a="http://schemas.openxmlformats.org/drawingml/2006/main">
              <a:ext uri="{FF2B5EF4-FFF2-40B4-BE49-F238E27FC236}">
                <a16:creationId xmlns:a16="http://schemas.microsoft.com/office/drawing/2014/main" id="{45FA7D14-39EB-484A-A94F-5EECEA1F511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S25</a:t>
            </a:r>
          </a:p>
        </p:txBody>
      </p:sp>
      <p:sp>
        <p:nvSpPr>
          <p:cNvPr id="13" name="지시와 참고 자료의 구분">
            <a:extLst xmlns:a="http://schemas.openxmlformats.org/drawingml/2006/main">
              <a:ext uri="{FF2B5EF4-FFF2-40B4-BE49-F238E27FC236}">
                <a16:creationId xmlns:a16="http://schemas.microsoft.com/office/drawing/2014/main" id="{E5FFA0F8-3BF5-4601-88BF-B762F43FE8D3}"/>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813ABA4B-2BF6-47D4-A032-1870CDDC9E20}"/>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247A70F-CB63-4452-A626-A7B4B7B0D9D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6">
            <a:extLst xmlns:a="http://schemas.openxmlformats.org/drawingml/2006/main">
              <a:ext uri="{FF2B5EF4-FFF2-40B4-BE49-F238E27FC236}">
                <a16:creationId xmlns:a16="http://schemas.microsoft.com/office/drawing/2014/main" id="{766D83DC-43AD-4CDE-BEA1-F81997FA1C1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S26</a:t>
            </a:r>
          </a:p>
        </p:txBody>
      </p:sp>
      <p:sp>
        <p:nvSpPr>
          <p:cNvPr id="17" name="입력과 기대 결과의 작은 예시">
            <a:extLst xmlns:a="http://schemas.openxmlformats.org/drawingml/2006/main">
              <a:ext uri="{FF2B5EF4-FFF2-40B4-BE49-F238E27FC236}">
                <a16:creationId xmlns:a16="http://schemas.microsoft.com/office/drawing/2014/main" id="{6B8B98E3-AAB8-4F45-A32B-C5C64E65453D}"/>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6B0B6103-D4A5-4DE6-8E4F-13BB2B9AAC7C}"/>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B0E8A4-286A-41B3-962F-09D6BB5E1A5B}"/>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7">
            <a:extLst xmlns:a="http://schemas.openxmlformats.org/drawingml/2006/main">
              <a:ext uri="{FF2B5EF4-FFF2-40B4-BE49-F238E27FC236}">
                <a16:creationId xmlns:a16="http://schemas.microsoft.com/office/drawing/2014/main" id="{C1DB1DC5-0BE7-4B3F-8C5F-7BCB558D5BB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21" name="바로 검토할 수 있는 결과 형식">
            <a:extLst xmlns:a="http://schemas.openxmlformats.org/drawingml/2006/main">
              <a:ext uri="{FF2B5EF4-FFF2-40B4-BE49-F238E27FC236}">
                <a16:creationId xmlns:a16="http://schemas.microsoft.com/office/drawing/2014/main" id="{E6590107-6AD4-4B66-A5A8-F4722E8ED26C}"/>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3B4605DB-CB61-49F2-9A60-FB4BBBE1720F}"/>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98661006-8708-4E2B-9419-3CB9A1706AF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28">
            <a:extLst xmlns:a="http://schemas.openxmlformats.org/drawingml/2006/main">
              <a:ext uri="{FF2B5EF4-FFF2-40B4-BE49-F238E27FC236}">
                <a16:creationId xmlns:a16="http://schemas.microsoft.com/office/drawing/2014/main" id="{FAABD89A-B245-43AD-ACDD-75DB958149B9}"/>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25" name="근거가 있는 설명과 미확인의 구분">
            <a:extLst xmlns:a="http://schemas.openxmlformats.org/drawingml/2006/main">
              <a:ext uri="{FF2B5EF4-FFF2-40B4-BE49-F238E27FC236}">
                <a16:creationId xmlns:a16="http://schemas.microsoft.com/office/drawing/2014/main" id="{A02808D8-D30A-473E-81EF-A3392663680E}"/>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B832E735-F86F-4837-8CC5-26FCD744227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0462FDB-93AA-450D-9A39-993D1CF423C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29">
            <a:extLst xmlns:a="http://schemas.openxmlformats.org/drawingml/2006/main">
              <a:ext uri="{FF2B5EF4-FFF2-40B4-BE49-F238E27FC236}">
                <a16:creationId xmlns:a16="http://schemas.microsoft.com/office/drawing/2014/main" id="{4AAE7C1C-35B9-4D57-92B7-C325DBE50DB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9" name="결과를 바꾸는 결정에서 확인 질문">
            <a:extLst xmlns:a="http://schemas.openxmlformats.org/drawingml/2006/main">
              <a:ext uri="{FF2B5EF4-FFF2-40B4-BE49-F238E27FC236}">
                <a16:creationId xmlns:a16="http://schemas.microsoft.com/office/drawing/2014/main" id="{4A54F765-83AA-441F-85DF-4D855F6DD18C}"/>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45AFE47D-EA6E-47EC-A49E-EE8B343B660A}"/>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F284A856-B9A3-4BFF-BD6C-41A1EA8F093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0">
            <a:extLst xmlns:a="http://schemas.openxmlformats.org/drawingml/2006/main">
              <a:ext uri="{FF2B5EF4-FFF2-40B4-BE49-F238E27FC236}">
                <a16:creationId xmlns:a16="http://schemas.microsoft.com/office/drawing/2014/main" id="{8205A6F7-6BB1-4BEF-ACAB-99A504A47CC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33" name="큰 작업을 검토할 결과물로 나누기">
            <a:extLst xmlns:a="http://schemas.openxmlformats.org/drawingml/2006/main">
              <a:ext uri="{FF2B5EF4-FFF2-40B4-BE49-F238E27FC236}">
                <a16:creationId xmlns:a16="http://schemas.microsoft.com/office/drawing/2014/main" id="{7711B4C4-2ABD-4337-A0FC-BCA971D1CCF9}"/>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9BD774BF-2A98-4DBD-88EC-6DEA64F3EAD5}"/>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9843EFFB-EABF-418D-833A-3ADB272ABD6D}"/>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1">
            <a:extLst xmlns:a="http://schemas.openxmlformats.org/drawingml/2006/main">
              <a:ext uri="{FF2B5EF4-FFF2-40B4-BE49-F238E27FC236}">
                <a16:creationId xmlns:a16="http://schemas.microsoft.com/office/drawing/2014/main" id="{A5FBA68F-9DD2-4F13-835B-C55C762F843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37" name="기준을 지정한 코드 리뷰 요청">
            <a:extLst xmlns:a="http://schemas.openxmlformats.org/drawingml/2006/main">
              <a:ext uri="{FF2B5EF4-FFF2-40B4-BE49-F238E27FC236}">
                <a16:creationId xmlns:a16="http://schemas.microsoft.com/office/drawing/2014/main" id="{7943BC9B-DAE4-4A75-8EEC-38E60228B3C0}"/>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2CF2ADD5-D846-4A96-8107-E670D8F6BF07}"/>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10953431-6FF2-4A4A-853B-413C4317C20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2">
            <a:extLst xmlns:a="http://schemas.openxmlformats.org/drawingml/2006/main">
              <a:ext uri="{FF2B5EF4-FFF2-40B4-BE49-F238E27FC236}">
                <a16:creationId xmlns:a16="http://schemas.microsoft.com/office/drawing/2014/main" id="{88476C79-1FDD-402A-9BF4-93901C4987F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41" name="구체적인 근거로 수정 방향 피드백">
            <a:extLst xmlns:a="http://schemas.openxmlformats.org/drawingml/2006/main">
              <a:ext uri="{FF2B5EF4-FFF2-40B4-BE49-F238E27FC236}">
                <a16:creationId xmlns:a16="http://schemas.microsoft.com/office/drawing/2014/main" id="{EE4AFC08-C785-4A7F-833F-E9CBD4BB9F6A}"/>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656A0B91-405E-4504-8C82-5FFB1B8831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18609398"/>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AAF7514D-52CA-4E5C-86AE-05211FC629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01">
            <a:extLst xmlns:a="http://schemas.openxmlformats.org/drawingml/2006/main">
              <a:ext uri="{FF2B5EF4-FFF2-40B4-BE49-F238E27FC236}">
                <a16:creationId xmlns:a16="http://schemas.microsoft.com/office/drawing/2014/main" id="{ABC72E45-5616-4C78-BDCD-B81AA764D1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무 적용 팁 · 검증과 개선">
            <a:extLst xmlns:a="http://schemas.openxmlformats.org/drawingml/2006/main">
              <a:ext uri="{FF2B5EF4-FFF2-40B4-BE49-F238E27FC236}">
                <a16:creationId xmlns:a16="http://schemas.microsoft.com/office/drawing/2014/main" id="{7894E06E-D9DB-44B9-9027-4027FDEF88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860D39B4-BA19-4C43-B806-C79910D3DF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728A4B31-7BD9-4819-A993-958A502F4F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11C49AF-AFBB-4791-892E-1B0D7BCDF0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8CFFD06-5E47-4F9B-AD84-A9601553733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06F5CB9-0C36-4C32-8B15-D30A2B551FC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68F8E70-063D-47B7-9797-B7C96B443A1B}"/>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3C33347-B3EF-40C2-8230-B0B9E33CF7D6}"/>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4B0AA5F-5ADB-439E-9F5D-E28EAB34264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75">
            <a:extLst xmlns:a="http://schemas.openxmlformats.org/drawingml/2006/main">
              <a:ext uri="{FF2B5EF4-FFF2-40B4-BE49-F238E27FC236}">
                <a16:creationId xmlns:a16="http://schemas.microsoft.com/office/drawing/2014/main" id="{37898D71-998B-4B6B-A82B-453BA23E93C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13" name="원인을 고르기 전에 확인할 기록">
            <a:extLst xmlns:a="http://schemas.openxmlformats.org/drawingml/2006/main">
              <a:ext uri="{FF2B5EF4-FFF2-40B4-BE49-F238E27FC236}">
                <a16:creationId xmlns:a16="http://schemas.microsoft.com/office/drawing/2014/main" id="{DCD09D8E-FC6A-4B45-9535-9DC8CC69810B}"/>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E234CD24-1317-4D67-86E2-B5E899A382C4}"/>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8E39BD4-AB1A-4DD5-8704-E8C8B1349A7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79">
            <a:extLst xmlns:a="http://schemas.openxmlformats.org/drawingml/2006/main">
              <a:ext uri="{FF2B5EF4-FFF2-40B4-BE49-F238E27FC236}">
                <a16:creationId xmlns:a16="http://schemas.microsoft.com/office/drawing/2014/main" id="{2CC8D203-DB83-4EAA-828F-377298060DE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S79</a:t>
            </a:r>
          </a:p>
        </p:txBody>
      </p:sp>
      <p:sp>
        <p:nvSpPr>
          <p:cNvPr id="17" name="지침을 고친 뒤, 무엇을 다시 확인할까?">
            <a:extLst xmlns:a="http://schemas.openxmlformats.org/drawingml/2006/main">
              <a:ext uri="{FF2B5EF4-FFF2-40B4-BE49-F238E27FC236}">
                <a16:creationId xmlns:a16="http://schemas.microsoft.com/office/drawing/2014/main" id="{ADC6DD4A-B01E-43C7-89DA-1C785CC0EC31}"/>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714DA347-C794-46D0-8A33-CF2AFB86D7D4}"/>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7ECFD30-0F59-4B7D-94C4-7F62BEFF6DB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95">
            <a:extLst xmlns:a="http://schemas.openxmlformats.org/drawingml/2006/main">
              <a:ext uri="{FF2B5EF4-FFF2-40B4-BE49-F238E27FC236}">
                <a16:creationId xmlns:a16="http://schemas.microsoft.com/office/drawing/2014/main" id="{DF7FA70A-50F0-49DC-AE33-7D8E0E648C1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21" name="무엇을 남기고, 무엇을 덜어낼까?">
            <a:extLst xmlns:a="http://schemas.openxmlformats.org/drawingml/2006/main">
              <a:ext uri="{FF2B5EF4-FFF2-40B4-BE49-F238E27FC236}">
                <a16:creationId xmlns:a16="http://schemas.microsoft.com/office/drawing/2014/main" id="{8907DFDB-A594-4564-817A-614327BBA0FF}"/>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1A3FD39E-9CA8-470F-B736-D5DA3F069C22}"/>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15129E9-5C16-4FC8-9627-98D605252164}"/>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96">
            <a:extLst xmlns:a="http://schemas.openxmlformats.org/drawingml/2006/main">
              <a:ext uri="{FF2B5EF4-FFF2-40B4-BE49-F238E27FC236}">
                <a16:creationId xmlns:a16="http://schemas.microsoft.com/office/drawing/2014/main" id="{C71475CE-C93B-4DF3-A2D2-5D3E991621C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25" name="덜어낸 뒤에도 필요한 일을 하는가?">
            <a:extLst xmlns:a="http://schemas.openxmlformats.org/drawingml/2006/main">
              <a:ext uri="{FF2B5EF4-FFF2-40B4-BE49-F238E27FC236}">
                <a16:creationId xmlns:a16="http://schemas.microsoft.com/office/drawing/2014/main" id="{8B950E07-BCA9-4BBD-8FFC-46CB4509AE2A}"/>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917BE3AD-3124-41FD-88EF-6D7A7A8DA6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25613554"/>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C78361ED-8FB4-4156-BDFD-0D673AE8F5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2">
            <a:extLst xmlns:a="http://schemas.openxmlformats.org/drawingml/2006/main">
              <a:ext uri="{FF2B5EF4-FFF2-40B4-BE49-F238E27FC236}">
                <a16:creationId xmlns:a16="http://schemas.microsoft.com/office/drawing/2014/main" id="{B8C62A6A-5184-4E71-BF7F-71CDF35DD7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Q&amp;A와 교육 마무리">
            <a:extLst xmlns:a="http://schemas.openxmlformats.org/drawingml/2006/main">
              <a:ext uri="{FF2B5EF4-FFF2-40B4-BE49-F238E27FC236}">
                <a16:creationId xmlns:a16="http://schemas.microsoft.com/office/drawing/2014/main" id="{C595DD87-8B5A-49BA-ACDA-C2F5F9FEBB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BBA8098A-1E05-4CD2-B878-3F8CA089AF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D9FF88D7-781D-426D-AAD4-6853D74772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C4733914-21F5-477D-A020-1F8E333271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48808BD-6AE5-4210-B114-7B151216B191}"/>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96CF3205-262C-4E4A-8D56-792F414C5E97}"/>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B1637D24-D1A2-489A-8E2E-10EDD181FFCC}"/>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BCA6EC45-1A11-4AF1-A2CE-12A37399365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DDD29F99-DEBE-4B2C-89B1-BBFD9ABDEB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25717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2026-10-25T09:09:36.0220000Z</dcterms:created>
  <dcterms:modified xsi:type="dcterms:W3CDTF">2026-10-25T09:09:36.0220000Z</dcterms:modified>
</coreProperties>
</file>