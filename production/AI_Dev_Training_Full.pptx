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slides/charts/chart1.xml" ContentType="application/vnd.openxmlformats-officedocument.drawingml.chart+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a408ccbba1947ba" /><Relationship Type="http://schemas.openxmlformats.org/officeDocument/2006/relationships/extended-properties" Target="/docProps/app.xml" Id="R9435cbdcace84d48" /><Relationship Type="http://schemas.openxmlformats.org/officeDocument/2006/relationships/officeDocument" Target="/ppt/presentation.xml" Id="R9534f140342f4347" /></Relationships>
</file>

<file path=ppt/presentation.xml><?xml version="1.0" encoding="utf-8"?>
<p:presentation xmlns:p="http://schemas.openxmlformats.org/presentationml/2006/main">
  <p:sldMasterIdLst>
    <p:sldMasterId xmlns:r="http://schemas.openxmlformats.org/officeDocument/2006/relationships" id="2147483648" r:id="Rbe3c370da2a54ba5"/>
  </p:sldMasterIdLst>
  <p:notesMasterIdLst>
    <p:notesMasterId xmlns:r="http://schemas.openxmlformats.org/officeDocument/2006/relationships" r:id="Rd38961d5422d4ae7"/>
  </p:notesMasterIdLst>
  <p:sldIdLst>
    <p:sldId xmlns:r="http://schemas.openxmlformats.org/officeDocument/2006/relationships" id="256" r:id="R869fd491606c473a"/>
    <p:sldId xmlns:r="http://schemas.openxmlformats.org/officeDocument/2006/relationships" id="257" r:id="Rb300393533ca41e4"/>
    <p:sldId xmlns:r="http://schemas.openxmlformats.org/officeDocument/2006/relationships" id="258" r:id="R34822f1c4d204b3b"/>
    <p:sldId xmlns:r="http://schemas.openxmlformats.org/officeDocument/2006/relationships" id="259" r:id="R30d9004985674fda"/>
    <p:sldId xmlns:r="http://schemas.openxmlformats.org/officeDocument/2006/relationships" id="260" r:id="R1ad009e6670e465f"/>
    <p:sldId xmlns:r="http://schemas.openxmlformats.org/officeDocument/2006/relationships" id="261" r:id="R43af58bdb9054232"/>
    <p:sldId xmlns:r="http://schemas.openxmlformats.org/officeDocument/2006/relationships" id="262" r:id="R8ac1d58be0b64629"/>
    <p:sldId xmlns:r="http://schemas.openxmlformats.org/officeDocument/2006/relationships" id="263" r:id="R4dea3b1876f9441f"/>
    <p:sldId xmlns:r="http://schemas.openxmlformats.org/officeDocument/2006/relationships" id="264" r:id="Rc558e5b685014852"/>
    <p:sldId xmlns:r="http://schemas.openxmlformats.org/officeDocument/2006/relationships" id="265" r:id="Rdd6d225c271b4c8b"/>
    <p:sldId xmlns:r="http://schemas.openxmlformats.org/officeDocument/2006/relationships" id="266" r:id="R2dcbf70309af4496"/>
    <p:sldId xmlns:r="http://schemas.openxmlformats.org/officeDocument/2006/relationships" id="267" r:id="Rfa4b1c1280094032"/>
    <p:sldId xmlns:r="http://schemas.openxmlformats.org/officeDocument/2006/relationships" id="268" r:id="R62bc8fd77b844a5d"/>
    <p:sldId xmlns:r="http://schemas.openxmlformats.org/officeDocument/2006/relationships" id="269" r:id="R2b350ba5b7b34314"/>
    <p:sldId xmlns:r="http://schemas.openxmlformats.org/officeDocument/2006/relationships" id="270" r:id="R6d754cdc721248a2"/>
    <p:sldId xmlns:r="http://schemas.openxmlformats.org/officeDocument/2006/relationships" id="271" r:id="R644939b150374236"/>
    <p:sldId xmlns:r="http://schemas.openxmlformats.org/officeDocument/2006/relationships" id="272" r:id="R46611451bc7146fa"/>
    <p:sldId xmlns:r="http://schemas.openxmlformats.org/officeDocument/2006/relationships" id="273" r:id="R5c40d43c1b514308"/>
    <p:sldId xmlns:r="http://schemas.openxmlformats.org/officeDocument/2006/relationships" id="274" r:id="R2453686dd6e24d50"/>
    <p:sldId xmlns:r="http://schemas.openxmlformats.org/officeDocument/2006/relationships" id="275" r:id="R9c34be09675f459d"/>
    <p:sldId xmlns:r="http://schemas.openxmlformats.org/officeDocument/2006/relationships" id="276" r:id="Rbeaf7959437a484f"/>
    <p:sldId xmlns:r="http://schemas.openxmlformats.org/officeDocument/2006/relationships" id="277" r:id="R6d87e6ef7d624cc7"/>
    <p:sldId xmlns:r="http://schemas.openxmlformats.org/officeDocument/2006/relationships" id="278" r:id="Rc06107beee424706"/>
    <p:sldId xmlns:r="http://schemas.openxmlformats.org/officeDocument/2006/relationships" id="279" r:id="Rdce82a2ba0ad42e6"/>
    <p:sldId xmlns:r="http://schemas.openxmlformats.org/officeDocument/2006/relationships" id="280" r:id="R6b399e1c9c044019"/>
    <p:sldId xmlns:r="http://schemas.openxmlformats.org/officeDocument/2006/relationships" id="281" r:id="Rbbd2667ae6a04654"/>
    <p:sldId xmlns:r="http://schemas.openxmlformats.org/officeDocument/2006/relationships" id="282" r:id="Rf7fc0097732a4989"/>
    <p:sldId xmlns:r="http://schemas.openxmlformats.org/officeDocument/2006/relationships" id="283" r:id="R7c5e1ffe7f284a95"/>
    <p:sldId xmlns:r="http://schemas.openxmlformats.org/officeDocument/2006/relationships" id="284" r:id="Rd2e36d71f9514127"/>
    <p:sldId xmlns:r="http://schemas.openxmlformats.org/officeDocument/2006/relationships" id="285" r:id="Rc95f895c48a141e8"/>
    <p:sldId xmlns:r="http://schemas.openxmlformats.org/officeDocument/2006/relationships" id="286" r:id="R3ef25b2d0200475f"/>
    <p:sldId xmlns:r="http://schemas.openxmlformats.org/officeDocument/2006/relationships" id="287" r:id="R325d98d5f1554568"/>
    <p:sldId xmlns:r="http://schemas.openxmlformats.org/officeDocument/2006/relationships" id="288" r:id="Rc1d95319b8e14322"/>
    <p:sldId xmlns:r="http://schemas.openxmlformats.org/officeDocument/2006/relationships" id="289" r:id="R763ee5aa9e1e4d87"/>
    <p:sldId xmlns:r="http://schemas.openxmlformats.org/officeDocument/2006/relationships" id="290" r:id="R704a11e0b6694ea6"/>
    <p:sldId xmlns:r="http://schemas.openxmlformats.org/officeDocument/2006/relationships" id="291" r:id="R3cd2124a42804173"/>
    <p:sldId xmlns:r="http://schemas.openxmlformats.org/officeDocument/2006/relationships" id="292" r:id="Refbd1918dd9e451b"/>
    <p:sldId xmlns:r="http://schemas.openxmlformats.org/officeDocument/2006/relationships" id="293" r:id="Rdc81efb579af4534"/>
    <p:sldId xmlns:r="http://schemas.openxmlformats.org/officeDocument/2006/relationships" id="294" r:id="R1c57e70c159b4e9c"/>
    <p:sldId xmlns:r="http://schemas.openxmlformats.org/officeDocument/2006/relationships" id="295" r:id="Rf925d984f650495a"/>
    <p:sldId xmlns:r="http://schemas.openxmlformats.org/officeDocument/2006/relationships" id="296" r:id="R9d57ecd4a7284af4"/>
    <p:sldId xmlns:r="http://schemas.openxmlformats.org/officeDocument/2006/relationships" id="297" r:id="R77c16cf9f2cf4ec3"/>
    <p:sldId xmlns:r="http://schemas.openxmlformats.org/officeDocument/2006/relationships" id="298" r:id="R6d32e09ec63d4a47"/>
    <p:sldId xmlns:r="http://schemas.openxmlformats.org/officeDocument/2006/relationships" id="299" r:id="R4100228768b54834"/>
    <p:sldId xmlns:r="http://schemas.openxmlformats.org/officeDocument/2006/relationships" id="300" r:id="R7ca5123c5cdd4281"/>
    <p:sldId xmlns:r="http://schemas.openxmlformats.org/officeDocument/2006/relationships" id="301" r:id="Rc1bc2805443d48b2"/>
    <p:sldId xmlns:r="http://schemas.openxmlformats.org/officeDocument/2006/relationships" id="302" r:id="Re3712a70966140de"/>
    <p:sldId xmlns:r="http://schemas.openxmlformats.org/officeDocument/2006/relationships" id="303" r:id="R2741b800bbdc48bb"/>
    <p:sldId xmlns:r="http://schemas.openxmlformats.org/officeDocument/2006/relationships" id="304" r:id="R9044e186d6a146d3"/>
    <p:sldId xmlns:r="http://schemas.openxmlformats.org/officeDocument/2006/relationships" id="305" r:id="Rcd87473dae6d487a"/>
    <p:sldId xmlns:r="http://schemas.openxmlformats.org/officeDocument/2006/relationships" id="306" r:id="Rbe0bc153e4b24722"/>
    <p:sldId xmlns:r="http://schemas.openxmlformats.org/officeDocument/2006/relationships" id="307" r:id="Rdbd45eee43c64371"/>
    <p:sldId xmlns:r="http://schemas.openxmlformats.org/officeDocument/2006/relationships" id="308" r:id="R5fe4851644044e67"/>
    <p:sldId xmlns:r="http://schemas.openxmlformats.org/officeDocument/2006/relationships" id="309" r:id="R22c629a57e044a59"/>
    <p:sldId xmlns:r="http://schemas.openxmlformats.org/officeDocument/2006/relationships" id="310" r:id="Rafaa27efb9064713"/>
    <p:sldId xmlns:r="http://schemas.openxmlformats.org/officeDocument/2006/relationships" id="311" r:id="R63de498104754329"/>
    <p:sldId xmlns:r="http://schemas.openxmlformats.org/officeDocument/2006/relationships" id="312" r:id="Ra755262f4e134418"/>
    <p:sldId xmlns:r="http://schemas.openxmlformats.org/officeDocument/2006/relationships" id="313" r:id="R26d8beb48fa246a3"/>
    <p:sldId xmlns:r="http://schemas.openxmlformats.org/officeDocument/2006/relationships" id="314" r:id="Rb1ec8a3370b24851"/>
    <p:sldId xmlns:r="http://schemas.openxmlformats.org/officeDocument/2006/relationships" id="315" r:id="R28286bbda22346ec"/>
    <p:sldId xmlns:r="http://schemas.openxmlformats.org/officeDocument/2006/relationships" id="316" r:id="Reab634eaef234b71"/>
    <p:sldId xmlns:r="http://schemas.openxmlformats.org/officeDocument/2006/relationships" id="317" r:id="Re59db3a62e2f4247"/>
    <p:sldId xmlns:r="http://schemas.openxmlformats.org/officeDocument/2006/relationships" id="318" r:id="R6cae4f97b14540b2"/>
    <p:sldId xmlns:r="http://schemas.openxmlformats.org/officeDocument/2006/relationships" id="319" r:id="Rbc61a5927cf84b64"/>
    <p:sldId xmlns:r="http://schemas.openxmlformats.org/officeDocument/2006/relationships" id="320" r:id="R32a14bc526bf4b93"/>
    <p:sldId xmlns:r="http://schemas.openxmlformats.org/officeDocument/2006/relationships" id="321" r:id="Re986f96b8e2d458c"/>
    <p:sldId xmlns:r="http://schemas.openxmlformats.org/officeDocument/2006/relationships" id="322" r:id="R43def3a0439247c9"/>
    <p:sldId xmlns:r="http://schemas.openxmlformats.org/officeDocument/2006/relationships" id="323" r:id="R0960065d7a4e467b"/>
    <p:sldId xmlns:r="http://schemas.openxmlformats.org/officeDocument/2006/relationships" id="324" r:id="Rf5980c44561f4c3e"/>
    <p:sldId xmlns:r="http://schemas.openxmlformats.org/officeDocument/2006/relationships" id="325" r:id="R8fb8c77c0c4b47dd"/>
    <p:sldId xmlns:r="http://schemas.openxmlformats.org/officeDocument/2006/relationships" id="326" r:id="Ra00c587306f94e3c"/>
    <p:sldId xmlns:r="http://schemas.openxmlformats.org/officeDocument/2006/relationships" id="327" r:id="R1bdd89d79d334a61"/>
    <p:sldId xmlns:r="http://schemas.openxmlformats.org/officeDocument/2006/relationships" id="328" r:id="R8bd6679ddf744758"/>
    <p:sldId xmlns:r="http://schemas.openxmlformats.org/officeDocument/2006/relationships" id="329" r:id="Ra9496f0ff2b14eba"/>
    <p:sldId xmlns:r="http://schemas.openxmlformats.org/officeDocument/2006/relationships" id="330" r:id="R7bd187cd6035431f"/>
    <p:sldId xmlns:r="http://schemas.openxmlformats.org/officeDocument/2006/relationships" id="331" r:id="R1f89a7e060224ace"/>
    <p:sldId xmlns:r="http://schemas.openxmlformats.org/officeDocument/2006/relationships" id="332" r:id="R2b3c1885c0334eaf"/>
    <p:sldId xmlns:r="http://schemas.openxmlformats.org/officeDocument/2006/relationships" id="333" r:id="R2558df6b19e8447a"/>
    <p:sldId xmlns:r="http://schemas.openxmlformats.org/officeDocument/2006/relationships" id="334" r:id="Rf7773f05431c4506"/>
    <p:sldId xmlns:r="http://schemas.openxmlformats.org/officeDocument/2006/relationships" id="335" r:id="Rd36aaaa770df46fc"/>
    <p:sldId xmlns:r="http://schemas.openxmlformats.org/officeDocument/2006/relationships" id="336" r:id="R53eedcb9aa1d48d4"/>
    <p:sldId xmlns:r="http://schemas.openxmlformats.org/officeDocument/2006/relationships" id="337" r:id="R3bcb0ba0a2234a51"/>
    <p:sldId xmlns:r="http://schemas.openxmlformats.org/officeDocument/2006/relationships" id="338" r:id="Rad58c33f540e4ba6"/>
    <p:sldId xmlns:r="http://schemas.openxmlformats.org/officeDocument/2006/relationships" id="339" r:id="Ra11b7cd07462404e"/>
    <p:sldId xmlns:r="http://schemas.openxmlformats.org/officeDocument/2006/relationships" id="340" r:id="Rbb153b00fd2e478d"/>
    <p:sldId xmlns:r="http://schemas.openxmlformats.org/officeDocument/2006/relationships" id="341" r:id="R5388149fd945472b"/>
    <p:sldId xmlns:r="http://schemas.openxmlformats.org/officeDocument/2006/relationships" id="342" r:id="R21d6f81c819f49d7"/>
    <p:sldId xmlns:r="http://schemas.openxmlformats.org/officeDocument/2006/relationships" id="343" r:id="Rec823bc0e1a94033"/>
    <p:sldId xmlns:r="http://schemas.openxmlformats.org/officeDocument/2006/relationships" id="344" r:id="R9dd73e08de724928"/>
    <p:sldId xmlns:r="http://schemas.openxmlformats.org/officeDocument/2006/relationships" id="345" r:id="R7ebb1925461048ca"/>
    <p:sldId xmlns:r="http://schemas.openxmlformats.org/officeDocument/2006/relationships" id="346" r:id="R02c87304967e4c3e"/>
    <p:sldId xmlns:r="http://schemas.openxmlformats.org/officeDocument/2006/relationships" id="347" r:id="R03fcf5f42a684b4a"/>
    <p:sldId xmlns:r="http://schemas.openxmlformats.org/officeDocument/2006/relationships" id="348" r:id="Rf8d101448b4a4ce8"/>
    <p:sldId xmlns:r="http://schemas.openxmlformats.org/officeDocument/2006/relationships" id="349" r:id="R3e395d81469746a4"/>
    <p:sldId xmlns:r="http://schemas.openxmlformats.org/officeDocument/2006/relationships" id="350" r:id="Rf193a715afd04842"/>
    <p:sldId xmlns:r="http://schemas.openxmlformats.org/officeDocument/2006/relationships" id="351" r:id="R218c502ecc674a5f"/>
    <p:sldId xmlns:r="http://schemas.openxmlformats.org/officeDocument/2006/relationships" id="352" r:id="R17fa3a8c992c4681"/>
    <p:sldId xmlns:r="http://schemas.openxmlformats.org/officeDocument/2006/relationships" id="353" r:id="Rf14890ee53fa47cb"/>
    <p:sldId xmlns:r="http://schemas.openxmlformats.org/officeDocument/2006/relationships" id="354" r:id="R04a2dc2ffa9f4722"/>
    <p:sldId xmlns:r="http://schemas.openxmlformats.org/officeDocument/2006/relationships" id="355" r:id="R52234821b6ee4b7a"/>
    <p:sldId xmlns:r="http://schemas.openxmlformats.org/officeDocument/2006/relationships" id="356" r:id="R0df04a349c404422"/>
    <p:sldId xmlns:r="http://schemas.openxmlformats.org/officeDocument/2006/relationships" id="357" r:id="R24d5ce2643ff4f4b"/>
    <p:sldId xmlns:r="http://schemas.openxmlformats.org/officeDocument/2006/relationships" id="358" r:id="Rd39de1f02135448b"/>
    <p:sldId xmlns:r="http://schemas.openxmlformats.org/officeDocument/2006/relationships" id="359" r:id="R625432666b8e416a"/>
    <p:sldId xmlns:r="http://schemas.openxmlformats.org/officeDocument/2006/relationships" id="360" r:id="Raeba33d15977451f"/>
    <p:sldId xmlns:r="http://schemas.openxmlformats.org/officeDocument/2006/relationships" id="361" r:id="Ra5d56490e66e4a32"/>
    <p:sldId xmlns:r="http://schemas.openxmlformats.org/officeDocument/2006/relationships" id="362" r:id="R23828497901549bf"/>
    <p:sldId xmlns:r="http://schemas.openxmlformats.org/officeDocument/2006/relationships" id="363" r:id="R014dc04e5a3a4385"/>
    <p:sldId xmlns:r="http://schemas.openxmlformats.org/officeDocument/2006/relationships" id="364" r:id="Re44eb5aecaa14bc6"/>
    <p:sldId xmlns:r="http://schemas.openxmlformats.org/officeDocument/2006/relationships" id="365" r:id="R908e1b9af2d548aa"/>
    <p:sldId xmlns:r="http://schemas.openxmlformats.org/officeDocument/2006/relationships" id="366" r:id="Rec2036c4d7e5453a"/>
    <p:sldId xmlns:r="http://schemas.openxmlformats.org/officeDocument/2006/relationships" id="367" r:id="R8bf00809a0ad4f22"/>
    <p:sldId xmlns:r="http://schemas.openxmlformats.org/officeDocument/2006/relationships" id="368" r:id="R2b9557606dfa4c8d"/>
    <p:sldId xmlns:r="http://schemas.openxmlformats.org/officeDocument/2006/relationships" id="369" r:id="R50dee3e197d74d84"/>
    <p:sldId xmlns:r="http://schemas.openxmlformats.org/officeDocument/2006/relationships" id="370" r:id="R27f7f2d43adb4b5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5d1bbb332124a92" /><Relationship Type="http://schemas.openxmlformats.org/officeDocument/2006/relationships/slideMaster" Target="/ppt/slideMasters/slideMaster1.xml" Id="Rbe3c370da2a54ba5" /><Relationship Type="http://schemas.openxmlformats.org/officeDocument/2006/relationships/notesMaster" Target="/ppt/notesMasters/notesMaster1.xml" Id="Rd38961d5422d4ae7" /><Relationship Type="http://schemas.openxmlformats.org/officeDocument/2006/relationships/presProps" Target="/ppt/presProps.xml" Id="R2b812aebc828435a" /><Relationship Type="http://schemas.openxmlformats.org/officeDocument/2006/relationships/tableStyles" Target="/ppt/tableStyles.xml" Id="R2ee56eb8c2714449" /><Relationship Type="http://schemas.openxmlformats.org/officeDocument/2006/relationships/slide" Target="/ppt/slides/slide1.xml" Id="R869fd491606c473a" /><Relationship Type="http://schemas.openxmlformats.org/officeDocument/2006/relationships/slide" Target="/ppt/slides/slide2.xml" Id="Rb300393533ca41e4" /><Relationship Type="http://schemas.openxmlformats.org/officeDocument/2006/relationships/slide" Target="/ppt/slides/slide3.xml" Id="R34822f1c4d204b3b" /><Relationship Type="http://schemas.openxmlformats.org/officeDocument/2006/relationships/slide" Target="/ppt/slides/slide4.xml" Id="R30d9004985674fda" /><Relationship Type="http://schemas.openxmlformats.org/officeDocument/2006/relationships/slide" Target="/ppt/slides/slide5.xml" Id="R1ad009e6670e465f" /><Relationship Type="http://schemas.openxmlformats.org/officeDocument/2006/relationships/slide" Target="/ppt/slides/slide6.xml" Id="R43af58bdb9054232" /><Relationship Type="http://schemas.openxmlformats.org/officeDocument/2006/relationships/slide" Target="/ppt/slides/slide7.xml" Id="R8ac1d58be0b64629" /><Relationship Type="http://schemas.openxmlformats.org/officeDocument/2006/relationships/slide" Target="/ppt/slides/slide8.xml" Id="R4dea3b1876f9441f" /><Relationship Type="http://schemas.openxmlformats.org/officeDocument/2006/relationships/slide" Target="/ppt/slides/slide9.xml" Id="Rc558e5b685014852" /><Relationship Type="http://schemas.openxmlformats.org/officeDocument/2006/relationships/slide" Target="/ppt/slides/slide10.xml" Id="Rdd6d225c271b4c8b" /><Relationship Type="http://schemas.openxmlformats.org/officeDocument/2006/relationships/slide" Target="/ppt/slides/slide11.xml" Id="R2dcbf70309af4496" /><Relationship Type="http://schemas.openxmlformats.org/officeDocument/2006/relationships/slide" Target="/ppt/slides/slide12.xml" Id="Rfa4b1c1280094032" /><Relationship Type="http://schemas.openxmlformats.org/officeDocument/2006/relationships/slide" Target="/ppt/slides/slide13.xml" Id="R62bc8fd77b844a5d" /><Relationship Type="http://schemas.openxmlformats.org/officeDocument/2006/relationships/slide" Target="/ppt/slides/slide14.xml" Id="R2b350ba5b7b34314" /><Relationship Type="http://schemas.openxmlformats.org/officeDocument/2006/relationships/slide" Target="/ppt/slides/slide15.xml" Id="R6d754cdc721248a2" /><Relationship Type="http://schemas.openxmlformats.org/officeDocument/2006/relationships/slide" Target="/ppt/slides/slide16.xml" Id="R644939b150374236" /><Relationship Type="http://schemas.openxmlformats.org/officeDocument/2006/relationships/slide" Target="/ppt/slides/slide17.xml" Id="R46611451bc7146fa" /><Relationship Type="http://schemas.openxmlformats.org/officeDocument/2006/relationships/slide" Target="/ppt/slides/slide18.xml" Id="R5c40d43c1b514308" /><Relationship Type="http://schemas.openxmlformats.org/officeDocument/2006/relationships/slide" Target="/ppt/slides/slide19.xml" Id="R2453686dd6e24d50" /><Relationship Type="http://schemas.openxmlformats.org/officeDocument/2006/relationships/slide" Target="/ppt/slides/slide20.xml" Id="R9c34be09675f459d" /><Relationship Type="http://schemas.openxmlformats.org/officeDocument/2006/relationships/slide" Target="/ppt/slides/slide21.xml" Id="Rbeaf7959437a484f" /><Relationship Type="http://schemas.openxmlformats.org/officeDocument/2006/relationships/slide" Target="/ppt/slides/slide22.xml" Id="R6d87e6ef7d624cc7" /><Relationship Type="http://schemas.openxmlformats.org/officeDocument/2006/relationships/slide" Target="/ppt/slides/slide23.xml" Id="Rc06107beee424706" /><Relationship Type="http://schemas.openxmlformats.org/officeDocument/2006/relationships/slide" Target="/ppt/slides/slide24.xml" Id="Rdce82a2ba0ad42e6" /><Relationship Type="http://schemas.openxmlformats.org/officeDocument/2006/relationships/slide" Target="/ppt/slides/slide25.xml" Id="R6b399e1c9c044019" /><Relationship Type="http://schemas.openxmlformats.org/officeDocument/2006/relationships/slide" Target="/ppt/slides/slide26.xml" Id="Rbbd2667ae6a04654" /><Relationship Type="http://schemas.openxmlformats.org/officeDocument/2006/relationships/slide" Target="/ppt/slides/slide27.xml" Id="Rf7fc0097732a4989" /><Relationship Type="http://schemas.openxmlformats.org/officeDocument/2006/relationships/slide" Target="/ppt/slides/slide28.xml" Id="R7c5e1ffe7f284a95" /><Relationship Type="http://schemas.openxmlformats.org/officeDocument/2006/relationships/slide" Target="/ppt/slides/slide29.xml" Id="Rd2e36d71f9514127" /><Relationship Type="http://schemas.openxmlformats.org/officeDocument/2006/relationships/slide" Target="/ppt/slides/slide30.xml" Id="Rc95f895c48a141e8" /><Relationship Type="http://schemas.openxmlformats.org/officeDocument/2006/relationships/slide" Target="/ppt/slides/slide31.xml" Id="R3ef25b2d0200475f" /><Relationship Type="http://schemas.openxmlformats.org/officeDocument/2006/relationships/slide" Target="/ppt/slides/slide32.xml" Id="R325d98d5f1554568" /><Relationship Type="http://schemas.openxmlformats.org/officeDocument/2006/relationships/slide" Target="/ppt/slides/slide33.xml" Id="Rc1d95319b8e14322" /><Relationship Type="http://schemas.openxmlformats.org/officeDocument/2006/relationships/slide" Target="/ppt/slides/slide34.xml" Id="R763ee5aa9e1e4d87" /><Relationship Type="http://schemas.openxmlformats.org/officeDocument/2006/relationships/slide" Target="/ppt/slides/slide35.xml" Id="R704a11e0b6694ea6" /><Relationship Type="http://schemas.openxmlformats.org/officeDocument/2006/relationships/slide" Target="/ppt/slides/slide36.xml" Id="R3cd2124a42804173" /><Relationship Type="http://schemas.openxmlformats.org/officeDocument/2006/relationships/slide" Target="/ppt/slides/slide37.xml" Id="Refbd1918dd9e451b" /><Relationship Type="http://schemas.openxmlformats.org/officeDocument/2006/relationships/slide" Target="/ppt/slides/slide38.xml" Id="Rdc81efb579af4534" /><Relationship Type="http://schemas.openxmlformats.org/officeDocument/2006/relationships/slide" Target="/ppt/slides/slide39.xml" Id="R1c57e70c159b4e9c" /><Relationship Type="http://schemas.openxmlformats.org/officeDocument/2006/relationships/slide" Target="/ppt/slides/slide40.xml" Id="Rf925d984f650495a" /><Relationship Type="http://schemas.openxmlformats.org/officeDocument/2006/relationships/slide" Target="/ppt/slides/slide41.xml" Id="R9d57ecd4a7284af4" /><Relationship Type="http://schemas.openxmlformats.org/officeDocument/2006/relationships/slide" Target="/ppt/slides/slide42.xml" Id="R77c16cf9f2cf4ec3" /><Relationship Type="http://schemas.openxmlformats.org/officeDocument/2006/relationships/slide" Target="/ppt/slides/slide43.xml" Id="R6d32e09ec63d4a47" /><Relationship Type="http://schemas.openxmlformats.org/officeDocument/2006/relationships/slide" Target="/ppt/slides/slide44.xml" Id="R4100228768b54834" /><Relationship Type="http://schemas.openxmlformats.org/officeDocument/2006/relationships/slide" Target="/ppt/slides/slide45.xml" Id="R7ca5123c5cdd4281" /><Relationship Type="http://schemas.openxmlformats.org/officeDocument/2006/relationships/slide" Target="/ppt/slides/slide46.xml" Id="Rc1bc2805443d48b2" /><Relationship Type="http://schemas.openxmlformats.org/officeDocument/2006/relationships/slide" Target="/ppt/slides/slide47.xml" Id="Re3712a70966140de" /><Relationship Type="http://schemas.openxmlformats.org/officeDocument/2006/relationships/slide" Target="/ppt/slides/slide48.xml" Id="R2741b800bbdc48bb" /><Relationship Type="http://schemas.openxmlformats.org/officeDocument/2006/relationships/slide" Target="/ppt/slides/slide49.xml" Id="R9044e186d6a146d3" /><Relationship Type="http://schemas.openxmlformats.org/officeDocument/2006/relationships/slide" Target="/ppt/slides/slide50.xml" Id="Rcd87473dae6d487a" /><Relationship Type="http://schemas.openxmlformats.org/officeDocument/2006/relationships/slide" Target="/ppt/slides/slide51.xml" Id="Rbe0bc153e4b24722" /><Relationship Type="http://schemas.openxmlformats.org/officeDocument/2006/relationships/slide" Target="/ppt/slides/slide52.xml" Id="Rdbd45eee43c64371" /><Relationship Type="http://schemas.openxmlformats.org/officeDocument/2006/relationships/slide" Target="/ppt/slides/slide53.xml" Id="R5fe4851644044e67" /><Relationship Type="http://schemas.openxmlformats.org/officeDocument/2006/relationships/slide" Target="/ppt/slides/slide54.xml" Id="R22c629a57e044a59" /><Relationship Type="http://schemas.openxmlformats.org/officeDocument/2006/relationships/slide" Target="/ppt/slides/slide55.xml" Id="Rafaa27efb9064713" /><Relationship Type="http://schemas.openxmlformats.org/officeDocument/2006/relationships/slide" Target="/ppt/slides/slide56.xml" Id="R63de498104754329" /><Relationship Type="http://schemas.openxmlformats.org/officeDocument/2006/relationships/slide" Target="/ppt/slides/slide57.xml" Id="Ra755262f4e134418" /><Relationship Type="http://schemas.openxmlformats.org/officeDocument/2006/relationships/slide" Target="/ppt/slides/slide58.xml" Id="R26d8beb48fa246a3" /><Relationship Type="http://schemas.openxmlformats.org/officeDocument/2006/relationships/slide" Target="/ppt/slides/slide59.xml" Id="Rb1ec8a3370b24851" /><Relationship Type="http://schemas.openxmlformats.org/officeDocument/2006/relationships/slide" Target="/ppt/slides/slide60.xml" Id="R28286bbda22346ec" /><Relationship Type="http://schemas.openxmlformats.org/officeDocument/2006/relationships/slide" Target="/ppt/slides/slide61.xml" Id="Reab634eaef234b71" /><Relationship Type="http://schemas.openxmlformats.org/officeDocument/2006/relationships/slide" Target="/ppt/slides/slide62.xml" Id="Re59db3a62e2f4247" /><Relationship Type="http://schemas.openxmlformats.org/officeDocument/2006/relationships/slide" Target="/ppt/slides/slide63.xml" Id="R6cae4f97b14540b2" /><Relationship Type="http://schemas.openxmlformats.org/officeDocument/2006/relationships/slide" Target="/ppt/slides/slide64.xml" Id="Rbc61a5927cf84b64" /><Relationship Type="http://schemas.openxmlformats.org/officeDocument/2006/relationships/slide" Target="/ppt/slides/slide65.xml" Id="R32a14bc526bf4b93" /><Relationship Type="http://schemas.openxmlformats.org/officeDocument/2006/relationships/slide" Target="/ppt/slides/slide66.xml" Id="Re986f96b8e2d458c" /><Relationship Type="http://schemas.openxmlformats.org/officeDocument/2006/relationships/slide" Target="/ppt/slides/slide67.xml" Id="R43def3a0439247c9" /><Relationship Type="http://schemas.openxmlformats.org/officeDocument/2006/relationships/slide" Target="/ppt/slides/slide68.xml" Id="R0960065d7a4e467b" /><Relationship Type="http://schemas.openxmlformats.org/officeDocument/2006/relationships/slide" Target="/ppt/slides/slide69.xml" Id="Rf5980c44561f4c3e" /><Relationship Type="http://schemas.openxmlformats.org/officeDocument/2006/relationships/slide" Target="/ppt/slides/slide70.xml" Id="R8fb8c77c0c4b47dd" /><Relationship Type="http://schemas.openxmlformats.org/officeDocument/2006/relationships/slide" Target="/ppt/slides/slide71.xml" Id="Ra00c587306f94e3c" /><Relationship Type="http://schemas.openxmlformats.org/officeDocument/2006/relationships/slide" Target="/ppt/slides/slide72.xml" Id="R1bdd89d79d334a61" /><Relationship Type="http://schemas.openxmlformats.org/officeDocument/2006/relationships/slide" Target="/ppt/slides/slide73.xml" Id="R8bd6679ddf744758" /><Relationship Type="http://schemas.openxmlformats.org/officeDocument/2006/relationships/slide" Target="/ppt/slides/slide74.xml" Id="Ra9496f0ff2b14eba" /><Relationship Type="http://schemas.openxmlformats.org/officeDocument/2006/relationships/slide" Target="/ppt/slides/slide75.xml" Id="R7bd187cd6035431f" /><Relationship Type="http://schemas.openxmlformats.org/officeDocument/2006/relationships/slide" Target="/ppt/slides/slide76.xml" Id="R1f89a7e060224ace" /><Relationship Type="http://schemas.openxmlformats.org/officeDocument/2006/relationships/slide" Target="/ppt/slides/slide77.xml" Id="R2b3c1885c0334eaf" /><Relationship Type="http://schemas.openxmlformats.org/officeDocument/2006/relationships/slide" Target="/ppt/slides/slide78.xml" Id="R2558df6b19e8447a" /><Relationship Type="http://schemas.openxmlformats.org/officeDocument/2006/relationships/slide" Target="/ppt/slides/slide79.xml" Id="Rf7773f05431c4506" /><Relationship Type="http://schemas.openxmlformats.org/officeDocument/2006/relationships/slide" Target="/ppt/slides/slide80.xml" Id="Rd36aaaa770df46fc" /><Relationship Type="http://schemas.openxmlformats.org/officeDocument/2006/relationships/slide" Target="/ppt/slides/slide81.xml" Id="R53eedcb9aa1d48d4" /><Relationship Type="http://schemas.openxmlformats.org/officeDocument/2006/relationships/slide" Target="/ppt/slides/slide82.xml" Id="R3bcb0ba0a2234a51" /><Relationship Type="http://schemas.openxmlformats.org/officeDocument/2006/relationships/slide" Target="/ppt/slides/slide83.xml" Id="Rad58c33f540e4ba6" /><Relationship Type="http://schemas.openxmlformats.org/officeDocument/2006/relationships/slide" Target="/ppt/slides/slide84.xml" Id="Ra11b7cd07462404e" /><Relationship Type="http://schemas.openxmlformats.org/officeDocument/2006/relationships/slide" Target="/ppt/slides/slide85.xml" Id="Rbb153b00fd2e478d" /><Relationship Type="http://schemas.openxmlformats.org/officeDocument/2006/relationships/slide" Target="/ppt/slides/slide86.xml" Id="R5388149fd945472b" /><Relationship Type="http://schemas.openxmlformats.org/officeDocument/2006/relationships/slide" Target="/ppt/slides/slide87.xml" Id="R21d6f81c819f49d7" /><Relationship Type="http://schemas.openxmlformats.org/officeDocument/2006/relationships/slide" Target="/ppt/slides/slide88.xml" Id="Rec823bc0e1a94033" /><Relationship Type="http://schemas.openxmlformats.org/officeDocument/2006/relationships/slide" Target="/ppt/slides/slide89.xml" Id="R9dd73e08de724928" /><Relationship Type="http://schemas.openxmlformats.org/officeDocument/2006/relationships/slide" Target="/ppt/slides/slide90.xml" Id="R7ebb1925461048ca" /><Relationship Type="http://schemas.openxmlformats.org/officeDocument/2006/relationships/slide" Target="/ppt/slides/slide91.xml" Id="R02c87304967e4c3e" /><Relationship Type="http://schemas.openxmlformats.org/officeDocument/2006/relationships/slide" Target="/ppt/slides/slide92.xml" Id="R03fcf5f42a684b4a" /><Relationship Type="http://schemas.openxmlformats.org/officeDocument/2006/relationships/slide" Target="/ppt/slides/slide93.xml" Id="Rf8d101448b4a4ce8" /><Relationship Type="http://schemas.openxmlformats.org/officeDocument/2006/relationships/slide" Target="/ppt/slides/slide94.xml" Id="R3e395d81469746a4" /><Relationship Type="http://schemas.openxmlformats.org/officeDocument/2006/relationships/slide" Target="/ppt/slides/slide95.xml" Id="Rf193a715afd04842" /><Relationship Type="http://schemas.openxmlformats.org/officeDocument/2006/relationships/slide" Target="/ppt/slides/slide96.xml" Id="R218c502ecc674a5f" /><Relationship Type="http://schemas.openxmlformats.org/officeDocument/2006/relationships/slide" Target="/ppt/slides/slide97.xml" Id="R17fa3a8c992c4681" /><Relationship Type="http://schemas.openxmlformats.org/officeDocument/2006/relationships/slide" Target="/ppt/slides/slide98.xml" Id="Rf14890ee53fa47cb" /><Relationship Type="http://schemas.openxmlformats.org/officeDocument/2006/relationships/slide" Target="/ppt/slides/slide99.xml" Id="R04a2dc2ffa9f4722" /><Relationship Type="http://schemas.openxmlformats.org/officeDocument/2006/relationships/slide" Target="/ppt/slides/slide100.xml" Id="R52234821b6ee4b7a" /><Relationship Type="http://schemas.openxmlformats.org/officeDocument/2006/relationships/slide" Target="/ppt/slides/slide101.xml" Id="R0df04a349c404422" /><Relationship Type="http://schemas.openxmlformats.org/officeDocument/2006/relationships/slide" Target="/ppt/slides/slide102.xml" Id="R24d5ce2643ff4f4b" /><Relationship Type="http://schemas.openxmlformats.org/officeDocument/2006/relationships/slide" Target="/ppt/slides/slide103.xml" Id="Rd39de1f02135448b" /><Relationship Type="http://schemas.openxmlformats.org/officeDocument/2006/relationships/slide" Target="/ppt/slides/slide104.xml" Id="R625432666b8e416a" /><Relationship Type="http://schemas.openxmlformats.org/officeDocument/2006/relationships/slide" Target="/ppt/slides/slide105.xml" Id="Raeba33d15977451f" /><Relationship Type="http://schemas.openxmlformats.org/officeDocument/2006/relationships/slide" Target="/ppt/slides/slide106.xml" Id="Ra5d56490e66e4a32" /><Relationship Type="http://schemas.openxmlformats.org/officeDocument/2006/relationships/slide" Target="/ppt/slides/slide107.xml" Id="R23828497901549bf" /><Relationship Type="http://schemas.openxmlformats.org/officeDocument/2006/relationships/slide" Target="/ppt/slides/slide108.xml" Id="R014dc04e5a3a4385" /><Relationship Type="http://schemas.openxmlformats.org/officeDocument/2006/relationships/slide" Target="/ppt/slides/slide109.xml" Id="Re44eb5aecaa14bc6" /><Relationship Type="http://schemas.openxmlformats.org/officeDocument/2006/relationships/slide" Target="/ppt/slides/slide110.xml" Id="R908e1b9af2d548aa" /><Relationship Type="http://schemas.openxmlformats.org/officeDocument/2006/relationships/slide" Target="/ppt/slides/slide111.xml" Id="Rec2036c4d7e5453a" /><Relationship Type="http://schemas.openxmlformats.org/officeDocument/2006/relationships/slide" Target="/ppt/slides/slide112.xml" Id="R8bf00809a0ad4f22" /><Relationship Type="http://schemas.openxmlformats.org/officeDocument/2006/relationships/slide" Target="/ppt/slides/slide113.xml" Id="R2b9557606dfa4c8d" /><Relationship Type="http://schemas.openxmlformats.org/officeDocument/2006/relationships/slide" Target="/ppt/slides/slide114.xml" Id="R50dee3e197d74d84" /><Relationship Type="http://schemas.openxmlformats.org/officeDocument/2006/relationships/slide" Target="/ppt/slides/slide115.xml" Id="R27f7f2d43adb4b5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0da860afecc48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4e2af7bb0a246e1" /><Relationship Type="http://schemas.openxmlformats.org/officeDocument/2006/relationships/notesMaster" Target="/ppt/notesMasters/notesMaster1.xml" Id="Rd7372c6ced2d413c" /></Relationships>
</file>

<file path=ppt/notesSlides/_rels/notesSlide2.xml.rels>&#65279;<?xml version="1.0" encoding="utf-8"?><Relationships xmlns="http://schemas.openxmlformats.org/package/2006/relationships"><Relationship Type="http://schemas.openxmlformats.org/officeDocument/2006/relationships/slide" Target="/ppt/slides/slide2.xml" Id="R12e72fc05cee4cca" /><Relationship Type="http://schemas.openxmlformats.org/officeDocument/2006/relationships/notesMaster" Target="/ppt/notesMasters/notesMaster1.xml" Id="Rbedcc3c0d4624b04" /></Relationships>
</file>

<file path=ppt/notesSlides/_rels/notesSlide3.xml.rels>&#65279;<?xml version="1.0" encoding="utf-8"?><Relationships xmlns="http://schemas.openxmlformats.org/package/2006/relationships"><Relationship Type="http://schemas.openxmlformats.org/officeDocument/2006/relationships/slide" Target="/ppt/slides/slide3.xml" Id="R2a8a3850599b45d7" /><Relationship Type="http://schemas.openxmlformats.org/officeDocument/2006/relationships/notesMaster" Target="/ppt/notesMasters/notesMaster1.xml" Id="R715958330549420a" /></Relationships>
</file>

<file path=ppt/notesSlides/_rels/notesSlide4.xml.rels>&#65279;<?xml version="1.0" encoding="utf-8"?><Relationships xmlns="http://schemas.openxmlformats.org/package/2006/relationships"><Relationship Type="http://schemas.openxmlformats.org/officeDocument/2006/relationships/slide" Target="/ppt/slides/slide4.xml" Id="R8304d182f48b4ae6" /><Relationship Type="http://schemas.openxmlformats.org/officeDocument/2006/relationships/notesMaster" Target="/ppt/notesMasters/notesMaster1.xml" Id="R577848602f4d4700" /></Relationships>
</file>

<file path=ppt/notesSlides/_rels/notesSlide5.xml.rels>&#65279;<?xml version="1.0" encoding="utf-8"?><Relationships xmlns="http://schemas.openxmlformats.org/package/2006/relationships"><Relationship Type="http://schemas.openxmlformats.org/officeDocument/2006/relationships/slide" Target="/ppt/slides/slide5.xml" Id="Re71e1d16bc7f4e7b" /><Relationship Type="http://schemas.openxmlformats.org/officeDocument/2006/relationships/notesMaster" Target="/ppt/notesMasters/notesMaster1.xml" Id="Rff886fdaf0ca4151"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d02be301d84b07" /><Relationship Type="http://schemas.openxmlformats.org/officeDocument/2006/relationships/notesMaster" Target="/ppt/notesMasters/notesMaster1.xml" Id="R40478c9d03ba4e3e" /></Relationships>
</file>

<file path=ppt/notesSlides/_rels/notesSlide7.xml.rels>&#65279;<?xml version="1.0" encoding="utf-8"?><Relationships xmlns="http://schemas.openxmlformats.org/package/2006/relationships"><Relationship Type="http://schemas.openxmlformats.org/officeDocument/2006/relationships/slide" Target="/ppt/slides/slide7.xml" Id="R4e032ccc3d644687" /><Relationship Type="http://schemas.openxmlformats.org/officeDocument/2006/relationships/notesMaster" Target="/ppt/notesMasters/notesMaster1.xml" Id="Re862f226b1ef4bed" /></Relationships>
</file>

<file path=ppt/notesSlides/_rels/notesSlide8.xml.rels>&#65279;<?xml version="1.0" encoding="utf-8"?><Relationships xmlns="http://schemas.openxmlformats.org/package/2006/relationships"><Relationship Type="http://schemas.openxmlformats.org/officeDocument/2006/relationships/slide" Target="/ppt/slides/slide8.xml" Id="R11c58713e222418e" /><Relationship Type="http://schemas.openxmlformats.org/officeDocument/2006/relationships/notesMaster" Target="/ppt/notesMasters/notesMaster1.xml" Id="Rc3d14b4fdf3946b5" /></Relationships>
</file>

<file path=ppt/notesSlides/_rels/notesSlide9.xml.rels>&#65279;<?xml version="1.0" encoding="utf-8"?><Relationships xmlns="http://schemas.openxmlformats.org/package/2006/relationships"><Relationship Type="http://schemas.openxmlformats.org/officeDocument/2006/relationships/slide" Target="/ppt/slides/slide9.xml" Id="R6f3e1c52c8f74714" /><Relationship Type="http://schemas.openxmlformats.org/officeDocument/2006/relationships/notesMaster" Target="/ppt/notesMasters/notesMaster1.xml" Id="Rf9e1e29ed93b45d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a45f75407104fc7" /><Relationship Type="http://schemas.openxmlformats.org/officeDocument/2006/relationships/notesMaster" Target="/ppt/notesMasters/notesMaster1.xml" Id="Rfa08e1809ffd4df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909851dd89b4147" /><Relationship Type="http://schemas.openxmlformats.org/officeDocument/2006/relationships/notesMaster" Target="/ppt/notesMasters/notesMaster1.xml" Id="Rca95889500754f4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d6defee051c4614" /><Relationship Type="http://schemas.openxmlformats.org/officeDocument/2006/relationships/notesMaster" Target="/ppt/notesMasters/notesMaster1.xml" Id="Rc03aaa992afa41d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b2890ae3db649dd" /><Relationship Type="http://schemas.openxmlformats.org/officeDocument/2006/relationships/notesMaster" Target="/ppt/notesMasters/notesMaster1.xml" Id="R9ab3b599d38d4f8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1a51bbefc6b4201" /><Relationship Type="http://schemas.openxmlformats.org/officeDocument/2006/relationships/notesMaster" Target="/ppt/notesMasters/notesMaster1.xml" Id="Rdf21d609ddcb458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45a5f78ce884723" /><Relationship Type="http://schemas.openxmlformats.org/officeDocument/2006/relationships/notesMaster" Target="/ppt/notesMasters/notesMaster1.xml" Id="Raf0f6dcd2896454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750f9227081416e" /><Relationship Type="http://schemas.openxmlformats.org/officeDocument/2006/relationships/notesMaster" Target="/ppt/notesMasters/notesMaster1.xml" Id="Rbc24ed214eb04a3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d2812a617cf4e79" /><Relationship Type="http://schemas.openxmlformats.org/officeDocument/2006/relationships/notesMaster" Target="/ppt/notesMasters/notesMaster1.xml" Id="R26c5220e2cab46b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cc0fee848fe4ee0" /><Relationship Type="http://schemas.openxmlformats.org/officeDocument/2006/relationships/notesMaster" Target="/ppt/notesMasters/notesMaster1.xml" Id="R4d9cdf5130944be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4db0bee72804d4f" /><Relationship Type="http://schemas.openxmlformats.org/officeDocument/2006/relationships/notesMaster" Target="/ppt/notesMasters/notesMaster1.xml" Id="Rc590f84aea04424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deafb233a04413d" /><Relationship Type="http://schemas.openxmlformats.org/officeDocument/2006/relationships/notesMaster" Target="/ppt/notesMasters/notesMaster1.xml" Id="R236d98c766d7427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c78aa5297464d57" /><Relationship Type="http://schemas.openxmlformats.org/officeDocument/2006/relationships/notesMaster" Target="/ppt/notesMasters/notesMaster1.xml" Id="R5572b1a68cb7439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7f7bc9436e34b17" /><Relationship Type="http://schemas.openxmlformats.org/officeDocument/2006/relationships/notesMaster" Target="/ppt/notesMasters/notesMaster1.xml" Id="R6cc586afa2cc466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56058a5dbb649b0" /><Relationship Type="http://schemas.openxmlformats.org/officeDocument/2006/relationships/notesMaster" Target="/ppt/notesMasters/notesMaster1.xml" Id="R345ea90131a84a4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b4d4214bdd54c07" /><Relationship Type="http://schemas.openxmlformats.org/officeDocument/2006/relationships/notesMaster" Target="/ppt/notesMasters/notesMaster1.xml" Id="R6c405819bddb41d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599e498ee754f6f" /><Relationship Type="http://schemas.openxmlformats.org/officeDocument/2006/relationships/notesMaster" Target="/ppt/notesMasters/notesMaster1.xml" Id="R5bb27734b00c46f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472535d737f45a4" /><Relationship Type="http://schemas.openxmlformats.org/officeDocument/2006/relationships/notesMaster" Target="/ppt/notesMasters/notesMaster1.xml" Id="R1dd9400c7a08407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bd3564bed704a2a" /><Relationship Type="http://schemas.openxmlformats.org/officeDocument/2006/relationships/notesMaster" Target="/ppt/notesMasters/notesMaster1.xml" Id="R6ac051aa8274400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98e59f8de2b477d" /><Relationship Type="http://schemas.openxmlformats.org/officeDocument/2006/relationships/notesMaster" Target="/ppt/notesMasters/notesMaster1.xml" Id="R9b5ba20d64184d8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1e2cf6907444c1b" /><Relationship Type="http://schemas.openxmlformats.org/officeDocument/2006/relationships/notesMaster" Target="/ppt/notesMasters/notesMaster1.xml" Id="Re5841417c7c1499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cf56afe76c14b1f" /><Relationship Type="http://schemas.openxmlformats.org/officeDocument/2006/relationships/notesMaster" Target="/ppt/notesMasters/notesMaster1.xml" Id="Rc26db39688f544f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c75cbfbcdf24237" /><Relationship Type="http://schemas.openxmlformats.org/officeDocument/2006/relationships/notesMaster" Target="/ppt/notesMasters/notesMaster1.xml" Id="R2d023b51062545d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4d70c07cbac495a" /><Relationship Type="http://schemas.openxmlformats.org/officeDocument/2006/relationships/notesMaster" Target="/ppt/notesMasters/notesMaster1.xml" Id="R62d8c4d55ce54cd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967155bd3d74643" /><Relationship Type="http://schemas.openxmlformats.org/officeDocument/2006/relationships/notesMaster" Target="/ppt/notesMasters/notesMaster1.xml" Id="R92a544e056fa4b7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01705bf877641c5" /><Relationship Type="http://schemas.openxmlformats.org/officeDocument/2006/relationships/notesMaster" Target="/ppt/notesMasters/notesMaster1.xml" Id="Rf56bfdb02dd242c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3dfb535ba504af5" /><Relationship Type="http://schemas.openxmlformats.org/officeDocument/2006/relationships/notesMaster" Target="/ppt/notesMasters/notesMaster1.xml" Id="Rf214d1c2e89f409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225f59d98184264" /><Relationship Type="http://schemas.openxmlformats.org/officeDocument/2006/relationships/notesMaster" Target="/ppt/notesMasters/notesMaster1.xml" Id="R926aea6978024a3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8d758c3a5044cf6" /><Relationship Type="http://schemas.openxmlformats.org/officeDocument/2006/relationships/notesMaster" Target="/ppt/notesMasters/notesMaster1.xml" Id="R35dfb5998a8c4974"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e17e731697f4aad" /><Relationship Type="http://schemas.openxmlformats.org/officeDocument/2006/relationships/notesMaster" Target="/ppt/notesMasters/notesMaster1.xml" Id="R9998c5d74c7445e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f4f708d509d4e5f" /><Relationship Type="http://schemas.openxmlformats.org/officeDocument/2006/relationships/notesMaster" Target="/ppt/notesMasters/notesMaster1.xml" Id="R20d3965ed88f496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f5cdcb48b4245b8" /><Relationship Type="http://schemas.openxmlformats.org/officeDocument/2006/relationships/notesMaster" Target="/ppt/notesMasters/notesMaster1.xml" Id="Rebc8ad04e2b4436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f84ae8563074b08" /><Relationship Type="http://schemas.openxmlformats.org/officeDocument/2006/relationships/notesMaster" Target="/ppt/notesMasters/notesMaster1.xml" Id="R4aea66916427451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bff8837e61646bf" /><Relationship Type="http://schemas.openxmlformats.org/officeDocument/2006/relationships/notesMaster" Target="/ppt/notesMasters/notesMaster1.xml" Id="R8fb15859938d480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5d9ac6419ec4f89" /><Relationship Type="http://schemas.openxmlformats.org/officeDocument/2006/relationships/notesMaster" Target="/ppt/notesMasters/notesMaster1.xml" Id="R9a2448165c24407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f9d2d651d354c05" /><Relationship Type="http://schemas.openxmlformats.org/officeDocument/2006/relationships/notesMaster" Target="/ppt/notesMasters/notesMaster1.xml" Id="R5d45cb546b04445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3ff4e7a2e514219" /><Relationship Type="http://schemas.openxmlformats.org/officeDocument/2006/relationships/notesMaster" Target="/ppt/notesMasters/notesMaster1.xml" Id="R7ce58a1b140140b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0128565f74104cad" /><Relationship Type="http://schemas.openxmlformats.org/officeDocument/2006/relationships/notesMaster" Target="/ppt/notesMasters/notesMaster1.xml" Id="R828315182db04ec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8114cca617404ff8" /><Relationship Type="http://schemas.openxmlformats.org/officeDocument/2006/relationships/notesMaster" Target="/ppt/notesMasters/notesMaster1.xml" Id="R5c506794048c40ec"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545e427908b84921" /><Relationship Type="http://schemas.openxmlformats.org/officeDocument/2006/relationships/notesMaster" Target="/ppt/notesMasters/notesMaster1.xml" Id="R636e40d8c8d3498e"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701573862424625" /><Relationship Type="http://schemas.openxmlformats.org/officeDocument/2006/relationships/notesMaster" Target="/ppt/notesMasters/notesMaster1.xml" Id="R49608e630cb8436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f657534e62546be" /><Relationship Type="http://schemas.openxmlformats.org/officeDocument/2006/relationships/notesMaster" Target="/ppt/notesMasters/notesMaster1.xml" Id="Re68599ad6a624ea6"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521197e96c07479b" /><Relationship Type="http://schemas.openxmlformats.org/officeDocument/2006/relationships/notesMaster" Target="/ppt/notesMasters/notesMaster1.xml" Id="R3ca19e73c33f4229"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a8cf1e0ecc7249b3" /><Relationship Type="http://schemas.openxmlformats.org/officeDocument/2006/relationships/notesMaster" Target="/ppt/notesMasters/notesMaster1.xml" Id="Re8df4089d1354e9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d2efde941cd34ded" /><Relationship Type="http://schemas.openxmlformats.org/officeDocument/2006/relationships/notesMaster" Target="/ppt/notesMasters/notesMaster1.xml" Id="Rc8c95643258b4c6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5fa89d5c541349f2" /><Relationship Type="http://schemas.openxmlformats.org/officeDocument/2006/relationships/notesMaster" Target="/ppt/notesMasters/notesMaster1.xml" Id="R43ad0a4bff0f42d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00f9514e19e44127" /><Relationship Type="http://schemas.openxmlformats.org/officeDocument/2006/relationships/notesMaster" Target="/ppt/notesMasters/notesMaster1.xml" Id="R0f0219a9b43a457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cafc794c0e848df" /><Relationship Type="http://schemas.openxmlformats.org/officeDocument/2006/relationships/notesMaster" Target="/ppt/notesMasters/notesMaster1.xml" Id="R0baf4a3553f84425"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14d3939c0180400c" /><Relationship Type="http://schemas.openxmlformats.org/officeDocument/2006/relationships/notesMaster" Target="/ppt/notesMasters/notesMaster1.xml" Id="Rc1c43aa713b047f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55d504fb73c4e44" /><Relationship Type="http://schemas.openxmlformats.org/officeDocument/2006/relationships/notesMaster" Target="/ppt/notesMasters/notesMaster1.xml" Id="R33bd7442c5ee4cc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489df80278e4543" /><Relationship Type="http://schemas.openxmlformats.org/officeDocument/2006/relationships/notesMaster" Target="/ppt/notesMasters/notesMaster1.xml" Id="R01cc751547064c67"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9eb925471a744f07" /><Relationship Type="http://schemas.openxmlformats.org/officeDocument/2006/relationships/notesMaster" Target="/ppt/notesMasters/notesMaster1.xml" Id="R82a9213522e74dd6"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2ad788907fcd4d2a" /><Relationship Type="http://schemas.openxmlformats.org/officeDocument/2006/relationships/notesMaster" Target="/ppt/notesMasters/notesMaster1.xml" Id="R0ef1dd1fd491482a"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de42f5b036e34a5c" /><Relationship Type="http://schemas.openxmlformats.org/officeDocument/2006/relationships/notesMaster" Target="/ppt/notesMasters/notesMaster1.xml" Id="Rbfc1a15ef4994cfc"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93ce91c0368142f5" /><Relationship Type="http://schemas.openxmlformats.org/officeDocument/2006/relationships/notesMaster" Target="/ppt/notesMasters/notesMaster1.xml" Id="R61ae75ea3e5741ef"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709150bc20124902" /><Relationship Type="http://schemas.openxmlformats.org/officeDocument/2006/relationships/notesMaster" Target="/ppt/notesMasters/notesMaster1.xml" Id="R7cc24c30aa524fe0"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ec492c366ad4a3e" /><Relationship Type="http://schemas.openxmlformats.org/officeDocument/2006/relationships/notesMaster" Target="/ppt/notesMasters/notesMaster1.xml" Id="R26185c89444f4a2d"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ab0af575513141eb" /><Relationship Type="http://schemas.openxmlformats.org/officeDocument/2006/relationships/notesMaster" Target="/ppt/notesMasters/notesMaster1.xml" Id="R60e492429f774a16"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4236a41ae30c4819" /><Relationship Type="http://schemas.openxmlformats.org/officeDocument/2006/relationships/notesMaster" Target="/ppt/notesMasters/notesMaster1.xml" Id="R3b8b8f28f94045c7"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099a396190be4c88" /><Relationship Type="http://schemas.openxmlformats.org/officeDocument/2006/relationships/notesMaster" Target="/ppt/notesMasters/notesMaster1.xml" Id="R7decccc327d44129"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97160966df94914" /><Relationship Type="http://schemas.openxmlformats.org/officeDocument/2006/relationships/notesMaster" Target="/ppt/notesMasters/notesMaster1.xml" Id="Rf99e0c76d2304ab8"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d135f871645f4f36" /><Relationship Type="http://schemas.openxmlformats.org/officeDocument/2006/relationships/notesMaster" Target="/ppt/notesMasters/notesMaster1.xml" Id="Rb9f933aa701743cb"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6a5f55bdaa542a3" /><Relationship Type="http://schemas.openxmlformats.org/officeDocument/2006/relationships/notesMaster" Target="/ppt/notesMasters/notesMaster1.xml" Id="R5e4b9c09ba4a4a37"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d4be39cb83fc40e1" /><Relationship Type="http://schemas.openxmlformats.org/officeDocument/2006/relationships/notesMaster" Target="/ppt/notesMasters/notesMaster1.xml" Id="R7132794ebfb64d07"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64b5053b54ef4c19" /><Relationship Type="http://schemas.openxmlformats.org/officeDocument/2006/relationships/notesMaster" Target="/ppt/notesMasters/notesMaster1.xml" Id="R74a84e59116c456b"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b28b41a59137437d" /><Relationship Type="http://schemas.openxmlformats.org/officeDocument/2006/relationships/notesMaster" Target="/ppt/notesMasters/notesMaster1.xml" Id="R6f09e78681654f5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811cc87de92b4586" /><Relationship Type="http://schemas.openxmlformats.org/officeDocument/2006/relationships/notesMaster" Target="/ppt/notesMasters/notesMaster1.xml" Id="Rdcc39ae41a864c76"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1d108a5f8adc43e2" /><Relationship Type="http://schemas.openxmlformats.org/officeDocument/2006/relationships/notesMaster" Target="/ppt/notesMasters/notesMaster1.xml" Id="R6486edc2539b44e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ac8c52937362425d" /><Relationship Type="http://schemas.openxmlformats.org/officeDocument/2006/relationships/notesMaster" Target="/ppt/notesMasters/notesMaster1.xml" Id="Rd9f091559bb34575"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1a9f7288f47e4793" /><Relationship Type="http://schemas.openxmlformats.org/officeDocument/2006/relationships/notesMaster" Target="/ppt/notesMasters/notesMaster1.xml" Id="Rc227d49f6f404dfa"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c2f7423a229c42db" /><Relationship Type="http://schemas.openxmlformats.org/officeDocument/2006/relationships/notesMaster" Target="/ppt/notesMasters/notesMaster1.xml" Id="R9765ae580804444b"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5997f09eee4245a4" /><Relationship Type="http://schemas.openxmlformats.org/officeDocument/2006/relationships/notesMaster" Target="/ppt/notesMasters/notesMaster1.xml" Id="Rfeaa4263f8924f58"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dd77dad2861e4cbf" /><Relationship Type="http://schemas.openxmlformats.org/officeDocument/2006/relationships/notesMaster" Target="/ppt/notesMasters/notesMaster1.xml" Id="R1bb417cea1684393"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552fb1b3278d40a4" /><Relationship Type="http://schemas.openxmlformats.org/officeDocument/2006/relationships/notesMaster" Target="/ppt/notesMasters/notesMaster1.xml" Id="R481fb80e50544faf"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3198543187ca4218" /><Relationship Type="http://schemas.openxmlformats.org/officeDocument/2006/relationships/notesMaster" Target="/ppt/notesMasters/notesMaster1.xml" Id="R1c9db2bd278e4315"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695c325534fe4c45" /><Relationship Type="http://schemas.openxmlformats.org/officeDocument/2006/relationships/notesMaster" Target="/ppt/notesMasters/notesMaster1.xml" Id="Re4adc0f4be574e67"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6ad8cd042ed44040" /><Relationship Type="http://schemas.openxmlformats.org/officeDocument/2006/relationships/notesMaster" Target="/ppt/notesMasters/notesMaster1.xml" Id="R38dc7ebbd500487b"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a6cd6ccd5dba40eb" /><Relationship Type="http://schemas.openxmlformats.org/officeDocument/2006/relationships/notesMaster" Target="/ppt/notesMasters/notesMaster1.xml" Id="Rdc5f5902b1374005"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d921811aa1ce49d5" /><Relationship Type="http://schemas.openxmlformats.org/officeDocument/2006/relationships/notesMaster" Target="/ppt/notesMasters/notesMaster1.xml" Id="R8d345a982ed6468b"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7f364bf7b8ec4cd0" /><Relationship Type="http://schemas.openxmlformats.org/officeDocument/2006/relationships/notesMaster" Target="/ppt/notesMasters/notesMaster1.xml" Id="Re33de990e1254287"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384f23cba59343d0" /><Relationship Type="http://schemas.openxmlformats.org/officeDocument/2006/relationships/notesMaster" Target="/ppt/notesMasters/notesMaster1.xml" Id="R622337d6238e4a9c"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11818b0a3f98406a" /><Relationship Type="http://schemas.openxmlformats.org/officeDocument/2006/relationships/notesMaster" Target="/ppt/notesMasters/notesMaster1.xml" Id="Re61bb7ecf5724186"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82e0e13529f44e23" /><Relationship Type="http://schemas.openxmlformats.org/officeDocument/2006/relationships/notesMaster" Target="/ppt/notesMasters/notesMaster1.xml" Id="R43fadb9df2a24aaf"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1d0ef7dbe5fd4029" /><Relationship Type="http://schemas.openxmlformats.org/officeDocument/2006/relationships/notesMaster" Target="/ppt/notesMasters/notesMaster1.xml" Id="Re78c167c827b4033"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1aa770e7ae1949f1" /><Relationship Type="http://schemas.openxmlformats.org/officeDocument/2006/relationships/notesMaster" Target="/ppt/notesMasters/notesMaster1.xml" Id="R990250d53c2b4934"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fba2fae0a49247e6" /><Relationship Type="http://schemas.openxmlformats.org/officeDocument/2006/relationships/notesMaster" Target="/ppt/notesMasters/notesMaster1.xml" Id="Ra2732fcd9e5c4edf"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3e460d78ea5b49f3" /><Relationship Type="http://schemas.openxmlformats.org/officeDocument/2006/relationships/notesMaster" Target="/ppt/notesMasters/notesMaster1.xml" Id="R533286164ffc4682"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93302aff228043da" /><Relationship Type="http://schemas.openxmlformats.org/officeDocument/2006/relationships/notesMaster" Target="/ppt/notesMasters/notesMaster1.xml" Id="R753a3f944534421f"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911a4bf48f2f499f" /><Relationship Type="http://schemas.openxmlformats.org/officeDocument/2006/relationships/notesMaster" Target="/ppt/notesMasters/notesMaster1.xml" Id="Re1483ce9e01e485c"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8bfa4042a6954c46" /><Relationship Type="http://schemas.openxmlformats.org/officeDocument/2006/relationships/notesMaster" Target="/ppt/notesMasters/notesMaster1.xml" Id="R289241c6bc0d483c"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97f13091215741c7" /><Relationship Type="http://schemas.openxmlformats.org/officeDocument/2006/relationships/notesMaster" Target="/ppt/notesMasters/notesMaster1.xml" Id="R0a15f4d8f02f4b74"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2429a6ea4721474b" /><Relationship Type="http://schemas.openxmlformats.org/officeDocument/2006/relationships/notesMaster" Target="/ppt/notesMasters/notesMaster1.xml" Id="R046837384ffd4073"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e49469717fa8491d" /><Relationship Type="http://schemas.openxmlformats.org/officeDocument/2006/relationships/notesMaster" Target="/ppt/notesMasters/notesMaster1.xml" Id="R3505387355a14965"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0dc11bef4b924bc5" /><Relationship Type="http://schemas.openxmlformats.org/officeDocument/2006/relationships/notesMaster" Target="/ppt/notesMasters/notesMaster1.xml" Id="R8eb2012f0efd4767"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4981f5c32e5c4221" /><Relationship Type="http://schemas.openxmlformats.org/officeDocument/2006/relationships/notesMaster" Target="/ppt/notesMasters/notesMaster1.xml" Id="R5739253ffa014567"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a0c6e546aa634328" /><Relationship Type="http://schemas.openxmlformats.org/officeDocument/2006/relationships/notesMaster" Target="/ppt/notesMasters/notesMaster1.xml" Id="Rc1431b37cf2841b4"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1677cfae48f9492a" /><Relationship Type="http://schemas.openxmlformats.org/officeDocument/2006/relationships/notesMaster" Target="/ppt/notesMasters/notesMaster1.xml" Id="R9afd76a4883e471a"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dbae3d99fd8643a7" /><Relationship Type="http://schemas.openxmlformats.org/officeDocument/2006/relationships/notesMaster" Target="/ppt/notesMasters/notesMaster1.xml" Id="R630f59c6b3c841b0"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3b6ff4db2559465a" /><Relationship Type="http://schemas.openxmlformats.org/officeDocument/2006/relationships/notesMaster" Target="/ppt/notesMasters/notesMaster1.xml" Id="Rcafad0b93fdf4e2a"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4512b1cd052d4595" /><Relationship Type="http://schemas.openxmlformats.org/officeDocument/2006/relationships/notesMaster" Target="/ppt/notesMasters/notesMaster1.xml" Id="R503c849eb69846c1"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47582615b56f416c" /><Relationship Type="http://schemas.openxmlformats.org/officeDocument/2006/relationships/notesMaster" Target="/ppt/notesMasters/notesMaster1.xml" Id="R189e32dc75b64a65"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9b51d9f5f28e44d5" /><Relationship Type="http://schemas.openxmlformats.org/officeDocument/2006/relationships/notesMaster" Target="/ppt/notesMasters/notesMaster1.xml" Id="R50802d3bcfe14e54"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fb6c94903e2c403b" /><Relationship Type="http://schemas.openxmlformats.org/officeDocument/2006/relationships/notesMaster" Target="/ppt/notesMasters/notesMaster1.xml" Id="R5b815515c2b847a9"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097553a7c19c4c15" /><Relationship Type="http://schemas.openxmlformats.org/officeDocument/2006/relationships/notesMaster" Target="/ppt/notesMasters/notesMaster1.xml" Id="R51a97a3bee564402"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8a30ebb1d9d74356" /><Relationship Type="http://schemas.openxmlformats.org/officeDocument/2006/relationships/notesMaster" Target="/ppt/notesMasters/notesMaster1.xml" Id="R350bcff1ada845b6"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48ddbd174654486f" /><Relationship Type="http://schemas.openxmlformats.org/officeDocument/2006/relationships/notesMaster" Target="/ppt/notesMasters/notesMaster1.xml" Id="R3854c2c82de04a51"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2d2bb246579649b9" /><Relationship Type="http://schemas.openxmlformats.org/officeDocument/2006/relationships/notesMaster" Target="/ppt/notesMasters/notesMaster1.xml" Id="Raa4373d3964043d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AI를 Repository로 데려가기</a:t>
            </a:r>
          </a:p>
          <a:p xmlns:a="http://schemas.openxmlformats.org/drawingml/2006/main">
            <a:r>
              <a:t/>
            </a:r>
          </a:p>
          <a:p xmlns:a="http://schemas.openxmlformats.org/drawingml/2006/main">
            <a:r>
              <a:t>**Slide ID:**</a:t>
            </a:r>
          </a:p>
          <a:p xmlns:a="http://schemas.openxmlformats.org/drawingml/2006/main">
            <a:r>
              <a:t>S01</a:t>
            </a:r>
          </a:p>
          <a:p xmlns:a="http://schemas.openxmlformats.org/drawingml/2006/main">
            <a:r>
              <a:t/>
            </a:r>
          </a:p>
          <a:p xmlns:a="http://schemas.openxmlformats.org/drawingml/2006/main">
            <a:r>
              <a:t>**Working Title:**</a:t>
            </a:r>
          </a:p>
          <a:p xmlns:a="http://schemas.openxmlformats.org/drawingml/2006/main">
            <a:r>
              <a:t>AI를 Repository로 데려가기</a:t>
            </a:r>
          </a:p>
          <a:p xmlns:a="http://schemas.openxmlformats.org/drawingml/2006/main">
            <a:r>
              <a:t/>
            </a:r>
          </a:p>
          <a:p xmlns:a="http://schemas.openxmlformats.org/drawingml/2006/main">
            <a:r>
              <a:t>**ACT / Section:**</a:t>
            </a:r>
          </a:p>
          <a:p xmlns:a="http://schemas.openxmlformats.org/drawingml/2006/main">
            <a:r>
              <a:t>ACT 0 / 0A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AI를 Repository로 데려가기 — Chatbot → Repository Agent</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0의 제목 “AI를 Repository로 데려가기”을 가리키며 구간을 연다.</a:t>
            </a:r>
          </a:p>
          <a:p xmlns:a="http://schemas.openxmlformats.org/drawingml/2006/main">
            <a:r>
              <a:t>2. (0:20–0:40 / Transition) 부제 “Chatbot → Repository Agent”는 이번 구간의 관점만 안내한다. 구체적 기능·해결 방법·결과는 앞서 설명하지 않는다.</a:t>
            </a:r>
          </a:p>
          <a:p xmlns:a="http://schemas.openxmlformats.org/drawingml/2006/main">
            <a:r>
              <a:t>3. (0:40–1:00 / Transition) S02의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S02 — AI에게 지금 무엇을 맡기고 있는가?로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0 총43분, 전체406분이다. 제목·부제만 안내하고1분에 S02로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production/preview/full/S01.png 또는 production/ACT_0.pptx의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AI에게 지금 무엇을 맡기고 있는가?</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S03로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작은 질문에는 Chatbot이 유용하다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S04으로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S04에서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S04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질문이 커지면 Context를 모으는 일이 생긴다</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S05의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S05의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S05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`production/preview/full/S04.png` 또는 `production/preview/act0/S04.png`의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파일명을 주지 않으면 Agent는 어디부터 볼까?</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S06–S07에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S06–S07로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S06–S07에서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S05–S08–S09의 정적 발표다. S05에서는 좌측 실제 요청의 재구성, 우측 가상 GoogleTest UI의 경계, 세 관찰 대상을 설명하고 S06–S07로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S06/S06에4분씩 나뉘며 S08/S08은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S06–S07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S05 또는 `production/preview/act0/S05.png`. 이번 수정본과 PNG의 일치 여부는 제작 단계에서 확인한다. 화면 사용이 불가능하면 실제 요청의 조건과 세 관찰 항목을 말로 제시하고 S06–S07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Crop은 기대한 폭보다 한 열을 더 포함했다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S05에서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S07에서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S03의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S06 / production/preview/act0/S06.png.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테스트·명세·구현을 연결해 원인을 설명했다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S06의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S08로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S07 / production/preview/act0/S07.png.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S08 / production/preview/act0/S08.png.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S10로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S09 / production/preview/act0/S09.png. 실제 실행 Screenshot이나 새 Live 결과로 표시하지 않는다. S06/S06만 Demo 각4분이며 S08/S08은 Case, S10/S10은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Chatbot에 이 자료를 직접 전달한다면?</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S09의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S11에서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S09의 같은 다섯 자료 이름·색을 왼쪽에 유지하고 사람의 찾기/선택/전달을 거쳐 교육용 대화창으로 들어가는 흐름으로 보여준다. 누락된 자료를 도구 능력 부족으로 표현하지 않는다. 정적 경로 production/ACT_0.pptx의 S10 / production/preview/act0/S10.png. 실제 실행 Screenshot이나 새 Live 결과로 표시하지 않는다. S06/S06만 Demo 각4분이며 S08/S08은 Case, S10/S10은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Agent가 자료를 직접 찾아 연결했다</a:t>
            </a:r>
          </a:p>
          <a:p xmlns:a="http://schemas.openxmlformats.org/drawingml/2006/main">
            <a:r>
              <a:t/>
            </a:r>
          </a:p>
          <a:p xmlns:a="http://schemas.openxmlformats.org/drawingml/2006/main">
            <a:r>
              <a:t>**Slide ID:**</a:t>
            </a:r>
          </a:p>
          <a:p xmlns:a="http://schemas.openxmlformats.org/drawingml/2006/main">
            <a:r>
              <a:t>S11</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S10의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S12의 기존 Codex 진입 안내를 연다. Task 의도와 접근의 차이는 S13에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S08에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S10와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S11 / production/preview/act0/S11.png. 실제 실행 Screenshot이나 새 Live 결과로 표시하지 않는다. S06/S06만 Demo 각4분이며 S08/S08은 Case, S10/S10은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production/preview/full/S11.png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작업은 Codex에서 시작한다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S05의 조사 태도를 회수한다. “들어가는 곳을 알았으니, 무엇을 볼 수 있고 누가 최종 결정할지 나눠 보겠습니다”라며 S13로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S13에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요청·S13 연결 15초다. 이 장의1분은 보존한다. 현재 ACT0 43분·전체406분·Lecture160분이며 마지막 팁 찾아보기3분은 ACT5의 별도 배정이다. 설정 tutorial을 추가하지 않는다. 제목6장의 Transition6분은 각 ACT의 별도 배정이다.</a:t>
            </a:r>
          </a:p>
          <a:p xmlns:a="http://schemas.openxmlformats.org/drawingml/2006/main">
            <a:r>
              <a:t/>
            </a:r>
          </a:p>
          <a:p xmlns:a="http://schemas.openxmlformats.org/drawingml/2006/main">
            <a:r>
              <a:t>Fallback: 제작 완료 후 production/preview/act0/S12.png 또는 production/preview/full/S12.png의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S13로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 접근과 Task 의도는 별개다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S12은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S14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S14의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정리·S14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S14으로 간다. Agent의 제안 가능성을 부정하지 않는다. 정적 경로는 production/preview/act0/S13.png 및 production/preview/full/S13.png이며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Repository를 보면 내가 원하는 것까지 알까?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1. **CALLBACK (0:00–0:25 / Transition):** S13에서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S16의 모호한 요청에 연결한다.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a:t>
            </a:r>
          </a:p>
          <a:p xmlns:a="http://schemas.openxmlformats.org/drawingml/2006/main">
            <a:r>
              <a:t>“방금 떠올린 원하는 결과를 작업 요청으로 전달하려면 무엇이 더 필요할까요?”라는 질문으로 `Chatbot → Prompt`를 handoff한다. ACT 1의 내부 구조는 소개하지 않는다.</a:t>
            </a:r>
          </a:p>
          <a:p xmlns:a="http://schemas.openxmlformats.org/drawingml/2006/main">
            <a:r>
              <a:t>기존 연결 질문을 유지한 채 ACT 1 제목 S15를 거쳐 S16의 첫 문제로 이어간다. 제목의 Transition1분은 다음 ACT에 별도로 배정한다.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S14 또는 production/preview/act0/S14.png의 동일 도식을 사용한다. 질문이 없으면 판정의 ?와 두 질문을 남긴 채 기존 Transition으로 S16에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Prompt를 작업 명세로 만들기</a:t>
            </a:r>
          </a:p>
          <a:p xmlns:a="http://schemas.openxmlformats.org/drawingml/2006/main">
            <a:r>
              <a:t/>
            </a:r>
          </a:p>
          <a:p xmlns:a="http://schemas.openxmlformats.org/drawingml/2006/main">
            <a:r>
              <a:t>**Slide ID:**</a:t>
            </a:r>
          </a:p>
          <a:p xmlns:a="http://schemas.openxmlformats.org/drawingml/2006/main">
            <a:r>
              <a:t>S15</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S16의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S16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전체406분이다. 제목·부제만 안내하고1분에 S16로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production/preview/full/S15.png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Task에는 무엇이 아직 정해지지 않았을까?</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S14의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S17로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요청만으로는 의도가 보이지 않는다</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S18의 교육용 구체화 예시로 이동한다.</a:t>
            </a:r>
          </a:p>
          <a:p xmlns:a="http://schemas.openxmlformats.org/drawingml/2006/main">
            <a:r>
              <a:t/>
            </a:r>
          </a:p>
          <a:p xmlns:a="http://schemas.openxmlformats.org/drawingml/2006/main">
            <a:r>
              <a:t>Time Management: 원래 Case 4분을 S17 Case 2분 + 새 S18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원하는 작업 경로를 Prompt에 담는다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S19로 연결한다.</a:t>
            </a:r>
          </a:p>
          <a:p xmlns:a="http://schemas.openxmlformats.org/drawingml/2006/main">
            <a:r>
              <a:t/>
            </a:r>
          </a:p>
          <a:p xmlns:a="http://schemas.openxmlformats.org/drawingml/2006/main">
            <a:r>
              <a:t>Time Management: Case 2분. 다섯 줄 요청 45초, 목표 경로와 검증 경계 45초, 다음 질문 연결 30초. S17와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개발자가 정해야 하는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S20로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Task Specification의 다섯 책임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S19의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S21의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더 긴 Prompt보다 분명한 경계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S22의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요청한 과정은 기록에도 남았을까?</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S23로 이동한다. 05 확인·보고 결과는 S24에서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xmlns:a="http://schemas.openxmlformats.org/drawingml/2006/main">
            <a:r>
              <a:t/>
            </a:r>
          </a:p>
          <a:p xmlns:a="http://schemas.openxmlformats.org/drawingml/2006/main">
            <a:r>
              <a:t>Fallback: 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조사에서 한 줄 변경까지</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S06–S07의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S22의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S22의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S24로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변경 결과와 확인 증거</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S21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S25으로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S25으로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Generated ≠ Done</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S26의 승인된 ON-SCREEN SUPPORTING vector·GoogleTest 도식으로 완료 조건과 검사 범위를 연결한다. 주요 C++ 패턴 전이는 S72에서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S26의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Check마다 확인하는 범위</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S72에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S27로 이동한다. 기존 반복 Context 질문은 새8장 뒤의 S35–S36에서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지시와 참고 자료의 구분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입력과 기대 결과의 작은 예시</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바로 검토할 수 있는 결과 형식</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근거가 있는 설명과 미확인의 구분</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결과를 바꾸는 결정에서 확인 질문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큰 작업을 검토할 결과물로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기준을 지정한 코드 리뷰 요청</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구체적인 근거로 수정 방향 피드백</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S27–S28의 반복 Context 질문으로 연결한다. 현재 기존 두 장은 S35–S36이다.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S27–S28의 반복 Context 질문으로 연결한다. 현재 기존 두 장은 S35–S36이다.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이번 Task인가, 계속 유지할 Project 정보인가?</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S36에서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S36으로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반복하는 설명을 두 범주로 나누기</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S38의 반복 Project Context 문제로 연결한다.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필요한 정보를 찾아 쓰게 하기</a:t>
            </a:r>
          </a:p>
          <a:p xmlns:a="http://schemas.openxmlformats.org/drawingml/2006/main">
            <a:r>
              <a:t/>
            </a:r>
          </a:p>
          <a:p xmlns:a="http://schemas.openxmlformats.org/drawingml/2006/main">
            <a:r>
              <a:t>**Slide ID:**</a:t>
            </a:r>
          </a:p>
          <a:p xmlns:a="http://schemas.openxmlformats.org/drawingml/2006/main">
            <a:r>
              <a:t>S37</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S38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전체406분이다. 제목·부제만 안내하고1분에 S38로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production/preview/full/S37.png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다른 Task에 같은 설명이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작은 Project Context의 첫 기록</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S40로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S39 및 `production/preview/act2/S39.png`에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S40 handoff. 명령어 옵션별 설명은 생략한다.</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AGENTS.md의 지침대로 검증했다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S41 연결. Demo4분·기존 Mode는 유지하며 실측 리허설은 UNVERIFIED다.</a:t>
            </a:r>
          </a:p>
          <a:p xmlns:a="http://schemas.openxmlformats.org/drawingml/2006/main">
            <a:r>
              <a:t/>
            </a:r>
          </a:p>
          <a:p xmlns:a="http://schemas.openxmlformats.org/drawingml/2006/main">
            <a:r>
              <a:t>Fallback: 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Prompt와 Project Context</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S38–S37.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정확한 정보도 계속 늘어난다</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S43의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정확하지만 이번 작업에는 불필요한 정보</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정보의 범위와 제공 시점</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S43/TRIAL-004의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S43 회수30초, 공통 안내1분, 요청별 상세1분, 재사용 절차1분, 경계·S45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많이 담아도 같은 근거를 똑같이 쓰는가?</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S46으로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AI가 필요한 코드를 찾았다는 것을 무엇으로 확인할까?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S45에서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S47의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S47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필요한 상세 정보로 가는 길</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AGENTS.md에는 무엇을 남길까?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S49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S49, 문서 접근의 관찰과 한계는 S51–S53에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정보를 지우지 않고 위치를 나누기</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서로 다른 두 Task가 무엇을 읽을까?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S51–S53.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S51–S53의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Crop Task에서 관찰한 접근</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의존성 질문은 설정과 소스로 답했다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S50의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S52; production/preview/act2/S52.png.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Task별 접근은 달랐지만 완벽하지는 않다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Context 정리에서 확인한 네 가지</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S54; production/preview/act2/S54.png.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지식은 정리됐지만 절차는 반복된다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S57으로 넘긴다.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S57에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S57에서 기록의 반복 구조를 확인한다.</a:t>
            </a:r>
          </a:p>
          <a:p xmlns:a="http://schemas.openxmlformats.org/drawingml/2006/main">
            <a:r>
              <a:t/>
            </a:r>
          </a:p>
          <a:p xmlns:a="http://schemas.openxmlformats.org/drawingml/2006/main">
            <a:r>
              <a:t>Audience Interaction: Q&amp;A6分은 팀에서 반복하는 작업 방법을 묻는다. S53의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S57으로 handoff한다.</a:t>
            </a:r>
          </a:p>
          <a:p xmlns:a="http://schemas.openxmlformats.org/drawingml/2006/main">
            <a:r>
              <a:t/>
            </a:r>
          </a:p>
          <a:p xmlns:a="http://schemas.openxmlformats.org/drawingml/2006/main">
            <a:r>
              <a:t>Fallback: LOCAL STATIC ARTIFACT — production/ACT_2.pptx의 S55 또는 production/preview/act2/S55.png를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AI가 일할 방법과 환경 설계하기</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S57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총96분, 전체406분이다. 제목·부제만 안내하고1분에 S57로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production/preview/full/S56.png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두 실제 요청에 같은 절차가 반복됐다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S55의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테스트 명령을 언제 쓰고 무엇을 판단할까?</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S57의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S59의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S59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S58, production/preview/act3/S58.png 및 production/preview/full/S58.png.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목표·기준·방법을 한 작업에 적용한다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S58에서 명령의 사용 시점·판단 기준까지 정한 방법을 봤음을 한 문장으로 회수한다. 상단 이번 목표 ‘normalize 성능을 조사해줘’를 읽고, 아래 작업 영역으로 들어가는 연결을 짚는다. S58의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S60에서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S58 회수·목표1, 기준·한 작업1.5, 방법 적용1.5, S60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반복 절차를 Skill로 모으는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S59의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S58에서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S61의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S61에서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S59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Skill 발견·호출·본문 포함의 근거</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S62에서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S62로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S60 회수·업무 목적0.75, 목록1, 요청1, trace1.5, 범위·S62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S61, production/preview/act3/S61.png 및 production/preview/full/S61.png.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지침과 실제 작업 기록의 대응</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S61의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S64에서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S61의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S65–S66로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a:t>
            </a:r>
          </a:p>
          <a:p xmlns:a="http://schemas.openxmlformats.org/drawingml/2006/main">
            <a:r>
              <a:t>“지침과 실제 작업 기록을 대응했습니다. 우리 절차도 Codex와 대화하며 Skill로 만들 수 있는지 짧게 보겠습니다.” S63 팁 뒤 S64에서 절차와 작업별 답의 경계를 회수한다.</a:t>
            </a:r>
          </a:p>
          <a:p xmlns:a="http://schemas.openxmlformats.org/drawingml/2006/main">
            <a:r>
              <a:t/>
            </a:r>
          </a:p>
          <a:p xmlns:a="http://schemas.openxmlformats.org/drawingml/2006/main">
            <a:r>
              <a:t>Time Management: Demo3분(본문 포함 회수0.5, 기준선0.75, 계획·diff0.75, 검증1) + Case3분(근거 구분·요청 책임1.5, 범위·S64 연결1.5). 지연 시 명령과 테스트 이름을 낭독하지 않고 행별 대응을 짚는다. 조건부 계획, 입력/수행 구분, 단독 효과 미입증은 생략하지 않는다. 6분에 S64으로 이동한다.</a:t>
            </a:r>
          </a:p>
          <a:p xmlns:a="http://schemas.openxmlformats.org/drawingml/2006/main">
            <a:r>
              <a:t/>
            </a:r>
          </a:p>
          <a:p xmlns:a="http://schemas.openxmlformats.org/drawingml/2006/main">
            <a:r>
              <a:t>Fallback: LOCAL STATIC ARTIFACT — production/ACT_3.pptx의 S62, production/preview/act3/S62.png 및 production/preview/full/S62.png.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대화로 재사용할 Skill 만들기</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대화로 재사용할 Skill 만들기</a:t>
            </a:r>
          </a:p>
          <a:p xmlns:a="http://schemas.openxmlformats.org/drawingml/2006/main">
            <a:r>
              <a:t/>
            </a:r>
          </a:p>
          <a:p xmlns:a="http://schemas.openxmlformats.org/drawingml/2006/main">
            <a:r>
              <a:t>**ACT / Section:**</a:t>
            </a:r>
          </a:p>
          <a:p xmlns:a="http://schemas.openxmlformats.org/drawingml/2006/main">
            <a:r>
              <a:t>ACT 3 / 3C Reusable Skill</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Codex의 $skill-creator에 반복할 작업과 사용 조건을 대화로 설명해 Skill 초안을 만들 수 있다. 생성된 지침을 확인하고 대표 요청에 사용해 다듬는다.</a:t>
            </a:r>
          </a:p>
          <a:p xmlns:a="http://schemas.openxmlformats.org/drawingml/2006/main">
            <a:r>
              <a:t/>
            </a:r>
          </a:p>
          <a:p xmlns:a="http://schemas.openxmlformats.org/drawingml/2006/main">
            <a:r>
              <a:t>**Opening Question:**</a:t>
            </a:r>
          </a:p>
          <a:p xmlns:a="http://schemas.openxmlformats.org/drawingml/2006/main">
            <a:r>
              <a:t>“우리 작업 절차도 파일 문법부터 배우지 않고 Skill로 만들 수 있을까요?”</a:t>
            </a:r>
          </a:p>
          <a:p xmlns:a="http://schemas.openxmlformats.org/drawingml/2006/main">
            <a:r>
              <a:t/>
            </a:r>
          </a:p>
          <a:p xmlns:a="http://schemas.openxmlformats.org/drawingml/2006/main">
            <a:r>
              <a:t>**Speaker Flow:**</a:t>
            </a:r>
          </a:p>
          <a:p xmlns:a="http://schemas.openxmlformats.org/drawingml/2006/main">
            <a:r>
              <a:t>1. (0:00–0:30 / Lecture) 실제 지침/기록 대응을 본 S62에서 제작 방법이라는 짧은 실무 팁으로 전환한다. 새 Trial이나 기존 Skill 제작 과정을 재현하는 Demo가 아니다.</a:t>
            </a:r>
          </a:p>
          <a:p xmlns:a="http://schemas.openxmlformats.org/drawingml/2006/main">
            <a:r>
              <a:t>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xmlns:a="http://schemas.openxmlformats.org/drawingml/2006/main">
            <a:r>
              <a:t>3. (1:25–2:00 / Lecture) 오른쪽은 생성 문서의 역할을 보여주는 도식이다. 지침을 검토하고 대표 요청으로 시험해야 한다. 절차와 고정 답을 어떻게 나눌지는 S64의 기존 설명으로 회수한다.</a:t>
            </a:r>
          </a:p>
          <a:p xmlns:a="http://schemas.openxmlformats.org/drawingml/2006/main">
            <a:r>
              <a:t/>
            </a:r>
          </a:p>
          <a:p xmlns:a="http://schemas.openxmlformats.org/drawingml/2006/main">
            <a:r>
              <a:t>**Evidence / Source:**</a:t>
            </a:r>
          </a:p>
          <a:p xmlns:a="http://schemas.openxmlformats.org/drawingml/2006/main">
            <a:r>
              <a:t>SRC-0111 / CLM-0041; https://learn.chatgpt.com/docs/build-skills; 2026-10-25 재확인; DEC-0093. 명시 호출과 초안 제작 안내를 바탕으로 각색한 요청·문서 도식이다.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xmlns:a="http://schemas.openxmlformats.org/drawingml/2006/main">
            <a:r>
              <a:t/>
            </a:r>
          </a:p>
          <a:p xmlns:a="http://schemas.openxmlformats.org/drawingml/2006/main">
            <a:r>
              <a:t>**Beginner Explanation:**</a:t>
            </a:r>
          </a:p>
          <a:p xmlns:a="http://schemas.openxmlformats.org/drawingml/2006/main">
            <a:r>
              <a:t>Skill 파일의 문법부터 직접 외울 필요 없이 Codex에 원하는 작업 방법을 설명해 제작을 시작할 수 있다.</a:t>
            </a:r>
          </a:p>
          <a:p xmlns:a="http://schemas.openxmlformats.org/drawingml/2006/main">
            <a:r>
              <a:t/>
            </a:r>
          </a:p>
          <a:p xmlns:a="http://schemas.openxmlformats.org/drawingml/2006/main">
            <a:r>
              <a:t>**Advanced Insight:**</a:t>
            </a:r>
          </a:p>
          <a:p xmlns:a="http://schemas.openxmlformats.org/drawingml/2006/main">
            <a:r>
              <a:t>사용 조건·입출력·수행 방법의 범위를 좁히고 생성 지침의 검토와 대표 요청 평가를 구분한다. 좋은 실행 결과·정확성·효율을 자동 보장하지 않는다.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“만드는 시작은 대화로 할 수 있습니다. 그러면 이 Skill에는 어떤 절차를 고정하고 어떤 답을 남겨 둬야 할까요?” 기존 S63이 이동한 S64로 이어간다.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S63 / production/preview/full/S63.png.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절차는 재사용하고, 답은 근거로 정한다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1. (0:00–0:35) S63에서 대화로 Skill 초안을 만들 수 있음을 봤다. 이제 그 지침 안에서 다음 작업에도 유지할 수행 절차와 이번 Task의 근거로 결정할 답을 나눈다. 앞의 S62 실제 지침/기록 대응을 짧게 회수하되 제작 방법을 반복하지 않는다.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S65에서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S65/S61보다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S62 회수0.5, 재사용 방법0.75, 이번 근거·답1, 채택/보류와 S65 연결0.75. 지연 시 지침 원문과 세 질문을 전부 낭독하지 않는다. 허용된 보류와 실제 결과의 구분은 생략하지 않고3분에 S65으로 이동한다.</a:t>
            </a:r>
          </a:p>
          <a:p xmlns:a="http://schemas.openxmlformats.org/drawingml/2006/main">
            <a:r>
              <a:t/>
            </a:r>
          </a:p>
          <a:p xmlns:a="http://schemas.openxmlformats.org/drawingml/2006/main">
            <a:r>
              <a:t>Fallback: LOCAL STATIC ARTIFACT — production/ACT_3.pptx의 S64, production/preview/act3/S64.png 및 production/preview/full/S64.png.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밝기 통계 계산의 성능 개선 후보</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S64의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S66은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S65에는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S66의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S65, production/preview/act3/S65.png 및 production/preview/full/S65.png.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선택한 변경의 시간·메모리·동작 확인</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S66, production/preview/act3/S66.png 및 production/preview/full/S66.png.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한 Agent 조사와 Subagent 역할 분리</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S66의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S69의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S69에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a:t>
            </a:r>
          </a:p>
          <a:p xmlns:a="http://schemas.openxmlformats.org/drawingml/2006/main">
            <a:r>
              <a:t>“독립 조사 역할을 나눌 수 있다면, 그 역할은 Codex에서 어떻게 만들어 다시 쓸까요?” S68 제작 팁을 거친 뒤 S69의 실제 밝기 통계 판단으로 돌아온다.</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S69으로 이동한다.</a:t>
            </a:r>
          </a:p>
          <a:p xmlns:a="http://schemas.openxmlformats.org/drawingml/2006/main">
            <a:r>
              <a:t/>
            </a:r>
          </a:p>
          <a:p xmlns:a="http://schemas.openxmlformats.org/drawingml/2006/main">
            <a:r>
              <a:t>Fallback: LOCAL STATIC ARTIFACT — production/ACT_3.pptx의 S67, production/preview/act3/S67.png 및 production/preview/full/S67.png.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대화로 조사 Agent 만들기</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대화로 조사 Agent 만들기</a:t>
            </a:r>
          </a:p>
          <a:p xmlns:a="http://schemas.openxmlformats.org/drawingml/2006/main">
            <a:r>
              <a:t/>
            </a:r>
          </a:p>
          <a:p xmlns:a="http://schemas.openxmlformats.org/drawingml/2006/main">
            <a:r>
              <a:t>**ACT / Section:**</a:t>
            </a:r>
          </a:p>
          <a:p xmlns:a="http://schemas.openxmlformats.org/drawingml/2006/main">
            <a:r>
              <a:t>ACT 3 / 3E Conditional Subagent Decision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Codex에 역할·사용 조건·보고 범위를 설명해 프로젝트용 Custom Agent TOML 작성을 요청할 수 있다. 파일의 역할 지침을 확인하고 다음 요청에서 그 이름의 Subagent로 조사를 명시한다.</a:t>
            </a:r>
          </a:p>
          <a:p xmlns:a="http://schemas.openxmlformats.org/drawingml/2006/main">
            <a:r>
              <a:t/>
            </a:r>
          </a:p>
          <a:p xmlns:a="http://schemas.openxmlformats.org/drawingml/2006/main">
            <a:r>
              <a:t>**Opening Question:**</a:t>
            </a:r>
          </a:p>
          <a:p xmlns:a="http://schemas.openxmlformats.org/drawingml/2006/main">
            <a:r>
              <a:t>“반복해서 맡기는 조사 역할을 Codex에서 어떻게 만들어 다시 쓸까요?”</a:t>
            </a:r>
          </a:p>
          <a:p xmlns:a="http://schemas.openxmlformats.org/drawingml/2006/main">
            <a:r>
              <a:t/>
            </a:r>
          </a:p>
          <a:p xmlns:a="http://schemas.openxmlformats.org/drawingml/2006/main">
            <a:r>
              <a:t>**Speaker Flow:**</a:t>
            </a:r>
          </a:p>
          <a:p xmlns:a="http://schemas.openxmlformats.org/drawingml/2006/main">
            <a:r>
              <a:t>1. (0:00–0:30 / Lecture) S67의 독립 조사 분담 가정에서 실제 Codex 활용 방법으로 잠시 전환한다. 일회성 분담은 요청만으로 시작할 수 있고 이 장은 같은 역할을 다시 쓰려는 Custom Agent 설정 예시임을 설명한다.</a:t>
            </a:r>
          </a:p>
          <a:p xmlns:a="http://schemas.openxmlformats.org/drawingml/2006/main">
            <a:r>
              <a:t>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xmlns:a="http://schemas.openxmlformats.org/drawingml/2006/main">
            <a:r>
              <a:t>3. (1:25–2:00 / Lecture) 하단 요청에서 이름과 Subagent 분담을 명시하고 주 Agent가 결과를 기다려 근거를 확인·종합한다. 권한은 부모 설정을 따르며 코드 수정 금지 지침 자체가 권한 격리는 아니다. 실제 실행은 하지 않고 S69의 왜 분담하지 않았는지로 돌아온다.</a:t>
            </a:r>
          </a:p>
          <a:p xmlns:a="http://schemas.openxmlformats.org/drawingml/2006/main">
            <a:r>
              <a:t/>
            </a:r>
          </a:p>
          <a:p xmlns:a="http://schemas.openxmlformats.org/drawingml/2006/main">
            <a:r>
              <a:t>**Evidence / Source:**</a:t>
            </a:r>
          </a:p>
          <a:p xmlns:a="http://schemas.openxmlformats.org/drawingml/2006/main">
            <a:r>
              <a:t>SRC-0112 / CLM-0042; https://learn.chatgpt.com/docs/agent-configuration/subagents; 2026-10-25 재확인; DEC-0093. 공식 Custom agents의 프로젝트 .codex/agents/*.toml 및 name/description/developer_instructions와 명시적 분담 요청을 바탕으로 각색했다.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xmlns:a="http://schemas.openxmlformats.org/drawingml/2006/main">
            <a:r>
              <a:t/>
            </a:r>
          </a:p>
          <a:p xmlns:a="http://schemas.openxmlformats.org/drawingml/2006/main">
            <a:r>
              <a:t>**Beginner Explanation:**</a:t>
            </a:r>
          </a:p>
          <a:p xmlns:a="http://schemas.openxmlformats.org/drawingml/2006/main">
            <a:r>
              <a:t>어떤 조사를 언제 맡기고 무엇을 받으려는지 Codex에 설명하면 재사용할 역할 설정부터 작성하도록 요청할 수 있다.</a:t>
            </a:r>
          </a:p>
          <a:p xmlns:a="http://schemas.openxmlformats.org/drawingml/2006/main">
            <a:r>
              <a:t/>
            </a:r>
          </a:p>
          <a:p xmlns:a="http://schemas.openxmlformats.org/drawingml/2006/main">
            <a:r>
              <a:t>**Advanced Insight:**</a:t>
            </a:r>
          </a:p>
          <a:p xmlns:a="http://schemas.openxmlformats.org/drawingml/2006/main">
            <a:r>
              <a:t>임시 분담과 재사용 가능한 역할 정의를 구분한다. 설정 파일의 필수 필드·역할 범위와 부모 권한의 상속, 주 Agent의 근거 검토·통합 책임을 분리한다.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“필요할 때 역할을 만들어 쓸 수 있습니다. 하지만 이 밝기 통계 작업에서도 나눌 필요가 있었을까요?” 이전 S67이 이동한 S69에서 실제 보류 판단을 회수한다.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S68 / production/preview/full/S68.png.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 작업을 나누지 않은 이유</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“S67의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S67에서는 성능·빌드·테스트 조사가 서로 기다리지 않아도 된다고 가정했다. 이제 S65/S61의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S65에서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S66에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S67의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S67의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Lecture1분(S67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S70로 이동한다.</a:t>
            </a:r>
          </a:p>
          <a:p xmlns:a="http://schemas.openxmlformats.org/drawingml/2006/main">
            <a:r>
              <a:t/>
            </a:r>
          </a:p>
          <a:p xmlns:a="http://schemas.openxmlformats.org/drawingml/2006/main">
            <a:r>
              <a:t>Fallback: LOCAL STATIC ARTIFACT — production/ACT_3.pptx의 S69, production/preview/act3/S69.png 및 production/preview/full/S69.png.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이번 Context와 다시 쓸 지식</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S69에서는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S71에서는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S71에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S69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S71로 이동한다.</a:t>
            </a:r>
          </a:p>
          <a:p xmlns:a="http://schemas.openxmlformats.org/drawingml/2006/main">
            <a:r>
              <a:t/>
            </a:r>
          </a:p>
          <a:p xmlns:a="http://schemas.openxmlformats.org/drawingml/2006/main">
            <a:r>
              <a:t>Fallback: LOCAL STATIC ARTIFACT — production/ACT_3.pptx의 S70, production/preview/act3/S70.png 및 production/preview/full/S70.png.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실제 Demo 지식의 원래 출처</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“S70의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S70의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S72으로 이동한다.</a:t>
            </a:r>
          </a:p>
          <a:p xmlns:a="http://schemas.openxmlformats.org/drawingml/2006/main">
            <a:r>
              <a:t/>
            </a:r>
          </a:p>
          <a:p xmlns:a="http://schemas.openxmlformats.org/drawingml/2006/main">
            <a:r>
              <a:t>Fallback: LOCAL STATIC ARTIFACT — production/ACT_3.pptx의 S71, production/preview/act3/S71.png 및 production/preview/full/S71.png.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밝기 통계 작업에 쓰인 구성의 역할</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“S71에서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S71의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S61/S58에서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S66처럼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S71의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S73에서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S61–S66의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S72, production/preview/act3/S72.png 및 production/preview/full/S72.png.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함께 작동하는 작업 환경, Harness</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“S72의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S72의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S74–S75를 연다. 제품이나 새 명령을 실행하지 않는다.</a:t>
            </a:r>
          </a:p>
          <a:p xmlns:a="http://schemas.openxmlformats.org/drawingml/2006/main">
            <a:r>
              <a:t>마지막 연결은 다음 프로젝트에서도 사용할 기반의 가치다. 실행 조건의 세부는 S76–S80에서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S72의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S74–S75은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S72/STATE-04-PERF의 AGENTS.md·docs·Skill·tests·benchmark와 기록된 입력/실행 조건을 같은 도식에 대응하는 CAPTURED 정적 요약이다. 실제 실행 캡처가 아니며 제품·Agent·benchmark·Demo repository를 실행하거나 새 Trial을 만들지 않는다. S72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S73, production/preview/act3/S73.png 및 production/preview/full/S73.png.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만든 Harness를 다음 프로젝트의 기반으로</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S73의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S74 또는 production/preview/full/S74.png.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공통 기반에 프로젝트 기준을 연결한다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공통 기반과 프로젝트 기준 연결의 가치를 유지한다. 운영 중 사람이 새로 확인·보정할 점을 발견하면 그 경험이 다음 작업에 남는지 S76의 질문으로 넘긴다. 외부 권한 오류를 다음 중심 사례로 예고하지 않는다.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기반으로 작업하는 동안 사람이 새로 확인할 부분을 찾는다면, 그 경험은 다음 작업에 어떻게 남을까요?”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이번 성공만으로 다음 작업까지 확인되지는 않는다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이번 성공만으로 다음 작업까지 확인되지는 않는다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밝기 통계 작업의 성공은 기록된 명세·코드·입력·환경에서 확인한 결과다. 그 성공만으로 이후 모든 작업의 요구와 검증 범위를 확인한 것은 아니다.</a:t>
            </a:r>
          </a:p>
          <a:p xmlns:a="http://schemas.openxmlformats.org/drawingml/2006/main">
            <a:r>
              <a:t/>
            </a:r>
          </a:p>
          <a:p xmlns:a="http://schemas.openxmlformats.org/drawingml/2006/main">
            <a:r>
              <a:t>**Opening Question:**</a:t>
            </a:r>
          </a:p>
          <a:p xmlns:a="http://schemas.openxmlformats.org/drawingml/2006/main">
            <a:r>
              <a:t>“검증한 Harness를 다시 쓰면, 이후 작업에서 사람이 확인할 점은 모두 사라질까요?”</a:t>
            </a:r>
          </a:p>
          <a:p xmlns:a="http://schemas.openxmlformats.org/drawingml/2006/main">
            <a:r>
              <a:t/>
            </a:r>
          </a:p>
          <a:p xmlns:a="http://schemas.openxmlformats.org/drawingml/2006/main">
            <a:r>
              <a:t>**Speaker Flow:**</a:t>
            </a:r>
          </a:p>
          <a:p xmlns:a="http://schemas.openxmlformats.org/drawingml/2006/main">
            <a:r>
              <a:t>1. (0:00–0:35 / Lecture) S75의 공통 기반과 프로젝트 기준 연결을 받아, 실제 밝기 통계 작업의 확인한 성공을 왼쪽에서 짚는다. 숫자·검증 절차를 다시 강의하지 않는다.</a:t>
            </a:r>
          </a:p>
          <a:p xmlns:a="http://schemas.openxmlformats.org/drawingml/2006/main">
            <a:r>
              <a:t>2. (0:35–1:25 / Lecture) 오른쪽 다음 작업은 관찰 결과가 아니라 질문이다. 새 요구·입력·확인 범위가 있을 수 있으며 현재 성공으로 모든 후속 작업을 검증했다고 말할 수 없음을 설명한다.</a:t>
            </a:r>
          </a:p>
          <a:p xmlns:a="http://schemas.openxmlformats.org/drawingml/2006/main">
            <a:r>
              <a:t>3. (1:25–2:00 / Lecture) 운영 중 사람이 추가 확인할 점을 발견하는 교육용 상황으로 전환한다. Harness가 이미 실패했다거나 외부 설정이 원인이라고 예고하지 않는다.</a:t>
            </a:r>
          </a:p>
          <a:p xmlns:a="http://schemas.openxmlformats.org/drawingml/2006/main">
            <a:r>
              <a:t/>
            </a:r>
          </a:p>
          <a:p xmlns:a="http://schemas.openxmlformats.org/drawingml/2006/main">
            <a:r>
              <a:t>**Evidence / Source:**</a:t>
            </a:r>
          </a:p>
          <a:p xmlns:a="http://schemas.openxmlformats.org/drawingml/2006/main">
            <a:r>
              <a:t>plan/MASTER_PLAN.md §§5.7–5.9; plan/DEMO_MATRIX.md STATE-04-PERF의 검증 결과; DEC-0092. 실제 Product endpoint의 성공을 보존한다. 과거 TRIAL-001의 권한 오류는 S08과 원기록에 유지하며 새 보정 시나리오의 원인으로 사용하지 않는다.</a:t>
            </a:r>
          </a:p>
          <a:p xmlns:a="http://schemas.openxmlformats.org/drawingml/2006/main">
            <a:r>
              <a:t/>
            </a:r>
          </a:p>
          <a:p xmlns:a="http://schemas.openxmlformats.org/drawingml/2006/main">
            <a:r>
              <a:t>**Claim Boundary:**</a:t>
            </a:r>
          </a:p>
          <a:p xmlns:a="http://schemas.openxmlformats.org/drawingml/2006/main">
            <a:r>
              <a:t>FROZEN WITH SCOPE / TEACHING MODEL — STATE-04-PERF의 성공 범위만 회수한다. 오른쪽 다음 작업은 질문이며 실제 후속 실패·반복 보정·새 Product State가 아니다.</a:t>
            </a:r>
          </a:p>
          <a:p xmlns:a="http://schemas.openxmlformats.org/drawingml/2006/main">
            <a:r>
              <a:t/>
            </a:r>
          </a:p>
          <a:p xmlns:a="http://schemas.openxmlformats.org/drawingml/2006/main">
            <a:r>
              <a:t>**Beginner Explanation:**</a:t>
            </a:r>
          </a:p>
          <a:p xmlns:a="http://schemas.openxmlformats.org/drawingml/2006/main">
            <a:r>
              <a:t>작동하는 기반을 만들었어도, 다음 작업에서 새로 확인할 점은 생길 수 있다.</a:t>
            </a:r>
          </a:p>
          <a:p xmlns:a="http://schemas.openxmlformats.org/drawingml/2006/main">
            <a:r>
              <a:t/>
            </a:r>
          </a:p>
          <a:p xmlns:a="http://schemas.openxmlformats.org/drawingml/2006/main">
            <a:r>
              <a:t>**Advanced Insight:**</a:t>
            </a:r>
          </a:p>
          <a:p xmlns:a="http://schemas.openxmlformats.org/drawingml/2006/main">
            <a:r>
              <a:t>한정된 성공과 보편적인 수행 적합성 보장을 구분하고, 운영에서 얻을 추가 관찰의 필요를 연다.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“그 기반으로 실제 작업을 하다가 사람이 추가로 확인할 부분을 찾는다면, 그 보정은 어디에 남을까요?”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작업 중 사람이 보정할 일이 생긴다면?</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작업 중 사람이 보정할 일이 생긴다면?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추가 확인이 필요하다는 점을 사람이 발견해 이번 요청을 보정하는 상황을 가정한다. 무엇이 이 빈틈을 만들었는지와 어느 출처를 바꿔야 하는지는 아직 판단하지 않는다.</a:t>
            </a:r>
          </a:p>
          <a:p xmlns:a="http://schemas.openxmlformats.org/drawingml/2006/main">
            <a:r>
              <a:t/>
            </a:r>
          </a:p>
          <a:p xmlns:a="http://schemas.openxmlformats.org/drawingml/2006/main">
            <a:r>
              <a:t>**Opening Question:**</a:t>
            </a:r>
          </a:p>
          <a:p xmlns:a="http://schemas.openxmlformats.org/drawingml/2006/main">
            <a:r>
              <a:t>“변경한 부분은 확인했지만, 사람이 관련 동작도 확인해 달라고 해야 한다면?”</a:t>
            </a:r>
          </a:p>
          <a:p xmlns:a="http://schemas.openxmlformats.org/drawingml/2006/main">
            <a:r>
              <a:t/>
            </a:r>
          </a:p>
          <a:p xmlns:a="http://schemas.openxmlformats.org/drawingml/2006/main">
            <a:r>
              <a:t>**Speaker Flow:**</a:t>
            </a:r>
          </a:p>
          <a:p xmlns:a="http://schemas.openxmlformats.org/drawingml/2006/main">
            <a:r>
              <a:t>1. (0:00–0:35 / Lecture) 교육용 상황 라벨을 먼저 읽는다. 실제 Demo의 후속 실패를 재현한 장면이 아니라 운영 중 추가 확인이 필요할 수 있다는 가정이다.</a:t>
            </a:r>
          </a:p>
          <a:p xmlns:a="http://schemas.openxmlformats.org/drawingml/2006/main">
            <a:r>
              <a:t>2. (0:35–1:25 / Lecture) 왼쪽은 변경한 부분 확인, 가운데는 관련 동작에 대한 사람의 검토 질문, 오른쪽은 추가 요청이다. 검증 결과나 누락 원인은 보여주지 않는다.</a:t>
            </a:r>
          </a:p>
          <a:p xmlns:a="http://schemas.openxmlformats.org/drawingml/2006/main">
            <a:r>
              <a:t>3. (1:25–2:00 / Lecture) 이 보정이 현재 대화에만 남는지, 다음 작업의 수행 체계로 반영되는지를 다음 장의 질문으로 넘긴다.</a:t>
            </a:r>
          </a:p>
          <a:p xmlns:a="http://schemas.openxmlformats.org/drawingml/2006/main">
            <a:r>
              <a:t/>
            </a:r>
          </a:p>
          <a:p xmlns:a="http://schemas.openxmlformats.org/drawingml/2006/main">
            <a:r>
              <a:t>**Evidence / Source:**</a:t>
            </a:r>
          </a:p>
          <a:p xmlns:a="http://schemas.openxmlformats.org/drawingml/2006/main">
            <a:r>
              <a:t>plan/MASTER_PLAN.md §5.9의 반복 보정을 다음 작업의 개선으로 전환하는 교육 의도; DEC-0092. 장면은 설명용 가정이며 실제 TRIAL-001/006/008에서 관찰한 새로운 누락이 아니다.</a:t>
            </a:r>
          </a:p>
          <a:p xmlns:a="http://schemas.openxmlformats.org/drawingml/2006/main">
            <a:r>
              <a:t/>
            </a:r>
          </a:p>
          <a:p xmlns:a="http://schemas.openxmlformats.org/drawingml/2006/main">
            <a:r>
              <a:t>**Claim Boundary:**</a:t>
            </a:r>
          </a:p>
          <a:p xmlns:a="http://schemas.openxmlformats.org/drawingml/2006/main">
            <a:r>
              <a:t>CONCEPTUAL — 추가 확인을 요청한다는 교육용 가정이다. 실제 graypipe의 검증 누락·실패나 새 Trial이 아니며 Agent·지침·제품 코드 중 어느 것이 원인인지 확정하지 않는다.</a:t>
            </a:r>
          </a:p>
          <a:p xmlns:a="http://schemas.openxmlformats.org/drawingml/2006/main">
            <a:r>
              <a:t/>
            </a:r>
          </a:p>
          <a:p xmlns:a="http://schemas.openxmlformats.org/drawingml/2006/main">
            <a:r>
              <a:t>**Beginner Explanation:**</a:t>
            </a:r>
          </a:p>
          <a:p xmlns:a="http://schemas.openxmlformats.org/drawingml/2006/main">
            <a:r>
              <a:t>사람이 한 번 더 확인을 요청하는 장면에서 이야기를 시작한다.</a:t>
            </a:r>
          </a:p>
          <a:p xmlns:a="http://schemas.openxmlformats.org/drawingml/2006/main">
            <a:r>
              <a:t/>
            </a:r>
          </a:p>
          <a:p xmlns:a="http://schemas.openxmlformats.org/drawingml/2006/main">
            <a:r>
              <a:t>**Advanced Insight:**</a:t>
            </a:r>
          </a:p>
          <a:p xmlns:a="http://schemas.openxmlformats.org/drawingml/2006/main">
            <a:r>
              <a:t>관찰할 빈틈과 원인 가설·변경 대상의 확정을 구분한다. 이후 ACT4에서 원인 확인과 평가 범위를 다룬다.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“이번 요청에 그 말을 더하면, 다음에도 읽을 공통 수행 지침까지 바뀔까요?”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S77 또는 production/preview/full/S77.png.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이번 요청은 보정해도, 공통 지침은 그대로다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이번 요청은 보정해도, 공통 지침은 그대로다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이번 요청의 검증 범위를 보정해도 공통 지침을 따로 갱신하지 않은 상황이라면, 다음 작업이 읽는 수행 방법은 이전 상태로 남는다. 현재 Task 보정과 재사용 체계 개선은 별도다.</a:t>
            </a:r>
          </a:p>
          <a:p xmlns:a="http://schemas.openxmlformats.org/drawingml/2006/main">
            <a:r>
              <a:t/>
            </a:r>
          </a:p>
          <a:p xmlns:a="http://schemas.openxmlformats.org/drawingml/2006/main">
            <a:r>
              <a:t>**Opening Question:**</a:t>
            </a:r>
          </a:p>
          <a:p xmlns:a="http://schemas.openxmlformats.org/drawingml/2006/main">
            <a:r>
              <a:t>“대화에서 관련 동작도 확인하라고 더한 것이, 공통 수행 방법을 갱신한 것과 같을까요?”</a:t>
            </a:r>
          </a:p>
          <a:p xmlns:a="http://schemas.openxmlformats.org/drawingml/2006/main">
            <a:r>
              <a:t/>
            </a:r>
          </a:p>
          <a:p xmlns:a="http://schemas.openxmlformats.org/drawingml/2006/main">
            <a:r>
              <a:t>**Speaker Flow:**</a:t>
            </a:r>
          </a:p>
          <a:p xmlns:a="http://schemas.openxmlformats.org/drawingml/2006/main">
            <a:r>
              <a:t>1. (0:00–0:35 / Lecture) 왼쪽 이번 작업의 요청에서 관련 동작도 확인해 달라는 보정을 읽는다. 실제 검증 실행·통과 결과는 제시하지 않는다.</a:t>
            </a:r>
          </a:p>
          <a:p xmlns:a="http://schemas.openxmlformats.org/drawingml/2006/main">
            <a:r>
              <a:t>2. (0:35–1:25 / Lecture) 오른쪽은 공통 지침을 갱신하지 않은 상황이라는 가정이다. 대화가 수정됐다는 사실과 재사용 출처가 바뀌었다는 사실이 다름을 설명한다.</a:t>
            </a:r>
          </a:p>
          <a:p xmlns:a="http://schemas.openxmlformats.org/drawingml/2006/main">
            <a:r>
              <a:t>3. (1:25–2:00 / Lecture) 원본 지침이 원인이라는 결론이나 지침을 무조건 추가하라는 처방은 내리지 않는다. 다음 작업으로 보정이 이어지는지 묻는다.</a:t>
            </a:r>
          </a:p>
          <a:p xmlns:a="http://schemas.openxmlformats.org/drawingml/2006/main">
            <a:r>
              <a:t/>
            </a:r>
          </a:p>
          <a:p xmlns:a="http://schemas.openxmlformats.org/drawingml/2006/main">
            <a:r>
              <a:t>**Evidence / Source:**</a:t>
            </a:r>
          </a:p>
          <a:p xmlns:a="http://schemas.openxmlformats.org/drawingml/2006/main">
            <a:r>
              <a:t>plan/MASTER_PLAN.md §§5.8–5.9 및 §14의 현재 작업 수정과 Harness Improvement Loop 구분; DEC-0092. 실제 stale workflow의 원인·수정 결과를 앞에서 확정하지 않는다.</a:t>
            </a:r>
          </a:p>
          <a:p xmlns:a="http://schemas.openxmlformats.org/drawingml/2006/main">
            <a:r>
              <a:t/>
            </a:r>
          </a:p>
          <a:p xmlns:a="http://schemas.openxmlformats.org/drawingml/2006/main">
            <a:r>
              <a:t>**Claim Boundary:**</a:t>
            </a:r>
          </a:p>
          <a:p xmlns:a="http://schemas.openxmlformats.org/drawingml/2006/main">
            <a:r>
              <a:t>CONCEPTUAL — 공통 지침을 갱신하지 않은 경우의 비교다. 실제 요청·원본 지침 변경 이력이 아니며 지침이 누락 원인이라고 단정하거나 보정 성공을 주장하지 않는다.</a:t>
            </a:r>
          </a:p>
          <a:p xmlns:a="http://schemas.openxmlformats.org/drawingml/2006/main">
            <a:r>
              <a:t/>
            </a:r>
          </a:p>
          <a:p xmlns:a="http://schemas.openxmlformats.org/drawingml/2006/main">
            <a:r>
              <a:t>**Beginner Explanation:**</a:t>
            </a:r>
          </a:p>
          <a:p xmlns:a="http://schemas.openxmlformats.org/drawingml/2006/main">
            <a:r>
              <a:t>이번 대화에 더한 말과 다음 작업이 다시 읽는 지침은 다르다.</a:t>
            </a:r>
          </a:p>
          <a:p xmlns:a="http://schemas.openxmlformats.org/drawingml/2006/main">
            <a:r>
              <a:t/>
            </a:r>
          </a:p>
          <a:p xmlns:a="http://schemas.openxmlformats.org/drawingml/2006/main">
            <a:r>
              <a:t>**Advanced Insight:**</a:t>
            </a:r>
          </a:p>
          <a:p xmlns:a="http://schemas.openxmlformats.org/drawingml/2006/main">
            <a:r>
              <a:t>일회 요청의 수정이 시스템의 영속적 출처 변경을 뜻하지 않는다. 어떤 출처를 바꿀지는 후속 원인 확인으로 결정해야 한다.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“공통 지침은 그대로인데, 다음 작업에서도 비슷한 확인이 필요하면 어떻게 될까요?”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S78 또는 production/preview/full/S78.png.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다음 작업에서도 같은 보정이 반복된다면?</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다음 작업에서도 같은 보정이 반복된다면?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공통 수행 지침을 갱신하지 않은 교육용 상황에서 작업 A/B/C마다 사람이 같은 확인을 추가로 요청한다. 사람의 경험이 다음 작업에 쓸 체계의 개선으로 돌아오지 않는 문제가 남는다.</a:t>
            </a:r>
          </a:p>
          <a:p xmlns:a="http://schemas.openxmlformats.org/drawingml/2006/main">
            <a:r>
              <a:t/>
            </a:r>
          </a:p>
          <a:p xmlns:a="http://schemas.openxmlformats.org/drawingml/2006/main">
            <a:r>
              <a:t>**Opening Question:**</a:t>
            </a:r>
          </a:p>
          <a:p xmlns:a="http://schemas.openxmlformats.org/drawingml/2006/main">
            <a:r>
              <a:t>“작업이 바뀔 때마다 같은 보정을 사람이 다시 해야 한다면, 무엇이 축적되지 않은 걸까요?”</a:t>
            </a:r>
          </a:p>
          <a:p xmlns:a="http://schemas.openxmlformats.org/drawingml/2006/main">
            <a:r>
              <a:t/>
            </a:r>
          </a:p>
          <a:p xmlns:a="http://schemas.openxmlformats.org/drawingml/2006/main">
            <a:r>
              <a:t>**Speaker Flow:**</a:t>
            </a:r>
          </a:p>
          <a:p xmlns:a="http://schemas.openxmlformats.org/drawingml/2006/main">
            <a:r>
              <a:t>1. (0:00–0:35 / Lecture) 같은 공통 지침 아래 순서대로 이어지는 작업 A/B/C를 읽는다. 실제 세 번의 실험·Subagent 실행·제품 상태가 아니다.</a:t>
            </a:r>
          </a:p>
          <a:p xmlns:a="http://schemas.openxmlformats.org/drawingml/2006/main">
            <a:r>
              <a:t>2. (0:35–1:25 / Lecture) 각 작업 아래에서 사람이 관련 동작도 확인해 달라고 같은 보정을 반복하는 부분을 가리킨다. 그림의 반복은 설명 도식이며 비용·토큰 증가를 측정한 그래프가 아니다.</a:t>
            </a:r>
          </a:p>
          <a:p xmlns:a="http://schemas.openxmlformats.org/drawingml/2006/main">
            <a:r>
              <a:t>3. (1:25–2:00 / Lecture) 사람은 경험을 얻었지만 다음 작업의 수행 체계는 그대로라는 문제를 회수한다. 이 문제를 어떤 근거로 개선할지가 다음 질문이다.</a:t>
            </a:r>
          </a:p>
          <a:p xmlns:a="http://schemas.openxmlformats.org/drawingml/2006/main">
            <a:r>
              <a:t/>
            </a:r>
          </a:p>
          <a:p xmlns:a="http://schemas.openxmlformats.org/drawingml/2006/main">
            <a:r>
              <a:t>**Evidence / Source:**</a:t>
            </a:r>
          </a:p>
          <a:p xmlns:a="http://schemas.openxmlformats.org/drawingml/2006/main">
            <a:r>
              <a:t>plan/MASTER_PLAN.md §5.9의 매번 사람이 같은 지시를 다시 알려주는 반복 실패·보정 예와 고정 Insight; DEC-0092. 가상의 순차 작업이며 실제 Product 반복 이력이나 TRIAL-006의 관측 횟수가 아니다.</a:t>
            </a:r>
          </a:p>
          <a:p xmlns:a="http://schemas.openxmlformats.org/drawingml/2006/main">
            <a:r>
              <a:t/>
            </a:r>
          </a:p>
          <a:p xmlns:a="http://schemas.openxmlformats.org/drawingml/2006/main">
            <a:r>
              <a:t>**Claim Boundary:**</a:t>
            </a:r>
          </a:p>
          <a:p xmlns:a="http://schemas.openxmlformats.org/drawingml/2006/main">
            <a:r>
              <a:t>CONCEPTUAL — 작업 A/B/C는 반복을 설명하는 도식이며 실제 Trial·Subagent·비교 실험이 아니다. 반복 횟수·토큰·시간·성과를 측정하지 않았고 원인은 미확정이다.</a:t>
            </a:r>
          </a:p>
          <a:p xmlns:a="http://schemas.openxmlformats.org/drawingml/2006/main">
            <a:r>
              <a:t/>
            </a:r>
          </a:p>
          <a:p xmlns:a="http://schemas.openxmlformats.org/drawingml/2006/main">
            <a:r>
              <a:t>**Beginner Explanation:**</a:t>
            </a:r>
          </a:p>
          <a:p xmlns:a="http://schemas.openxmlformats.org/drawingml/2006/main">
            <a:r>
              <a:t>매번 사람이 같은 말을 다시 해야 하는 문제가 눈에 보인다.</a:t>
            </a:r>
          </a:p>
          <a:p xmlns:a="http://schemas.openxmlformats.org/drawingml/2006/main">
            <a:r>
              <a:t/>
            </a:r>
          </a:p>
          <a:p xmlns:a="http://schemas.openxmlformats.org/drawingml/2006/main">
            <a:r>
              <a:t>**Advanced Insight:**</a:t>
            </a:r>
          </a:p>
          <a:p xmlns:a="http://schemas.openxmlformats.org/drawingml/2006/main">
            <a:r>
              <a:t>Task 간에 개선 지식이 전달되지 않는 구조적 빈틈을 식별한다. 원인·지속 출처·평가 대상은 아직 열어 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“이 경험으로 다음 작업의 체계를 바꾸려면, 무엇을 근거로 어디를 고칠지 판단해야 할까요?”</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S79 또는 production/preview/full/S79.png.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반복 보정을 개선으로 잇는 기록</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반복 보정을 개선으로 잇는 기록</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원래 기준과 적용 지침, 실제 수행·검증 범위, 사람이 보정한 내용을 함께 남겨야 무엇이 달랐는지 비교할 수 있다. 그 기록을 근거로 원인과 변경 대상을 판단하고 다시 확인할 필요가 생긴다.</a:t>
            </a:r>
          </a:p>
          <a:p xmlns:a="http://schemas.openxmlformats.org/drawingml/2006/main">
            <a:r>
              <a:t/>
            </a:r>
          </a:p>
          <a:p xmlns:a="http://schemas.openxmlformats.org/drawingml/2006/main">
            <a:r>
              <a:t>**Opening Question:**</a:t>
            </a:r>
          </a:p>
          <a:p xmlns:a="http://schemas.openxmlformats.org/drawingml/2006/main">
            <a:r>
              <a:t>“보정한 문장만으로, 코드·지침·도구·검증 중 무엇을 고칠지 알 수 있을까요?”</a:t>
            </a:r>
          </a:p>
          <a:p xmlns:a="http://schemas.openxmlformats.org/drawingml/2006/main">
            <a:r>
              <a:t/>
            </a:r>
          </a:p>
          <a:p xmlns:a="http://schemas.openxmlformats.org/drawingml/2006/main">
            <a:r>
              <a:t>**Speaker Flow:**</a:t>
            </a:r>
          </a:p>
          <a:p xmlns:a="http://schemas.openxmlformats.org/drawingml/2006/main">
            <a:r>
              <a:t>1. (0:00–0:35 / Lecture) 왼쪽 기록 틀은 실제 보고서가 아닌 교육용 항목이다. 원래 기준과 지침을 실제 수행·검증 범위에 대조하고 사람의 보정을 함께 남긴다.</a:t>
            </a:r>
          </a:p>
          <a:p xmlns:a="http://schemas.openxmlformats.org/drawingml/2006/main">
            <a:r>
              <a:t>2. (0:35–1:25 / Lecture) 오른쪽의 원인·변경 위치·재확인은 아직 답하지 않은 질문이다. 지침을 늘리는 것이 항상 답이 아니며 코드·도구·평가 기준 등 다른 원인도 확인해야 한다.</a:t>
            </a:r>
          </a:p>
          <a:p xmlns:a="http://schemas.openxmlformats.org/drawingml/2006/main">
            <a:r>
              <a:t>3. (1:25–2:00 / Lecture) 기록은 다음 작업에 쓸 체계를 검토할 입력이라는 필요만 고정한다. 구체적 원인 확인·갱신·재평가는 ACT4의 기존 사례에서 다룬다.</a:t>
            </a:r>
          </a:p>
          <a:p xmlns:a="http://schemas.openxmlformats.org/drawingml/2006/main">
            <a:r>
              <a:t/>
            </a:r>
          </a:p>
          <a:p xmlns:a="http://schemas.openxmlformats.org/drawingml/2006/main">
            <a:r>
              <a:t>**Evidence / Source:**</a:t>
            </a:r>
          </a:p>
          <a:p xmlns:a="http://schemas.openxmlformats.org/drawingml/2006/main">
            <a:r>
              <a:t>plan/MASTER_PLAN.md §5.9 및 §14; DEC-0092. 실제 교육 제작의 평가·보고 기준 변경과 후속 기록은 기존 ACT4 S95–S99에 보존하며, 이 장의 기록 틀을 실제 실행 보고서로 쓰지 않는다.</a:t>
            </a:r>
          </a:p>
          <a:p xmlns:a="http://schemas.openxmlformats.org/drawingml/2006/main">
            <a:r>
              <a:t/>
            </a:r>
          </a:p>
          <a:p xmlns:a="http://schemas.openxmlformats.org/drawingml/2006/main">
            <a:r>
              <a:t>**Claim Boundary:**</a:t>
            </a:r>
          </a:p>
          <a:p xmlns:a="http://schemas.openxmlformats.org/drawingml/2006/main">
            <a:r>
              <a:t>TEACHING MODEL — 개선 검토에 필요한 기록 틀이다. 실제 새 보고서·원인 확정·지침 갱신·재평가·품질 향상을 입증하지 않으며 AI 모델의 자동 학습을 뜻하지 않는다.</a:t>
            </a:r>
          </a:p>
          <a:p xmlns:a="http://schemas.openxmlformats.org/drawingml/2006/main">
            <a:r>
              <a:t/>
            </a:r>
          </a:p>
          <a:p xmlns:a="http://schemas.openxmlformats.org/drawingml/2006/main">
            <a:r>
              <a:t>**Beginner Explanation:**</a:t>
            </a:r>
          </a:p>
          <a:p xmlns:a="http://schemas.openxmlformats.org/drawingml/2006/main">
            <a:r>
              <a:t>누가 무엇을 보정했는지뿐 아니라 원래 기준과 실제 수행도 함께 보아야 한다.</a:t>
            </a:r>
          </a:p>
          <a:p xmlns:a="http://schemas.openxmlformats.org/drawingml/2006/main">
            <a:r>
              <a:t/>
            </a:r>
          </a:p>
          <a:p xmlns:a="http://schemas.openxmlformats.org/drawingml/2006/main">
            <a:r>
              <a:t>**Advanced Insight:**</a:t>
            </a:r>
          </a:p>
          <a:p xmlns:a="http://schemas.openxmlformats.org/drawingml/2006/main">
            <a:r>
              <a:t>사람의 보정을 바로 새 규칙으로 바꾸지 않고, 원인을 가려 적절한 출처를 변경하고 재평가할 증거로 다룬다.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“우리 업무에서 매번 사람이 보정하는 하나를 골라, 어떤 근거와 담당이 필요한지 생각해 보겠습니다.”</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S80 또는 production/preview/full/S80.png.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같은 보정을 되풀이하지 않으려면?</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같은 보정을 되풀이하지 않으려면?</a:t>
            </a:r>
          </a:p>
          <a:p xmlns:a="http://schemas.openxmlformats.org/drawingml/2006/main">
            <a:r>
              <a:t/>
            </a:r>
          </a:p>
          <a:p xmlns:a="http://schemas.openxmlformats.org/drawingml/2006/main">
            <a:r>
              <a:t>**ACT / Section:**</a:t>
            </a:r>
          </a:p>
          <a:p xmlns:a="http://schemas.openxmlformats.org/drawingml/2006/main">
            <a:r>
              <a:t>ACT 3 / 3I Discussion / Reflection / Transition</a:t>
            </a:r>
          </a:p>
          <a:p xmlns:a="http://schemas.openxmlformats.org/drawingml/2006/main">
            <a:r>
              <a:t/>
            </a:r>
          </a:p>
          <a:p xmlns:a="http://schemas.openxmlformats.org/drawingml/2006/main">
            <a:r>
              <a:t>**Allocated Time:**</a:t>
            </a:r>
          </a:p>
          <a:p xmlns:a="http://schemas.openxmlformats.org/drawingml/2006/main">
            <a:r>
              <a:t>10 minutes</a:t>
            </a:r>
          </a:p>
          <a:p xmlns:a="http://schemas.openxmlformats.org/drawingml/2006/main">
            <a:r>
              <a:t/>
            </a:r>
          </a:p>
          <a:p xmlns:a="http://schemas.openxmlformats.org/drawingml/2006/main">
            <a:r>
              <a:t>**Mode Split:**</a:t>
            </a:r>
          </a:p>
          <a:p xmlns:a="http://schemas.openxmlformats.org/drawingml/2006/main">
            <a:r>
              <a:t>Reflection 3 minutes + Q&amp;A 5 minutes + Transition 2 minutes</a:t>
            </a:r>
          </a:p>
          <a:p xmlns:a="http://schemas.openxmlformats.org/drawingml/2006/main">
            <a:r>
              <a:t/>
            </a:r>
          </a:p>
          <a:p xmlns:a="http://schemas.openxmlformats.org/drawingml/2006/main">
            <a:r>
              <a:t>**Primary Message:**</a:t>
            </a:r>
          </a:p>
          <a:p xmlns:a="http://schemas.openxmlformats.org/drawingml/2006/main">
            <a:r>
              <a:t>다시 알려주는 정보·다시 지시하는 절차·빠뜨린 확인 기준 중 반복 보정 하나를 고른다. 그 근거와 원래 출처, 검토·갱신·재확인 책임을 생각하고 다음 작업에 반영할 개선 과정이 필요한 이유를 회수한다.</a:t>
            </a:r>
          </a:p>
          <a:p xmlns:a="http://schemas.openxmlformats.org/drawingml/2006/main">
            <a:r>
              <a:t/>
            </a:r>
          </a:p>
          <a:p xmlns:a="http://schemas.openxmlformats.org/drawingml/2006/main">
            <a:r>
              <a:t>**Opening Question:**</a:t>
            </a:r>
          </a:p>
          <a:p xmlns:a="http://schemas.openxmlformats.org/drawingml/2006/main">
            <a:r>
              <a:t>“우리 팀에서 사람이 되풀이하는 보정 하나는 무엇이며, 무엇을 근거로 누가 다시 확인해야 할까요?”</a:t>
            </a:r>
          </a:p>
          <a:p xmlns:a="http://schemas.openxmlformats.org/drawingml/2006/main">
            <a:r>
              <a:t/>
            </a:r>
          </a:p>
          <a:p xmlns:a="http://schemas.openxmlformats.org/drawingml/2006/main">
            <a:r>
              <a:t>**Speaker Flow:**</a:t>
            </a:r>
          </a:p>
          <a:p xmlns:a="http://schemas.openxmlformats.org/drawingml/2006/main">
            <a:r>
              <a:t>1. (0:00–3:00 / Reflection) 다시 알려주는 정보·다시 지시하는 절차·빠뜨린 확인 기준 중 사람이 반복 보정하는 하나를 생각한다. 실제 작성·발표는 요구하지 않는다. 고른 내용이 현재 대화에만 남는지, 다음 작업에도 적용될 필요가 있는지 묻는다.</a:t>
            </a:r>
          </a:p>
          <a:p xmlns:a="http://schemas.openxmlformats.org/drawingml/2006/main">
            <a:r>
              <a:t>2. (3:00–8:00 / Q&amp;A) 선택적으로 질문을 받는다. 어떤 기준·실행 기록·보정 내용을 볼지, 원래 출처가 어디인지, 누가 검토·갱신·재확인을 맡을지 생각한다. 한 원인이나 새 규칙을 미리 확정하지 않는다. 질문이 없으면 “이번 대화에서만 보정했다면 다음 작업은 무엇을 다시 읽을까요?”를 보조 질문으로 사용한다.</a:t>
            </a:r>
          </a:p>
          <a:p xmlns:a="http://schemas.openxmlformats.org/drawingml/2006/main">
            <a:r>
              <a:t>3. (8:00–10:00 / Transition) 하단 다음 ACT 문장을 읽는다. 사람의 반복 보정이 다음 작업의 개선으로 이어지게 하려면 기록·원인 확인·적절한 변경·재평가가 필요하다는 문제를 닫고 ACT4 제목 S82으로 이동한다. S83에서 실제 성공은 보존하고 별도의 가상 유지 사례를 연다. ACT4의 설명·순서·시간을 미리 소진하거나 축소하지 않는다.</a:t>
            </a:r>
          </a:p>
          <a:p xmlns:a="http://schemas.openxmlformats.org/drawingml/2006/main">
            <a:r>
              <a:t/>
            </a:r>
          </a:p>
          <a:p xmlns:a="http://schemas.openxmlformats.org/drawingml/2006/main">
            <a:r>
              <a:t>**Evidence / Source:**</a:t>
            </a:r>
          </a:p>
          <a:p xmlns:a="http://schemas.openxmlformats.org/drawingml/2006/main">
            <a:r>
              <a:t>plan/MASTER_PLAN.md §§5.8–5.9, §14; 기존 BEAT-035–038 및 DEC-0079/0080/0092. 검증된 STATE-04-PERF의 성공은 유지하고, ACT4의 별도 가상 변화와 실제 Meta 사례를 그대로 둔다.</a:t>
            </a:r>
          </a:p>
          <a:p xmlns:a="http://schemas.openxmlformats.org/drawingml/2006/main">
            <a:r>
              <a:t/>
            </a:r>
          </a:p>
          <a:p xmlns:a="http://schemas.openxmlformats.org/drawingml/2006/main">
            <a:r>
              <a:t>**Claim Boundary:**</a:t>
            </a:r>
          </a:p>
          <a:p xmlns:a="http://schemas.openxmlformats.org/drawingml/2006/main">
            <a:r>
              <a:t>TEACHING MODEL — 개인 성찰이며 작성·실습·공개 답변을 요구하지 않는다. 실제 누락 원인·수정 대상·담당·재평가 결과를 확정하지 않는다. ACT4의 구성·시간·관찰/가상 경계를 유지한다.</a:t>
            </a:r>
          </a:p>
          <a:p xmlns:a="http://schemas.openxmlformats.org/drawingml/2006/main">
            <a:r>
              <a:t/>
            </a:r>
          </a:p>
          <a:p xmlns:a="http://schemas.openxmlformats.org/drawingml/2006/main">
            <a:r>
              <a:t>**Beginner Explanation:**</a:t>
            </a:r>
          </a:p>
          <a:p xmlns:a="http://schemas.openxmlformats.org/drawingml/2006/main">
            <a:r>
              <a:t>매번 사람이 다시 하는 보정 한 가지를 자기 업무에서 떠올린다.</a:t>
            </a:r>
          </a:p>
          <a:p xmlns:a="http://schemas.openxmlformats.org/drawingml/2006/main">
            <a:r>
              <a:t/>
            </a:r>
          </a:p>
          <a:p xmlns:a="http://schemas.openxmlformats.org/drawingml/2006/main">
            <a:r>
              <a:t>**Advanced Insight:**</a:t>
            </a:r>
          </a:p>
          <a:p xmlns:a="http://schemas.openxmlformats.org/drawingml/2006/main">
            <a:r>
              <a:t>반복 보정의 근거·적용 범위·원래 출처와 검토·재평가 책임을 분리해 생각한다.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정적 성찰 화면. R1 세 후보→R2 반복 보정 하나 선택→R3 근거·출처/검토·재확인 책임의 순서로 발표자 초점을 옮긴다. 새 실행이나 실제 원인·담당 배정은 없다.</a:t>
            </a:r>
          </a:p>
          <a:p xmlns:a="http://schemas.openxmlformats.org/drawingml/2006/main">
            <a:r>
              <a:t/>
            </a:r>
          </a:p>
          <a:p xmlns:a="http://schemas.openxmlformats.org/drawingml/2006/main">
            <a:r>
              <a:t>**Audience Interaction:**</a:t>
            </a:r>
          </a:p>
          <a:p xmlns:a="http://schemas.openxmlformats.org/drawingml/2006/main">
            <a:r>
              <a:t>Reflection3분→선택 Q&amp;A5분→Transition2분. 공개 답변과 작성은 요구하지 않는다. 질문이 없으면 현재 대화에만 남은 보정과 다음 작업이 읽을 출처를 묻는다.</a:t>
            </a:r>
          </a:p>
          <a:p xmlns:a="http://schemas.openxmlformats.org/drawingml/2006/main">
            <a:r>
              <a:t/>
            </a:r>
          </a:p>
          <a:p xmlns:a="http://schemas.openxmlformats.org/drawingml/2006/main">
            <a:r>
              <a:t>**Transition:**</a:t>
            </a:r>
          </a:p>
          <a:p xmlns:a="http://schemas.openxmlformats.org/drawingml/2006/main">
            <a:r>
              <a:t>“만든 기반은 재사용할 수 있습니다. 이제 사람이 반복해서 보정한 경험을 다음 작업의 개선으로 되돌리는 방법을 보겠습니다.” ACT4 제목 S82을 거쳐 S83의 기존 실제 성공 회수와 별도 가상 유지 사례로 이어간다.</a:t>
            </a:r>
          </a:p>
          <a:p xmlns:a="http://schemas.openxmlformats.org/drawingml/2006/main">
            <a:r>
              <a:t/>
            </a:r>
          </a:p>
          <a:p xmlns:a="http://schemas.openxmlformats.org/drawingml/2006/main">
            <a:r>
              <a:t>**Time Management:**</a:t>
            </a:r>
          </a:p>
          <a:p xmlns:a="http://schemas.openxmlformats.org/drawingml/2006/main">
            <a:r>
              <a:t>총10분:0–3 Reflection,3–8 Q&amp;A,8–10 Transition.8분에 질문을 닫고 하단의 다음 ACT 문장으로 이동한다. 지연 시 부연·도구 예시를 줄이되 반복 보정 문제와 근거·책임 질문을 유지한다.10분에 S82 제목으로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S81 또는 production/preview/full/S81.png.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기록과 피드백으로 시스템 개선하기</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기록과 피드백으로 시스템 개선하기</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기록과 피드백으로 시스템 개선하기 — Loop Engineering · 개선 과정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4의 제목 “기록과 피드백으로 시스템 개선하기”을 가리키며 구간을 연다.</a:t>
            </a:r>
          </a:p>
          <a:p xmlns:a="http://schemas.openxmlformats.org/drawingml/2006/main">
            <a:r>
              <a:t>2. (0:20–0:40 / Transition) 부제 “Loop Engineering · 개선 과정 설계”는 이번 구간의 관점만 안내한다. 구체적 기능·해결 방법·결과는 앞서 설명하지 않는다.</a:t>
            </a:r>
          </a:p>
          <a:p xmlns:a="http://schemas.openxmlformats.org/drawingml/2006/main">
            <a:r>
              <a:t>3. (0:40–1:00 / Transition) S83의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S83 — 확인한 성공을 유지하려면로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4 총81분, 전체406분이다. 제목·부제만 안내하고1분에 S83로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production/preview/full/S82.png 또는 production/ACT_4.pptx의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확인한 성공을 유지하려면</a:t>
            </a:r>
          </a:p>
          <a:p xmlns:a="http://schemas.openxmlformats.org/drawingml/2006/main">
            <a:r>
              <a:t/>
            </a:r>
          </a:p>
          <a:p xmlns:a="http://schemas.openxmlformats.org/drawingml/2006/main">
            <a:r>
              <a:t>Slide ID: S83</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S81에서 위치·검토/갱신 역할을 생각했다는 점을 회수한다. 실제 밝기 통계는 출력6항목·전체 테스트11/11·같은 조건의 측정/guard를 확인한 성공으로 마쳤다고 짧게 남긴다. S66의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S81에서 떠올린 한 가지에 대해 어떤 기준/환경 변화가 담당자의 재검토를 요구할지 조용히 생각하게 한다. 앞 장의 위치·담당 선택을 다시 시키거나 답변/산출물을 요구하지 않는다. 다음 S84부터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S83, production/preview/act4/S83.png 및 production/preview/full/S83.png.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처음에는 기준과 재사용 절차가 맞았다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S84, production/preview/act4/S84.png 및 production/preview/full/S84.png.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Project는 바뀌고 Workflow는 남았다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S81의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S85와 production/preview/act4/S85.png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S85와 production/preview/act4/S85.png를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이번 요청과 다음 작업의 지침</a:t>
            </a:r>
          </a:p>
          <a:p xmlns:a="http://schemas.openxmlformats.org/drawingml/2006/main">
            <a:r>
              <a:t/>
            </a:r>
          </a:p>
          <a:p xmlns:a="http://schemas.openxmlformats.org/drawingml/2006/main">
            <a:r>
              <a:t>Slide ID: S86</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S87에서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S86, production/preview/act4/S86.png 및 production/preview/full/S86.png.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원인을 고르기 전에 확인할 기록</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1. (0:00–0:30 / CAPTURED Demo) S86의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S88에서 가정과 원인 가설을 분리한다.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S87, production/preview/act4/S87.png 및 production/preview/full/S87.png.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주어진 정보와 원인 가설을 나눈다</a:t>
            </a:r>
          </a:p>
          <a:p xmlns:a="http://schemas.openxmlformats.org/drawingml/2006/main">
            <a:r>
              <a:t/>
            </a:r>
          </a:p>
          <a:p xmlns:a="http://schemas.openxmlformats.org/drawingml/2006/main">
            <a:r>
              <a:t>Slide ID: S88</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S87의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S88, production/preview/act4/S88.png 및 production/preview/full/S88.png.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확인한 원인에 맞춰 변경 대상을 고른다</a:t>
            </a:r>
          </a:p>
          <a:p xmlns:a="http://schemas.openxmlformats.org/drawingml/2006/main">
            <a:r>
              <a:t/>
            </a:r>
          </a:p>
          <a:p xmlns:a="http://schemas.openxmlformats.org/drawingml/2006/main">
            <a:r>
              <a:t>Slide ID: S89</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S90에서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S87 2분/S76 1분 그대로이며 S89는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S89, production/preview/act4/S89.png 및 production/preview/full/S89.png.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확인된 범위만 검토하고 갱신한다</a:t>
            </a:r>
          </a:p>
          <a:p xmlns:a="http://schemas.openxmlformats.org/drawingml/2006/main">
            <a:r>
              <a:t/>
            </a:r>
          </a:p>
          <a:p xmlns:a="http://schemas.openxmlformats.org/drawingml/2006/main">
            <a:r>
              <a:t>Slide ID: S90</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S81의 ‘어디에 두고 누가 유지할까’를 이 가상 유지 문제에서 회수했다고 정리한다. 실제 수정/재평가 결과는 없으며 S91에서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S90, production/preview/act4/S90.png 및 production/preview/full/S90.png.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1. (0:00–1:00 / Lecture) S90의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S92에서 서로 다른 위험을 확인할 대표 작업을 고른다. 통과나 안전성이 확인됐다는 결과를 만들지 않는다.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S91와 production/preview/act4/S91.png를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S91의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S92와 production/preview/act4/S92.png를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S92의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S89의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S89의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S93와 production/preview/act4/S93.png를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S89/S80의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S94와 production/preview/act4/S94.png를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S76–S80를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S96은 결과와 원인 해석의 구분, S97는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S95와 production/preview/act4/S95.png를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S66의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S96와 production/preview/act4/S96.png를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S97와 production/preview/act4/S97.png를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S98와 production/preview/act4/S98.png를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1. (0:00–1:00 / Lecture) S94와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S97의 세 기록 항목과 S98의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S99와 production/preview/act4/S99.png를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1. (0:00–2:00 / Case) S99의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S102에 전체 여정 회수를 넘긴다. 다섯 ACT의 여정을 여기서 미리 재강의하지 않는다.</a:t>
            </a:r>
          </a:p>
          <a:p xmlns:a="http://schemas.openxmlformats.org/drawingml/2006/main">
            <a:r>
              <a:t>기존 연결 질문을 유지한 채 ACT 5 제목 S101를 거쳐 S102의 첫 문제로 이어간다. 제목의 Transition1분은 다음 ACT에 별도로 배정한다.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S102으로 이동한다.</a:t>
            </a:r>
          </a:p>
          <a:p xmlns:a="http://schemas.openxmlformats.org/drawingml/2006/main">
            <a:r>
              <a:t>기존 연결 질문을 유지한 채 ACT 5 제목 S101를 거쳐 S102의 첫 문제로 이어간다. 제목의 Transition1분은 다음 ACT에 별도로 배정한다.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S102의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production/preview/act4/S100.png 및 production/preview/full/S100.png다.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내 업무에 맞게 조합하고 덜어내기</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내 업무에 맞게 조합하고 덜어내기</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내 업무에 맞게 조합하고 덜어내기 — AI-Native Development · 업무 방식의 재설계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5의 제목 “내 업무에 맞게 조합하고 덜어내기”을 가리키며 구간을 연다.</a:t>
            </a:r>
          </a:p>
          <a:p xmlns:a="http://schemas.openxmlformats.org/drawingml/2006/main">
            <a:r>
              <a:t>2. (0:20–0:40 / Transition) 부제 “AI-Native Development · 업무 방식의 재설계”는 이번 구간의 관점만 안내한다. 구체적 기능·해결 방법·결과는 앞서 설명하지 않는다.</a:t>
            </a:r>
          </a:p>
          <a:p xmlns:a="http://schemas.openxmlformats.org/drawingml/2006/main">
            <a:r>
              <a:t>3. (0:40–1:00 / Transition) S102의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S102 — 문제에 맞춰, 일하는 방식을 넓혔다로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5 총40분, 전체406분이다. 제목·부제만 안내하고1분에 S102로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production/preview/full/S101.png 또는 production/ACT_5.pptx의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문제에 맞춰, 일하는 방식을 넓혔다</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S100가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S103은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S110/S100에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실제 Demo는 문제에 맞춰 바뀌었다</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S49).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S49,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S23/S46/S61다.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이번 문제에 필요한 구성만 선택했다</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S103의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S105로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S71에서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S104와 production/preview/act5/S104.png를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결과를 수용할지는 사람이 판단한다</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S104의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S106에서는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S105와 production/preview/act5/S105.png를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S106 — AI가 일할 조건과 확인 경로를 설계한다</a:t>
            </a:r>
          </a:p>
          <a:p xmlns:a="http://schemas.openxmlformats.org/drawingml/2006/main">
            <a:r>
              <a:t/>
            </a:r>
          </a:p>
          <a:p xmlns:a="http://schemas.openxmlformats.org/drawingml/2006/main">
            <a:r>
              <a:t>**Slide ID:**</a:t>
            </a:r>
          </a:p>
          <a:p xmlns:a="http://schemas.openxmlformats.org/drawingml/2006/main">
            <a:r>
              <a:t>S106</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S105의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S107로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S110에서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S106와 production/preview/act5/S106.png를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S107 — 모델·플랫폼이 바뀌면 Harness도 다시 본다</a:t>
            </a:r>
          </a:p>
          <a:p xmlns:a="http://schemas.openxmlformats.org/drawingml/2006/main">
            <a:r>
              <a:t/>
            </a:r>
          </a:p>
          <a:p xmlns:a="http://schemas.openxmlformats.org/drawingml/2006/main">
            <a:r>
              <a:t>**Slide ID:**</a:t>
            </a:r>
          </a:p>
          <a:p xmlns:a="http://schemas.openxmlformats.org/drawingml/2006/main">
            <a:r>
              <a:t>S107</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S106의 설계 관점에서 “그때 필요했던 보조 장치가 지금도 필요한가?”를 묻는다. S104은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S108의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S110/S100에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S107와 production/preview/act5/S107.png.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S108 — 무엇을 남기고, 무엇을 덜어낼까?</a:t>
            </a:r>
          </a:p>
          <a:p xmlns:a="http://schemas.openxmlformats.org/drawingml/2006/main">
            <a:r>
              <a:t/>
            </a:r>
          </a:p>
          <a:p xmlns:a="http://schemas.openxmlformats.org/drawingml/2006/main">
            <a:r>
              <a:t>**Slide ID:**</a:t>
            </a:r>
          </a:p>
          <a:p xmlns:a="http://schemas.openxmlformats.org/drawingml/2006/main">
            <a:r>
              <a:t>S108</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S107의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S109으로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S110/S100에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S108와 production/preview/act5/S108.png.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S109 — 덜어낸 뒤에도 필요한 일을 하는가?</a:t>
            </a:r>
          </a:p>
          <a:p xmlns:a="http://schemas.openxmlformats.org/drawingml/2006/main">
            <a:r>
              <a:t/>
            </a:r>
          </a:p>
          <a:p xmlns:a="http://schemas.openxmlformats.org/drawingml/2006/main">
            <a:r>
              <a:t>**Slide ID:**</a:t>
            </a:r>
          </a:p>
          <a:p xmlns:a="http://schemas.openxmlformats.org/drawingml/2006/main">
            <a:r>
              <a:t>S109</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S108에서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S110에서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S110/S100에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S109와 production/preview/act5/S109.png.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내 업무에서는 무엇이 반복해서 막힐까?</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S111에서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S111의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S110와 production/preview/act5/S110.png를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고른 문제에서, 다음 행동 하나로</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S110에서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S110에서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마지막 연결: 다음 질문으로 이동하기 전에 S112–S114에서 팁 제목·현재 위치만 회수하고 S115의 기존 Q&amp;A/Closing으로 이어간다.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S110과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S112의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S110의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S111와 production/preview/act5/S111.png를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실무 적용 팁 · 작업 환경과 기준</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기준에 필요한 팁의 위치는 S12, S48, S58, S63, S68, S70, S80다. 새 제작 팁도 공식 안내 각색이며 실제 Trial 생성 이력이 아니다. 각 원래 장의 근거 범위를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마지막 통합 찾아보기이며 필요할 때 해당 장으로 돌아오는 목록임을 알린다.</a:t>
            </a:r>
          </a:p>
          <a:p xmlns:a="http://schemas.openxmlformats.org/drawingml/2006/main">
            <a:r>
              <a:t>2. (0:15–0:45 / Lecture) S12 Repository 작업은 Codex에서 시작한다 / S48 AGENTS.md에는 무엇을 남길까? / S58 테스트 명령을 언제 쓰고 무엇을 판단할까? / S63 대화로 재사용할 Skill 만들기 / S68 대화로 조사 Agent 만들기 / S70 이번 Context와 다시 쓸 지식 / S80 반복 보정을 개선으로 잇는 기록. 새 S63/S68을 포함해 제목·위치만 짚고 본문을 다시 강의하지 않는다.</a:t>
            </a:r>
          </a:p>
          <a:p xmlns:a="http://schemas.openxmlformats.org/drawingml/2006/main">
            <a:r>
              <a:t>3. (0:45–1:00 / Lecture) 요청 작성 팁 목록 S113으로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S63/S68은 SRC-0111/0112와 CLM-0041/0042의 공식 안내 각색이며 모든 팁의 실제 관찰/연구/가상 경계는 해당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S113으로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production/preview/full/S112.png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실무 적용 팁 · 요청 작성</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S114로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S114로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production/preview/full/S113.png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S114 — 실무 적용 팁 · 검증과 개선</a:t>
            </a:r>
          </a:p>
          <a:p xmlns:a="http://schemas.openxmlformats.org/drawingml/2006/main">
            <a:r>
              <a:t/>
            </a:r>
          </a:p>
          <a:p xmlns:a="http://schemas.openxmlformats.org/drawingml/2006/main">
            <a:r>
              <a:t>**Slide ID:**</a:t>
            </a:r>
          </a:p>
          <a:p xmlns:a="http://schemas.openxmlformats.org/drawingml/2006/main">
            <a:r>
              <a:t>S114</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개선에 필요한 기존 팁의 위치는 S87, S91, S108, S109다.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S87 원인을 고르기 전에 확인할 기록 / S91 지침을 고친 뒤, 무엇을 다시 확인할까? / S108 무엇을 남기고, 무엇을 덜어낼까? / S109 덜어낸 뒤에도 필요한 일을 하는가?. 제목·위치만 짚고 본문을 다시 강의하지 않는다.</a:t>
            </a:r>
          </a:p>
          <a:p xmlns:a="http://schemas.openxmlformats.org/drawingml/2006/main">
            <a:r>
              <a:t>3. (0:45–1:00 / Lecture) S115로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production/preview/full/S114.png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S115 — Q&amp;A와 교육 마무리</a:t>
            </a:r>
          </a:p>
          <a:p xmlns:a="http://schemas.openxmlformats.org/drawingml/2006/main">
            <a:r>
              <a:t/>
            </a:r>
          </a:p>
          <a:p xmlns:a="http://schemas.openxmlformats.org/drawingml/2006/main">
            <a:r>
              <a:t>**Slide ID:**</a:t>
            </a:r>
          </a:p>
          <a:p xmlns:a="http://schemas.openxmlformats.org/drawingml/2006/main">
            <a:r>
              <a:t>S115</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S111에서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S102과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S111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S115와 production/preview/act5/S115.png를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eaac29e1a954b8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de1e6a099fb4d9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00edb407de2421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9b005a5d2b949b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a25dbe45561443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5e0754e3d7743b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4FB9C7A-8B71-4E37-8A80-9DC44FE4E0B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26BD6BB-8675-45C9-B464-A39D642E207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184682D-B73E-4720-BE59-00852768F18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391B9B-806A-4E5C-95AE-E560B65D1D3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C01DEFA-A928-4E36-B19C-EE7428BC5AA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114793A-B0EB-4045-81F6-15935D75B74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9711116-D6CC-4386-89AC-F7E14831E2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66AB243-3061-4AD1-96BB-7F40E00A875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A3C2BBB-3516-4D39-9983-F9B7CDD28B5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E74EDA0-7EDF-410C-9813-54EB45E6ACF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653443b0456474e" /><Relationship Type="http://schemas.openxmlformats.org/officeDocument/2006/relationships/slideLayout" Target="/ppt/slideLayouts/slideLayout1.xml" Id="R652a6a102c864183" /><Relationship Type="http://schemas.openxmlformats.org/officeDocument/2006/relationships/slideLayout" Target="/ppt/slideLayouts/slideLayout2.xml" Id="R40b5bed9b912405c" /><Relationship Type="http://schemas.openxmlformats.org/officeDocument/2006/relationships/slideLayout" Target="/ppt/slideLayouts/slideLayout3.xml" Id="R2581ac4ff8ac4ea0" /><Relationship Type="http://schemas.openxmlformats.org/officeDocument/2006/relationships/slideLayout" Target="/ppt/slideLayouts/slideLayout4.xml" Id="R7a882a90538c4f36" /><Relationship Type="http://schemas.openxmlformats.org/officeDocument/2006/relationships/slideLayout" Target="/ppt/slideLayouts/slideLayout5.xml" Id="R22145db56cff4d35" /><Relationship Type="http://schemas.openxmlformats.org/officeDocument/2006/relationships/slideLayout" Target="/ppt/slideLayouts/slideLayout6.xml" Id="R9546e8a5138b439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52a6a102c864183"/>
    <p:sldLayoutId xmlns:r="http://schemas.openxmlformats.org/officeDocument/2006/relationships" id="2147483650" r:id="R40b5bed9b912405c"/>
    <p:sldLayoutId xmlns:r="http://schemas.openxmlformats.org/officeDocument/2006/relationships" id="2147483651" r:id="R2581ac4ff8ac4ea0"/>
    <p:sldLayoutId xmlns:r="http://schemas.openxmlformats.org/officeDocument/2006/relationships" id="2147483652" r:id="R7a882a90538c4f36"/>
    <p:sldLayoutId xmlns:r="http://schemas.openxmlformats.org/officeDocument/2006/relationships" id="2147483653" r:id="R22145db56cff4d35"/>
    <p:sldLayoutId xmlns:r="http://schemas.openxmlformats.org/officeDocument/2006/relationships" id="2147483654" r:id="R9546e8a5138b439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3a5e82e3e98461b" /><Relationship Type="http://schemas.openxmlformats.org/officeDocument/2006/relationships/notesSlide" Target="/ppt/notesSlides/notesSlide1.xml" Id="R8e35feaf1a4342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e783838875449f3" /><Relationship Type="http://schemas.openxmlformats.org/officeDocument/2006/relationships/image" Target="/ppt/media/image.png" Id="R6bd2eb563bdd4683" /><Relationship Type="http://schemas.openxmlformats.org/officeDocument/2006/relationships/notesSlide" Target="/ppt/notesSlides/notesSlide2.xml" Id="R0c58a3231ce64f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348abe94138431c" /><Relationship Type="http://schemas.openxmlformats.org/officeDocument/2006/relationships/notesSlide" Target="/ppt/notesSlides/notesSlide3.xml" Id="R0da4c80fef08477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c94ec26d47a4367" /><Relationship Type="http://schemas.openxmlformats.org/officeDocument/2006/relationships/notesSlide" Target="/ppt/notesSlides/notesSlide4.xml" Id="Ra4556a6c9b644f5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dc5171fcdc841a5" /><Relationship Type="http://schemas.openxmlformats.org/officeDocument/2006/relationships/image" Target="/ppt/media/image2.png" Id="R362de302bcf343de" /><Relationship Type="http://schemas.openxmlformats.org/officeDocument/2006/relationships/notesSlide" Target="/ppt/notesSlides/notesSlide5.xml" Id="Rbb9592afd915401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f06b41bc8b740da" /><Relationship Type="http://schemas.openxmlformats.org/officeDocument/2006/relationships/notesSlide" Target="/ppt/notesSlides/notesSlide6.xml" Id="R6f24043218824fe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89bee1bfde64292" /><Relationship Type="http://schemas.openxmlformats.org/officeDocument/2006/relationships/notesSlide" Target="/ppt/notesSlides/notesSlide7.xml" Id="R9bbf761742c74d2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07b366f6f1c4b29" /><Relationship Type="http://schemas.openxmlformats.org/officeDocument/2006/relationships/notesSlide" Target="/ppt/notesSlides/notesSlide8.xml" Id="R4f6712b8ee1d42a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2e9e9eb2d1d4177" /><Relationship Type="http://schemas.openxmlformats.org/officeDocument/2006/relationships/notesSlide" Target="/ppt/notesSlides/notesSlide9.xml" Id="Rdef53c5021f04ce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441b54be2984805" /><Relationship Type="http://schemas.openxmlformats.org/officeDocument/2006/relationships/image" Target="/ppt/media/image3.png" Id="Rc36a39c907fc49dc" /><Relationship Type="http://schemas.openxmlformats.org/officeDocument/2006/relationships/notesSlide" Target="/ppt/notesSlides/notesSlide10.xml" Id="Rfe6d7e963022410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c6ba5a9d77b4370" /><Relationship Type="http://schemas.openxmlformats.org/officeDocument/2006/relationships/image" Target="/ppt/media/image4.png" Id="Ra6faebb71a4c4395" /><Relationship Type="http://schemas.openxmlformats.org/officeDocument/2006/relationships/notesSlide" Target="/ppt/notesSlides/notesSlide11.xml" Id="R607ab85374d1442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df53386746a4338" /><Relationship Type="http://schemas.openxmlformats.org/officeDocument/2006/relationships/notesSlide" Target="/ppt/notesSlides/notesSlide12.xml" Id="Rc1bb4a2416af414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5e20f3a79554965" /><Relationship Type="http://schemas.openxmlformats.org/officeDocument/2006/relationships/image" Target="/ppt/media/image5.png" Id="R8c194ede0bae4d21" /><Relationship Type="http://schemas.openxmlformats.org/officeDocument/2006/relationships/image" Target="/ppt/media/image6.png" Id="R119d43b408a14460" /><Relationship Type="http://schemas.openxmlformats.org/officeDocument/2006/relationships/image" Target="/ppt/media/image7.png" Id="Ra2c8c538f2894233" /><Relationship Type="http://schemas.openxmlformats.org/officeDocument/2006/relationships/notesSlide" Target="/ppt/notesSlides/notesSlide13.xml" Id="Rdc2c22aaed8346f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cfa7bb047b44314" /><Relationship Type="http://schemas.openxmlformats.org/officeDocument/2006/relationships/notesSlide" Target="/ppt/notesSlides/notesSlide14.xml" Id="Ra8227f46d802473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2a354dbc937476f" /><Relationship Type="http://schemas.openxmlformats.org/officeDocument/2006/relationships/notesSlide" Target="/ppt/notesSlides/notesSlide15.xml" Id="Rd072e32d9a614e8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2dbd242ba084e46" /><Relationship Type="http://schemas.openxmlformats.org/officeDocument/2006/relationships/image" Target="/ppt/media/image8.png" Id="R90b6411d063d49b6" /><Relationship Type="http://schemas.openxmlformats.org/officeDocument/2006/relationships/image" Target="/ppt/media/image9.png" Id="Rd5cb6463855e44f9" /><Relationship Type="http://schemas.openxmlformats.org/officeDocument/2006/relationships/image" Target="/ppt/media/image10.png" Id="R4dca0d98c7164ed6" /><Relationship Type="http://schemas.openxmlformats.org/officeDocument/2006/relationships/notesSlide" Target="/ppt/notesSlides/notesSlide16.xml" Id="R56c24344f7834b2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75c6b0ea7d04e55" /><Relationship Type="http://schemas.openxmlformats.org/officeDocument/2006/relationships/image" Target="/ppt/media/image11.png" Id="Rc035b1014c4d49a2" /><Relationship Type="http://schemas.openxmlformats.org/officeDocument/2006/relationships/notesSlide" Target="/ppt/notesSlides/notesSlide17.xml" Id="R4a2b2d740ddf432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c118864ffba4120" /><Relationship Type="http://schemas.openxmlformats.org/officeDocument/2006/relationships/image" Target="/ppt/media/image12.png" Id="Rfc19d45d14324d1d" /><Relationship Type="http://schemas.openxmlformats.org/officeDocument/2006/relationships/notesSlide" Target="/ppt/notesSlides/notesSlide18.xml" Id="R3ce793543b654f0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d32a7d694664177" /><Relationship Type="http://schemas.openxmlformats.org/officeDocument/2006/relationships/notesSlide" Target="/ppt/notesSlides/notesSlide19.xml" Id="R2e7214ca442d40d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19f00e397db48a5" /><Relationship Type="http://schemas.openxmlformats.org/officeDocument/2006/relationships/notesSlide" Target="/ppt/notesSlides/notesSlide20.xml" Id="Rba8aaea5287444c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89d2bbe7ff1455b" /><Relationship Type="http://schemas.openxmlformats.org/officeDocument/2006/relationships/notesSlide" Target="/ppt/notesSlides/notesSlide21.xml" Id="R441075ef23c449f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f603005dc9e4e64" /><Relationship Type="http://schemas.openxmlformats.org/officeDocument/2006/relationships/notesSlide" Target="/ppt/notesSlides/notesSlide22.xml" Id="R41e2ba239ef642a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a6bd764d900416a" /><Relationship Type="http://schemas.openxmlformats.org/officeDocument/2006/relationships/notesSlide" Target="/ppt/notesSlides/notesSlide23.xml" Id="R24cdb8e19cbe4e4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23e415497234a57" /><Relationship Type="http://schemas.openxmlformats.org/officeDocument/2006/relationships/notesSlide" Target="/ppt/notesSlides/notesSlide24.xml" Id="Rc4fa8e503a0e474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47eb7bf4cfc4f30" /><Relationship Type="http://schemas.openxmlformats.org/officeDocument/2006/relationships/notesSlide" Target="/ppt/notesSlides/notesSlide25.xml" Id="R222276575bb74db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5b4ea7bd2d9443a" /><Relationship Type="http://schemas.openxmlformats.org/officeDocument/2006/relationships/notesSlide" Target="/ppt/notesSlides/notesSlide26.xml" Id="R9d18fc0b0c294df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bb2e5542cad4033" /><Relationship Type="http://schemas.openxmlformats.org/officeDocument/2006/relationships/notesSlide" Target="/ppt/notesSlides/notesSlide27.xml" Id="Rf2bd2e5321f74d6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318b44239f34847" /><Relationship Type="http://schemas.openxmlformats.org/officeDocument/2006/relationships/notesSlide" Target="/ppt/notesSlides/notesSlide28.xml" Id="Rebe52e9dadc84c5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83a48048a7f64ca1" /><Relationship Type="http://schemas.openxmlformats.org/officeDocument/2006/relationships/notesSlide" Target="/ppt/notesSlides/notesSlide29.xml" Id="R6ad2f5d16b1049e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ffe27c767764e61" /><Relationship Type="http://schemas.openxmlformats.org/officeDocument/2006/relationships/notesSlide" Target="/ppt/notesSlides/notesSlide30.xml" Id="Rafc3dd20d87349f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abbd6de66134369" /><Relationship Type="http://schemas.openxmlformats.org/officeDocument/2006/relationships/notesSlide" Target="/ppt/notesSlides/notesSlide31.xml" Id="R9c2563a97faf4bc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46175462fc44cce" /><Relationship Type="http://schemas.openxmlformats.org/officeDocument/2006/relationships/notesSlide" Target="/ppt/notesSlides/notesSlide32.xml" Id="Rb45c6614505e44c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7a74610699d84cb7" /><Relationship Type="http://schemas.openxmlformats.org/officeDocument/2006/relationships/notesSlide" Target="/ppt/notesSlides/notesSlide33.xml" Id="R700889a1828a4e8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c71f901453c4169" /><Relationship Type="http://schemas.openxmlformats.org/officeDocument/2006/relationships/notesSlide" Target="/ppt/notesSlides/notesSlide34.xml" Id="R595e46937f634d7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8ad5bc850f447e3" /><Relationship Type="http://schemas.openxmlformats.org/officeDocument/2006/relationships/notesSlide" Target="/ppt/notesSlides/notesSlide35.xml" Id="Rec76dff6004f4b2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14b5375ed32401a" /><Relationship Type="http://schemas.openxmlformats.org/officeDocument/2006/relationships/notesSlide" Target="/ppt/notesSlides/notesSlide36.xml" Id="R679d5398577c442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572faadcbaf409c" /><Relationship Type="http://schemas.openxmlformats.org/officeDocument/2006/relationships/notesSlide" Target="/ppt/notesSlides/notesSlide37.xml" Id="Rbf0757bfd3104ad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d6b6b9faa2d9456a" /><Relationship Type="http://schemas.openxmlformats.org/officeDocument/2006/relationships/notesSlide" Target="/ppt/notesSlides/notesSlide38.xml" Id="R8ac9decfb1b4467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fc25a99c44c74a0d" /><Relationship Type="http://schemas.openxmlformats.org/officeDocument/2006/relationships/notesSlide" Target="/ppt/notesSlides/notesSlide39.xml" Id="R15b3542b8327442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3486df84b21b48b4" /><Relationship Type="http://schemas.openxmlformats.org/officeDocument/2006/relationships/notesSlide" Target="/ppt/notesSlides/notesSlide40.xml" Id="R8a4b2f2afd2045e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f81bcbd27ec9406d" /><Relationship Type="http://schemas.openxmlformats.org/officeDocument/2006/relationships/image" Target="/ppt/media/image13.png" Id="R23cfbafc0e4f45f4" /><Relationship Type="http://schemas.openxmlformats.org/officeDocument/2006/relationships/image" Target="/ppt/media/image14.png" Id="R46530da7db49422c" /><Relationship Type="http://schemas.openxmlformats.org/officeDocument/2006/relationships/notesSlide" Target="/ppt/notesSlides/notesSlide41.xml" Id="R78ad2de28994474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e76ae34eab8d4d3b" /><Relationship Type="http://schemas.openxmlformats.org/officeDocument/2006/relationships/image" Target="/ppt/media/image15.png" Id="Rbf6d2ec83ffc4654" /><Relationship Type="http://schemas.openxmlformats.org/officeDocument/2006/relationships/notesSlide" Target="/ppt/notesSlides/notesSlide42.xml" Id="R794343ab5b1945d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a85d52b50d454cca" /><Relationship Type="http://schemas.openxmlformats.org/officeDocument/2006/relationships/notesSlide" Target="/ppt/notesSlides/notesSlide43.xml" Id="R864a231aeb364f9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ca6b6e5cd7b54de6" /><Relationship Type="http://schemas.openxmlformats.org/officeDocument/2006/relationships/notesSlide" Target="/ppt/notesSlides/notesSlide44.xml" Id="R8cafc08502534579"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a9e81667e8654fa4" /><Relationship Type="http://schemas.openxmlformats.org/officeDocument/2006/relationships/notesSlide" Target="/ppt/notesSlides/notesSlide45.xml" Id="Re3bfb562a2c2494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a5ee7ffdf8924134" /><Relationship Type="http://schemas.openxmlformats.org/officeDocument/2006/relationships/notesSlide" Target="/ppt/notesSlides/notesSlide46.xml" Id="R0929f50663dd46f3"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fc6238525ab54357" /><Relationship Type="http://schemas.openxmlformats.org/officeDocument/2006/relationships/notesSlide" Target="/ppt/notesSlides/notesSlide47.xml" Id="Rd9aa4ebaaad54fc9"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491886866ffb4b31" /><Relationship Type="http://schemas.openxmlformats.org/officeDocument/2006/relationships/notesSlide" Target="/ppt/notesSlides/notesSlide48.xml" Id="Rb84383cf3b734b0b"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289be5e798c24c90" /><Relationship Type="http://schemas.openxmlformats.org/officeDocument/2006/relationships/notesSlide" Target="/ppt/notesSlides/notesSlide49.xml" Id="R1c78553782594fbc"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1784846c80c94837" /><Relationship Type="http://schemas.openxmlformats.org/officeDocument/2006/relationships/notesSlide" Target="/ppt/notesSlides/notesSlide50.xml" Id="R52b6aafee0684f6c"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490356a0a5074177" /><Relationship Type="http://schemas.openxmlformats.org/officeDocument/2006/relationships/notesSlide" Target="/ppt/notesSlides/notesSlide51.xml" Id="Red46e2aec6ba4eb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f714f5e015ff496b" /><Relationship Type="http://schemas.openxmlformats.org/officeDocument/2006/relationships/notesSlide" Target="/ppt/notesSlides/notesSlide52.xml" Id="Rffe9c5b84ea943f3"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7572479c891b4d11" /><Relationship Type="http://schemas.openxmlformats.org/officeDocument/2006/relationships/notesSlide" Target="/ppt/notesSlides/notesSlide53.xml" Id="R91711695482541e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8db3f2b9a8ce4ade" /><Relationship Type="http://schemas.openxmlformats.org/officeDocument/2006/relationships/notesSlide" Target="/ppt/notesSlides/notesSlide54.xml" Id="Raad212cfa4ca497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9059bc71b0e44173" /><Relationship Type="http://schemas.openxmlformats.org/officeDocument/2006/relationships/notesSlide" Target="/ppt/notesSlides/notesSlide55.xml" Id="R55026e8ec49a4b8b"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396100682d32403b" /><Relationship Type="http://schemas.openxmlformats.org/officeDocument/2006/relationships/notesSlide" Target="/ppt/notesSlides/notesSlide56.xml" Id="Rc3e32c440b7b4018"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9079f28f35f24780" /><Relationship Type="http://schemas.openxmlformats.org/officeDocument/2006/relationships/image" Target="/ppt/media/image16.png" Id="Rbe6d3f34176c4dea" /><Relationship Type="http://schemas.openxmlformats.org/officeDocument/2006/relationships/image" Target="/ppt/media/image17.png" Id="Raec0042dfc2c41e3" /><Relationship Type="http://schemas.openxmlformats.org/officeDocument/2006/relationships/notesSlide" Target="/ppt/notesSlides/notesSlide57.xml" Id="R1c340ac884314e3d"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f6aff8634cf3473c" /><Relationship Type="http://schemas.openxmlformats.org/officeDocument/2006/relationships/notesSlide" Target="/ppt/notesSlides/notesSlide58.xml" Id="R7e7d0489b1ce4f39"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90b932b448ec4759" /><Relationship Type="http://schemas.openxmlformats.org/officeDocument/2006/relationships/notesSlide" Target="/ppt/notesSlides/notesSlide59.xml" Id="Ra251fe61e84f4cce"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4e526b8b62284224" /><Relationship Type="http://schemas.openxmlformats.org/officeDocument/2006/relationships/notesSlide" Target="/ppt/notesSlides/notesSlide60.xml" Id="Rd13c8775f31a445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0eb00997483b493f" /><Relationship Type="http://schemas.openxmlformats.org/officeDocument/2006/relationships/notesSlide" Target="/ppt/notesSlides/notesSlide61.xml" Id="R9de33ed4883041b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04bff866d5634c6c" /><Relationship Type="http://schemas.openxmlformats.org/officeDocument/2006/relationships/notesSlide" Target="/ppt/notesSlides/notesSlide62.xml" Id="R4fa227ec860a471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8e143a81fa084c6e" /><Relationship Type="http://schemas.openxmlformats.org/officeDocument/2006/relationships/notesSlide" Target="/ppt/notesSlides/notesSlide63.xml" Id="Re7e738c5671f498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b0d1b091c83a4072" /><Relationship Type="http://schemas.openxmlformats.org/officeDocument/2006/relationships/notesSlide" Target="/ppt/notesSlides/notesSlide64.xml" Id="Rb5b7744feeb84ea9"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29c031ed22aa4fec" /><Relationship Type="http://schemas.openxmlformats.org/officeDocument/2006/relationships/notesSlide" Target="/ppt/notesSlides/notesSlide65.xml" Id="R126cb12ed8fc4cf9"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e23df1bd853c4589" /><Relationship Type="http://schemas.openxmlformats.org/officeDocument/2006/relationships/chart" Target="/ppt/slides/charts/chart1.xml" Id="R45f29684080e438a" /><Relationship Type="http://schemas.openxmlformats.org/officeDocument/2006/relationships/notesSlide" Target="/ppt/notesSlides/notesSlide66.xml" Id="Rbcc4177ae8894f09"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9c93d49a869e4eab" /><Relationship Type="http://schemas.openxmlformats.org/officeDocument/2006/relationships/notesSlide" Target="/ppt/notesSlides/notesSlide67.xml" Id="R69be7ba6443f46b7"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fa250a667e9d4cb1" /><Relationship Type="http://schemas.openxmlformats.org/officeDocument/2006/relationships/notesSlide" Target="/ppt/notesSlides/notesSlide68.xml" Id="Rbe93d446999a45c2"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78dfe84fd928419e" /><Relationship Type="http://schemas.openxmlformats.org/officeDocument/2006/relationships/notesSlide" Target="/ppt/notesSlides/notesSlide69.xml" Id="Rb3377cf1cc92412c"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d99730f997244daa" /><Relationship Type="http://schemas.openxmlformats.org/officeDocument/2006/relationships/notesSlide" Target="/ppt/notesSlides/notesSlide70.xml" Id="R457b123e2f9c43b8"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87c6986592df4230" /><Relationship Type="http://schemas.openxmlformats.org/officeDocument/2006/relationships/notesSlide" Target="/ppt/notesSlides/notesSlide71.xml" Id="R5a9cb709d8e946a6"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602d5968b25b40d1" /><Relationship Type="http://schemas.openxmlformats.org/officeDocument/2006/relationships/notesSlide" Target="/ppt/notesSlides/notesSlide72.xml" Id="R8bc4d82507594bfd"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ae09f04fcb1b4e82" /><Relationship Type="http://schemas.openxmlformats.org/officeDocument/2006/relationships/notesSlide" Target="/ppt/notesSlides/notesSlide73.xml" Id="R59de5ea977374f75"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bea2d60f904442e1" /><Relationship Type="http://schemas.openxmlformats.org/officeDocument/2006/relationships/notesSlide" Target="/ppt/notesSlides/notesSlide74.xml" Id="R77078382ab4246cc"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6a761ddf352341a0" /><Relationship Type="http://schemas.openxmlformats.org/officeDocument/2006/relationships/notesSlide" Target="/ppt/notesSlides/notesSlide75.xml" Id="Rfd7606f79a304d2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747648dac60d4d7d" /><Relationship Type="http://schemas.openxmlformats.org/officeDocument/2006/relationships/notesSlide" Target="/ppt/notesSlides/notesSlide76.xml" Id="Rcdaa0fd91bbc4d64"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229d7d546cb5445b" /><Relationship Type="http://schemas.openxmlformats.org/officeDocument/2006/relationships/notesSlide" Target="/ppt/notesSlides/notesSlide77.xml" Id="Rdb95840b91404a77"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29d7ce69e0244ad5" /><Relationship Type="http://schemas.openxmlformats.org/officeDocument/2006/relationships/notesSlide" Target="/ppt/notesSlides/notesSlide78.xml" Id="Rd445670c2516435c"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f3e47727b0e3465f" /><Relationship Type="http://schemas.openxmlformats.org/officeDocument/2006/relationships/notesSlide" Target="/ppt/notesSlides/notesSlide79.xml" Id="R1585e9bad35e4c1a"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596e6fabd0ee437f" /><Relationship Type="http://schemas.openxmlformats.org/officeDocument/2006/relationships/notesSlide" Target="/ppt/notesSlides/notesSlide80.xml" Id="R66b8ecdaf2ef4042"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8bb761a8cd2d4ce2" /><Relationship Type="http://schemas.openxmlformats.org/officeDocument/2006/relationships/notesSlide" Target="/ppt/notesSlides/notesSlide81.xml" Id="R9604302c9c464fad"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9a8a49cd67074c7a" /><Relationship Type="http://schemas.openxmlformats.org/officeDocument/2006/relationships/notesSlide" Target="/ppt/notesSlides/notesSlide82.xml" Id="R5fe6f3a0e23e4e3c"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42f97e1022234629" /><Relationship Type="http://schemas.openxmlformats.org/officeDocument/2006/relationships/notesSlide" Target="/ppt/notesSlides/notesSlide83.xml" Id="R2f8495e26bf14174"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60aa667b865e49a9" /><Relationship Type="http://schemas.openxmlformats.org/officeDocument/2006/relationships/notesSlide" Target="/ppt/notesSlides/notesSlide84.xml" Id="Recc7561389c34889"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9a02109517a94905" /><Relationship Type="http://schemas.openxmlformats.org/officeDocument/2006/relationships/notesSlide" Target="/ppt/notesSlides/notesSlide85.xml" Id="R0ca662e418d2481d"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bab3772a75a848dd" /><Relationship Type="http://schemas.openxmlformats.org/officeDocument/2006/relationships/notesSlide" Target="/ppt/notesSlides/notesSlide86.xml" Id="Ra6ed91b151a84cc0"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b01645702dfb4332" /><Relationship Type="http://schemas.openxmlformats.org/officeDocument/2006/relationships/notesSlide" Target="/ppt/notesSlides/notesSlide87.xml" Id="R7ffc263310cc4e52"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3693294d8b814b9e" /><Relationship Type="http://schemas.openxmlformats.org/officeDocument/2006/relationships/notesSlide" Target="/ppt/notesSlides/notesSlide88.xml" Id="Rf9c376ef721b404e"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aee03c436b084a21" /><Relationship Type="http://schemas.openxmlformats.org/officeDocument/2006/relationships/notesSlide" Target="/ppt/notesSlides/notesSlide89.xml" Id="Re999747897514e89"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926bc88574b5425e" /><Relationship Type="http://schemas.openxmlformats.org/officeDocument/2006/relationships/notesSlide" Target="/ppt/notesSlides/notesSlide90.xml" Id="R54c8bb1c85da4514"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8e3396674e7e4ece" /><Relationship Type="http://schemas.openxmlformats.org/officeDocument/2006/relationships/notesSlide" Target="/ppt/notesSlides/notesSlide91.xml" Id="Rc5c4a2ec3bcc467c"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7e165e4da3664e66" /><Relationship Type="http://schemas.openxmlformats.org/officeDocument/2006/relationships/notesSlide" Target="/ppt/notesSlides/notesSlide92.xml" Id="R8fbad54457784dc7"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f09fa3c773bc42f5" /><Relationship Type="http://schemas.openxmlformats.org/officeDocument/2006/relationships/notesSlide" Target="/ppt/notesSlides/notesSlide93.xml" Id="R63099dcff6fb404a"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c93fd2f2f2f34ce1" /><Relationship Type="http://schemas.openxmlformats.org/officeDocument/2006/relationships/notesSlide" Target="/ppt/notesSlides/notesSlide94.xml" Id="R0911ff6393ca4b03"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a70333d03e9241bc" /><Relationship Type="http://schemas.openxmlformats.org/officeDocument/2006/relationships/notesSlide" Target="/ppt/notesSlides/notesSlide95.xml" Id="R1092550d7d304e80"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70afb8f8697c4784" /><Relationship Type="http://schemas.openxmlformats.org/officeDocument/2006/relationships/notesSlide" Target="/ppt/notesSlides/notesSlide96.xml" Id="Ra0045fb172d14ee3"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3448ec7191e84850" /><Relationship Type="http://schemas.openxmlformats.org/officeDocument/2006/relationships/notesSlide" Target="/ppt/notesSlides/notesSlide97.xml" Id="R82da5106cefc45b0"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f93057dac62948bf" /><Relationship Type="http://schemas.openxmlformats.org/officeDocument/2006/relationships/notesSlide" Target="/ppt/notesSlides/notesSlide98.xml" Id="R2c0741b628df44e3"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afadf613a4634e1d" /><Relationship Type="http://schemas.openxmlformats.org/officeDocument/2006/relationships/notesSlide" Target="/ppt/notesSlides/notesSlide99.xml" Id="R650f01694deb4b49"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6.xml" Id="R8fe380baeb02404f" /><Relationship Type="http://schemas.openxmlformats.org/officeDocument/2006/relationships/image" Target="/ppt/media/image18.png" Id="Rabff01a9754f4f6f" /><Relationship Type="http://schemas.openxmlformats.org/officeDocument/2006/relationships/notesSlide" Target="/ppt/notesSlides/notesSlide100.xml" Id="R260e2263ce7d4da6"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6.xml" Id="R5d3a3b2c18db4a66" /><Relationship Type="http://schemas.openxmlformats.org/officeDocument/2006/relationships/notesSlide" Target="/ppt/notesSlides/notesSlide101.xml" Id="R312ed5598b684b4c"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6.xml" Id="R3d6ba1f1d812420c" /><Relationship Type="http://schemas.openxmlformats.org/officeDocument/2006/relationships/notesSlide" Target="/ppt/notesSlides/notesSlide102.xml" Id="R9e59c40f0d1a4714"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6.xml" Id="R37a8339615bd486e" /><Relationship Type="http://schemas.openxmlformats.org/officeDocument/2006/relationships/notesSlide" Target="/ppt/notesSlides/notesSlide103.xml" Id="R8579e07757c54f81"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6.xml" Id="Rc701955f0e784cc6" /><Relationship Type="http://schemas.openxmlformats.org/officeDocument/2006/relationships/notesSlide" Target="/ppt/notesSlides/notesSlide104.xml" Id="R3b800815d578431c"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6.xml" Id="R84d2a8db6fd44a64" /><Relationship Type="http://schemas.openxmlformats.org/officeDocument/2006/relationships/notesSlide" Target="/ppt/notesSlides/notesSlide105.xml" Id="R15290a4c3c284623"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6.xml" Id="R809ffef3998e43fd" /><Relationship Type="http://schemas.openxmlformats.org/officeDocument/2006/relationships/notesSlide" Target="/ppt/notesSlides/notesSlide106.xml" Id="R82596cd28e7940a0"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6.xml" Id="Rc61804463bd2432a" /><Relationship Type="http://schemas.openxmlformats.org/officeDocument/2006/relationships/notesSlide" Target="/ppt/notesSlides/notesSlide107.xml" Id="Rb30b8bba48fe4ff8"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6.xml" Id="Re3724b86d5464367" /><Relationship Type="http://schemas.openxmlformats.org/officeDocument/2006/relationships/notesSlide" Target="/ppt/notesSlides/notesSlide108.xml" Id="R42f877feb5d64946"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6.xml" Id="Rd42ca512f58d4ae3" /><Relationship Type="http://schemas.openxmlformats.org/officeDocument/2006/relationships/notesSlide" Target="/ppt/notesSlides/notesSlide109.xml" Id="Rb1cf52d29b15448d"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6.xml" Id="R07a841102cb04b79" /><Relationship Type="http://schemas.openxmlformats.org/officeDocument/2006/relationships/notesSlide" Target="/ppt/notesSlides/notesSlide110.xml" Id="R1e8dc85febef43ad"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6.xml" Id="R4aa5385b8b784d6b" /><Relationship Type="http://schemas.openxmlformats.org/officeDocument/2006/relationships/notesSlide" Target="/ppt/notesSlides/notesSlide111.xml" Id="R16c48e7016b94b89"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6.xml" Id="Rb38ecd9b8e7742bc" /><Relationship Type="http://schemas.openxmlformats.org/officeDocument/2006/relationships/notesSlide" Target="/ppt/notesSlides/notesSlide112.xml" Id="R9f4fd3925f7c430c"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6.xml" Id="R5d4c3bc1108549bd" /><Relationship Type="http://schemas.openxmlformats.org/officeDocument/2006/relationships/notesSlide" Target="/ppt/notesSlides/notesSlide113.xml" Id="Rf9bb23a2c7984815"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6.xml" Id="R652a91e6888642cc" /><Relationship Type="http://schemas.openxmlformats.org/officeDocument/2006/relationships/notesSlide" Target="/ppt/notesSlides/notesSlide114.xml" Id="R234c34bc46064136"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6.xml" Id="R0102a6300cb149e3" /><Relationship Type="http://schemas.openxmlformats.org/officeDocument/2006/relationships/notesSlide" Target="/ppt/notesSlides/notesSlide115.xml" Id="R8f816474377949b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7DF0F4FF-D9BD-4A9F-96A1-CD81FE43D8B6}"/>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F4A66143-49CC-44B8-BDEA-489A20D509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D8C1E892-361E-4CDB-A8F9-C386779BC88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를 Repository로&#10;데려가기">
            <a:extLst xmlns:a="http://schemas.openxmlformats.org/drawingml/2006/main">
              <a:ext uri="{FF2B5EF4-FFF2-40B4-BE49-F238E27FC236}">
                <a16:creationId xmlns:a16="http://schemas.microsoft.com/office/drawing/2014/main" id="{25825CAA-3D50-42AD-953D-C07CD97541E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AI를 Repository로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데려가기</a:t>
            </a:r>
          </a:p>
        </p:txBody>
      </p:sp>
      <p:sp>
        <p:nvSpPr>
          <p:cNvPr id="5" name="Chatbot → Repository Agent">
            <a:extLst xmlns:a="http://schemas.openxmlformats.org/drawingml/2006/main">
              <a:ext uri="{FF2B5EF4-FFF2-40B4-BE49-F238E27FC236}">
                <a16:creationId xmlns:a16="http://schemas.microsoft.com/office/drawing/2014/main" id="{8BD15700-ED1F-4E99-B5FB-56BD50EB8726}"/>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Repository Agent</a:t>
            </a:r>
          </a:p>
        </p:txBody>
      </p:sp>
      <p:sp>
        <p:nvSpPr>
          <p:cNvPr id="6" name="ChatGPT &amp; Codex · 개발자 교육">
            <a:extLst xmlns:a="http://schemas.openxmlformats.org/drawingml/2006/main">
              <a:ext uri="{FF2B5EF4-FFF2-40B4-BE49-F238E27FC236}">
                <a16:creationId xmlns:a16="http://schemas.microsoft.com/office/drawing/2014/main" id="{1686D35C-29E9-4F4D-9F3B-0A852DA7E4E7}"/>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1A4F3230-8756-42D5-A39D-9BE714D384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24908932"/>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0475BA0F-CDD2-4F68-A0D7-E83B36DB52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821BE428-CEB3-4128-91EF-8BAF9D0DA8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9A4E383C-8B3F-48AB-A43A-AEFE65B467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5ABC7472-F811-4F07-93EF-3CC3242A95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8070C239-EC29-4DCB-BEC5-342000F3EF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2888F29A-3318-4301-9008-D240A52349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BB7F55B8-29D1-403A-92CC-55B5D599B217}"/>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56CB2198-C8E6-4305-B7B3-A5ECEF625671}"/>
              </a:ext>
            </a:extLst>
          </p:cNvPr>
          <p:cNvPicPr>
            <a:picLocks xmlns:a="http://schemas.openxmlformats.org/drawingml/2006/main" noChangeAspect="1"/>
          </p:cNvPicPr>
          <p:nvPr/>
        </p:nvPicPr>
        <p:blipFill>
          <a:blip xmlns:r="http://schemas.openxmlformats.org/officeDocument/2006/relationships" xmlns:a="http://schemas.openxmlformats.org/drawingml/2006/main" r:embed="R6bd2eb563bdd4683"/>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07BB0E2F-6CCD-4229-8FA1-0CA4E4F1E1F4}"/>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92D3BD51-C70A-4BA7-BCDA-5B337B41F56A}"/>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F32A16C3-BF26-4F45-9F4E-61D259485642}"/>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FB1E535C-3319-490D-B469-F29FBF9E6B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712324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D31D3B3D-6B1D-4AAD-9F53-EB42038A0D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6F2459DA-8294-497D-8DDF-A525E6D021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F0356A3F-1197-43B9-9593-91270EDC00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16A39A9F-9751-4201-AAFC-C82EE75519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D9B4DAB7-83EA-4CD1-A3F7-97F3180EA64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6CA047D5-9D90-4BDE-B253-39D81945C7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471C780F-0D8A-40B2-B58E-3AC43BBA6234}"/>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FCDE867A-64F2-4DF4-881D-7FDEB25CDB2B}"/>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71BC34E6-B93A-43E4-9D01-017EE3F8F1D6}"/>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1F7AD6AA-2F83-43F9-B1B8-FEBE8FD519FB}"/>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CE8C6F7-7420-4028-A263-0C2C9F8A74BC}"/>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E5DA82AF-3624-438E-8189-9DA7884BFB09}"/>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9972B9E1-D48A-4B1E-82C7-2A460BBFD1DC}"/>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7DF8A634-EB00-4089-B7C5-715E6E8C370B}"/>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C1AF597F-0534-4E17-8574-D8A4B3052179}"/>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5792FA5A-AA6F-42CB-A21A-D9058056CAA3}"/>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2AFC3DDA-9C28-44B5-A9A7-8036EF65E96B}"/>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B038772D-F130-449D-BADF-90C733EE7D08}"/>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CF3DF3C6-8EFA-4AA6-A630-0385E6715491}"/>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0230DD4D-D740-4847-B82B-0CBA7646556D}"/>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92D6508-1F42-4CE6-B6D1-75E884B2C1EB}"/>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0FAA2FFC-0D4C-484A-9455-C382A531029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8B227D0D-A3B0-4315-B653-2D3C374D605F}"/>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CFE25047-2888-4B8B-9233-DB2D4556A5F0}"/>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ABD83434-CD3F-4B51-AC3E-448B48FC4C27}"/>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DDCA4D6E-1829-485F-8F24-90B15100E0F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7F20192-79E0-434F-B57D-39E43F7C8FFF}"/>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EE67B136-9C2D-41F1-9E7F-C7D7262A048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4984D69-2CF8-4EBB-9483-D715FDB99CEC}"/>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83531CDE-DB42-43A9-BA2E-E9BFCC0A355A}"/>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D0F518FA-8317-4BEA-A2DD-B9766AA2942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1383B817-8EFD-4C38-A63D-498A9A429580}"/>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29EE16EB-B403-4DD0-BA93-07DF0CB0E002}"/>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DB633C1-5A1A-485F-A3A6-CD06EC6E707F}"/>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115BF9B8-07E4-488C-9230-2BDD5C452FE8}"/>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FB203369-7B92-4BE9-B934-B8078132EE20}"/>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E2284BFB-3A21-4B64-B6C6-078D07FDACBB}"/>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BBAB05B-A1A9-4A54-B977-4740895BF1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2463075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2D2C5975-78D9-4E0B-8362-9C876C5E04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E628E6E1-C118-4A7C-B0D6-1B63489D1B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질문이 커지면 Context를 모으는 일이 생긴다">
            <a:extLst xmlns:a="http://schemas.openxmlformats.org/drawingml/2006/main">
              <a:ext uri="{FF2B5EF4-FFF2-40B4-BE49-F238E27FC236}">
                <a16:creationId xmlns:a16="http://schemas.microsoft.com/office/drawing/2014/main" id="{89C65B28-BACF-43DA-9696-A707823DBD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BC2133AC-F730-4EB7-A3BC-28363FFA0B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E3C49498-B5CA-4E8F-BB8C-0988311FA1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7BB8E23A-711C-4B39-80C6-CF541FA63C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A956886D-E3FF-483D-9C0F-69C96084B3A8}"/>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EA1A7E40-D77C-4FB3-A48D-A720183B3042}"/>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80197ED5-A74C-4BBC-B49D-822EC1D48598}"/>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17351C2B-10ED-4ADE-B74F-ADB3226AF586}"/>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E74BB871-280B-40CD-9018-A0E35B600AE5}"/>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96CD6752-ECD6-4AC5-B77D-97E90F0BC9BD}"/>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BD4CA84B-1EF4-423F-B0EC-365F17E4FAE2}"/>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B3BC51D3-5587-428E-9147-5635E32A3E58}"/>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73813ADB-11EA-4EB2-A218-7A2DFB2C3ECF}"/>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3D0A0039-FBAD-4871-BE07-75DDC635513D}"/>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9568A8F6-ACB6-4E16-AFA0-D2E7BDFBBC5D}"/>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76CFC9CF-1389-4529-A867-91CAF12BB92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782E737F-DFFF-42F6-9878-CF921067476D}"/>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9BC04403-57C9-4E1D-888F-64DAC83AEFA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D1361B4-8A45-4E4D-B67F-AEF5BE00AD46}"/>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FAD4DE21-38CE-4A5B-B123-EFA43C139C3A}"/>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B6297521-3BC1-49A0-9D0E-9E3444771805}"/>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A623F4C9-4B16-4653-A78F-0926F1DE7138}"/>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62F3E409-C891-45E6-945B-C52668A40E9D}"/>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D2FE5996-F023-44E1-981B-04F6F8C3DCE7}"/>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86D80AE2-E7E0-4058-B32F-D5AE7C2B29B2}"/>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188733B5-23DB-4837-8FA4-D6E97251E28D}"/>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09E04712-2FE7-45F7-B2F1-E294CFB73950}"/>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710A8FF6-4C3A-4274-BCF5-42A89DE41463}"/>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66CB5D08-BFEC-443D-B2E9-63F2E252819D}"/>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9D66C17C-6B5E-433C-9D33-E451D2519EE4}"/>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DC8FE75A-D060-4F7E-8553-9BE69FBE02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336167625"/>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09955710-B373-40AF-A1A1-9906F0F7FB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5">
            <a:extLst xmlns:a="http://schemas.openxmlformats.org/drawingml/2006/main">
              <a:ext uri="{FF2B5EF4-FFF2-40B4-BE49-F238E27FC236}">
                <a16:creationId xmlns:a16="http://schemas.microsoft.com/office/drawing/2014/main" id="{0B57AE45-8D49-4606-B40D-6DFC46D368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파일명을 주지 않으면 Agent는 어디부터 볼까?">
            <a:extLst xmlns:a="http://schemas.openxmlformats.org/drawingml/2006/main">
              <a:ext uri="{FF2B5EF4-FFF2-40B4-BE49-F238E27FC236}">
                <a16:creationId xmlns:a16="http://schemas.microsoft.com/office/drawing/2014/main" id="{FD7B83A1-6E1D-4529-9E52-E2E55917AE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E87A8FD-4F24-45F5-A053-A7D44737F2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B3D54ED0-2312-4CF1-B3BA-E2B2D6F640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E506E4F6-9F13-4A53-9528-0358349D43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81252D85-C628-4A54-892D-7B332AE92AC0}"/>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6CEB67AB-837C-4EB4-B9F8-4F5F50103DBD}"/>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97320F0D-DCE6-428F-A0DC-52239B6F5FEC}"/>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8F1A4E41-487C-4178-8422-83CDF36DE9E6}"/>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6A7512DC-2CDE-4056-9198-1CC9B11CDFD5}"/>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AD593371-04EE-44D8-97CE-75D3F56CFDAA}"/>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FD89950B-23F1-466E-B37F-A09B93098058}"/>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B5800B93-311D-44C8-A6B8-9FEF760B11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DF450895-F4DD-42B0-81A2-B8EF924B430F}"/>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289CF52-1192-45A6-8A1A-9C6950B682F8}"/>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0B8A175C-09F8-4C9F-9632-7D27F82641C3}"/>
              </a:ext>
            </a:extLst>
          </p:cNvPr>
          <p:cNvPicPr>
            <a:picLocks xmlns:a="http://schemas.openxmlformats.org/drawingml/2006/main" noChangeAspect="1"/>
          </p:cNvPicPr>
          <p:nvPr/>
        </p:nvPicPr>
        <p:blipFill>
          <a:blip xmlns:r="http://schemas.openxmlformats.org/officeDocument/2006/relationships" xmlns:a="http://schemas.openxmlformats.org/drawingml/2006/main" r:embed="R362de302bcf343de"/>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307CDEC0-1416-4B0F-A084-2A6AFCD963EC}"/>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08602B4D-6B07-4564-8280-F62ABD1648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93064824"/>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DD844D35-A9A6-4F05-AA3C-827BC38875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7E661BC5-AB5D-4734-94BF-CCD3C71B7F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Crop은 기대한 폭보다 한 열을 더 포함했다">
            <a:extLst xmlns:a="http://schemas.openxmlformats.org/drawingml/2006/main">
              <a:ext uri="{FF2B5EF4-FFF2-40B4-BE49-F238E27FC236}">
                <a16:creationId xmlns:a16="http://schemas.microsoft.com/office/drawing/2014/main" id="{41D6BEAB-0115-42E8-8523-E257BA8712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255315BA-798D-44C1-9B7F-6B36F024CA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4AC444D4-DE43-4340-BE87-271C268CC4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A66484CC-C381-433C-A257-BCAC0D417D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523C0B44-8113-427C-9391-F728AA2A1F61}"/>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ADC6F9AD-8CB8-4574-BE97-405D5821B93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99EBFBF8-1430-4CE6-B8BC-81434BE84A44}"/>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CA0A042A-93A0-4B51-910E-89EEEE97D549}"/>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66A70F55-F8DE-42A3-A23F-C1DADA52E5FA}"/>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807A6B11-2C0E-4A13-AFB4-0A53D66B240F}"/>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9F761996-E12A-4ABE-AD01-A729E18698D0}"/>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C1F3DC1F-398A-493A-8702-91604C4506E3}"/>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B381962A-2598-40EC-AFFA-8F718136A76E}"/>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607013BF-7752-4A38-8930-9C950362A516}"/>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7FB2F492-5F42-4FB9-8695-3E3E04CCD117}"/>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F5870C25-F454-4968-AA6D-58712CEC93F6}"/>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57A745C1-7A6F-4B08-B298-F7AD5A67E351}"/>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DA9431DD-9097-442E-A937-4B62013C14BF}"/>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7BD9F3D5-F9E7-47DD-B1EF-86B739C43BD3}"/>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5D0871E1-4A7B-489A-904B-C5A6BEC85B22}"/>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E725B062-7E7A-4646-9A49-204060870E78}"/>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501BF1C1-FED4-4C91-AFDD-06D2A6E99EAC}"/>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F2209FBB-AC63-4DD2-988D-EDB84937BB3B}"/>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C88BA8CB-37C7-4A91-8E71-0A1CB7BD4FC7}"/>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A14A37C2-E5F2-41DE-B1A0-49C4023D03F5}"/>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C75FEC8B-7FC7-4627-8419-FEF9E7340935}"/>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318549A3-6F5C-4F47-9E4A-E56E14CA57CE}"/>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F3EF9C51-45E4-4E82-9CCA-6890C842D213}"/>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22BE8566-E58E-4A20-B87A-903FFDC23D6F}"/>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1E3F294F-D73A-4494-AA83-63979299E2A7}"/>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5068F0C7-8A7A-406A-B078-0481FEBD0084}"/>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8D6481D7-18CE-470B-884E-D51DCFF6DD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9276648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9DA7C6EB-B1D1-4CC3-ACE2-A6C9DA04E5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D9E80164-572C-492A-8705-ACCC32D979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테스트·명세·구현을 연결해 원인을 설명했다">
            <a:extLst xmlns:a="http://schemas.openxmlformats.org/drawingml/2006/main">
              <a:ext uri="{FF2B5EF4-FFF2-40B4-BE49-F238E27FC236}">
                <a16:creationId xmlns:a16="http://schemas.microsoft.com/office/drawing/2014/main" id="{9159A162-17CD-450F-BE33-A80EAD7B2B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28EB220E-0A98-4B59-847A-112A511FC9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F780D9E8-A5DD-4059-A615-8D3EBEAAF0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F53C3347-8565-4297-874A-A93FBE1CDC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71EC1F96-3022-4C59-A7E3-A4512FC0346E}"/>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99FDD000-E90F-470D-94B8-52E58714F38A}"/>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ADB6E1E2-D03B-4470-B0AA-7028FB804DF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20CFA4BE-4C91-4ACE-ABBE-303DDD94DA93}"/>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F96527C8-7926-4DB5-B08A-F22B52B19A29}"/>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AAEB923-A3F4-4968-B9B1-55CB830B48E2}"/>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D600D1F-D549-4698-AC01-C24BCAC0AB80}"/>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ECFE96A3-F831-4F81-B74B-30B6F5E55171}"/>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E461FD09-1004-44EC-91FD-047DC11ABE6E}"/>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66055D94-FFB6-44FA-922F-9DBB090B1788}"/>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BB5EB8B8-E3D8-43E5-BFDE-1390760CD5B2}"/>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9D046DC5-1031-4507-AACB-1CD2AF99824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168DEBE1-5496-4DD2-85AA-F451177F6465}"/>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B2960DC6-965F-4E17-9FBB-4A0809AB17FA}"/>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0FC31214-2D2C-423B-9D2F-7D780B1CD206}"/>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AF547B47-FEBE-4B24-A05C-763E25B749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5638039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0D9E01AC-067B-40E7-9715-355EC899D3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F575FE5C-0C02-4B76-8C34-76C94F9F1C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17A3276E-9D0B-4F5B-9844-E948077DBB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B1672539-99E2-4E74-94EE-8F1906E43E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DE75FFED-5EB2-4089-8068-980D7AE768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0B863F06-FEB0-41E2-AAA2-C40C34515D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25E2E5E1-3809-4A5B-B07F-014BAFC19171}"/>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EAAAE016-5EF9-4DF8-A7C1-1DFE6A3B6471}"/>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EE11DDCB-5886-4020-8FA5-822DAE6178AD}"/>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218FC2FC-918D-4D6B-89F9-C74AE647D47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2D089E9D-DD76-46DC-8687-E5DE5ADCE533}"/>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1D150DB0-D9CB-4116-AADD-E2A0B7CBF834}"/>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A34C1FF3-0C64-4A0A-AC9B-9429DD8D5500}"/>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F48641A0-3277-4023-B0B1-B3D51E18AB2B}"/>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87923365-BC63-44CE-832E-E0C71271C3DE}"/>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D6DD2F9F-AFA2-4CA8-9663-6A289863D16B}"/>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30304AF3-297F-4570-B478-30EA8DB93A13}"/>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F4908EA7-7DD0-4CD0-AE8D-E84B7104D254}"/>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5CEBBA9C-FF11-4B1C-9FA2-186FEB14CD00}"/>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98438E60-6D73-41A4-B3E9-0A72218FA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6870444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497E34CC-62EC-45D4-843D-9AAD7FAD07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684862E2-7EFF-477A-B814-96844D246D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8BCB1DBB-F0C3-47AD-B0E6-76C91F0FF2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A3749D0B-50DB-4BF6-B8A2-5EB802FC64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D372C938-C99B-4398-972A-EDCE519A46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AE02067E-F072-4E9E-991A-21F57C0CA0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7ACBCB6C-026A-4FE5-828E-F6801C5D9D8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FF3B1B89-B486-444C-B4AC-6B9B88F5A1BC}"/>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26ED29B4-957F-4096-9AE0-797163B7FF63}"/>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A2B350AD-C8EA-438D-B553-C4A7DC0E7FD1}"/>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09AA133D-7A72-4080-9596-970981493EFF}"/>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922BCB1C-628B-41C6-8042-B0559DD3FD74}"/>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6CEC1E7D-B106-4D11-8B36-CDE5A4615B87}"/>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B45F2C9F-D945-4E6F-B155-0AD8B0CD2ADE}"/>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4B5A4A1B-94C9-43DD-AA80-C2ACC8E377CA}"/>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EBC8C354-6EA3-49E4-88A9-A2135ED9B751}"/>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4CB8AC04-5C63-427B-ADCB-E573AAA90DCA}"/>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30120B05-0057-4E70-ADA3-2B2AC1C5295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AD18BF06-4A8D-4BB8-BEB5-94DE405CAB2E}"/>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9B82396B-E5B7-4472-8A15-0A210A472488}"/>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ABD29780-1C67-4F37-B555-51F31B39D16C}"/>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A214BBF8-DEC4-4DA5-B8B4-C5B255B2F6BF}"/>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6B5777F-2F41-4492-BB60-72B4804824D7}"/>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A42BE082-2526-4057-B53D-3E0BF637F680}"/>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8996868D-90C2-403C-A4D1-9139F201D0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68221247"/>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A46FE228-F12F-4DF8-89B4-3E20A595CB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FEDD307B-A6BA-416D-8212-1A087D9BBC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Chatbot에 이 자료를 직접 전달한다면?">
            <a:extLst xmlns:a="http://schemas.openxmlformats.org/drawingml/2006/main">
              <a:ext uri="{FF2B5EF4-FFF2-40B4-BE49-F238E27FC236}">
                <a16:creationId xmlns:a16="http://schemas.microsoft.com/office/drawing/2014/main" id="{B8C32C83-5A24-4A75-9133-AD4FACD643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BA4ACF56-83DF-46BA-A9C1-9D70B23D19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669AAD20-E9EE-4AA6-B027-3DA2718DE1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2049DEEE-7703-4DCF-AA93-65F9D04976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54F9D14E-D1D3-4527-BC79-24919F066917}"/>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3619CB5-C08E-4704-84C6-71D8C2923040}"/>
              </a:ext>
            </a:extLst>
          </p:cNvPr>
          <p:cNvPicPr>
            <a:picLocks xmlns:a="http://schemas.openxmlformats.org/drawingml/2006/main" noChangeAspect="1"/>
          </p:cNvPicPr>
          <p:nvPr/>
        </p:nvPicPr>
        <p:blipFill>
          <a:blip xmlns:r="http://schemas.openxmlformats.org/officeDocument/2006/relationships" xmlns:a="http://schemas.openxmlformats.org/drawingml/2006/main" r:embed="Rc36a39c907fc49dc"/>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83B93F2C-1508-4F73-9528-F642D8AFC164}"/>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98B6C384-1080-4777-8AE5-2DF3A1247BF7}"/>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87320202-8E86-47DA-8BD5-F6B37AAD140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35F3CCB9-F90B-4C64-8D39-4CBAF78FD912}"/>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FB607646-325D-429E-8E8E-0D285B4E7276}"/>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F12EBB1A-8379-4641-8BE5-F088DE9E3F1D}"/>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4F714A93-97E1-4953-B656-8A5D2B219EB8}"/>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2F8C3ED-072E-4DBB-9028-54BCB1073E40}"/>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6744F7A-632C-4868-82C2-5A6DBFE32C40}"/>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C31E0C82-6A51-47D7-B129-A78DB52497AF}"/>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B3C2E079-7C07-4EB2-AF26-9D5A4AC6FEC0}"/>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79953DF-16F4-4DAC-BA64-AF1D59A1A3BD}"/>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E9D0D76-28AC-4B86-9350-73A660EA2B56}"/>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319795E9-1C2B-47E8-8936-CC085995B5F8}"/>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63E55935-F238-4B36-ACD9-ECAF45B6B9B9}"/>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B189F34C-634B-40AD-860E-9BBF7C230622}"/>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5B6D0AFE-726B-4CE4-BAA8-E2DD9FF9A7BC}"/>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A2CBEA30-A5BD-499A-AC38-849E76A19B8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326E3CFE-B00C-4144-B540-C54A6898FF9D}"/>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9EE9AEFA-C8F2-43AF-B3CA-99A52DB31BB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02ED21B2-C178-4FF3-86FA-0E9DF5ABCF81}"/>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4E80A48F-5E18-4C6F-AAF4-1B3BC4A449A5}"/>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FD6A1256-7BC5-4CFB-AAB9-C8DD2E61869B}"/>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C52AF93C-047B-464E-83A0-57D22F58BB0F}"/>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A4205EAA-9D71-41AE-B4E1-FDC2C0C6AF1D}"/>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DF403368-C1B3-46C7-9F7A-C72D0442B216}"/>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A7ACD02F-4649-4A1B-8A11-AB11FA7C21AA}"/>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867B4B54-AB33-483F-8906-755C6B690F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85392643"/>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D0861F6B-248A-46AA-8E37-1167EE4208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B6F721E5-6E97-426B-A9CF-4701CBD227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Agent가 자료를 직접 찾아 연결했다">
            <a:extLst xmlns:a="http://schemas.openxmlformats.org/drawingml/2006/main">
              <a:ext uri="{FF2B5EF4-FFF2-40B4-BE49-F238E27FC236}">
                <a16:creationId xmlns:a16="http://schemas.microsoft.com/office/drawing/2014/main" id="{34022E5F-AB62-49D4-AF7A-7DD5443EC9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DBB9303E-1279-46CA-8309-2B985949DF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F7C22E2A-1EF1-4A6C-9283-201AD40DCE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F162E0F6-FA74-4A54-826A-30AD7BA40E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4681F552-09F3-4140-9DC2-FF5333A4D113}"/>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76B5DCC7-567C-45D4-B78C-C0975D9B5187}"/>
              </a:ext>
            </a:extLst>
          </p:cNvPr>
          <p:cNvPicPr>
            <a:picLocks xmlns:a="http://schemas.openxmlformats.org/drawingml/2006/main" noChangeAspect="1"/>
          </p:cNvPicPr>
          <p:nvPr/>
        </p:nvPicPr>
        <p:blipFill>
          <a:blip xmlns:r="http://schemas.openxmlformats.org/officeDocument/2006/relationships" xmlns:a="http://schemas.openxmlformats.org/drawingml/2006/main" r:embed="Ra6faebb71a4c4395"/>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B25A1F8C-1DBC-4670-8ABC-AD4084496550}"/>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ED0B864A-4BF2-4FC3-B918-E2A0852A6C6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1D2BFB4B-109B-4406-8F1A-8A13453D3E7F}"/>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9B362D79-0F10-4DCB-B71C-C3ACD72396E9}"/>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90720EE-8E82-499E-A786-1B377A4CEEC2}"/>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7DC4CD4-4D5F-454A-856B-A10086102D7B}"/>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CECE76F4-607C-4978-B533-B79DFB549FD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BEDC3D4E-55B4-42DD-8A1A-B129E15651FF}"/>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04088E57-FE52-48A4-B4ED-FE8F3969C43A}"/>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CD2B9D66-CDAA-4B03-B049-75D4558C0F95}"/>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799B6B44-7640-47F4-BA7A-099D6CCA0991}"/>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7EE5D2BF-0FBA-4465-81B7-22679B03BBA9}"/>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6C4BF10C-CB1E-42C6-92A3-E2C02A61ABFD}"/>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EF8FF5BD-B49F-43F9-A40C-5A262FE8C68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7E87ABA-00D5-4B25-BA54-C50A4C8D78F5}"/>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65AB75C-7BC8-49F8-B886-995B1393023D}"/>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7CAA534C-C1AB-4251-8433-272678FB9F1D}"/>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95CA59F3-CDC5-486C-B438-673006C9DA36}"/>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B7357CCF-376D-4165-AA0D-963F8CB21A26}"/>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49ED487-5293-42D2-88F4-6A8F3A189EB2}"/>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0ECB204B-108B-4F51-8EA2-D3E06B14BAC1}"/>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85084A73-6680-4235-872D-4335EB7C0C35}"/>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60CE1D70-E0CA-4136-B96E-5985B60DEE8F}"/>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E5BA1597-24CE-4347-B49F-F3B82DFE601E}"/>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384D1EEA-534C-4D47-9C4D-8523D458D874}"/>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A8224CDF-0362-49E4-A19B-05AE587E5E95}"/>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21921383-4868-4ED1-AFBE-F8D88151E235}"/>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721D53CA-128D-4E7B-9554-2D79CE8468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1627573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BC157FA0-9708-4716-8EC9-1A549C7571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841B8933-244E-4415-91B0-B826CC10BD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작업은 Codex에서 시작한다">
            <a:extLst xmlns:a="http://schemas.openxmlformats.org/drawingml/2006/main">
              <a:ext uri="{FF2B5EF4-FFF2-40B4-BE49-F238E27FC236}">
                <a16:creationId xmlns:a16="http://schemas.microsoft.com/office/drawing/2014/main" id="{97123478-8001-4534-A341-19AB0A33F5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C2A02FAD-DDD1-47C4-B07C-C5EF156909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6A8EC2C7-0307-46D0-8516-DB0BB9D301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5A96E9C2-89E1-477B-A1DE-6A31746E9C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9AEF48ED-2D76-408E-AE61-A967A1E700C8}"/>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BEDCD9B-B35B-4943-A9F5-C93C74C7AF90}"/>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830A9AB2-0D13-4DDF-96D2-66245F78A31F}"/>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95FB4A31-E942-405A-9048-060AEA938914}"/>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404255E9-E603-4AA2-AED9-3BF6619705E2}"/>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68F241F1-6198-4FA5-A534-FE005636511F}"/>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393B00DC-CF70-44BC-9223-43CDEB62518C}"/>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92908735-6353-4771-A81C-95A7E07E68F2}"/>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3E942CB9-2BD8-44D3-B5B5-8A29049573B4}"/>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418398C9-CB39-414F-83DF-0D59A991FE17}"/>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652A4094-5330-44A6-AF68-76CC4321CF36}"/>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92F6FE05-5A43-43AB-B859-5FE77E8FC811}"/>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0AC55C66-CF48-4F83-BC66-334CBE1B2C09}"/>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F0848B18-C21E-497F-AC7D-48A6D4440E77}"/>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0CE79DB5-0376-4C22-8DA6-9284A22BD58C}"/>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C9A69082-1B0B-4981-98C0-4773900AE3B7}"/>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E22432EB-9454-457B-A3C2-D20E2CA75734}"/>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41FBC695-2605-4E0B-8ECF-FF8003CB4D37}"/>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55A2E9B1-29AC-468A-A480-C2ED4431090B}"/>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15246DE8-8F51-4932-8B36-86963668BBAE}"/>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6CD08B70-E5C3-4FB7-BFFD-78438FEB0968}"/>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D0246685-E61F-4633-B4E3-53E623660B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B1F3BE23-F0FF-4E2B-AF8B-510C40C6B60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53592C8A-4959-4B3A-926C-C0A94B98AE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3750954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3960F645-8967-4B1B-94D1-A1F42DDD57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365333B0-1659-4801-9D37-3C07E16357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 접근과 Task 의도는 별개다">
            <a:extLst xmlns:a="http://schemas.openxmlformats.org/drawingml/2006/main">
              <a:ext uri="{FF2B5EF4-FFF2-40B4-BE49-F238E27FC236}">
                <a16:creationId xmlns:a16="http://schemas.microsoft.com/office/drawing/2014/main" id="{191B05D7-B734-4FEE-A0F7-75B69F1521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77FF2FE7-A495-4097-A5BE-DBBB621504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A5AECCEC-6214-4B9A-B803-1BDD9A41A1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D4D4039B-2A92-4612-9FDE-D2CFE03E55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C9DBD218-6DB5-4C5E-8A18-7F002075ACC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0E27A0B6-9CAD-4041-B71C-E2D5F0F7C9EB}"/>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C82AC40B-4FEB-4379-9E97-249C9F237181}"/>
              </a:ext>
            </a:extLst>
          </p:cNvPr>
          <p:cNvPicPr>
            <a:picLocks xmlns:a="http://schemas.openxmlformats.org/drawingml/2006/main" noChangeAspect="1"/>
          </p:cNvPicPr>
          <p:nvPr/>
        </p:nvPicPr>
        <p:blipFill>
          <a:blip xmlns:r="http://schemas.openxmlformats.org/officeDocument/2006/relationships" xmlns:a="http://schemas.openxmlformats.org/drawingml/2006/main" r:embed="R8c194ede0bae4d21"/>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28617DE6-F75D-4BA6-B2D9-89400756B5A6}"/>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FAD41986-2F5A-4F23-9EDE-55B9C69A7E6F}"/>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1C2A8E69-AC38-4632-BF68-F06A89CE079D}"/>
              </a:ext>
            </a:extLst>
          </p:cNvPr>
          <p:cNvPicPr>
            <a:picLocks xmlns:a="http://schemas.openxmlformats.org/drawingml/2006/main" noChangeAspect="1"/>
          </p:cNvPicPr>
          <p:nvPr/>
        </p:nvPicPr>
        <p:blipFill>
          <a:blip xmlns:r="http://schemas.openxmlformats.org/officeDocument/2006/relationships" xmlns:a="http://schemas.openxmlformats.org/drawingml/2006/main" r:embed="R119d43b408a1446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934F2EEF-B9AB-4E39-AB9C-DCB7AEC3A635}"/>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FEF7F3D6-836C-43D8-AE81-1ED7CC105C1E}"/>
              </a:ext>
            </a:extLst>
          </p:cNvPr>
          <p:cNvPicPr>
            <a:picLocks xmlns:a="http://schemas.openxmlformats.org/drawingml/2006/main" noChangeAspect="1"/>
          </p:cNvPicPr>
          <p:nvPr/>
        </p:nvPicPr>
        <p:blipFill>
          <a:blip xmlns:r="http://schemas.openxmlformats.org/officeDocument/2006/relationships" xmlns:a="http://schemas.openxmlformats.org/drawingml/2006/main" r:embed="Ra2c8c538f2894233"/>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AEB89FF3-67B5-4A19-A89A-CAC1F472B4C1}"/>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7AF8525C-6A8F-4BC9-9152-A69AF58D14AD}"/>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BE24A6C1-BE3B-43D5-8BEF-18CA9FE53CDD}"/>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5CA45164-3BEF-41A2-B4B3-A73FED97682E}"/>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458C891A-37F9-4CE2-93C2-3CDD066D2A32}"/>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19F4613-E005-4EA2-8E7C-FA14C6F5F43C}"/>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E42C1538-BE44-4BA9-A867-657EE7803DAC}"/>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F5042FBD-B8AF-4A53-85F8-C5CC052816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66319884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4513BE6B-F36C-4D53-B46C-7746CAE122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B70A9B19-A33F-4A18-93BD-BCF5D2E3B6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Repository를 보면 내가 원하는 것까지 알까?">
            <a:extLst xmlns:a="http://schemas.openxmlformats.org/drawingml/2006/main">
              <a:ext uri="{FF2B5EF4-FFF2-40B4-BE49-F238E27FC236}">
                <a16:creationId xmlns:a16="http://schemas.microsoft.com/office/drawing/2014/main" id="{59C7ABC3-8704-4FD0-892D-C4D164DAFB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BE13C28B-4EC5-4117-8AA1-0F6D9FB3A5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427A9F41-3DAA-4A1E-98E5-7CB8D92753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18A1A1D8-CC9E-4141-854B-08E63F7316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66361716-8CA5-4A03-8A3E-D5012CCAF7A7}"/>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54DC0BEF-ED2A-4B5C-A10F-FFEC49CBD4F7}"/>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1F98FC4D-8F24-439C-86CC-B6982E9FEF30}"/>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69DED699-114B-44C6-80A8-59FD677BA3DC}"/>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06A49268-1D0C-41FB-8844-DFE026FCDFBC}"/>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6E5B4F2F-742A-4AEE-9248-F7FA7100BEF0}"/>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6E5501DA-08AA-40FF-8C30-735B8E14A4F7}"/>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3F022CC-09DF-4058-99DB-4637A6F3C981}"/>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D8C048E1-F5AD-4DC6-BE06-1D60E7341646}"/>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806B2413-7515-4F99-9335-B5FDCB741C6E}"/>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D794E7F4-E730-4890-AA22-DAC347DEDA25}"/>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5560EBED-8750-4EBC-9448-7A64E20946CF}"/>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2DA517A2-F784-4314-83BF-BDF39C8C23DB}"/>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FA75C019-8A3A-4316-83DD-4B90E91B4516}"/>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929CC64D-FD4C-4F3E-A92D-55CAE7CA1EEB}"/>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CA808304-0209-451A-8B1D-2F690E6AE845}"/>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73B45163-E9DD-40EE-8A8A-5437B5E24051}"/>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AFCC295F-B3B2-4908-B289-CA42D68064E3}"/>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E2142F93-4D94-4F06-B955-6D0EDF93A1E9}"/>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5A7EE9A7-8DFF-4512-9C9C-562396771B6A}"/>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706AF3CA-54DB-406F-8534-D79F9BB6786B}"/>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DDDB5A0F-7879-4F0D-9C40-A88BCC7C38B6}"/>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6CCF40C-1E00-4F43-9E2D-B01C0F3BE534}"/>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5D55E56F-39EB-41FA-9B76-B608486034A4}"/>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D2E24A4D-64FD-458D-BCDC-4380347258DF}"/>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FB0545B2-E019-4553-93B2-04754D23C801}"/>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BB7413D7-ECBC-47DA-875B-1DF154AF7CCE}"/>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FA2F8492-EA03-4881-9AC3-39D4EFFBBC4B}"/>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EF6C7E15-8017-4861-B130-C54E4F19223D}"/>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FCA4EDFF-4626-44F9-A629-7253140BB09E}"/>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AECFA3A2-C35D-4C9C-BB9B-06BB200B9E19}"/>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ED78CFE7-1A53-4EB4-9502-75251577231C}"/>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7133A50B-E927-44B3-B704-925B96835708}"/>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4074CB43-08DC-44CF-AC55-B054390BEAED}"/>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69C874F5-A269-41A0-BE5F-CFF58B21E78B}"/>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288E7A6E-9990-4A5C-BB9F-2B72881B84CD}"/>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38D5BC67-7DA8-451F-95D9-2DC3EC87D50E}"/>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390DB885-57FA-4216-8A92-0E0EA66F9E56}"/>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5C1F3FA5-B7D0-448F-8BAB-9D0E506FB3F7}"/>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56D2F6D9-F999-426F-A159-306B62700A65}"/>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EC744734-4F82-4E69-992D-DB07D7833299}"/>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486C3AF7-1A72-4476-A84B-9EDBA64B51DF}"/>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31CCDD5D-7490-4E2E-957E-26B43C4D978E}"/>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9B20CBFB-1091-4CB5-A730-F8354DE9D0B7}"/>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FF8C95EF-CA85-4BB0-B78B-D42D67B80010}"/>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1D4F5A15-E501-4339-8457-9C7A2E4C0143}"/>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7C01FE3A-A1E8-48EF-9E51-CAD4E0463DFE}"/>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ABBB1AE5-172C-4DF4-A8AE-3A656E31BB27}"/>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6908F7C5-A6E3-4792-A42D-4482FE01A214}"/>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EA75723A-B770-4881-897F-28490D7516B6}"/>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0A950C32-2487-4544-9347-A7C0F72F97A9}"/>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71406B74-8DBD-48BC-97AF-2F2280960D0F}"/>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20435CF0-A067-4CE7-BF6C-99D0261F442A}"/>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6312814F-4ECC-48F5-9350-7BDD96658227}"/>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A80ED715-E97B-4AD3-89F0-754D36A04A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98269216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53005C9E-FB49-47D3-AFEE-86BA41B89569}"/>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D28CD96A-3D28-424E-8016-408A522FCA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7B0B4385-4382-410D-964A-25441AD96EB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B82A0246-B0AD-414A-B206-C4299D056BB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CD821034-F4CA-4529-9F10-19E93BA1A9FE}"/>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1EC3647B-C44E-41FD-8389-9B478B4A014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DA46282A-C931-41C9-A8AC-9767DC5AE4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04193747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8AA70A62-1A01-44D0-BC87-3FC1DB528E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52C72F43-77D7-47E6-8D66-1ED3C8FBBA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Task에는 무엇이 아직 정해지지 않았을까?">
            <a:extLst xmlns:a="http://schemas.openxmlformats.org/drawingml/2006/main">
              <a:ext uri="{FF2B5EF4-FFF2-40B4-BE49-F238E27FC236}">
                <a16:creationId xmlns:a16="http://schemas.microsoft.com/office/drawing/2014/main" id="{5CDE648C-52DA-423F-9359-4C9244DB7B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CDC9AAD1-1A83-47D7-98D9-B46D1B7E37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8A38CF1A-17DB-4E3E-8353-7090B7C2E2F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2EAE2ED7-BF94-4B91-B9BA-4FFCAD1EE7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550E58A4-9D8E-4229-8FCA-79D97972847D}"/>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E1C51350-9D12-46EA-8F5B-12076794051C}"/>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A607C71-8D81-41AF-9C28-E830FA3F0CE5}"/>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E8790921-BD2D-461C-A13D-EC260003B0AB}"/>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289EB50C-4BDF-47C1-8FFF-7DE24F3AF995}"/>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C295707-A109-47DB-A1F7-8602971F3942}"/>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AAE7EC0-BBE4-444B-AC7E-838DB2C42CC8}"/>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05F9FE8-7C66-4428-839C-ACB2A8F5E5D5}"/>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DF15A85B-9421-47A7-8EF0-3F6EC96C2802}"/>
              </a:ext>
            </a:extLst>
          </p:cNvPr>
          <p:cNvPicPr>
            <a:picLocks xmlns:a="http://schemas.openxmlformats.org/drawingml/2006/main" noChangeAspect="1"/>
          </p:cNvPicPr>
          <p:nvPr/>
        </p:nvPicPr>
        <p:blipFill>
          <a:blip xmlns:r="http://schemas.openxmlformats.org/officeDocument/2006/relationships" xmlns:a="http://schemas.openxmlformats.org/drawingml/2006/main" r:embed="R90b6411d063d49b6"/>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80C52776-9893-4AAD-9E23-6EE001D3ABC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E2B30684-DBEB-48EE-B9BE-DD07E8C92315}"/>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B43D610D-39DC-4205-AFE7-282011DD5D55}"/>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9D3645C2-CDBA-4A1F-A81A-C3C69B64247A}"/>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BE84F02E-BC1E-4B74-B761-85A04C917E4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66D8FEF2-DA54-482B-AE9D-5CF17E04AC09}"/>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1DF6AE19-B22D-49C7-A960-E0ED2FD55D33}"/>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A3D34C91-FEEC-4A27-8AC4-ADBA53BA3387}"/>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2456CCA0-13C8-4F72-8651-87F05BCD72BF}"/>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B0818643-9499-4604-9592-CF2E6E1D3CA1}"/>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5A33450A-70E1-45A9-846B-8478135EB6FB}"/>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F5D972E2-B55F-4314-B02B-5B0FA8A16F24}"/>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77909978-9BAD-4985-9724-0D6295F1DC92}"/>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6CB7C23E-E8F4-4564-BA7D-8EBC0C82A2E0}"/>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C4D6335E-68B2-441F-8EC6-D077C12995F8}"/>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73F4DF66-B529-4DD5-8374-2E232C562DD3}"/>
              </a:ext>
            </a:extLst>
          </p:cNvPr>
          <p:cNvPicPr>
            <a:picLocks xmlns:a="http://schemas.openxmlformats.org/drawingml/2006/main" noChangeAspect="1"/>
          </p:cNvPicPr>
          <p:nvPr/>
        </p:nvPicPr>
        <p:blipFill>
          <a:blip xmlns:r="http://schemas.openxmlformats.org/officeDocument/2006/relationships" xmlns:a="http://schemas.openxmlformats.org/drawingml/2006/main" r:embed="Rd5cb6463855e44f9"/>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4CBDB55B-46AD-4E6D-B500-F134895C6696}"/>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75B45768-6679-4A6D-8FB3-6C45151943B3}"/>
              </a:ext>
            </a:extLst>
          </p:cNvPr>
          <p:cNvPicPr>
            <a:picLocks xmlns:a="http://schemas.openxmlformats.org/drawingml/2006/main" noChangeAspect="1"/>
          </p:cNvPicPr>
          <p:nvPr/>
        </p:nvPicPr>
        <p:blipFill>
          <a:blip xmlns:r="http://schemas.openxmlformats.org/officeDocument/2006/relationships" xmlns:a="http://schemas.openxmlformats.org/drawingml/2006/main" r:embed="R4dca0d98c7164ed6"/>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50F16585-850F-4B42-9F16-2380B0363F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5751350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C2BCEC9F-CBEA-40A7-BC7A-2C02A7F5B4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BD52A6EA-E0BB-46B6-AC68-08E3A9641B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만으로는 의도가 보이지 않는다">
            <a:extLst xmlns:a="http://schemas.openxmlformats.org/drawingml/2006/main">
              <a:ext uri="{FF2B5EF4-FFF2-40B4-BE49-F238E27FC236}">
                <a16:creationId xmlns:a16="http://schemas.microsoft.com/office/drawing/2014/main" id="{30423DF9-3350-4E21-83B6-32B81AEA1C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20AA2524-CE06-4AF5-A588-CC861C9924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29A30C92-3743-4FE7-BC79-8EA767B596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E3592E67-7F9B-4AB2-B5EB-B2746C5FE6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A49179CC-35D8-4C1C-B574-8373CBDC82D1}"/>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A407B50B-D276-495E-A036-C2F468EFC330}"/>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D6EF7793-150F-464A-8A47-523CA3B9FBE4}"/>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C53748D1-34EC-45E5-A3F3-63FDEC80FDBC}"/>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1DBD0749-BA10-49C4-8BC9-3A1A318EFAD1}"/>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E4E83B7F-A8CC-4732-A923-10D089D35790}"/>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0D01FFD-5A64-48EB-9987-E5EDF269C7CC}"/>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D1A77C2-D6AD-4DD2-9C53-592A969FEBF7}"/>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8E8583A9-7730-446F-A0C7-4624FC95CA48}"/>
              </a:ext>
            </a:extLst>
          </p:cNvPr>
          <p:cNvPicPr>
            <a:picLocks xmlns:a="http://schemas.openxmlformats.org/drawingml/2006/main" noChangeAspect="1"/>
          </p:cNvPicPr>
          <p:nvPr/>
        </p:nvPicPr>
        <p:blipFill>
          <a:blip xmlns:r="http://schemas.openxmlformats.org/officeDocument/2006/relationships" xmlns:a="http://schemas.openxmlformats.org/drawingml/2006/main" r:embed="Rc035b1014c4d49a2"/>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7165D174-C365-42F1-853A-43BADAAFBEFD}"/>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03567400-B6D4-49ED-9BDB-7A4F6245D606}"/>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182F6F66-9604-4154-AC9D-9B9535D845B5}"/>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3D24E684-5F7E-49EF-9731-2928E5B6B68A}"/>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FA552980-F606-4161-8FC5-64EE43631935}"/>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6D22381E-6CAC-4A82-8BB4-0A176459C652}"/>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8F4C3521-2714-48EF-B0F1-0C8BA5725DA8}"/>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E68B56C3-21CB-4838-86B8-62B3454821D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69200F95-F0A0-4A66-B688-0F79281C080F}"/>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F294B14E-00A8-491E-AB93-02DCC45D0A2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5C6AD914-BA31-4822-9A0A-791488137A4F}"/>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82F1F10E-3B6B-46E2-A487-43041945292E}"/>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D2D7A342-2C14-44FE-B750-A60C196F93D0}"/>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61E6B9E2-6ADB-4685-80FA-C747B8959E41}"/>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154F37F3-0FD6-4209-AF2F-F06A0356C449}"/>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17534833-1480-4DAA-A365-BC07731C732C}"/>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C3CB88D1-5203-44AA-A1C8-67BA331F00B2}"/>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8EFE852A-DE90-43B2-AECC-1A65CFDE4B8C}"/>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C84007C6-4A11-48B5-B045-5D5BC7BCE39D}"/>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4F34754E-391F-4BFA-BC0B-D1B50A0A2FB4}"/>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D7863159-47D4-4EF0-8513-6B0F1BA87BA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A63DE547-95EB-4874-B9DC-D24379EF2BEF}"/>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868E3A43-1982-4964-9EA7-3A627527D15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ED806DCF-DAFF-4A6E-B359-99F47234B59C}"/>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6E8F49D5-BD8D-4A27-8587-162E3A557EF0}"/>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6EC4ED64-CF26-437B-A5AC-9D9CD3E1C9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070526"/>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A2FC110C-8113-42C8-8F06-82C089BCFB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A7A46210-4DCB-4097-8AB3-4FCFD8CB4A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작업 경로를 Prompt에 담는다">
            <a:extLst xmlns:a="http://schemas.openxmlformats.org/drawingml/2006/main">
              <a:ext uri="{FF2B5EF4-FFF2-40B4-BE49-F238E27FC236}">
                <a16:creationId xmlns:a16="http://schemas.microsoft.com/office/drawing/2014/main" id="{FE20AEAE-8B75-4D4F-B062-09D0F04D7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E3F04595-917A-4A54-B8B7-C62D244CD6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A925238A-CE10-46A8-A139-04E6B340F7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A15ACE2F-9099-4EAD-B072-C3A5F0179B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73D9431F-369F-45CE-9608-5C91B6CCD2AC}"/>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B604783A-0111-494A-B57D-696E9D2060AE}"/>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4F8E72ED-2AE6-41E7-997F-FFFA62AB0883}"/>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1FDA036E-E4C2-4035-9C9E-B7F55D124F3C}"/>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7548F92B-7C9C-46A2-B5CC-E9F9B569BDA3}"/>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0D5E9E9F-E00B-4217-8A68-E5FF77A37A65}"/>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FEA8F262-83CC-4E6C-A8AB-38D1A4D83D97}"/>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0A6DEB11-1D3D-4F2C-9ED2-01B0F5752AB0}"/>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B696846B-8CFE-4A9D-BF78-C4926DFDF09D}"/>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6A816DF4-6EFB-42F7-9A8E-C7AD2999077D}"/>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AE3C24DB-8DCB-4734-AFCE-F90A64AE9757}"/>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F03D1B2C-CAA4-4BF2-8730-11AD22B8FD71}"/>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8F260570-88DB-4A73-A355-70F988EDA856}"/>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22D94060-52D3-4167-876A-6454D666CDD1}"/>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00993D00-D4F6-49B6-8F8F-6B98D0810FDB}"/>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181BB7AE-EBC2-4EA6-BA02-4CEAF9A2DB4E}"/>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A52904F-4C52-4355-ABD4-415240340CED}"/>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CA2E5C4C-2CD2-40F5-8AB9-2957FB02CF94}"/>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FBF3D949-05EA-42F6-92F7-DA67FF34839D}"/>
              </a:ext>
            </a:extLst>
          </p:cNvPr>
          <p:cNvPicPr>
            <a:picLocks xmlns:a="http://schemas.openxmlformats.org/drawingml/2006/main" noChangeAspect="1"/>
          </p:cNvPicPr>
          <p:nvPr/>
        </p:nvPicPr>
        <p:blipFill>
          <a:blip xmlns:r="http://schemas.openxmlformats.org/officeDocument/2006/relationships" xmlns:a="http://schemas.openxmlformats.org/drawingml/2006/main" r:embed="Rfc19d45d14324d1d"/>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E5AF9EC2-4421-40C8-B398-C563974BB9E4}"/>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F0DECE80-BFCE-45F4-A2F5-D359B5314213}"/>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EB9B046A-3D98-4EA8-A44F-4BEEEBF057D3}"/>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C1B74BDD-F979-4664-A441-681D772819FF}"/>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9F4CB25D-7CC0-42C5-A0DB-5C46D0CE68B3}"/>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9AFC9226-659C-4479-A7D8-C92DBE78B3C1}"/>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1A9B8FC9-2EEA-412C-A9F9-B4AA38ED60C4}"/>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836D68CF-8034-447E-9BCE-F85B6BF67EF4}"/>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E13F8934-A70D-44CA-8C92-E1A8374EEE01}"/>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73910150-B131-4D6D-9E6D-CF04231C358C}"/>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1C718156-D450-4EA9-94E8-74387511A79A}"/>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0AD3B144-302B-47AB-8F0E-60F8306F1AAA}"/>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C1043A24-B4ED-4F3F-91A6-9679C40543E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662E80B5-5761-4855-B0FC-0B8A1B8FED0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ADD756B2-8E6B-4077-AA29-7DB09C84A0DD}"/>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0E4C04E9-E014-4976-A74D-C33AB175FC15}"/>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C7B78E96-48AC-4F20-B256-0894E1745E32}"/>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E132433A-D476-4F7D-9CF9-C76E64661A85}"/>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C31529F2-B628-40AA-B844-49458E4340E3}"/>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0A0C43A5-E4DA-4AB5-89FA-4924B933E0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5337800"/>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B6462C05-ED72-4278-BC45-98807A3547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BEFC7573-FDD1-40B7-90BA-CBD57C968D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8EED5369-E6A9-4B22-8E5F-7E05C3F059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0D21D918-771A-4C14-B950-25628E26E5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92C09643-09B0-4366-B471-CD958A3349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DAD7D47B-1AA4-4D18-BAA4-DA3E77E40B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2FC88AA3-1E23-4A74-A6F8-4298E20EC3D7}"/>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D3103908-91DF-4011-8D84-AAED9D93B63A}"/>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B3C680E2-7676-461A-8969-4859D70B3AB5}"/>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8998726F-542B-4E42-A01A-FC115D357090}"/>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304F72FD-7307-4363-B271-38CC5B8070AC}"/>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76EF24BE-51AB-435E-8863-0A49CD8479C2}"/>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A757DEA7-32CA-4E59-BCDA-FD82EB4426F3}"/>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29EA50F7-38DB-43F3-B9B9-F762FC109C6B}"/>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A0A0A3AA-7489-4963-B1F7-CB7B5F4B48E4}"/>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B46D7471-CBD4-4DED-84A1-87411801CC75}"/>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6282A478-584C-4F3C-B8C0-09BFAEA03378}"/>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9D9B07B3-16DD-47D5-BA4F-45F86584F9DE}"/>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5652543B-FD3E-46EA-BC9C-A9BAC3C26E77}"/>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12DC1B5F-EBA4-49CD-ACE5-B0EE7C458815}"/>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3A6FF9D-0082-4C4C-A29D-A019F7466D0C}"/>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9715690B-F253-4C30-9B52-56BB9EA712CD}"/>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90946F8C-CDC9-4F17-AB06-D07849979D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792178758"/>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62576E2D-7CA0-4692-872D-410AF2BC25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D50EB824-5A8B-4FD4-9E22-C17A2C38FE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95427045-C03D-451D-B14D-D9993A6F6D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BF3BCE4F-2FF6-434B-9CF0-2EE637929B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13AC1529-0653-4316-9AD6-7DF5352431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2AC70F61-F293-4EEA-B11B-3041A52607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258ED0B5-C129-4DB2-93A7-EB830D4B7DA6}"/>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16413853-2DBA-40E7-92B0-5F37ED907DA5}"/>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E96290D6-78B9-497E-A579-EB30211A4D5D}"/>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623D4B33-6741-4947-A94E-A613910A52D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D37A9FB9-F814-44A4-B52F-681CAB409DAE}"/>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9E4F62F9-4133-4FB4-9C08-6A0C1D9F9E9A}"/>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8384B30-F6BC-47B4-9444-9BA0C8F9DA3E}"/>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4B7D45EE-3C9F-4276-8446-53EEFB3DC2F4}"/>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CBCE3FF8-69F9-4872-AEF9-AE46547B6409}"/>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76A382E0-24F3-4B51-B970-DA3CD2F5E8EE}"/>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23150886-43A0-48AF-B1EB-91AAEF08C8D6}"/>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9CE33DC0-D788-485E-BFE3-94FECF6B2A13}"/>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EA1C8B2D-EAFF-442B-86A7-86557FF18189}"/>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749A1045-7DD0-498C-9752-B9CAE4E50681}"/>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6E198563-BAAB-49EA-99B3-3ACD70A31B8C}"/>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D3B8DED3-FF9A-4236-B9EA-2C4A8E3617AF}"/>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2FAA26F6-D25F-4C2C-9060-246A024A1C23}"/>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1B0A8FDD-6D87-41C7-AFC2-921DDF6FEE55}"/>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72AA6892-88D3-4ABA-BD40-6A7F0A1A0C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35745019"/>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96E8A67-AC26-4275-81EE-38D9A9C964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BA542120-6FAC-4543-A8E2-86FF93251C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4CC9575C-A8D7-4D9D-9E3B-830796B55F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FAF2A92C-8A5F-4CCA-A546-FD8553DBE6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3A448968-9647-4EE0-B26A-701887BB36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6166E2A8-FF13-423B-A57B-DEA0B4F94E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3DC67DFD-1899-4EC0-83AC-036564C83A0D}"/>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C3B932C6-FA39-4608-A807-9A0996EE9119}"/>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04E7DFDB-670F-4B99-A01A-4E23BCF36046}"/>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1001A44F-601D-4B32-AB67-C5B58C11C552}"/>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AC897B53-9E7B-4986-9888-F98FE70D9106}"/>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BFBBB135-5C04-4C25-8634-E17D48CA114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22706CF6-5A55-4571-A9BF-AD2903C21BAC}"/>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BA558E40-A1A0-4F0A-B6A3-A69C3398AD6F}"/>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6891619C-D4F7-4471-B8F3-1683F2B2ECCA}"/>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BBBB1E56-799A-4C39-9D57-5C42E5651F6B}"/>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025CA23C-E5C1-49FF-8AFB-B249F4CDD5D8}"/>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E75A6275-403D-40F5-8BB1-41A40FF92DD8}"/>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02949092-1C97-473B-AEAC-5FE630ADD5DE}"/>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77A3E567-6D7F-48D0-8489-43852230E955}"/>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3ED89169-99F4-4F64-BFB0-1B25F4D5FE60}"/>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07F33BA2-AF16-4645-87F6-CA61652A330D}"/>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BFD0907A-E417-43C0-9AC8-2AE75E072BEB}"/>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8417D01-BF65-463E-A908-A95E13649F90}"/>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4C85BC4D-15CC-4DCA-A260-C3BEEA21A8ED}"/>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7EED37C8-2420-417D-B49F-B1B31F0F1DA6}"/>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60C0E96D-45B1-4AA6-8601-17E8D641AC32}"/>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0D26F525-8CE9-4EE9-8714-539BC0A7743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9C8CA99B-D685-46AD-B8DD-8D01354A08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697762726"/>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58BEA229-58B1-447F-8751-25E8CF6651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A4CF7E63-5C53-4347-AEAE-7A470C3E2E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0B10811A-741D-4FFE-9E4F-FC1B432A88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57038219-C597-4B13-AFE4-CAC8E8A1FE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CECDAE5F-B300-46BF-B007-F050DFBDCE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21 예시의 실행 결과 아님 · 단일 CLI 관찰이며 Prompt 단독 효과는 미">
            <a:extLst xmlns:a="http://schemas.openxmlformats.org/drawingml/2006/main">
              <a:ext uri="{FF2B5EF4-FFF2-40B4-BE49-F238E27FC236}">
                <a16:creationId xmlns:a16="http://schemas.microsoft.com/office/drawing/2014/main" id="{68DA9A00-27F0-4562-B5B6-895AEF03F7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S21</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187C3B21-8F81-462C-A16D-07D6C88C8CFA}"/>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8B0C4A19-768F-4A47-AF74-D391D1478826}"/>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9E771B80-F86F-400B-9E55-3AC56DA2748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E579CE94-CAF3-410A-B18A-F268A1F51024}"/>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6CD37F1F-226E-4558-BD9B-AFF94BDD0646}"/>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C9F2B61B-1B5A-4366-BDFD-E1F813DDB784}"/>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DC7111C7-5FC4-4F9E-A53C-84503A38E02B}"/>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2D77EA4-684B-4AA3-8B9A-15C2EFC06604}"/>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7ED2D7AE-423D-42EE-9A3D-48717AA7425A}"/>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706A7C9-B4D4-4EB7-9C60-4A9E9B84CF25}"/>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5096607-BACD-4B43-80E6-EFCD8D9A3B83}"/>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0992E52A-12BD-42FF-BB3E-C27CC3B12F27}"/>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C978B3FC-5ADB-46CD-9E52-8CF054D5173E}"/>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7F6BB83F-4FE5-47A0-A335-399A495A1012}"/>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9065B176-5490-4BCE-AD9F-C8FC5E86D14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CB1E896A-980D-452B-8D90-85453EDA1C78}"/>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C522251C-8659-4B91-9B47-AE94356133CF}"/>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ADA0E295-2EF6-4520-9B06-51E99A18D2D3}"/>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CE4789B0-0057-4EE2-99CA-BB70E1526AB7}"/>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44B21A37-711E-4441-8701-4E027762B782}"/>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0D30E8E-27D1-4C3B-9139-1F014E30F3D4}"/>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E837043D-CA22-495B-BEB5-89C0150D62D3}"/>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A0B9D307-189D-47F2-A6C6-E7F7659204F0}"/>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5A80411-87CC-4467-8542-E31A746BB880}"/>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CB7FB6B4-F244-44AF-8AD4-D44FCEA7D65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C4E419D2-CD4F-4E86-8CD1-838CD366ED9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48840418-A70D-4C58-BCEA-2C32ACCB0BBD}"/>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7DB4D742-1007-4CE5-8634-0679A8FC89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64146265"/>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2827D8E8-611B-46CC-99A5-C71660D382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514D9EBB-6E83-42B5-A601-E6627E79A7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E2967DB1-651C-45CF-9C6F-80A4735785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3ED30A9C-8C14-45F4-B425-5F2EECF1B0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A37648FF-A265-4C65-B5E9-65C438C117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309CBA74-B1F2-4477-828E-85888FA649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793F277F-44AE-40C0-AC5E-9861CBC19146}"/>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F90AC938-5988-4338-9D36-EE1B0C99BFA5}"/>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8E042986-029C-4507-8D2B-E101179A4F0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591A64E-E1C8-4642-BE2B-F254BD88B01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3999F73-6899-49DD-B461-0E83175D2817}"/>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25E7B36F-61E4-4F36-9E94-57B470308115}"/>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C19CEA7C-0D03-486D-934B-0DACF78FF65A}"/>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64BCF09-9D03-4464-A454-573F2F2A810B}"/>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FFF57D36-214A-47C2-AC35-62C92A4FC6DA}"/>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A752DF02-629C-478B-8C4A-DF73D91A72BB}"/>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1E197457-1B18-4CE6-90EE-56D093047DF4}"/>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E5A6C84-7234-41CB-9777-E75851CAC911}"/>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E9FCD2C3-2F8C-40B4-8D46-B7CC5B7A76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8161141"/>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06F7F7CD-F259-45C9-B2C8-F494A7819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57F10720-73E0-4347-A3CF-A4BE155FE2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A4C6A6D9-BA48-4F44-BE0B-296E23AACA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32DAFD3F-E343-4EED-8802-BE8D5EB343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5E77ACF3-4E4D-4A14-86F1-9B5726FB73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1D715639-05F5-48A7-8323-BB6AC49F52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C44F2777-222A-4387-ABDF-1B97A648F446}"/>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3053F245-ACBC-4DE3-8199-588CBFB2A624}"/>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8891C24A-E356-4668-826A-0FE4755F5EF9}"/>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D75BB49C-6BEF-4D7E-B639-39950EE089E3}"/>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B089D79-81B0-45C9-879D-14221F5657EE}"/>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0B980010-C20B-4E77-BFAB-4A876BDCCDE0}"/>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9A561644-3D2F-4342-817B-4B2D81488C62}"/>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ACD311F3-8D63-4777-8A7B-F8E09E38AE57}"/>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EB72E82C-B4DB-42E1-9A16-E252488CE441}"/>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D1C4C2D5-D5EF-4203-B574-215B4D56A53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B578C532-7F9A-410C-B347-70181899B8AA}"/>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E6629E37-5E17-4327-A82D-ED5A74EAA447}"/>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3A7A3FAE-2013-4C1D-B2C4-AD469AC6A28B}"/>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0C9CE2C3-4162-4153-9CDB-E821C4B4A432}"/>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C316964A-7F04-438F-B2BB-37218AFAE99C}"/>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AFAB438-05A1-4983-8BF4-4942F0FD45AF}"/>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51F6011C-6467-4A7B-84C5-F11A1EBD2A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5350637"/>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57C1AFE1-4AAA-45BA-A174-909BBEC661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54DD8BF6-565B-45B6-AB69-EE4A8FF5D3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8D038761-969B-4953-A1EA-018CACF0BC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46C73EF8-0C8C-473B-9A28-9D4899A969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FD15CF2F-7585-46D6-8FA7-A37865FF9A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22445C5B-539D-4D01-8372-32E03F2DE7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BF169698-C627-4564-992A-7FC54A7BF6D5}"/>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79A459FC-5E6E-4487-896B-6C222F0D043D}"/>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BF28F036-083C-462F-B069-1F44A8B6F58D}"/>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9B249453-3BCA-472F-BC89-46DE52D3D9B1}"/>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BC280234-4965-4A09-900A-870AF4C08660}"/>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C698CE31-37D2-4166-82A7-1829764AF5C3}"/>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0AB3DE61-7418-4CAA-A901-CF39FE8A0E11}"/>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38FBDE16-7458-45E9-8693-EEBBD718115D}"/>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F8B970FB-4229-4C31-86F4-B1803F805A9F}"/>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6C46A526-08FB-4341-8D43-5927AA3F6046}"/>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CDC98945-3DBC-49F4-A14F-EDA675B2FA9C}"/>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23D58DA9-142B-4D15-9FD9-46DE9F93A960}"/>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A613EA7-702D-43E6-8F31-2A77D3311CAC}"/>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8304C1C7-DBCC-4E67-89B3-6284CC39F456}"/>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0F9954D3-D322-4716-855F-9C2CBEC1053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B6FCAA88-C00D-4EB9-955A-0488FCCEC6B3}"/>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ABA5DB17-F3F0-40CC-BA3D-EC74281276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611318788"/>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DC085536-47D9-4691-8522-1DAD71BD8A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43FF426B-B02A-4906-AC11-65A420F23A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0D79BD71-F674-4C93-AC70-0C2A8375FA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35349729-2125-4B83-941C-F6A9F2D173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B98C73CA-9C09-4180-BEE8-C1304CE359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32FFF613-4E32-43CA-902F-CC9EF460EF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61BC3F8E-9EE9-4AC0-BB7F-F79F7C68C795}"/>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7A411A62-D35C-49E6-85E5-72B24FD2E45C}"/>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EDDBB076-895E-468D-A5F6-BB5CC9F3446A}"/>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D21E4324-4E8F-430C-AA66-16CE8C766187}"/>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A2A81A23-C39E-473E-ABF8-E352377F8139}"/>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2B47306B-4733-44BE-956B-7308C16A1C41}"/>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C5826343-7AFA-4E55-8B88-C53EA976D1C8}"/>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BFFD2020-2C7E-44EC-87D4-E86489527F6D}"/>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5F459A53-9D26-4D36-B7FD-76413DACCF0F}"/>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9C081F40-F51D-4827-8534-5D372260FC3D}"/>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E56F21F2-012F-4F72-B19F-872393FDFCE9}"/>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EABBE57F-8B50-4DA2-9FD3-39BFDBB00F5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1F2BFD13-23C3-4A63-AD83-4495248C132E}"/>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645E755A-950B-4843-B1DA-28297B04D0A8}"/>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51204071-5025-4E3F-9D2D-375D47E57078}"/>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A8AA346A-20EA-4D4B-B02C-45B48420BA0A}"/>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B2DE1166-4A13-4880-9742-88711088BF23}"/>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8005AEA0-5B6D-4D24-B286-5059E51F9BBE}"/>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30F56604-4D5C-46B0-9CFA-983FA10DF7D2}"/>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510B3FAB-AACB-416E-A371-3AEB1953CE3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0A19D734-7E40-41AB-837F-D341226E66C6}"/>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9089E2D5-961E-4458-BCB4-3C6B64DB6D2E}"/>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0445850A-20D0-423D-BACA-156CE78F7BAC}"/>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AA552172-3F7A-4BE3-A3EF-7ACF1E7F5891}"/>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3FC14367-2664-4E0C-9A08-6E7950C19A76}"/>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DC603744-35AA-43F4-A3F8-EEFCB71B64E1}"/>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1C64F8D-0CD9-487E-B848-51598EAF5210}"/>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4B0E5917-0EAA-4C5B-88A7-0B8CC6622020}"/>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5DB9686-E897-41E3-9D27-21CFF7C8DF77}"/>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586B2277-5B41-41DC-A934-94FD84165C44}"/>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8E309A3C-EC44-4271-9E0C-FF4B13F60D0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83D8ABD3-5556-478B-AA3E-B68E8E0FA2EE}"/>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31F53402-96ED-47E8-89C9-CE666C8ACA59}"/>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495BBE4F-9067-49E3-A119-A41417909E44}"/>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392A505C-1B7E-4E18-9DCC-47AC941352B2}"/>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460B9730-73BB-4473-9D8A-6160ED2348E1}"/>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D3695818-DD21-417D-8C12-E4F3A6038DA8}"/>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8A824CC9-9885-41AE-A7B5-036C5BC413E1}"/>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DE309EA1-E190-4F8E-A61B-145870C99546}"/>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14EE65FF-C6F4-48FE-B0D2-8427866D73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8346512"/>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34CF9D11-05B9-43E2-B459-3B68D8A569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EAB92562-EAC6-423B-9728-88497FC9A1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4A2FEF19-AB89-4C25-9F64-60EEBDC43D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836A8DC2-7C29-4310-AEDE-2B1C1AD4C4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D7B90C86-F09D-465E-82EB-C8178ECF55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A6E58526-0265-43B0-8754-3A5DE3CFCA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915B18EC-6692-4115-AE17-E2601DCC8D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596C843-0A9B-41FB-BC21-A61F515AC2B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04E07FED-0587-4DDD-8527-F8A9907BBC5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D6D2DA1-B426-4F19-B697-33E5037D222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8F1541D-FE80-458F-B085-1DDEDBDAEAC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EE6D75B-4622-46F3-B483-8D3B9D1BBA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CBB08588-91DF-40EF-9B7A-47BADD23CA6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6BA6C9FB-65D0-470A-A910-67ED0F07719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F60DAFCF-97BB-48CC-B064-5E1EC2AC732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448203AE-D557-460B-9EF5-2C6365FF622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59830350-B7D9-4B74-A852-2B356386475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0D42ECDB-A8F1-45DC-B1EA-21638BDD6EE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899614F4-C288-44BE-9097-E68AE1593DE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2419C8BA-AE4D-491B-8075-90D513799F7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96318483-0781-4A91-893D-9D6B0DBAC9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70B966E-D07A-49B8-BCFC-0C22312CD65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B4D8ED9-0DA2-41FD-8F90-8DC629D3DD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64362607"/>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065EDD49-8657-411F-8F6E-476F3A65F1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5B4D70A7-370B-415A-AB0D-E301D4EA49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EC6CCC2A-17DF-4EE7-ADCF-EC55B451D3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8A79FB21-D9F6-4902-8128-BFC97AA0E3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70A20D25-2E5B-4FEE-A736-CC1E6442BF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936EADE6-C741-4620-AD1E-BCD5698DAF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A7BEB63E-7887-47F2-95AB-C4B602B91B6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8BDA2CC-080C-4F34-AA11-91A4D7BD87D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B6065368-44C5-49FE-BBF9-6B0145BD575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41A04335-7197-4665-A1FD-F7B9D0BFED9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3B25979-218A-4E0E-B8B8-5D566827BB1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2537E78-E123-47F4-833B-10A9F1058BC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3339E161-C7E2-465B-B307-4204BD51BD6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0C699903-2B7E-4A1F-AE81-65FBB5E181D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6E9B6671-FBB7-4C2F-AF0E-521D0BB4B89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2274A992-D5C6-4117-A514-2FB28B1C24A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4DB9D09D-A281-4A6C-AFFB-707424E80F7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228F9EF3-D0C3-410F-8714-ED2A7802838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630DF132-9C8E-41D5-A9EF-187EF4ED121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298C3631-9DAA-4D10-87DD-970A32B29E1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154116BE-E005-4E8D-8F0B-B0419FBEEE1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7E6E7241-C6C8-4A5E-9EE2-86AC122BCA9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5E38784C-F3BD-4DAD-B3A4-3947AE11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93084822"/>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4FA0CE-06AE-487A-91B3-FDEF493440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FBA7B9AF-027E-4AAC-A906-B5CB264CF3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BD7DB000-292B-4DB2-A682-B158C8C90F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18A864AF-9421-4909-994F-BF8B33502C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03A8D17B-6C2B-4A41-A9C4-0B01F88529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1C785579-9D2F-4624-B1A9-C66C80899D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100D1941-8276-423F-90E4-973ECBAD8B9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2783C53-5AF9-4E85-89A8-BD077DB8934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59F481E0-5E00-497A-8046-A89C1B23E12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846617E2-D270-45F9-8257-4712C4D4E15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D4BF282-26F7-4E59-87B5-EF90ECBD363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7B7CB34-5354-4912-A46C-D75749F4009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9AECC965-768B-4AB0-B6D1-13F52CFBBC0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6B5BF8CE-3403-48C9-93FE-466A72F4A7B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070FE05-509F-40FD-850B-7B023AA999D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622958AC-7437-4612-B5DA-5CE81C51C87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757A6DF9-0DC8-4B6A-801A-FA52B9B4C80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8F7DD212-25FE-4F53-A923-15D1CAB2DA2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A1CC1F59-1E54-4259-86AA-92D6C25CBA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AEF7FB8F-7211-45EC-9E8B-3B6CDD2E1C4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C697417B-4E93-4734-8CCD-8CDD60FBDB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65A3147-67B2-45DC-A530-2C0D1145528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CE3BA2B-1D04-4B6B-8A2F-6CFCAAA22F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38606278"/>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0CF27945-BB21-4F08-AD20-EE8B1AA206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F890A5D4-478E-4070-8602-2A863FC1A2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2891479A-F661-4535-943F-1F9E69ADE5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DF0C6C51-01D2-41A3-8973-726E9C5B85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59888902-07A6-4DDB-BE41-2656D3B034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D3933536-7641-455A-A45C-D8C2393E30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AAC84291-4473-4731-B1EB-90B961B058B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7FD1E8A-2633-4540-BE79-9AA30EC95FE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10472316-4BB6-4F41-8AA7-5BF4093A032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35CCB237-22A4-4508-A51F-E7FCCFDCCEE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5961542-B5BC-481F-B30D-5205F84710EA}"/>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0D400DF-2378-4207-A57F-23E57DC377D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D02151A2-2608-4798-A81B-2B0D75A3E2D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15CD774E-B1C4-423C-B1E3-4B294D4D5EC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E39321B-12DC-4F65-BAB0-440DBCEE7BA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BDF242FC-D00C-48EB-BF28-072AA2D0B9D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6852EB29-902D-455D-B3BE-762F509BFC1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170AC98A-CDA1-49C8-B642-0E96E1BA61C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D9D3F6A2-8747-4C68-AA18-F5E30124DF6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C7F3EA29-0B83-489B-BE80-1A7B63E0ECA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25464399-708B-40A5-A3F7-01090896E21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FE844D6-8A7F-4560-82E0-D95F54C454E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0815FFE-D060-4ADF-AB0D-8467A60914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39873881"/>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1C8D26A0-449B-4150-A683-DAFD7F2A72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9B75F5AB-D5F4-4AAC-A66F-171E6C90AA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8755FF5E-3BB5-4606-AF9D-177E014376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20EAF4B0-9B29-4253-A993-ACC6876F4B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CA5E67AA-C6C4-4CF0-9D00-C2B8B910A2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416C146A-1C89-473D-8403-53775DD90B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F1CFB46E-8EAE-4F4B-9AED-C9D49AA9FA0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5E3B62B-F478-4A70-BD7F-F9A96E42C4C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A334AF22-ECAE-4057-8EF9-385299BC8BF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CE13C57E-A8FA-4FB7-B39F-C37214E386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8807CCE-7873-4CE9-84CD-680021F6F50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5EA57BE-030A-4C35-801D-4F83E4D35DC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AC75ADD7-A34A-4830-8F1B-FD7646F046A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41CE9440-413A-4D6D-8B83-C83EA02D3AB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6202A4E5-1FDD-4331-A880-2FB7083D479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934E3683-60FD-40F6-9F7B-6303411DEA8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918B7E21-05A2-4F4F-A466-0E9B99B2192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00B67CBC-5335-4E0E-8C07-01C79D2EC4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5AFA447C-E607-494C-B1FD-A3FBF2F4912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6C9C8067-0BFA-4308-A25B-6950E43676C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B6C0E79D-3E46-4C72-928D-44D171E3BC4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903B509-D82A-48E9-B30C-4C7764B9E70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AC9A89EE-0FEC-416A-AC2D-7286BC3A82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0634634"/>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08DAA18-13EB-401C-9C82-EEE9A197D5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A8B30AA2-59DC-4C1B-84B2-F4F84F3855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35022677-9B3A-4923-8DD7-865ABA002C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F49DCA8-4167-4155-BA62-9A9A8B3647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056DACAF-7797-44EA-B6AB-85E391913F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2016054A-5CA9-4704-8D21-98C4D7B100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FA2DD887-5782-4ADC-AD27-34B25CC957D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12DEC68-E84F-4AB0-92F5-082F30CA888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4668F1F9-FDEA-4170-B658-CA28828C57A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2A2EDDEE-A31F-4BA7-AD0A-5A903960E8E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2A7C7FD-31F2-42B2-9E2C-08E8BF07C2E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37FD2B0-EA37-4944-9B20-B87CF65D53D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9D39286E-376C-47BE-878E-BE870030B1E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C923B91E-C4DC-4FC3-9E55-DC51EBCB688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58A330B-6B14-41F5-A3CD-7FB4D926746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EA20D577-10A7-46A5-984C-9F628E030E8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2C21799-071B-4123-AFDD-7E54989C863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898BCB19-91C5-4578-9694-DBDBFAA412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C5579229-4915-45F6-B799-8215474472C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1DAF9065-F486-470C-834B-F057AF0DDB0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AB6013B1-A6A7-493A-8A65-137E835A06A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C817C5D-7FB8-4AC1-A743-E0E3F6BEA0E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E5F6E40-E929-4CFB-B4B8-97B9072643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30726416"/>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1D31EFA0-DF3D-49DA-A0AE-579EA1F6A3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FA3224A7-D811-4C5F-A61F-382A10F7D5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A27309C4-4133-4DBA-A317-FA1EE72297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C952F7AD-E24E-481B-B98F-236DE89392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59DB0676-BD6C-4E07-94AB-9D025F1B20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CDC66E83-8307-4610-ADE6-9A9A62DD68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243FAA6F-CDFC-4D72-83BF-49CF2B9203F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20C51EC-4729-4FF3-B646-A01E020E722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2DEA3F61-9254-4433-8491-48721C8E4C8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FF05FC39-A835-41CA-A1A9-D5380419347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80F10C7-5C0B-48AC-9FB3-8E9B3A29A6C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A34E65F-9DAC-45D4-8EBA-9BFDDF49F98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554392BF-60B3-4E94-9C21-D88396BCA98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54EF08E2-32BA-4D24-8EFD-00A7FAB546D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4255FDAD-23C7-4DD1-911F-C357A5445F3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ED1C5C65-FD45-4677-8C43-62ACE422FD7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80599ED4-1890-44B7-A557-A331026A3A5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A7356F74-766D-4A8B-8C4D-A3F499157E2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3B771AEA-9263-4255-8F0D-CB6958DE33F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FFCEAF95-4C4D-432F-AD2A-DC337406831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DD60D91F-303E-4257-95A2-F4807B38D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4CDE1615-72BD-4BF4-A684-E233703FBD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C0783F34-061E-4352-BFF7-E1B5CDBDDF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08748292"/>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457262BC-E580-4523-8A76-27FFAF3442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B3A96AE5-A0B2-41E0-8104-067725403F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A6DDAF33-6415-4833-9E65-981B355E5D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960CCBF7-915E-4C56-9E81-E1FCDCE62F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79240724-FC5F-4CF3-A82D-5EC913CBE2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2E675917-462B-44D8-A76A-2B8CA9F494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DC9FAC64-DD8F-4B20-9E9C-5E44BF57F86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1726232-12B8-49E9-8664-172D80E99E4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FF9A0319-1048-4A20-85AD-B736BCCFF6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5DFB4D5B-3D77-4248-AE0D-003D3772DAD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F5EB23A-F2C6-4604-A625-D4B419442F9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F49BCCC-C851-4F8B-82CD-4E29360DC8C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EA50C661-BF7C-4ADB-B10A-F5CB0CB2E4E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88001376-C83E-4106-AFC8-5FE9BC8DDEA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039D0345-423D-480C-835F-079E4A9094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FE1E7338-7122-4F86-BDAD-E4F139DE97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FE7D6E9C-7ADD-435D-8548-4330F8D8D3C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CFE2A499-6E4B-4629-B08B-9E12857A733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A317877F-601F-44E6-A0DE-18FE7B7E9CD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9E13C6EC-A895-41E3-99FC-1CC95BF1EE6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6F0AE2D1-3CE2-4126-BB4B-073813EDE91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663DF07-75C3-4F90-838F-5A56203DC54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75EE849-53CF-4339-8012-27D925D94A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07481777"/>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EAFA605C-2C39-44B8-A021-D8B16D3305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CA100009-B5DF-4C00-9292-C6E5BB4AE3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C46C2B06-E329-43E5-8719-6B3EFB01AC3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F538F1A5-0252-4C2F-8B7D-74342EFF9E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47A3B354-EB9B-48CC-9C90-65FDAEF083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6DF5A1FA-B449-43FD-AA01-ECBED8F0CA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FC175306-B6DD-448F-AB4A-A91D752BCECC}"/>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5B5DD03E-D0FC-4D87-903B-46A46B8BB141}"/>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8701234F-F499-4C7E-BDB9-29F851F8A9B4}"/>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95AC8405-40CA-4127-A858-8FC4643DDF69}"/>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AF8D60D-2251-4D93-B963-96B632D7D521}"/>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521D3416-1C65-4859-8953-144758C69B23}"/>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4E9CD846-9571-4FBD-BFF0-073A90EECF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10833496"/>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3C643BC9-7753-4E98-99A8-877A13434E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6E0EFF5B-2FC7-4612-988C-FE30DB8D6B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0F231E6E-5D7C-4803-8DB9-E1822E4781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D504B36F-5851-42DB-B807-B27B4400CB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44AA8A29-EFB0-4D5B-8434-F687EC1B00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C5F31970-9009-450B-86F5-240CAEB811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0E3FAC3D-AE18-4709-A610-80148DBEC90B}"/>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F458C79-D9DE-4EBA-B338-8DDA007377F1}"/>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B9C540C3-E8DF-4F73-B4DF-ACF5C5DD7D68}"/>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25A8AFB6-E6A0-44DE-A0CB-A192F569A983}"/>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E0E79B5A-DF05-43D4-A1A7-E208056958C6}"/>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D027B527-0118-4984-8A35-20D0CFB7A9E3}"/>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EB2A5769-E078-41BE-A7CE-6432A23247DA}"/>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1503407B-7F0D-4F0D-B937-96F5FF0ECD2D}"/>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774F94C0-C627-4DC6-AAE4-CFEB3B584855}"/>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1549BB76-9A32-4BA5-B91A-BE1ADA9B917B}"/>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C2C2FC6D-0D4C-4C32-8E00-8C38F766A6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21343110"/>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BB2891BA-D54E-4325-8C5F-91CA76D6486B}"/>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57ABD312-8463-4F9B-BC45-BF4EC675D7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3DABA94C-B6E7-4866-AC31-5B1AA9AB9A3C}"/>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33A4794-29BC-4617-94C4-443493396F83}"/>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ABA4456F-19A7-431B-AD83-22BA12E48992}"/>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1DB65A1A-683A-4D47-93C2-7D52D45015DF}"/>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7802E54-2953-4D57-ACBF-8E3E2972D0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22319676"/>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450378E0-6D08-496B-9C79-C51B4EAEDC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5EA4A67B-ADD8-4523-B361-FAF4E6B886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7709C6E4-88F7-453A-A9CA-F2DE696521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6EAA82A-0451-4E16-BC04-283A4FA5D8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EF251E9C-EFFB-4773-B4CF-9A9F149E82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3C78B716-1764-4D2C-A357-CD7A217B89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E2CED2AA-4D02-4E0A-AF03-992276BEA7C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A62148DE-C53B-4033-ADB7-143D110CA3C7}"/>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F8E2068C-B341-415D-9A00-DF25463A0B28}"/>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FB3BC948-45B5-4D3F-BCB4-C097F90BBF19}"/>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3A4688D-9B7B-44FD-92F1-EC82CC4625B0}"/>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F41548DD-02E6-4838-BA3A-33F21689C0B9}"/>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2E019E0C-60AB-4725-982C-BDADB74CEFEB}"/>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991BCB2D-F27B-417D-BF41-7B167A2D9197}"/>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8B6D7FF7-058B-46CD-8AED-E79D9C1C72C3}"/>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E49209E-0514-4D3B-AE27-29B9CCA867E1}"/>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997F1CD3-D672-422E-80A0-3EF0BC192171}"/>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5682409B-4E4E-4185-8ED2-32B9C7021E59}"/>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7FEFE52-9C5E-45FF-AF9D-08A5BCD739D8}"/>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DA5E6CF8-C6EE-46B2-BF5C-A1EBECF73B2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EBF6E3F-B306-4BF2-AD78-AAB0E5B52A9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A0FC8E85-5B41-4F7A-B7BB-A690FC6B9D10}"/>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E857EB07-CBF3-44AE-B9EA-07AAB76E31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91748993"/>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3D34D15B-CF88-4EC2-A401-E27FA05329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C26C44D3-4148-4D9A-B0A1-4CE3DFB254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91253D85-4BFA-45A5-B6E9-2235B10A59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6A207106-1407-4431-AE20-BFBEB851D3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CB13137C-95A4-4EDA-B9A0-93FD812557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FB05478C-BC2D-4612-8F63-2D8F818390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83996341-B8B6-455F-80FF-0A9F512BDB41}"/>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EF087C1E-48A4-4766-BE9C-5FB75AE9140A}"/>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0CF82781-E756-49DB-ABED-F29C5BAE58FA}"/>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3A992C7-D9C5-4F66-B6E2-835A2D1B9596}"/>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016F9ACE-FFC0-4385-80E5-CF0FC2D77B59}"/>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031699C9-EA35-4EFE-9282-B2939DAD8F3A}"/>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1F03BEE9-8286-41AD-833F-EE6BD8899DCF}"/>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DA9F635-16BE-4CFE-A0E1-1ED0AEB37A62}"/>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0D21581D-526C-4BF8-ADE4-958CA7BEBF2B}"/>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B127B141-B231-47D1-8F7B-CB63868119B8}"/>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E6D4765B-6E1D-426A-9E7F-E7F806AF4EA2}"/>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5892E00-BC77-4448-9A9F-E773AC00F521}"/>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29BBBB48-8B7A-48DE-AC65-DF801BFD8E20}"/>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8AD466E8-A905-41FF-8FF6-9F3840A297B5}"/>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49FD8386-FE3D-4098-A932-FA8AC06659ED}"/>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353B1DBF-B4EF-4F4F-AC3B-73AC296DD651}"/>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1374C86-A17B-4A35-80C2-7405291EF1D6}"/>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1D06D9E4-1A0C-4932-B706-A451B46256E4}"/>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12F2ECE4-39DB-4E4F-A3A0-B81119924AA8}"/>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784CF4AE-66F9-4240-BA85-69AF972D96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98246536"/>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0EF6471-7017-4484-AC96-A2EA9E6E02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4EC58C6F-6E5C-4B4D-9585-5E500ABC40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9CE6EEBD-2283-4812-BCEC-F8F6078D50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46DE2C4-A12C-43B0-856A-A0A115BE7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92E69954-C7B8-41FC-A926-4DAC5EE1A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3097D2F9-AAAB-4948-B01E-07225740CA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F5D8CBE3-DBD5-4A65-AE50-D38040A0D7B9}"/>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6C6314FF-ED3C-4293-AD80-AAF76962660C}"/>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C0773960-CA56-40C1-971C-9C89BB6A6488}"/>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1248E3F5-5E6C-4B5A-AD5B-7757B4FE5B71}"/>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B3A257A-506B-4470-B70F-C7FA2FA4DAE7}"/>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F44B3A01-195C-441B-8C65-38DD4DD3A28E}"/>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0469CB29-D0AA-46FB-9B86-3CB95C4D810B}"/>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8113A5B8-8B20-49B2-9182-054D51F4D43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D9A88F6F-6ED5-4B53-916B-DEC3F33229C3}"/>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E884486E-60DB-4383-B0FE-0B88CB9EC205}"/>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759AA559-2D31-4964-803B-BF052B19E112}"/>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1FC020C8-D3AE-4840-83E1-97A61703149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C1FFAC2F-59D8-40CA-9D17-9405947CA33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1B13BD2E-B023-4127-81A4-58225EE70003}"/>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59B08060-434C-4EDA-A3F5-D044FD96EFFC}"/>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31B5637C-E6F1-488C-A5C3-94C33BEBFDA5}"/>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73D03739-100D-4A26-AD16-425AF4D3B2F7}"/>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7DF449FD-1B20-4421-8CD2-F7AA039734D4}"/>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D9AE2108-C2DB-4942-BB13-CBC2D4AF4F87}"/>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8150A77F-CA94-42B7-B20A-5FE4412F9EA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60B3A4F-D32C-4394-93EA-164772A972B4}"/>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32DD951A-C161-49CD-B6B5-5AE2692E62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3691499"/>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1CB1C27E-1B40-45BD-AC1D-59D1A20F77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50F1400A-8B39-41B0-A0B3-1D46185467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B3629140-E3C3-4550-BA22-50DC0E1728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FC1AF7B7-4F5A-41EB-B1EB-07403CCA7C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20A75BA8-E17D-4EC1-9642-B405551E0D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F48BCD67-0E98-442C-8049-623C989A59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23F1C28C-64A3-43A1-A76A-FCD2636626B8}"/>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09146E85-0950-437C-BC1C-ACFD2AB39AAD}"/>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6BFF2B66-7F15-4758-A939-4DE872789B8F}"/>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B6E27FA2-8498-4E94-B7A5-0C693D761F97}"/>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2E349A59-A373-43BA-BE1E-44EA240063F7}"/>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883E7FBB-BCAE-47C5-B3E7-C58E24549A85}"/>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B2CE01D7-0175-4588-8BED-E3B5EFFF714E}"/>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DADA0DF8-0845-4875-A777-E530407D826F}"/>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A548247A-8320-4D3A-823E-F62476E33882}"/>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7F0084B3-D337-40B4-BA80-85F3C4D93FD7}"/>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3E7B9505-2456-4476-8792-41AB1B3A3C1A}"/>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323CF5B-B19B-4258-98C7-3EB9A66F87DB}"/>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96E7E402-A504-40EB-B01C-15912FD24737}"/>
              </a:ext>
            </a:extLst>
          </p:cNvPr>
          <p:cNvPicPr>
            <a:picLocks xmlns:a="http://schemas.openxmlformats.org/drawingml/2006/main" noChangeAspect="1"/>
          </p:cNvPicPr>
          <p:nvPr/>
        </p:nvPicPr>
        <p:blipFill>
          <a:blip xmlns:r="http://schemas.openxmlformats.org/officeDocument/2006/relationships" xmlns:a="http://schemas.openxmlformats.org/drawingml/2006/main" r:embed="R23cfbafc0e4f45f4"/>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B652447F-9B04-478F-B6FB-FF02065A513A}"/>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8797AD80-E38D-4DBC-8E19-C27AFF3C51C4}"/>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26FBF29F-AB9D-4A10-A00C-AC637ED4B904}"/>
              </a:ext>
            </a:extLst>
          </p:cNvPr>
          <p:cNvPicPr>
            <a:picLocks xmlns:a="http://schemas.openxmlformats.org/drawingml/2006/main" noChangeAspect="1"/>
          </p:cNvPicPr>
          <p:nvPr/>
        </p:nvPicPr>
        <p:blipFill>
          <a:blip xmlns:r="http://schemas.openxmlformats.org/officeDocument/2006/relationships" xmlns:a="http://schemas.openxmlformats.org/drawingml/2006/main" r:embed="R46530da7db49422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22ABC822-13FC-4C2C-AD10-F96A85F0DF80}"/>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8A3E94EC-4E6C-44BE-B419-6FEFAFE04517}"/>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7A34AFB8-D650-4627-969F-8E5C996302DC}"/>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913A46A5-08A4-47CC-A019-BDD1661DB617}"/>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59B5E479-54A9-4BB2-A12D-D9DD43CA1806}"/>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C93E2BB6-4D88-4EA0-8CAE-C74EC968E4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9657545"/>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BB6C0F23-D948-4DAA-BBFE-8B9D3E378C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07905753-6F81-478E-89CE-E35C49EC94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AC19D9F7-3D83-460D-91AF-0AB5E3C7EE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CA3C94A0-EB27-4881-8C2C-2F4945ED9B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844E2C45-2CF1-4223-B860-D3CD8275AC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00026E9E-3867-4E14-84BA-DBA072554D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E66685AA-31E0-47A3-9BDE-93FBE33523F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5972DBBB-2C9D-459D-8445-3A72B4CA7D93}"/>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93B29DA5-FF16-40EC-9031-01FFDB83AF9C}"/>
              </a:ext>
            </a:extLst>
          </p:cNvPr>
          <p:cNvPicPr>
            <a:picLocks xmlns:a="http://schemas.openxmlformats.org/drawingml/2006/main" noChangeAspect="1"/>
          </p:cNvPicPr>
          <p:nvPr/>
        </p:nvPicPr>
        <p:blipFill>
          <a:blip xmlns:r="http://schemas.openxmlformats.org/officeDocument/2006/relationships" xmlns:a="http://schemas.openxmlformats.org/drawingml/2006/main" r:embed="Rbf6d2ec83ffc4654"/>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A06996B1-2F17-4ED2-96C3-8DF2DC45B1AC}"/>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BAB911FB-8E70-4D09-9C2B-2A19B443408D}"/>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CBB8E36E-2BAD-4C73-964C-4CCFE7037CD5}"/>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FCFA86E2-42B2-4A1C-A4FC-54902F212272}"/>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55C897DC-FCAE-4DC1-BD4E-BD189FC71DC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BED38DA5-2622-4601-A660-93AE8559EE53}"/>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07D3162A-1EE4-4D4B-8E5F-61419E0E53E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ECA3C2DD-6AAB-4044-90BB-47BB31AA9185}"/>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C8D4F4FD-DA56-4A81-B842-E88686851E41}"/>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61C08B84-386F-471F-AFF4-9996168DC708}"/>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6BBCD633-E9D9-4078-B5C0-786C232A40AA}"/>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91A38532-5EF4-42EC-A2BB-5A3A1F326372}"/>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2C7F2B96-4997-4015-AA12-0FFEEDB85A5D}"/>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140A68DA-BE47-4DA2-8787-DC7C1F8809C4}"/>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B32AA17A-8ABD-4D21-81F2-682B929038CB}"/>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64972411-54C5-4677-822B-614978C89A82}"/>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FA8681BC-B067-4892-B038-227A71466396}"/>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EEDF2A9D-C7DD-482C-8ADC-6AC53EDE779E}"/>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F794AC8D-8D9B-4346-A0EC-C4067851ED80}"/>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E2F92793-BF26-4721-B1C9-6FC3226515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61345008"/>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C23E7F32-0395-4331-B2A4-F29570B649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BD02872C-CDAD-4C06-9E65-FBB9435552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1CD6AEF1-4C66-44DA-BDD8-E8A49D64D1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105B5918-25ED-4130-B808-E0BA9D4484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AD1C5D94-7D8B-45D4-B6A0-16CA488146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67749DCE-FDD8-479B-9C22-799E2F0DE0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57800F2A-07AC-42D6-9BB6-79D55A1313C1}"/>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8CB92763-C83E-4164-A326-4B52AE26C6BF}"/>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F303028B-C0D3-458D-962D-871C2C44C2C5}"/>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E431172A-D8D7-4FB6-8645-7B2307CD5947}"/>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D0CB033B-8992-4EFB-B106-0031F986DB08}"/>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5E230364-9CD9-4F67-AD79-1B7D690449AA}"/>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D27F2955-6726-4CFF-B0A4-A4E7E1481FF9}"/>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0A64425-3E57-427B-9EFC-8A6D957F66E2}"/>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AF97E172-CC49-4116-BECB-68E05EC0E112}"/>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17CAF28E-2BEC-4731-9F64-5631AF058502}"/>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8E47B0BD-9A02-4E75-8BC8-F5ACA8C1B10A}"/>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98D5574D-271A-4269-9C87-C28CF56348FA}"/>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86CCE9D6-D85E-4358-9B01-798DE6356F1A}"/>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67A2D070-F890-48D9-912F-FA193E837C54}"/>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369F91E0-D0BA-458C-809B-BB0A198B463C}"/>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CDAE1E57-E2E3-4120-A807-12F8CE793DB2}"/>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F2904344-2144-4E12-A1D1-65FB690C06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5610460"/>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23FE94FD-0F21-4868-B1E3-D8E77529B2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01C11C5A-0122-41E0-ABF6-342C0A7AA7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03521C38-567D-4899-9134-784C5B7FCD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85484B39-12D4-44F9-9814-358D806CE1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66D8253F-8D77-420F-A559-5027850A09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9C760C1C-8EDB-4566-B401-358716E18F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24D9E368-FE5E-42F3-9D56-4FDF0EB7FAC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81968F9D-06DF-4CB3-9E82-3A2E0BC7AB7D}"/>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A2E71B00-22C8-48CE-89E4-5E842027DDEB}"/>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01E65764-B2AD-452C-A188-72E11CDBD1F6}"/>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E6BBB37E-0E57-4DF6-99FA-245D3CEA7A2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A99A03B1-7888-4D28-BB2C-DFB5900A89CB}"/>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01DE485-56B4-4B34-ACB6-1A7F2D432C51}"/>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1A20C27-5C8A-48C6-B881-F562B2EF9C38}"/>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C47F5040-AC78-45C6-845C-BA8693870520}"/>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2B9BC095-BBB4-4435-9DF2-7937BCC9140D}"/>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CC5FB31B-6E0F-44C5-A0A8-CA568A6F77EB}"/>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B4A230BC-5830-4950-8A31-4CF72E494701}"/>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ACB53A76-3083-4B63-B139-87214D01E632}"/>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BD1186CC-2AE1-4144-B5EB-6601C97181A6}"/>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AC9CD88-3557-405E-96A6-1C275224D603}"/>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54390978-0A1C-4CC2-91FF-20F32C5BDA81}"/>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9F5333D9-B972-4067-ABF5-442C01FEF1F5}"/>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BF0936-B1CD-4551-BD6D-6C001D561539}"/>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8D5AC852-803A-4B6B-A56E-4B615D1D230D}"/>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BB4C8D0C-6B0C-4957-B39E-B1D8B9818A56}"/>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ED89F6C1-2F25-4665-B541-ABAC1E299970}"/>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B6FAF79-F6FF-46E8-86BA-0AA2885DE3CF}"/>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E443FE77-44FA-41F6-B43B-85D7900234FE}"/>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E17C1EA3-516C-4802-8E97-2CA107AF43F2}"/>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FDC5B9-98D4-43B2-8332-2CA55EB3235D}"/>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951F881A-2673-4823-9134-7F90EE0A79AD}"/>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351A8936-B6F5-4CC3-AF38-77DF3680753E}"/>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411E5D96-D93B-4230-AA05-E1918F3547C8}"/>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76CB2493-C9BB-419E-A2C3-7F75D767F84B}"/>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2EF5D43B-A67B-44CB-8628-48EB30A821ED}"/>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8155801E-F15C-47BD-9EAF-AC9FAB2F942D}"/>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55B62B2A-978A-451D-B00F-979A25B29668}"/>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E9E56565-186F-4EEC-AD0C-829C11E4A3D4}"/>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862E7815-63C7-4E88-BC8C-40E2D83131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28637328"/>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AF6DB6A7-DD16-4D01-853B-1AC47409EC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40EA0A2F-649F-4F0C-8B15-921500B19A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B05F63AA-78CC-486F-A432-47B1D5EB4C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A7F52496-38A0-4757-93DF-552EEE3A53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80FDD3C9-F6B9-4FD1-932B-7519DBDFD1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2272F6AA-9755-48E6-BDA5-E51AF9D99F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56496D37-5CFF-4A34-BA83-D0BB456BDD2B}"/>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38208F72-9864-401C-A622-BBED479EEBC7}"/>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2D67B562-738E-4C96-8FBA-C4FE7559865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42BD4D59-1E2F-4C92-9A4D-D3BEFA6C6B7E}"/>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E1B5E790-6C71-4234-A491-D343D3C3E95B}"/>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E797E171-0C2D-415F-8998-5AF9D6D3525F}"/>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B43346EB-244C-4068-A8D4-F159BDF1109B}"/>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01918E81-3F20-4AC2-85FB-2580A7654955}"/>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97E17E0-1501-47E8-952A-0D22A97D629C}"/>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AB1D770D-8C6E-4667-AA7D-D5B012F58A21}"/>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DCCE2362-3BBF-4CC3-9E44-607509D1E2FD}"/>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BF4739D-AF30-435F-ADE5-5FC209917EE5}"/>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39CA3DBA-6B9A-47C4-96FC-77998E56A728}"/>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BECAF0E0-CF78-4107-A60F-EC56486DDB5A}"/>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4779F80F-8164-406F-B64F-F6705B44B7C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6B580716-C789-4A8F-980A-9E72A5DF27D5}"/>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8EA5E817-FFC8-4EEE-92EF-E9E2AEF14E47}"/>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BA50875B-3D2B-4732-B32F-BEFAB81F2092}"/>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BF26681-969F-4215-9FAE-7ED6C4E6E2DD}"/>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69F097C-0F38-400C-A6F7-65CAC8436ECA}"/>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511BCCD8-3B1B-433A-B495-5ADB829F6B67}"/>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404387D-C7F5-43A1-A4B1-C45102EA0C81}"/>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36C8CA86-2B92-4F2C-81CC-0C2FF020B6BA}"/>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A4D9EDD1-AB41-4EF0-B228-C7AF7C496009}"/>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E7B40F4E-DEEE-4E6F-8BFB-045C91E388E5}"/>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87DAA35A-40DD-4D08-8CA5-1BCA0117110A}"/>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3F88C163-D439-40D1-96B7-D010A19865BA}"/>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0B3E048F-9618-41E9-AC3D-D2AB76EB5039}"/>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9559269A-A50F-4BFD-8164-525941FBDB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70742B44-6F3F-495B-8A25-C774A1C312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81709759"/>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6C12B34B-6BFB-47BA-8460-A0E4FE8131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8C6EFCAE-3C25-468D-BBA0-25FB0B72A4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59DEBA0B-F237-4AE8-B43F-52D05CA9620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3E6B954A-66AE-4F69-ACF8-207626BB44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1C39DDB9-1D64-463A-883B-C2CD38072E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E4963FB3-7371-48C3-AEEA-5CB3C0CE03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5F4AE607-588F-41EB-B99E-2983C7A39DE6}"/>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775B8619-A391-4132-8A20-0A03EDCF55CE}"/>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34EFF259-9C03-4376-9430-19F9B6989CDB}"/>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D804A7B9-70AC-404A-B4E0-8095E38A2A61}"/>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747EED1-A02E-47F1-A9E2-76883DC93F9F}"/>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FCFB405-61D0-498A-B503-4B7590013EA8}"/>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AA204607-A9FE-4E37-A870-EC976C31E8C2}"/>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F81A5597-5CDC-4A01-8939-3126B8A9B050}"/>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E3FE0518-6073-40F5-A50F-CB831EACC0A3}"/>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BA89CDCA-5BBE-43DB-BCA6-3AE758395BE8}"/>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1FE31A7A-F416-4F59-A510-CC752A6DE6ED}"/>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C44F5067-E8D1-476A-8218-E9D88F734AA9}"/>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ABC32A18-8907-4196-9A1A-B5B62FD5C245}"/>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739A3D95-28AB-44C2-B243-558100515F36}"/>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1D605923-E90B-45EE-861C-A442D2628069}"/>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E79FF08C-29D3-40C9-89A6-2D68C76BF4C3}"/>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46E5A2BA-3414-4E96-BB38-3929F6B3CF7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4DDF83BF-6961-4B9A-8859-4C4333041688}"/>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E2E1A8E2-12A2-4CA1-8DB3-109B3E69F5FF}"/>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661D5418-6B5B-457E-BDC7-D104BFAF40EB}"/>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BDD75EA2-F24A-421F-903F-671104E395E6}"/>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53ADA06A-6F4E-4903-8507-918BF29CD3EA}"/>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C32BC3F0-27E9-41FD-B1DE-7AF521F55CB3}"/>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FD87DB66-854F-4CC0-A97A-FE8F1C5F6CB7}"/>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BC288D97-44D5-471F-9879-1B5C94ADB016}"/>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1EE731CD-9F84-4D86-84FF-AB1FB78BD2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92961363"/>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67B19610-CFC8-43EF-B9F1-16DA764B16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D279ABBD-9695-435A-BE9B-E0DEBFD678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1F85BA6F-BD7C-4F6D-81F6-509972F03A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3A66A301-A482-4C08-B054-8303BA8F88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AB6E60DA-7E9D-4D21-A3D4-DE4A44A166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AFECB293-9F7F-47B2-A7B1-C8A3B95029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77FC9B12-96A6-49B8-80C6-18854480DCC6}"/>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96994F8B-FD04-4EA3-8747-23166B8BC26C}"/>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05BB9F79-4CD1-4D1D-984F-78826494A4B4}"/>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6571EBE0-949D-40BC-BFE7-349214DDC5D4}"/>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FF935A1B-5955-4AA9-BCE3-166EF3C12C6A}"/>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D2AF7543-5029-45E5-8C4E-7128054C051E}"/>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A667FB7F-8B06-46E1-90D2-E3F0F339026E}"/>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F5EA800E-5482-4955-B524-893C47F8F560}"/>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86B6D370-8420-4563-9BB2-8DDE7EF3135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E10A0B2F-202F-45F5-BB46-37B0ABC6FA3B}"/>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F75DF086-BE19-44D0-9239-BCB3DC468641}"/>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E703CD12-B64D-47F6-9661-80C89B897529}"/>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2B8FF376-BC45-42D3-9F9F-D65E4C73868C}"/>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82F30E48-8D9B-424D-B16A-2A182A3B1CCA}"/>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67F640D1-E666-4514-8BE8-541B5B0239E2}"/>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9FE5E38-A005-43CF-97B2-A87BC253155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AA250454-B7B3-4547-8B3E-08EC6A114231}"/>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6717353F-C778-4103-9C43-C85C1D303AD4}"/>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9DCB8D17-908A-4BE7-939A-81ADC8936B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2902969"/>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C91542BD-72F1-4217-BD2B-751857F2AE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EA047584-E5F0-446A-816A-BF6D75849F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3505ED75-A7AC-47B1-A3F3-1DBD2C401D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A5D3D63D-499A-40C4-A7CD-154CA6A459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56D37FDA-3AF7-4BFD-B84C-FA6D376E82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9579635D-0808-4483-96CD-18AED07713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1B3AAA76-58F1-498A-9437-3E9DE121A89C}"/>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21DD7022-5904-4EFC-9792-FF1DFA99FDA7}"/>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52619A96-3736-4FA0-BE36-D33CB5D30953}"/>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2BDE7F7D-4864-4B57-9DE0-01AFFE2C8F27}"/>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AE386C71-C80A-4DF3-9670-526FF9A10136}"/>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A2E81660-3C64-4607-BE5C-7D3E9F432B58}"/>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785D121B-BC10-43A1-8000-5B57C574F508}"/>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DE31B0F0-AF9C-4009-AEB5-AF0CD0DE0E0D}"/>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C0FBB0F4-4868-4DA9-8633-5CAC33E21292}"/>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5A38E873-C085-4CCE-A16E-F34A86B49828}"/>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592AACFC-9007-4F11-A85F-75B5F0F8CD10}"/>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86E99941-E6BD-43C6-8394-9AD8B356B541}"/>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223DD85B-347D-4496-91F2-FD2BA075B85B}"/>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33DD50D8-DDD8-4F30-90CD-F560A20522DD}"/>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F3CD7160-A657-4A47-9811-7DBEDA34520D}"/>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F9BD758A-0D33-4F14-89DB-CCD5E6FFECF3}"/>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81BC0833-6EFB-4154-807D-DAF6754E221C}"/>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EA4F8658-077F-4BA4-8808-12E937259574}"/>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5B29A672-3810-4D17-B69D-934BF0BF50C4}"/>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44D856DF-40EC-4A49-8AEF-A52DE708019C}"/>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C21AD4D6-ED68-4043-BBC4-8A353440F132}"/>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1082ACE8-767C-44B1-8DFF-EE286217DDBE}"/>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B92BDEDD-4E34-45A5-827A-5A35E328E265}"/>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DD6189D5-758D-4BC9-BF57-348124759489}"/>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C7E46449-896C-4BBC-956A-C2F738A11CC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E919D100-05FD-423B-886F-02E7BE12185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0A368E04-8EFE-47F9-96DA-256D2A1B46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06350133"/>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D2948B4B-DDEC-4A0A-932C-894FC4DE00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746F8364-A3D5-4F7C-9AFB-D36CA7B2CA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E00AD3AB-0A36-41CD-AB35-5184C1AEB6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F91CBE9D-9520-48ED-87A2-4A354F72AA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AAE1B0BD-0511-4F87-A301-5228CADED0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B0194E4C-52BD-4C50-96C3-DFBD74FBF3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E5710A28-F77E-4D9B-804E-5DF0375689AF}"/>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9D1B16D4-BF54-4959-8C51-24D8B1AB5F40}"/>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6B233F3C-2B53-4335-A9EE-6508AEB9E454}"/>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231C172E-0782-4B7C-822C-68F78CE309CF}"/>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246BAD6C-3118-4609-9846-D26E1108A7BD}"/>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FBBA67E2-86EA-494D-9E53-4155E4D58742}"/>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E3CA76A2-4C9A-4B83-AF8F-9EAC95E82229}"/>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ABD98980-05E3-4865-9B86-72112A7DD915}"/>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6722AC03-0E39-4DAC-93B9-BF5F44174456}"/>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74DDF58B-138D-4F46-9D2D-A87EF4DEF5D9}"/>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8EAB8872-1075-4F66-85F4-DCFF7C21939F}"/>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48FD69E-E8DF-4DA7-993A-99ADD849036F}"/>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681845F5-8685-426D-8374-902628512250}"/>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DFDE50B6-FB65-4DE1-AE92-12815C649203}"/>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7389F3-5180-44C2-95BD-7DD94FB2852A}"/>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D4A611FE-C063-4074-BB3C-D2D236A713A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F1E4D9F5-74A0-480F-9CFC-E702442CAD16}"/>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91FE61C1-2F6D-4137-894E-72B1EE381970}"/>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BA06BD15-7ADE-4F9D-9055-9163E8D60330}"/>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660C602D-6E4D-4D76-A157-0BFF1BD19218}"/>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8C2DA173-D9EA-40C2-9C50-DB41B727640B}"/>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E028B81D-5028-4716-9082-6A917BFAD2C7}"/>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F1225C5-DD43-4447-B0C9-EA4259ADBF50}"/>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1F0027FC-B32A-4E75-9AB7-EC78D3713E6E}"/>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825F42E4-8BC7-4F1E-8368-5A9C911AC2B3}"/>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70EDE8A7-1CCD-4A74-9E7A-B234D0A659B9}"/>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58EE5D1F-EB03-4881-B131-E5836B2ECE65}"/>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9432B416-7CCD-4EB8-9261-AEC8950E47B2}"/>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8F70A87-CC3B-4C52-BE8F-775F9FCC704D}"/>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758F73CD-562D-4C66-8CDC-D9EDA0D49C43}"/>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AB60032B-ED0A-41F9-829E-1E68AD20A758}"/>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8820F19D-5E24-4553-B30F-7081055308E0}"/>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8CC5395C-36ED-46DE-B507-CB88EA708539}"/>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2955A35C-43A9-4DA0-A2F6-BADEA56A9A2C}"/>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56CB04C8-F0A4-4549-927D-E38AF04418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74993728"/>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AF5F5804-534A-4EFD-8660-1CBEDB548B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17DF8E64-5D5F-4FA0-9799-6D8DC9E0AE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4B083A45-D9F0-4FAE-840D-181F977C6B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47F2F1C2-25BC-4144-B16B-4A59043BA5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91E20999-63E8-4735-8971-9F4067DD67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1F001BD4-A2A9-427C-9BBD-E8ED29F7AF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68E1E712-9B00-4FA4-AD00-D350EAC1E840}"/>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4DD994CD-9981-4678-B71F-D43A5532E940}"/>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5C2D243-A24F-4C70-BBCA-1EA5EFC2AED9}"/>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BD865851-F203-4629-83A0-24911521FA18}"/>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F771FDB7-B3E5-4CA4-A834-CB5FB97D79DE}"/>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32F0D03A-DA8B-4879-9432-B74282DC2A9B}"/>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2B160D05-3C84-4F83-84F1-4283EB81413B}"/>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2D2D670-D459-46BF-B056-23A06F64AE2B}"/>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B7D0DC80-0677-42B5-AD12-4644C13BE670}"/>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C49E7E06-CDB8-4B3F-A8A5-FB7D12C6B037}"/>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3665DB89-6046-4C94-A4E6-8EC812E0DE50}"/>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AF7F2729-3827-4FD4-B5EE-4FE7F6C7922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E789748C-891C-4A7D-A316-55E56B27C809}"/>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0AB6ACA6-F9BA-413A-8689-4E868A7B0464}"/>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6E980E1-E3EE-46B5-B1B5-C16758C04553}"/>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EFAB281D-BE18-45D8-B9F7-E0454B46AA21}"/>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CBA75396-B4B1-4283-9814-B3A05C0808B4}"/>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0D476343-5E92-4BC1-B674-BBE76F32B816}"/>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BAB0638-E0ED-4018-9DAF-2853711302C4}"/>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B4F11228-A6AB-4B2B-A29F-6CA870C8B0BE}"/>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E3480F2A-4EA4-448B-9285-A1A55F4B05E4}"/>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852A974D-D098-4686-A2C6-6EABA719A2D0}"/>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D53C5F8F-D120-4710-BF6D-B74666C3C3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03928440"/>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C51A5A39-A6A3-4129-8AB1-33A25674E5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A4D37F10-240C-49A3-B9C4-DD77CF9010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5CA0068A-8B41-4810-A058-723622B706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49FF7435-5A5E-4A46-9D70-008777A330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5E93F48E-CB3B-4B42-98AC-C5EC2FD4B1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2274A8AB-6B8F-416A-AB70-86F5C1C2F3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2BD5ECDD-7A8E-43E0-AA92-28E324914562}"/>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985CF84D-0A49-42FA-8A45-CFD500E5A363}"/>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27F08E68-399F-46B2-85B4-399A95F66448}"/>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A8FA0DF8-7B05-4D56-807C-623EFE5F54C0}"/>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9533A08C-3DF7-4B0B-BC99-4A3232896F0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691C1679-8A03-4D5E-A029-16AA0FD78851}"/>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F8BDF1F6-14BC-4754-8B10-B2CD7E910929}"/>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67565DE5-5913-4094-8CD7-3B0E32425A44}"/>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1F70409E-DAB7-46F4-BFB4-1F15283521DB}"/>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2969BCE7-6F13-4F1C-8EF6-D7020A7A8CB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1B943327-4EFE-4D5F-A550-3DB2A80A0F2B}"/>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55690F4B-15AA-4165-83D6-1E249E90605B}"/>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24C6130-D233-4A3F-9650-539E1AD3653B}"/>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11BD20B4-42D4-4D50-9200-31897908E411}"/>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88C11A02-7A13-400F-B96F-AC975A4E5C2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422C3484-72A4-4E4F-BF18-37DD4B9BBC2A}"/>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5D688CC6-B00D-4C35-ADCD-17CDE8E34C6B}"/>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B4399AED-8528-40F7-8AAB-D17C2566E5C7}"/>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CA88F4BD-1502-468A-86EC-FE373564E609}"/>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43B68E5D-3383-4668-B804-11250FCE8B36}"/>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EA463C91-CD8B-4789-A605-77A4F0B01A41}"/>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AE6D8870-4597-4104-9E0D-D9CEBA8EED80}"/>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C08816C6-6940-4598-8A1A-A9D93EF3813D}"/>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7AC44475-6A6E-44B7-A238-D0AA1CE4475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2F73E3A3-1580-4311-9759-75DB9681A6EC}"/>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D9B3088F-3CBD-45F6-AA20-52AA8863352B}"/>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30001CF9-19D8-4BAF-98D9-DBFB2B12A101}"/>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1F1549C6-4777-4657-9032-A923006F409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F4EDA5C0-4616-4BFA-9A91-025D9A3E5778}"/>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F1E6887-EBA2-4994-BEC7-40D69C0099A3}"/>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EB2EA1F9-6C45-498B-A605-9AF2D62D164C}"/>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8A4068E1-24DB-4941-90C3-F67CB6C33FE4}"/>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AC89613F-0185-4292-9550-DF3B0555E138}"/>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22CEF6D3-DAB9-48D6-BDC8-C8A6F3B8B705}"/>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55660DDE-E1E0-4CB8-A8E8-08DE40E3D889}"/>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C2888615-6224-43BE-8277-DFC37EC50271}"/>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B95AD057-5C76-463A-A301-77B326F295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0726141"/>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DD706BC-4E7D-40BE-876E-CFA80A2A49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E07BA686-77CC-49AF-8BAF-65F4F1EAD7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0A4989CC-6B70-496B-9E5F-55C8EB8D6C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3A5F9A18-9284-4864-86C3-429C6CA951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1565E9CC-5A57-4DE2-A21A-41451EA9ED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1B897C80-7D7A-4C5C-8D61-392D7B9A0F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74CE3C59-6730-46B5-8AE5-2EF7B449F37F}"/>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7A41A69D-A3BC-422F-8CB4-8C026E0423A6}"/>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6F3576FC-926F-410E-B1BB-D82B6A592D1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AE868A99-5364-4599-8368-D5D9F174E03A}"/>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21223AFB-83E0-47AE-A86E-FAE29FA71EBB}"/>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429EB2BA-C66D-42B5-B228-0FBDEF944F2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5CA191C5-6399-43F9-9F1B-7563920BEB2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1EC5C9E-A537-490E-BD9F-C907BDD57F2B}"/>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81032A84-C095-4871-91F9-85725CBBCE3E}"/>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7D9083BA-BC25-487C-8873-95CBF031142B}"/>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B2FA244B-E666-41CB-9B82-DD04DD4F4B11}"/>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7A36818F-C396-447B-B830-47F4E8A75B99}"/>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8FC5FE19-D4B8-4C1F-9E3F-56516E9981A8}"/>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111845ED-AF41-46C8-9D98-EC21673CDDFB}"/>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78491D3E-0926-44CA-8F70-11B57088D6C0}"/>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5BD1A1C8-ABD5-4313-84CE-324FBDDE7B9C}"/>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56F8D938-5D0D-4DFF-9BEB-E42D4BD49838}"/>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AFC66A64-F8B4-4ED8-B9EB-F7BA3E05CDC9}"/>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42B6E4CB-BCCF-455A-A0BD-69EC68EA0F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24622524"/>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918550CF-A947-452A-93B2-5699D7F840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42547AAC-C422-45DE-BBD6-E3AA9978F4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E9ABA3C7-C440-4C9D-B87C-1AF8ADB594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DD042BA-458C-435B-AF89-D1B4D3A73F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B6D0181C-5C13-457A-8017-EB8BA87B26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F0E1C367-F3A3-4400-BC0D-6C947EB051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3151A616-2AE8-4161-B594-A48B51F4DC91}"/>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B0B198A3-D8DC-4283-9E1C-12C221D7525A}"/>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68F2AA13-F3CC-418D-B61A-B1A1749AC194}"/>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5E66CEF5-69F2-4080-92E8-06480FECA52C}"/>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999D7C7C-6DBC-4CDC-9174-191DB2387D5E}"/>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0B06E939-1F1F-4431-BD83-30016392C445}"/>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0801CC5D-2417-4AF6-A9A4-ED37A41E606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18F0D845-8B18-4EBF-90B2-87C349281F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76910"/>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173F78E9-4AC3-4920-BF68-B650029BC4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275C5476-5E02-45E9-AA31-79FE2A063C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0CA7D766-96B8-4E5F-B55F-82302B13C8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7939D843-F991-4AAB-85AC-DDB08213F7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B4801D5C-3FD8-4B6F-ACF1-1C67D57F50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2C83429F-7244-4537-AEB7-A8E8E4C3CE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F3979765-DF15-483C-A55A-B23215A649AF}"/>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25FF6D6B-4954-4403-B0F7-6682FAB4F367}"/>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EA207C5B-8DE7-46DA-8D5F-1C8566F37AE1}"/>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06E189A-672F-47A1-B872-4DF4639CF021}"/>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2EC4FA49-1FA0-4E33-A4AE-D0D3F9F0B6D2}"/>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CF5027B0-2F13-469C-A3DE-1373F78A4137}"/>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3D1CA2F6-9358-477F-BA1A-C67E40A00E01}"/>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4191139-ED2B-4340-BA23-95A0FB006F38}"/>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244979EF-B62F-4F7C-8D4D-97FAEFEDFE94}"/>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7273E853-BBFA-4DA8-8D25-8491A48BBFF0}"/>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00DA216D-1AE6-4EC1-84F2-65BAE7C5CCC0}"/>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3976A849-577E-428C-96AF-12F6F61E65C0}"/>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A064E927-2A8F-4F08-9678-A8164FCD7CE6}"/>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99CA9E2A-901A-46E9-824A-68726F40457A}"/>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8ABDF623-0465-40C0-9E1D-74EBA49BDC6C}"/>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8BEAA1DE-A5D1-4816-8D45-C2A048F2219E}"/>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BDDAECD0-89CF-4BE6-A1F5-B72C435933C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412D618A-ED13-4C95-B49B-48E7AA2846DF}"/>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5DE2CA4E-9F0D-4B6F-87B0-0210DE13D8C0}"/>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6239054C-9E28-4172-96FF-11EEE69F9CDD}"/>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E00C71F9-0DDD-429A-B812-5E55F887B3C2}"/>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02703109-5FA0-4C47-A5EE-23A827E7E683}"/>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2C16FD7-8387-48C6-B508-B42480C9EA21}"/>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47D11778-BA82-4925-8233-C4DD9D07846C}"/>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1EF08A62-D39D-451C-ACE4-99ABC928E12C}"/>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0C14EA82-FC05-403A-8F33-DFD9301ACB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03410336"/>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FC4DEEE7-A1C5-4CA8-8A64-35725A891F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72395C50-E8CA-4ABF-85CD-F098390E08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지식은 정리됐지만 절차는 반복된다">
            <a:extLst xmlns:a="http://schemas.openxmlformats.org/drawingml/2006/main">
              <a:ext uri="{FF2B5EF4-FFF2-40B4-BE49-F238E27FC236}">
                <a16:creationId xmlns:a16="http://schemas.microsoft.com/office/drawing/2014/main" id="{CC90D931-8294-4FFD-98E6-399DB11A2B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B4991A24-4AE1-4918-83A3-825C67A536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5F66DBEA-29A3-4848-A2AE-C4F8396D8E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B1A9A3A5-6E14-4E48-8085-731D42330F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D0B8C211-0C77-41F5-A7B4-622245FC4D11}"/>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50D33B2B-F4EC-4BA8-AEB6-3BCFC109668A}"/>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D6FF0C3D-F5B7-4803-8E2A-7CC689DC9965}"/>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F7D6D9EA-B1E6-4D5A-BA88-BE03AFDD9FA7}"/>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F77DCB81-1125-4FC5-A3AC-399B48062B34}"/>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D3759C7B-FD54-4F6F-84BF-964A29E74CE2}"/>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CD401BC0-ABAC-464A-91A7-59F6B58E55CE}"/>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E5D39BB5-530B-4D66-86B0-70070DCD5AFB}"/>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C2470E46-BD99-4A49-A473-80D28EFF202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BBA73472-BEB9-429B-A0E5-8D32DCA822E2}"/>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14C421B4-3F56-40A7-B2DC-D1A53B8879B1}"/>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DB3782D9-A314-40BD-8020-4E9DEB895869}"/>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4D6E7725-5992-4FEC-89AF-E8FC1CE69290}"/>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1A3F8E38-2DE8-4D6F-A271-4127FE82643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2A4C8E9D-EE9D-4B6A-80A1-CA0B8058640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78EBB770-EC63-4381-8BC2-F5A7801635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66145112"/>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33DB64AF-88C0-4C61-9649-E6F679122806}"/>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D542CDEF-6C23-4FB7-BFE6-F49270CDBA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
            <a:extLst xmlns:a="http://schemas.openxmlformats.org/drawingml/2006/main">
              <a:ext uri="{FF2B5EF4-FFF2-40B4-BE49-F238E27FC236}">
                <a16:creationId xmlns:a16="http://schemas.microsoft.com/office/drawing/2014/main" id="{0E953BC0-275C-4C88-9B10-E9A5FDC6F1D2}"/>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8630C84C-76FD-4A03-900A-2EB19FBB227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18176234-91F0-4614-AF79-FDD00728151F}"/>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CE475AFB-E8B5-4F2E-BD64-EC4FCA30CF6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EE64CBA-FF3B-464C-8AC2-B7FDC53F15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358112881"/>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87685619-EDE1-4F6C-8FAA-1E7B8CB021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7FD37E15-22EA-4B24-B4B3-66A2C26C56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두 실제 요청에 같은 절차가 반복됐다">
            <a:extLst xmlns:a="http://schemas.openxmlformats.org/drawingml/2006/main">
              <a:ext uri="{FF2B5EF4-FFF2-40B4-BE49-F238E27FC236}">
                <a16:creationId xmlns:a16="http://schemas.microsoft.com/office/drawing/2014/main" id="{9507FC89-0783-4A4E-9AFF-08916DF0BA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2E186BF3-65D6-4328-9A61-F7A28A0DB0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118D9AA0-54CF-4B42-9A8C-CC2B3B2BF0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13658DA4-DEBE-4849-BB78-B2442DE4D0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28A453A7-8AE3-4447-A7B1-5EF7E5D86A73}"/>
              </a:ext>
            </a:extLst>
          </p:cNvPr>
          <p:cNvPicPr>
            <a:picLocks xmlns:a="http://schemas.openxmlformats.org/drawingml/2006/main" noChangeAspect="1"/>
          </p:cNvPicPr>
          <p:nvPr/>
        </p:nvPicPr>
        <p:blipFill>
          <a:blip xmlns:r="http://schemas.openxmlformats.org/officeDocument/2006/relationships" xmlns:a="http://schemas.openxmlformats.org/drawingml/2006/main" r:embed="Rbe6d3f34176c4dea"/>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BBD5C88C-75B1-4DC2-BEE8-9C84BC1504DA}"/>
              </a:ext>
            </a:extLst>
          </p:cNvPr>
          <p:cNvPicPr>
            <a:picLocks xmlns:a="http://schemas.openxmlformats.org/drawingml/2006/main" noChangeAspect="1"/>
          </p:cNvPicPr>
          <p:nvPr/>
        </p:nvPicPr>
        <p:blipFill>
          <a:blip xmlns:r="http://schemas.openxmlformats.org/officeDocument/2006/relationships" xmlns:a="http://schemas.openxmlformats.org/drawingml/2006/main" r:embed="Raec0042dfc2c41e3"/>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EE74B870-BB41-480B-B019-C1421A5AC975}"/>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4CB62B24-CC2D-4CC6-8BA9-424CE6E6584B}"/>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331790BA-D343-43E2-B815-230B028E1EEB}"/>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D342DDDF-5563-4C88-A5B8-C810092FCBFD}"/>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9EB04801-7007-42AC-AF33-FC9C620F0954}"/>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77C6925-5E27-42C0-83C6-3D61512BB88A}"/>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C41751D2-144B-41A1-AFA4-9F0D431CC3A6}"/>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E86F1F62-1BA5-4B57-88BF-1D92925807F0}"/>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FCBB4DB8-D9C5-4FCD-9F4A-9A0339EDA2F8}"/>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89044E93-A114-4CA3-A7F4-528BC7B1CC0A}"/>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35417ECC-61A8-4485-85F1-71E69899E747}"/>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C691751F-D2CE-4A8B-94AF-F092D53C49E5}"/>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0F19320-8481-4DD3-9E1F-DE65E933FD4F}"/>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BFA14EE-3F82-4A0C-8DD2-9E5822ECC9B1}"/>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1DAAC298-539D-4BA9-BE11-3A63DC470465}"/>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658A4717-59ED-4B47-9A66-6D526332F0C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B9DB74EA-1A38-447C-B43B-AEE3CA0DDB81}"/>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675BECF4-BDB0-4518-8531-6E9A6A779FAA}"/>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B11BF70A-8427-4076-95A4-C7E35921B810}"/>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10874FF3-79BC-4E78-A54C-4691DCC086E0}"/>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1AFFBE9A-F360-4C00-8999-CF22C32E4CBD}"/>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6F596FAE-465C-439C-865E-F2F528ECF33F}"/>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AF71244C-2CCB-4F21-97B7-3868E0CB9A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EA85C35C-1C0F-47C6-BE0F-5A9A8FE0B9D9}"/>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744F4030-78EE-4643-A06B-8BF02A3C15E8}"/>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4E12A3BD-4B62-4052-A15A-CB00AE732B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309556681"/>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516F4ED2-05C1-4182-8EC9-202B864370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3BA2D910-CDE0-4753-B7BB-D5017C5FFC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테스트 명령을 언제 쓰고 무엇을 판단할까?">
            <a:extLst xmlns:a="http://schemas.openxmlformats.org/drawingml/2006/main">
              <a:ext uri="{FF2B5EF4-FFF2-40B4-BE49-F238E27FC236}">
                <a16:creationId xmlns:a16="http://schemas.microsoft.com/office/drawing/2014/main" id="{4B75664B-43D9-472E-9AF6-0A53D11D28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9122E0C5-65D1-41CB-A0F4-4B4DBF7938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5CC00FEB-B58D-4DEB-B222-86189C6EFB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9833CB4B-C822-4D32-9EA8-2D063DBC78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BAF9BD19-0DE3-41E6-8335-E60DF2944FD4}"/>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F37F28EF-BDBE-4535-992E-874D60825075}"/>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3DF3EEE9-317C-435F-B0DB-6B3A3F112D57}"/>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BA012CE1-64FD-4C30-98B8-0BAC011E49E0}"/>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E96BD38E-BB4B-4784-9939-9CAE3B2BDA18}"/>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351E8E78-6506-45A9-9C50-D4C42E0BCD09}"/>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B8AD88A9-695C-4EB9-A3E1-A8FB45213EC4}"/>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6D75A0C5-8E01-4BEF-AAF8-A0E7687DE63B}"/>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CF65978-CECD-4C5F-84B6-8C856C50B0E5}"/>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8B2FE99E-F5A4-4EAD-AD3E-56B171404150}"/>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74799F7A-DD4B-459D-955C-D9232C220BB0}"/>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507BC4AC-FBE5-4541-8196-18540E0853C4}"/>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3038C8D4-7392-4300-BC16-B7D73E29BFF6}"/>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F8C4413A-28D4-4463-AF99-395751FBBE9D}"/>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F7B313F9-A34C-4CAE-99D0-A8A2D4208B7B}"/>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D845E4BD-6123-4111-8B84-7493DF1476F4}"/>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A6F1A6E0-8407-44D7-817D-4894FEB2978E}"/>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02A35EE5-3F44-4012-9B91-17E41EE8644D}"/>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24442044-94E2-4160-A950-410F0FF8813E}"/>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E45BF312-4C1C-49C2-96C3-7A75F93B6A71}"/>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ED084A0F-CBE1-43AF-9D72-38F37D847AA0}"/>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076929F2-1497-4D1F-BCB5-159E5A3E850E}"/>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A534774-D959-48F1-8D73-C89D35FCF6BC}"/>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5D0CF742-0C22-4481-B81C-EDD8CDAE0031}"/>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71B33637-A7F7-42BC-8471-FF9D964447D7}"/>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1501EE8A-28FA-4DFE-999B-337A77718CF7}"/>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7FF729EB-FAB8-49B6-BEF9-E4F5719DD5A0}"/>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15326D67-AF13-4503-B48D-026FE04ED57E}"/>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84EBBBFA-7E86-4C5E-A1F4-35C7E7883812}"/>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1197BF5E-C23A-4E05-B9DC-967AE4BC4C4C}"/>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F55D6CD1-4E86-49A6-BEC5-F6942286C369}"/>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ED1D5607-FE19-42C4-ACE5-6C89642D4A61}"/>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B5DF13DE-4A8D-446D-A1D4-CD5066A3B85D}"/>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63B1F504-F097-461E-8961-A7EB96F24C4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01083253-EA85-4752-A8A6-5D63AD13BFC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98B96936-C209-46CD-8124-DEE4A974CC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0222744"/>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C859BFD5-B736-4249-B6D3-D4D06B2107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9FE79678-C23A-4CA1-8EAF-89C4C3B29E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목표·기준·방법을 한 작업에 적용한다">
            <a:extLst xmlns:a="http://schemas.openxmlformats.org/drawingml/2006/main">
              <a:ext uri="{FF2B5EF4-FFF2-40B4-BE49-F238E27FC236}">
                <a16:creationId xmlns:a16="http://schemas.microsoft.com/office/drawing/2014/main" id="{0263ADD6-DB55-4F04-9584-57F7142311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D27EB909-120D-41A1-AAC2-5F6955C539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C640B61B-8ED5-4EBD-AA63-CC25552A7B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1F15A692-25CF-4C10-A99B-58460FBD47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476F6650-D31F-4696-A0BC-1016C17BFAA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57D942AF-ADC6-4DDC-864B-886713F88ED3}"/>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19790AE7-D32C-4997-B5C9-55C14F5620A2}"/>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4AD93AB5-B576-4264-84CD-20B877116761}"/>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E6090E2-F5AE-40D4-936E-BD27D598CE29}"/>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CCF63ADE-93B3-4654-9834-1107502F33CF}"/>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22937980-E198-4AAF-87AE-C9D664DC436E}"/>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BAD32454-ED67-4661-9AD8-017866F2CE57}"/>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F39AD7D5-D130-40B4-AA17-7D5803314A80}"/>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133051DA-A677-4DD2-B8C0-EAC58CFF2E98}"/>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0377DE71-553F-4FC3-8FE9-955C923C58DF}"/>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C8D87FCA-B6C3-4760-A521-A4522E66CF8A}"/>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39754894-40D9-4AC3-8F5E-CB4749A41E41}"/>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4B9C3019-1280-4D6B-9553-A95972C61F6D}"/>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713E01D4-3DC7-4059-8D97-2FC205EEA6F9}"/>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422C4629-FA61-42F5-BB48-9F9E97112BCC}"/>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6DB50248-6F61-41AA-B60E-FC2638E1ED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99639905"/>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5F4ACA97-822F-401C-B9A8-CA95E1EC2E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69EE9C31-D7E9-4EBE-ACCF-44709ADD60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반복 절차를 Skill로 모으는 이유">
            <a:extLst xmlns:a="http://schemas.openxmlformats.org/drawingml/2006/main">
              <a:ext uri="{FF2B5EF4-FFF2-40B4-BE49-F238E27FC236}">
                <a16:creationId xmlns:a16="http://schemas.microsoft.com/office/drawing/2014/main" id="{D6ACCD62-2950-4D32-A74C-B9B8DA9053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5557D274-6E71-467C-BFCD-7C102391BF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47935846-5A4D-436D-B6DD-18D6FD1F81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62047A76-D50B-430A-AABF-BAE7A8E923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8973A565-96D2-4D22-A8E6-D8330715F901}"/>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43B8E43A-3DDD-42D0-9E29-4ACA39DC810D}"/>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EDE34A74-0DE9-49BA-B421-1B89B4D6CD85}"/>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4F1CF3FC-D9D9-4118-A83B-48E563674FCE}"/>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C3B37FEF-BE7E-4C84-92E0-EE2AAB7EA4BD}"/>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271B865D-8041-4204-A2E7-200DE4D75310}"/>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E8AAB94A-ABC5-48B5-82ED-5C8B9B0E071D}"/>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41E19672-F402-4B0A-8C0A-67D31510905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6231F4FB-EC06-4F93-B31F-F82D55DDB0FE}"/>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12BC245A-6CBA-43AE-847A-192FA5D6DCB8}"/>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B47B8439-C235-4202-A031-69455E8AD23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4C9FD1D4-9A87-40CA-8B1A-F1923DDEB4D0}"/>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3F0281EE-5CFA-4FED-BE7D-BB9CFDABF43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A0415B26-4BDB-4A4F-9A86-92E148FC5B6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F76F4B47-360E-4A9F-9755-CFCD17935BB1}"/>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666FD686-8F81-477B-8A32-46DB4713A1EF}"/>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DD015C3F-CEE9-4539-B70C-DC6690EC97D5}"/>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03B8408D-12E4-4026-AA04-404C1B3B7C51}"/>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611CDD0B-6D66-4D11-B746-935CD1C52EF1}"/>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AAB5DF85-91EA-4302-8466-309B77864ED7}"/>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04ED864D-0E9F-4252-8C61-DE7A33F13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62594727"/>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9AC97E80-6F73-43D1-94FA-A76FA82508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2A17910F-ABDE-4A9E-9173-96865D2FAB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Skill 발견·호출·본문 포함의 근거">
            <a:extLst xmlns:a="http://schemas.openxmlformats.org/drawingml/2006/main">
              <a:ext uri="{FF2B5EF4-FFF2-40B4-BE49-F238E27FC236}">
                <a16:creationId xmlns:a16="http://schemas.microsoft.com/office/drawing/2014/main" id="{5C62120A-7441-4024-B5D6-B205CF437D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395D6491-CF09-4AA1-BE28-599024C6A3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AA877EDE-545B-4835-B79C-02B5E2846C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66DA310C-A678-4016-94F0-5E53D5961F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1C636655-EDCA-4A70-BF05-16A54188997D}"/>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9E8BFC0A-E71F-4DED-8287-7FF22D174D32}"/>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1CC8EA37-6BB3-47C4-9D55-F9A089B80A61}"/>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41EF93F-4F35-4565-BE7E-11CE70017063}"/>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974B0D8E-2B8A-4D2A-8EC4-0305BB73A8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ECC302D4-B024-4B32-BE44-4E0DF0858BB8}"/>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835ADB34-5D69-456A-A3FD-3C2A3201B041}"/>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51685E09-4FB0-4599-AF88-74D64E6FFDC8}"/>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BEEF93EF-FF69-4A71-B228-F37B0A27664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790A335D-75DE-4A6F-ADC7-76437A984AFA}"/>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811DE3F4-9DDB-4D4F-99D0-656D12BBA524}"/>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9DED0BBF-F6B9-4EBE-A867-20216A235A51}"/>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564C85F4-7C29-42A9-8402-CB19641CA08F}"/>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7C3DD3B5-2AD4-4E1D-BAD7-3B9DBA5FD2D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8E61125-9F5B-49E2-81C8-9F2D5A86CA44}"/>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790FA7C6-F7E5-42E0-9F68-680A3984CDBA}"/>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E953B50C-647D-44CA-B891-44467E523046}"/>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C2D10510-3BAF-4A3A-B666-48B36CB5FFE2}"/>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D0F52E75-0F9D-408F-ADC5-FCA5C0A5650C}"/>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DA72ADB-088A-49B6-B287-4776F95DD02D}"/>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7FE481DE-2F6B-46F5-84A8-A39AB8D3EC40}"/>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76706968-31BF-43E0-B101-40E034FAAE9B}"/>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60AD290B-8A39-4E9B-B4B2-C06EA953A92E}"/>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8C109CE1-5233-4AD7-8D9F-946F20CD1B6E}"/>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1F32A251-DC05-42C9-9636-89375658EEF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1F5A8C9C-18F3-45B8-9105-241D45D88E12}"/>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C65B90D7-722A-4B27-82CE-5256298530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68141602"/>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FEB144D1-FE6C-41CC-8C07-073A5E3F60F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5AED0519-9BA1-4E8A-8D18-1A7888C34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지침과 실제 작업 기록의 대응">
            <a:extLst xmlns:a="http://schemas.openxmlformats.org/drawingml/2006/main">
              <a:ext uri="{FF2B5EF4-FFF2-40B4-BE49-F238E27FC236}">
                <a16:creationId xmlns:a16="http://schemas.microsoft.com/office/drawing/2014/main" id="{2446CFBA-CD5E-4C6E-8ABA-D125998996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D5E2BA6C-A1E6-446C-B911-7056694721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4DFD0A9E-C488-46F0-8EC3-E3F6B5A010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C3BBC0EF-2809-40B4-8154-D0B1AE1149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BC315035-D16D-483C-A25C-47E32505905F}"/>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579A6F62-FDCC-4BA9-AD1B-B17A6180E62B}"/>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72FBD56A-1D56-4822-973B-79E96BDE770E}"/>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B3066530-6A7F-4005-BBAF-ECEC00C278A8}"/>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A17542E5-185D-4A1C-BBD9-7C1394AA4ED0}"/>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1181DEA7-B3BF-41A8-B012-365FB6CC172A}"/>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C630740E-6821-4E75-98D1-FC07DBCCD1C1}"/>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AAABAF24-245C-43E4-95E1-C585E8812E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63838183"/>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7032AAB3-9ED2-47F2-8A65-EE054E43A4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FE89B5A7-4D9D-442E-AC82-5102E93398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대화로 재사용할 Skill 만들기">
            <a:extLst xmlns:a="http://schemas.openxmlformats.org/drawingml/2006/main">
              <a:ext uri="{FF2B5EF4-FFF2-40B4-BE49-F238E27FC236}">
                <a16:creationId xmlns:a16="http://schemas.microsoft.com/office/drawing/2014/main" id="{AD438200-967F-408A-8E82-DD534FF51B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F850F690-E6E7-46D3-BEA7-D8BDC4E4A8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Build skills · 2026-10-25 확인 · 요청과 생성 문서의 교육용 도식">
            <a:extLst xmlns:a="http://schemas.openxmlformats.org/drawingml/2006/main">
              <a:ext uri="{FF2B5EF4-FFF2-40B4-BE49-F238E27FC236}">
                <a16:creationId xmlns:a16="http://schemas.microsoft.com/office/drawing/2014/main" id="{DA6B0DA6-34BA-404C-9BE3-7A5D47EA65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Build skills · 2026-10-25 확인 · 요청과 생성 문서의 교육용 도식</a:t>
            </a:r>
          </a:p>
        </p:txBody>
      </p:sp>
      <p:sp>
        <p:nvSpPr>
          <p:cNvPr id="6" name="현재 제품 활용 팁 · TRIAL-008의 제작 이력이 아님 · 생성 뒤 사용 조건·지침을 검토하고 실제 요">
            <a:extLst xmlns:a="http://schemas.openxmlformats.org/drawingml/2006/main">
              <a:ext uri="{FF2B5EF4-FFF2-40B4-BE49-F238E27FC236}">
                <a16:creationId xmlns:a16="http://schemas.microsoft.com/office/drawing/2014/main" id="{BDD7BBC9-29FF-4804-A123-48814E6587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제품 활용 팁 · TRIAL-008의 제작 이력이 아님 · 생성 뒤 사용 조건·지침을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98A6EAB-76F7-4F22-99EE-DB6D9528F2A4}"/>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9BEFC307-1391-47CF-8690-89439472E1DB}"/>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10A6CF71-55EA-4662-8521-6B7A8F940B51}"/>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07837158-8F6A-4DD2-BB90-D288BF5C31B2}"/>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741420C9-A795-44C2-AF95-2879A5A5FA45}"/>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EE83F641-E456-4833-B8A8-7289AD5F9297}"/>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BE94FA2F-D3A0-4577-B543-8DB958732032}"/>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AEB0C0C6-097E-45ED-B3B9-8B20E0B93BFD}"/>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B764F9C3-5F2F-4A32-9449-8FB041200D86}"/>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1D7BACC3-070D-484D-9B6F-84B23C3EFAA4}"/>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3E5D6DD7-11E3-4E15-BA19-93DCF78746F6}"/>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F5B69A43-21E9-4791-8526-0266045FEFBB}"/>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05F12A1F-1EEA-488F-97B9-94DB74FC94B7}"/>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58581E8-F9FA-45FB-A2A3-73B1EEAD30B6}"/>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47981FA1-AF25-4C7A-8F45-F385CD2D1BA1}"/>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F9DEB83B-0E62-4343-9C09-D757171AC81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D85E9FE0-B852-4E03-B06E-4887D242ED4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56324DE7-1E97-43F6-8C26-FCEA60A894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9424042"/>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ED369C96-4741-4581-9AB3-6CE4FB5B59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B62AECA8-C860-430A-80EF-EC64B0E040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절차는 재사용하고, 답은 근거로 정한다">
            <a:extLst xmlns:a="http://schemas.openxmlformats.org/drawingml/2006/main">
              <a:ext uri="{FF2B5EF4-FFF2-40B4-BE49-F238E27FC236}">
                <a16:creationId xmlns:a16="http://schemas.microsoft.com/office/drawing/2014/main" id="{7376FC9A-659B-40EF-B1CD-0888592870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E13F8B7F-C869-4CD9-B711-E89F4A735D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822E784E-8AC6-4E97-AC33-AE8322CE55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A3EE8DFA-A6FB-4B16-ACE5-D240ADC3EBC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060FB08D-1054-49B2-807A-9DAA83F52787}"/>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D6EA41D8-F331-4170-87F7-B47984E15866}"/>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5760A3AF-4D5A-42B9-8630-9D013B1FC32B}"/>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DA1EFE0A-B717-481E-A16A-4280DACB0362}"/>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6E61E254-8ED3-41B3-9202-E40F020D0128}"/>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BBB033D5-942A-4C01-86F1-C6162F7ABE14}"/>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959A78B0-4699-4AF8-82A7-89AF77930259}"/>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E59CFCAD-EC95-4C8C-836A-D898256DDC96}"/>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D1A3E13-ED33-4315-91AC-4499DBB59809}"/>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12A4354F-FEFF-4625-A85C-E6566108DE35}"/>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ED66B687-792F-484E-8BE5-6680A15BE141}"/>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13959C3A-25CB-482F-BA33-54BBCEAC3E8D}"/>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B9050F38-696C-47CA-949A-6D25C4013D4C}"/>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FD413371-BB1B-4C28-9BDE-6A0F5822ECD9}"/>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00C14D2F-2D1F-46EB-B507-51047C2CF12E}"/>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773F3F39-D63B-4620-8CAB-45599B9E8D48}"/>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CD530845-92FB-4763-8006-4B184E21FD32}"/>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BCD18310-5996-45C5-A112-3C4AE3246417}"/>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63DD55A9-6BBB-4D78-8B43-16CCB9CAC9AE}"/>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473B79AA-7FC9-4570-B33A-BD02480D1BBE}"/>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2C2A3C4-EC8D-4288-853C-1DF9A9FB32E5}"/>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17C38D46-E4AC-4142-8D48-C80B503E3B3C}"/>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72022EDA-C290-4A96-BF2B-BD720E46A801}"/>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8E8E6B3A-63BF-46C6-A269-6794E213AAA1}"/>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89C12B88-0CE3-4EFD-BB81-49BE0D077BD7}"/>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AF6FBFF3-C3EB-4512-9EA7-600A63A2C133}"/>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268E1F90-5FCB-4B29-A91F-7DE10D093E95}"/>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0DC015A4-FA29-42D9-BADF-C37F5F644ECC}"/>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17AC7B3E-B0FE-482C-8C4E-E7396F49A476}"/>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037E95A1-FD59-4F4B-AB24-6632649D331C}"/>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91A76518-AAF1-4339-A4C0-244C74252C47}"/>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307941FD-3B0C-4590-811E-66AE52004B2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7F6AC679-D3E1-47D2-AA15-355B0F658D5E}"/>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78266E2C-7CB3-4ACD-AFE1-AEB494C7A788}"/>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26FB52FF-1BAD-438D-B7FD-F4A37BF01CE9}"/>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AC9AA528-1709-4647-A158-905A42B07AB2}"/>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8AA32EA2-480E-4ECA-BDF7-96D96DD7FC62}"/>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7EA14B4A-B773-420C-80B4-9C757E8538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914293612"/>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F14B3C01-19E5-4644-BF5B-E0D831BFFB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9C428833-22BC-4ED3-BC47-6ECFA8D58F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밝기 통계 계산의 성능 개선 후보">
            <a:extLst xmlns:a="http://schemas.openxmlformats.org/drawingml/2006/main">
              <a:ext uri="{FF2B5EF4-FFF2-40B4-BE49-F238E27FC236}">
                <a16:creationId xmlns:a16="http://schemas.microsoft.com/office/drawing/2014/main" id="{454C7FCE-76D5-4E05-B8B7-24227406BF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E1C66C72-86A7-4B08-A4A6-2CC42AF347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CB3FDE45-89DC-4CAE-822A-3EBA718288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1618EB6E-1DB4-4E3A-9CAA-EB9F2D356E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6F9DFDC6-1858-42CF-9A20-6900B7928A8D}"/>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436284C3-47D7-4022-BD6B-78D878F63AB9}"/>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6DBC9759-93C9-4C13-A321-CA314171E190}"/>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EC5BCCDC-CF64-463C-8DB3-B9ACC51BAA38}"/>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A2E1226A-91BD-4846-BBFC-133838264D9D}"/>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5DAE4770-24A6-4BBC-A7F9-D03EBD337CA6}"/>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DA8EF93B-4C05-47FF-B50F-B9198F7E7E23}"/>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A0448F1E-A99D-4F96-963D-0067A0560ED3}"/>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2EADCE7B-A27D-4FAB-838E-82276DC9A1C3}"/>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069350E1-5A4E-47E5-B9BF-C75E9096430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3534CCF-C143-452F-82CD-4F2C1B038132}"/>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AD84B090-C3ED-49AA-8C85-6D4F2DEE5434}"/>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CB3CBA3E-5EF0-43D1-96E2-38CE594AB7B8}"/>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EADF7B14-2493-4E69-A7B2-C2519F1B155B}"/>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1CC05D82-EE91-4ED8-A26F-C84A65E9DADC}"/>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A16F4010-8B89-40B9-AF03-F4A7A9AFFD28}"/>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D8F69D69-92B1-46D7-8574-81BA1F59BF38}"/>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F90B4169-E5DB-455E-A98B-9D5519683312}"/>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7EDBAA-017F-4B85-A9A8-2B5DCC22A05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5C6C29F5-FDEA-4CD8-81CC-D05435E81026}"/>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6917E5FB-F918-47D8-939D-E19113A8C5B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F8ADDB2C-9890-441A-8794-075C50633ED1}"/>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437DD357-10E2-4F8F-A36B-4E9443D4EDF4}"/>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ED477111-DD50-4FEB-9CE3-E84F069154C7}"/>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B89E96CA-4C16-4FDA-A34C-E61981D76349}"/>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2E13DC4E-2217-4E01-B2E5-B3E815DC5ADD}"/>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433663FD-45C8-4C65-B0B2-C45A3A6E4094}"/>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B8572B6A-E241-4AFB-87AC-58F7A2772A43}"/>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7421B698-0FFD-4AB0-B7E3-6681970CC291}"/>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540A7944-79AA-421B-B2B9-DCDE1FA39BA1}"/>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3956B810-8749-4B4E-8E62-0BEF0637336F}"/>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3E37FB04-67A7-47C5-B8E0-CFEDEDAB4FF7}"/>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FBAC6705-05EC-464C-902A-91229C5B4593}"/>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CF202B1D-8A73-47C9-827C-56906974E895}"/>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8193F17B-47E5-44DB-BEF2-C01019EB9CB0}"/>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FBDE329E-14DA-41E2-BAE4-88933D236770}"/>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8C12268F-70F1-45BA-B72C-D69814B573DD}"/>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2F18EEB3-5193-41B9-BA64-F05DC654355E}"/>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ABF00C61-CDCE-4C17-AF1A-B2CA8A59A06F}"/>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05EB40D1-3B98-4D74-BEEA-6955B7E0EB5C}"/>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8776FD71-B52B-46A7-9EDE-665AECAFE7FE}"/>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32384375-732B-454E-9993-016A87A2A6AE}"/>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02A1B14-75BC-43F4-9820-B3C8A3884928}"/>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0C153EF8-F637-4E4B-B231-B9B7D6F0B9B7}"/>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1B015A12-1C02-4E64-A87B-22E6DFA1C157}"/>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A71DE8D8-9FCC-43B5-98A3-4427EA10DA2D}"/>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2384BE2F-A557-4E3F-9364-09C27B7DA267}"/>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5C264B91-783E-44EE-83F4-DF48C52AD1A3}"/>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E7628725-FFE8-4474-9444-DAC3D4F02450}"/>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4EB82F14-7355-40B8-9BB9-62CEA61F511C}"/>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6ACDCC34-AD1E-4192-8060-55F92446CF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492053184"/>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254BD3CA-6C3C-4F34-819F-9B07692A7B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107DB724-77E6-4C13-AFE3-D8FAB4C1C3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선택한 변경의 시간·메모리·동작 확인">
            <a:extLst xmlns:a="http://schemas.openxmlformats.org/drawingml/2006/main">
              <a:ext uri="{FF2B5EF4-FFF2-40B4-BE49-F238E27FC236}">
                <a16:creationId xmlns:a16="http://schemas.microsoft.com/office/drawing/2014/main" id="{554749EC-B9B8-4300-A5EA-830834C6C4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350DDB2A-D836-4EE7-9B59-C58DB0640A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1AD77788-420A-4C37-BC91-CD2D7816E3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47E9E75F-51FA-4935-86B7-976722B9D6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F9EBFE90-5FD9-4833-AE72-1E668334EEC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7B63CA0E-1C2E-421A-8326-324A0D79C103}"/>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B3EF67A8-B41F-46EA-8587-8C86898324E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31AEAC9F-628B-4F96-915A-2B9C2F25EDAD}"/>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A903F78B-C224-4628-A078-9A00BED3F311}"/>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CC728E6-A348-437F-B62B-D15EF97D8107}"/>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43F02C03-E6B5-4C79-BB92-5ECB50D733D2}"/>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B6F950C3-4D98-46AD-B205-E2A6AD75A92D}"/>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45f29684080e438a"/>
          </a:graphicData>
        </a:graphic>
      </p:graphicFrame>
      <p:sp>
        <p:nvSpPr>
          <p:cNvPr id="15" name="Python 할당 피크">
            <a:extLst xmlns:a="http://schemas.openxmlformats.org/drawingml/2006/main">
              <a:ext uri="{FF2B5EF4-FFF2-40B4-BE49-F238E27FC236}">
                <a16:creationId xmlns:a16="http://schemas.microsoft.com/office/drawing/2014/main" id="{F633C3C1-0F36-4EA9-92AE-E09184069079}"/>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9EB371FB-27D9-4DE8-B021-FF1234A1D760}"/>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E3640864-FC86-4706-ACA8-C55637FDF520}"/>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401E0F85-88BB-44C0-A576-144CBD43BD9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15B5E340-80D6-4C5C-8574-618A012FA53E}"/>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8B97F8C1-36F4-4B66-BF10-B3B2D0941049}"/>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49C1C211-80CC-4F71-83A4-A3BC604B983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86F78133-E920-4F9D-8BCD-C7C1247C5D3F}"/>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805F9A79-3645-4230-8E9F-01651428DBF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592E3EA7-2132-4CA6-86C4-366A329F5CBD}"/>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F5E69B64-90BC-448D-AAA0-5D79D2922A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388481143"/>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65B2263A-5D23-4FCC-8291-38D3AEFB8E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8BC5D8B1-01B4-4E76-B3BB-045B845D63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한 Agent 조사와 Subagent 역할 분리">
            <a:extLst xmlns:a="http://schemas.openxmlformats.org/drawingml/2006/main">
              <a:ext uri="{FF2B5EF4-FFF2-40B4-BE49-F238E27FC236}">
                <a16:creationId xmlns:a16="http://schemas.microsoft.com/office/drawing/2014/main" id="{0BDC0837-17E9-4FF9-9368-AE871685BB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6306A2D4-5A44-4005-8A7E-E889CEF1C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8F55D138-9B40-433E-85D0-9FA4310CB9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E11488C5-42ED-4E84-AEC0-3CBB2F0693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016C3CF4-2D5D-4DB4-BA2D-6FBA612953E5}"/>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9B0616B4-BD9C-433D-988E-57FAC65AD6A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D45E50B7-45B2-4CC1-B32F-B19B046D4B48}"/>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482349D6-8FBC-4104-BB3A-12E4D19935BB}"/>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2C9FECD-0E5E-435D-9495-31B6FEA7B022}"/>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C26D0C90-7459-4A41-BA0D-B7C4DA2858A8}"/>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FC1C6E2A-60C5-4FBB-A0F2-B4FC14937EC2}"/>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D4C719DD-FCD3-4625-B2D6-286D56C8B3EC}"/>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FC309409-4D14-4AB4-A07A-5D15314BF4A0}"/>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2675FF1C-E5EB-479A-BAE2-7846A11FFEE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7813DBCF-3C49-46AA-A5FD-C5175BFFD28B}"/>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8E22D74-44F8-4128-8334-86469F5B9E3F}"/>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D07D9DA3-F5C6-4600-A7AF-B34E6B7D6970}"/>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5618A0E-F3AB-48E3-A1A9-FF19271530D0}"/>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A29C8044-654F-48EC-A622-326C83F441BE}"/>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08A3A77D-3A96-4002-B9D9-A64C6B375949}"/>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3E48AF3B-B03B-4ECD-B45E-320A3D0EFBEB}"/>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A0266D05-B574-481B-9B20-0F2028E5D044}"/>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96E7B4A4-0845-4F1C-9E9A-E313F7A2ECD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13563258-3716-48F3-B26C-0D06D445D659}"/>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A30DB335-EE2D-415A-8FE9-434ACD79D194}"/>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FDE18999-4F23-40AC-9F4E-36086858B69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3B84323-EA21-4133-A4EE-D546F478CD6A}"/>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32F65EE0-055D-4836-AB80-098BC40042EF}"/>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FB3415C8-047E-4E28-8C5B-E70825E918BB}"/>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B2C1001D-6481-46BB-9FBE-84DCAE13BB37}"/>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2D7A3022-6383-4BD0-B8D4-190F41AD1F60}"/>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ED7390AD-0595-40C9-844E-F78E3B9F9944}"/>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64817998-2DC4-4450-880D-1EFAFA1604ED}"/>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1806CC0D-30EF-4ACA-99F1-4E165A21C0A2}"/>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79D7A8CA-B021-4BF6-A2A7-74A07892387B}"/>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FCEC77CF-D3C9-40A1-ABC5-163B1CA707A1}"/>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EE269F5B-2D26-49B3-8921-599C83F84CD0}"/>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7710F564-9490-4426-BB29-7D1F21DED150}"/>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CB32287B-4D7F-4DFF-85C2-C96810702DEE}"/>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EE47F64F-B6BD-496D-8D76-9C1F5EEF79C4}"/>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1D50B9AF-EC3E-4361-8BE4-326106A01D3D}"/>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7C679025-9B53-493C-A7C6-9BCA287C4ED3}"/>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0336AA88-8D96-4EE2-AB74-F92AB2262CA3}"/>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1F6DA3FC-1EC5-418A-A985-FF5D32E63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0F6983B8-1824-4C3C-958D-A42041782A06}"/>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D4A8CC7-3DC6-4A8D-8D95-812251E5801C}"/>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0C07BDA-EE55-4C3A-85C2-512F937B34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25463012"/>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E19458A2-FA9E-40D8-A4AE-9095D90C4A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6C3E6B55-2FCA-4434-97AD-055BFCC5D1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대화로 조사 Agent 만들기">
            <a:extLst xmlns:a="http://schemas.openxmlformats.org/drawingml/2006/main">
              <a:ext uri="{FF2B5EF4-FFF2-40B4-BE49-F238E27FC236}">
                <a16:creationId xmlns:a16="http://schemas.microsoft.com/office/drawing/2014/main" id="{7327BFB2-D363-49A1-B4F8-503437E86D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FEC70D57-99D4-446A-88B8-44A695B023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Subagents · 2026-10-25 확인 · Custom Agent 설정·사용 요청의 교육">
            <a:extLst xmlns:a="http://schemas.openxmlformats.org/drawingml/2006/main">
              <a:ext uri="{FF2B5EF4-FFF2-40B4-BE49-F238E27FC236}">
                <a16:creationId xmlns:a16="http://schemas.microsoft.com/office/drawing/2014/main" id="{2E124211-8D7F-4F78-8FD3-3951733CA7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Subagents · 2026-10-25 확인 · Custom Agent 설정·사용 요청의 교육용 도식</a:t>
            </a:r>
          </a:p>
        </p:txBody>
      </p:sp>
      <p:sp>
        <p:nvSpPr>
          <p:cNvPr id="6" name="일회성 분담은 요청만으로 가능 · 반복 역할은 설정으로 재사용 · 실제 생성·실행 결과가 아니며 대상 환경에">
            <a:extLst xmlns:a="http://schemas.openxmlformats.org/drawingml/2006/main">
              <a:ext uri="{FF2B5EF4-FFF2-40B4-BE49-F238E27FC236}">
                <a16:creationId xmlns:a16="http://schemas.microsoft.com/office/drawing/2014/main" id="{F6B5F591-81B9-4FE2-A53E-9D6FC07995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일회성 분담은 요청만으로 가능 · 반복 역할은 설정으로 재사용 · 실제 생성·실행 결과가 아니며 대상 환경에서 확인</a:t>
            </a:r>
          </a:p>
        </p:txBody>
      </p:sp>
      <p:sp>
        <p:nvSpPr>
          <p:cNvPr id="7" name="01  역할을 설명해 생성 요청">
            <a:extLst xmlns:a="http://schemas.openxmlformats.org/drawingml/2006/main">
              <a:ext uri="{FF2B5EF4-FFF2-40B4-BE49-F238E27FC236}">
                <a16:creationId xmlns:a16="http://schemas.microsoft.com/office/drawing/2014/main" id="{00A74F96-8DD8-42D9-87F2-485F14028660}"/>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D7FB31C3-73F2-4393-8E68-9334B39D559E}"/>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B41FD6D7-C338-4E02-B10B-27123A891778}"/>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AB1192A7-BA07-4866-BA22-5A508DFF464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221880AB-6F5F-4C84-8AAC-D85ACEC4AB4E}"/>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3C304789-59AF-46C0-9285-491B8B2133F0}"/>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8D9F1F3F-96A2-4BE8-B4EB-AF47E07B56D1}"/>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51B111B2-F169-4798-BD7A-DB5A3FFA4D29}"/>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5D1BFC54-3B55-4A63-BB3A-9A4461318864}"/>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0D5774CD-7575-465C-8B0D-5A7F3D5144B6}"/>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BD53B6D3-8AB1-46F0-AD40-F35F5EF49C4D}"/>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DF0CF645-E0C3-4B80-8719-F07F5569292F}"/>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86F6FD13-43A1-4C10-A144-FCAF2C4AD418}"/>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FDBF50F-C356-4158-BA8C-DA7DF513F78A}"/>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8B4F43F9-DFC2-408B-B6E7-8D7F8FB9F8FF}"/>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EC7A2507-0C78-4BF5-85D3-33910078FBDF}"/>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5EAB0454-BA0C-4089-BBCB-4665F30CDAD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1D531651-CB6E-45BE-9D22-14F7C23199A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D694E4C7-03EC-432E-9A6E-2FFCA16BAD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52914850"/>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0418C0E3-ABB6-42B0-83D7-679A29E74C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E92FE619-0F6D-4EDB-9F4B-F2ADCA0258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작업을 나누지 않은 이유">
            <a:extLst xmlns:a="http://schemas.openxmlformats.org/drawingml/2006/main">
              <a:ext uri="{FF2B5EF4-FFF2-40B4-BE49-F238E27FC236}">
                <a16:creationId xmlns:a16="http://schemas.microsoft.com/office/drawing/2014/main" id="{5AA30CE4-A1CB-4A35-9F48-5D8D8E609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C24093EF-EE19-484A-BE8F-B34A129DBE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F838DFD5-82EC-42AD-8581-8BA7E6B379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148911D7-308B-418C-87B9-ADDBC5B3FB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7FDF2E87-0873-44CB-BEB4-4EAA2CE1EE4A}"/>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74B3FD38-727A-41AC-BAFF-AAFB2E08B12C}"/>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949587E9-D7BE-4FE7-B791-96CF99CECA13}"/>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76B23688-129B-4356-918A-40BE226C1FF9}"/>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FAFF2FCD-3526-468B-8B19-9B58B6B6349B}"/>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E801235F-E672-485F-98EB-8135F041227C}"/>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81CA7951-B4C6-45EB-946D-5E59BA7CC6C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EAE74DEE-D70A-4692-81BB-C8170DC60AE4}"/>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23F53CDB-88F2-4DDF-B2F6-581342EE9352}"/>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65EB919D-BB3D-4F87-8A34-9195A1C60239}"/>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BAB6EB67-36E6-4058-9102-85BADC72F235}"/>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CE994235-B923-4DE0-9422-F2A993DCFE0D}"/>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7700A01E-A70D-4A5A-BA4E-63EE2F3AACAF}"/>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E95F411-0D59-47B6-B4DE-79806E867868}"/>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B58781AE-9EE0-44BA-8758-18FB26E4DF28}"/>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B8520F68-CE44-4E61-B744-AEC7A9784D73}"/>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C6CA795-6D12-489B-AEA0-4CD1948EC7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46629959"/>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9ADC0AFB-F46C-4C78-97FC-81B5F6217A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CFA27A74-7C12-437D-98BF-AA22B2479F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이번 Context와 다시 쓸 지식">
            <a:extLst xmlns:a="http://schemas.openxmlformats.org/drawingml/2006/main">
              <a:ext uri="{FF2B5EF4-FFF2-40B4-BE49-F238E27FC236}">
                <a16:creationId xmlns:a16="http://schemas.microsoft.com/office/drawing/2014/main" id="{A8576FA2-CC59-4F8B-BE5B-00DD339D41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F5DA31D4-DA57-431F-90D4-4722E63B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B1E5EB7C-C012-487B-9F14-68DE24CAE6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AF304B64-D9E4-44CC-9E60-8878E1FB18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F3734065-7B32-4673-99E4-DB73C8E9FB17}"/>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5133C87D-15C0-4536-8784-46D3D3302FB2}"/>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9BD2A9C4-2633-480A-904D-63E4C1A70317}"/>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2122FE98-4CC6-4CE9-A8F4-A62F9F8D58E6}"/>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859AC4A6-1C3C-4B21-A493-78725A58FB52}"/>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BD8A4F63-A9EA-42FE-90D4-A322A2CD4C2D}"/>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421A5C65-810B-4105-999A-A3C6262A20BB}"/>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B44BA144-05CB-4C6D-9058-C3A7E255B9ED}"/>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4198AC4B-4726-41D0-9754-2AB8EDC6D9CD}"/>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DCE6E43-F6FD-4DA8-8BCE-F1D392146EB7}"/>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FD12B667-13D0-49A8-9046-973738F34B40}"/>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AB03AFF6-8BC6-45C6-868A-EFEAD71D6826}"/>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4DF0081B-F0B5-44CA-853C-DBA5C29B5ECA}"/>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0FC3120F-560C-46D7-8881-D2DFF86D796C}"/>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C87D6009-5586-4004-BD79-20A2AFE3F089}"/>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BF1BB502-71FC-42AD-B2FF-B39DF63172CF}"/>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5659C0CB-4F95-4271-ADC2-ECF9181C3AC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D27B7E1-1C16-4795-9738-782EC866C9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DCA25581-2558-4CD7-A279-16850D6991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10754185"/>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F0E9C4E3-63B4-4956-ABE4-33767AA7E7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D3A858CF-BD3D-4FD8-B53D-A02AC4137B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실제 Demo 지식의 원래 출처">
            <a:extLst xmlns:a="http://schemas.openxmlformats.org/drawingml/2006/main">
              <a:ext uri="{FF2B5EF4-FFF2-40B4-BE49-F238E27FC236}">
                <a16:creationId xmlns:a16="http://schemas.microsoft.com/office/drawing/2014/main" id="{761EDAD2-7FCD-4FD2-9FED-405282ACE6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08D556A4-F99C-4D13-B73F-4A85A0E78A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10E83CCE-0A7D-41DC-96AE-D3501A1E72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0A125631-3E11-4396-B02A-3DD05D00D9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A7A342B9-56C5-4C88-A34A-B65251D2DE8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8ACF1736-0385-410E-912F-AAFE6168F75E}"/>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3313C6F1-7530-4AE8-9019-BCE95F975B52}"/>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D91FA658-4890-4AA1-8E9B-E3D5677A454A}"/>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D15A0F3C-29BB-4763-8DE2-FEDC59EBD62A}"/>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F78EF9EC-8B78-4FF4-AD9A-D863FA580133}"/>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D6323790-E004-4E1D-AC52-BBF66B7FBB5F}"/>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FC1D7149-0A5A-4F08-96B6-B71ACC368D0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0AC08731-B66C-4733-86AB-E92CA141787F}"/>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713109EC-6AD4-47BC-BD59-EFC2B16F611B}"/>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FEF1B067-3602-4E99-8378-2EFCE3DA43EC}"/>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064D9CB9-5BDD-46FA-8AB6-30302547AFCD}"/>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B9F88869-EAA3-47E6-A376-6BDA78E4CC4B}"/>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B85D8D2F-CB1A-4740-8E50-00C1E5738680}"/>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6CE7DAF5-2642-4B61-B954-47519858B0C6}"/>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7F51BBDC-93FC-4758-BB1B-323269C26CAC}"/>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DF041B63-EEEC-44AA-834A-CA505D476B59}"/>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938CFABD-4F08-480A-8E4B-928182C51572}"/>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ED5A8849-3898-4A76-A98A-ADC406F91F0C}"/>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C22B023-53BC-48D1-B4E5-2D047F746A16}"/>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B8192F0B-008C-460D-9A22-7BCB67822C35}"/>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48B1357B-29D2-4BDF-80E6-C6EF465892FA}"/>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0024EB0E-E4DC-4231-9731-E0F70ACE195D}"/>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9731EFB6-F091-4C18-A4C6-3AE3E03E9A09}"/>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DAF2A84-7336-4200-AADB-8107F1D0BAA6}"/>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2E8C3CCA-3F7A-4397-A861-C4000B1935B7}"/>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18472F8E-1B0C-4D6B-8161-1D2DC38CCDFA}"/>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C5E47120-8412-4DAA-A635-757CCE400175}"/>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4E7A4152-99C2-4AFC-9442-FA4340BF5E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9750507"/>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C233EEBA-C847-47F8-87D7-650BD66DDA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1D08B466-0357-4EF4-9611-64D0DAC811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밝기 통계 작업에 쓰인 구성의 역할">
            <a:extLst xmlns:a="http://schemas.openxmlformats.org/drawingml/2006/main">
              <a:ext uri="{FF2B5EF4-FFF2-40B4-BE49-F238E27FC236}">
                <a16:creationId xmlns:a16="http://schemas.microsoft.com/office/drawing/2014/main" id="{8A2A8BE6-2C54-4700-A80C-84D7C9A786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1ECC3B85-806A-4767-8620-7F73E6490A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309FFE84-FBBC-44B7-9FC7-7EAC3533FB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157463BD-3D6B-40EA-8238-9FF219CC7F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A2097954-F813-4239-84C2-965BEB1520AB}"/>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2E822F1-8775-4E49-83A9-C21F9FBCE583}"/>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13B0520A-84D5-4866-A9B2-6B63095C5EC2}"/>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9AE8E8D6-4683-4C14-B574-5DC13EC0256D}"/>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EE0B91F9-CDA4-474C-8BF1-2C487063FF96}"/>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FA7D817D-D647-4498-82D2-D5563DADA50B}"/>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0AD0ACB-18C2-4DD1-B98D-458DD71A7A39}"/>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BA950F3-3C92-47BC-AEF5-097CC09CA412}"/>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52D4E090-8E46-4D6C-BF81-523591654E14}"/>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B7DDECE0-BF10-4486-A8A1-E6F58C84A8E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5F82D868-3D44-4C49-97D4-6F5327B42C76}"/>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0ADB6382-8FDE-43E5-B808-CE1432CEC6A1}"/>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DA82283E-234E-43C2-AE23-078E254D3452}"/>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82140BE0-2E5A-495E-A4B5-396AC7E31C14}"/>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70816744-451A-48C0-9FDA-C186EFAAFB87}"/>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3E04213E-A32E-4239-B958-317B884699EF}"/>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40EE72BD-9A27-4CD9-8558-4012040429BC}"/>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B516BBB0-0799-4B94-A4B1-322D83145C24}"/>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6B50249-7750-4846-8514-754EBB6C154E}"/>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99EAA24C-D09E-4306-A81B-D4C21568419F}"/>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8BC3C6D1-E6F7-439C-B273-8B650530C0A8}"/>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FD2E8FD8-B618-429B-AA6F-AF72A8FCB12C}"/>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D9E334D2-43D1-43AF-ABF1-451EC2BC93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42274902"/>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1152950A-AAB4-46A3-A8BE-842256D748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B4608C1E-7466-4BB0-ABE0-9BC712AA55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함께 작동하는 작업 환경, Harness">
            <a:extLst xmlns:a="http://schemas.openxmlformats.org/drawingml/2006/main">
              <a:ext uri="{FF2B5EF4-FFF2-40B4-BE49-F238E27FC236}">
                <a16:creationId xmlns:a16="http://schemas.microsoft.com/office/drawing/2014/main" id="{A67C33EF-5E79-44B8-81B7-9194434CEF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5EF6628C-56C7-4FB3-A1C7-DE0C3E1303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842AA2B7-BF3E-4B5F-85E2-1EF7EDCF9E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3AD042B0-0FE9-4E69-A559-D4B7B704D8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FF896B57-2369-408D-87BD-E72BFD884E7D}"/>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E6EBD0D0-22C0-4B39-911F-3DB500C0B741}"/>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9EE3D0BC-7B9C-41FA-8F7B-214A7679250C}"/>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B4FC3AFA-6081-4176-BBE7-A92143A985BA}"/>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D70087B0-F834-4D52-9C51-20F8D812D1D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CB4967DA-AAA9-465E-96ED-E032FB0844EC}"/>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EE834B6B-D845-4631-9570-4565188BB6D4}"/>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3EF8C0C5-0540-417D-9F68-1248708B528D}"/>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100098C7-5E71-412E-A463-4D775198D46C}"/>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7DE17E66-B71D-47E4-B009-9BCD2D272C1D}"/>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B4D516C3-2A6B-4145-88A8-4ED6B536A637}"/>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81840365-7033-4E2C-A0D0-1761D912A630}"/>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0E8BB7E4-6EC7-46A2-BC53-0BFE8CBF1A4F}"/>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2A9FD75A-DBA9-46EC-AE39-229D9EA2A938}"/>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14FBB8F6-6249-48BE-844F-9F4977684C09}"/>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C62DD72C-6E46-4723-B5EC-D8E240226931}"/>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60463C54-CD24-47BB-87D9-88FD9E22AF12}"/>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F697C655-46AC-4483-AF20-B1AA78AFE519}"/>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8B9DE6A-0A3C-4D3E-BE37-A7F415253236}"/>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D881BC15-5400-4820-BC61-3B6727FC6F7C}"/>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56CDA601-1091-484C-B50D-1E0159423551}"/>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D0B51252-2734-4DDE-BD8A-977B66CFB290}"/>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DC156CF8-D236-4C57-AC99-79873097E0EA}"/>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4B3D1C25-D687-4AB0-A2FD-6503A1186A54}"/>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EF798271-57BA-484A-B59D-543F4E3D5B36}"/>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8E8B1CFD-31C1-494E-AB3F-8185F8E94C5C}"/>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AEAEAD2C-EEAD-4C1B-A9CE-8D1F5968751F}"/>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4D9FF853-7300-4236-BF56-9578FCBAE10C}"/>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CAA0AD11-8114-4FCC-9C7E-1011F6650E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28105089"/>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F1B3072-83BD-4909-AC5F-1FB97E837D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50A1EFF6-5970-4D6B-B155-0C00A8F4F4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만든 Harness를 다음 프로젝트의 기반으로">
            <a:extLst xmlns:a="http://schemas.openxmlformats.org/drawingml/2006/main">
              <a:ext uri="{FF2B5EF4-FFF2-40B4-BE49-F238E27FC236}">
                <a16:creationId xmlns:a16="http://schemas.microsoft.com/office/drawing/2014/main" id="{3ECCB6DA-8EF3-4C3C-8DFD-E58988BDAC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82D461CA-9576-4987-B593-54C303E8DA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재사용 설계 예 · 조사·검증 방법과 도구 연결 방식을 축적">
            <a:extLst xmlns:a="http://schemas.openxmlformats.org/drawingml/2006/main">
              <a:ext uri="{FF2B5EF4-FFF2-40B4-BE49-F238E27FC236}">
                <a16:creationId xmlns:a16="http://schemas.microsoft.com/office/drawing/2014/main" id="{CCA6C080-89BB-4E1F-A72B-089328BFFE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재사용 설계 예 · 조사·검증 방법과 도구 연결 방식을 축적</a:t>
            </a:r>
          </a:p>
        </p:txBody>
      </p:sp>
      <p:sp>
        <p:nvSpPr>
          <p:cNvPr id="6" name="다른 프로젝트로 옮겨 실행한 Demo는 아님 · 프로젝트별 적용 조건은 다음 장에서 연결">
            <a:extLst xmlns:a="http://schemas.openxmlformats.org/drawingml/2006/main">
              <a:ext uri="{FF2B5EF4-FFF2-40B4-BE49-F238E27FC236}">
                <a16:creationId xmlns:a16="http://schemas.microsoft.com/office/drawing/2014/main" id="{77055B1A-CE78-4D3C-8825-433D72A7ED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다른 프로젝트로 옮겨 실행한 Demo는 아님 · 프로젝트별 적용 조건은 다음 장에서 연결</a:t>
            </a:r>
          </a:p>
        </p:txBody>
      </p:sp>
      <p:sp>
        <p:nvSpPr>
          <p:cNvPr id="7" name="">
            <a:extLst xmlns:a="http://schemas.openxmlformats.org/drawingml/2006/main">
              <a:ext uri="{FF2B5EF4-FFF2-40B4-BE49-F238E27FC236}">
                <a16:creationId xmlns:a16="http://schemas.microsoft.com/office/drawing/2014/main" id="{F608245E-78F0-415B-81B5-75FBCA48D95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48BBFA07-5411-4E3B-8DB6-A7BEB7E15492}"/>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2EF29015-CB98-4BC2-8D91-7B03B6547B0A}"/>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F9BA8231-04B7-47EB-B78D-11EEC865D870}"/>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421195FD-1286-402B-9A60-6C2F545B69B3}"/>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33B2F05E-1110-4CC1-8B6C-3241C1613662}"/>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99C8F4F1-930A-483D-B151-C6D7F5B0B6E0}"/>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5D543C0C-223B-45EC-991C-C14649841383}"/>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E11245BD-AFB8-4BFB-A566-67BB300440BB}"/>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63512BDC-C81E-492E-A4F3-FACF93ED1C5F}"/>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6C1631B-69E1-4F32-9B4C-B454E5C86447}"/>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EBB549BB-6184-47DE-925A-406936CA1635}"/>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3F7D9615-E7B2-4242-B8A9-65A082583B92}"/>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B04AC153-029B-41DD-AADE-566A23C8F5D4}"/>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263E6A35-D4A2-4AF6-9845-862F029C773B}"/>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22527FB1-15B1-49A8-8AC7-8D326DE5FD85}"/>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AB3CF05B-CD2F-4B5F-9FFA-868129C5BF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77607408"/>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9EE86573-0B65-4FC1-8240-0FEAB576A5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43667691-0E15-4856-882A-85391D60BC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공통 기반에 프로젝트 기준을 연결한다">
            <a:extLst xmlns:a="http://schemas.openxmlformats.org/drawingml/2006/main">
              <a:ext uri="{FF2B5EF4-FFF2-40B4-BE49-F238E27FC236}">
                <a16:creationId xmlns:a16="http://schemas.microsoft.com/office/drawing/2014/main" id="{945B147A-DE0E-4B0A-B276-AECA7D786C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F2B589EC-ED39-4FBC-878A-B8D0D2A3D4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적용 모델 · 공통 수행 틀 + 프로젝트별 기준">
            <a:extLst xmlns:a="http://schemas.openxmlformats.org/drawingml/2006/main">
              <a:ext uri="{FF2B5EF4-FFF2-40B4-BE49-F238E27FC236}">
                <a16:creationId xmlns:a16="http://schemas.microsoft.com/office/drawing/2014/main" id="{9FD51220-D841-48CF-B37C-53E4E12A40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적용 모델 · 공통 수행 틀 + 프로젝트별 기준</a:t>
            </a:r>
          </a:p>
        </p:txBody>
      </p:sp>
      <p:sp>
        <p:nvSpPr>
          <p:cNvPr id="6" name="전체 구성을 그대로 복사해도 작동한다는 보장이 아님 · 이식 결과·시간 절감은 미측정">
            <a:extLst xmlns:a="http://schemas.openxmlformats.org/drawingml/2006/main">
              <a:ext uri="{FF2B5EF4-FFF2-40B4-BE49-F238E27FC236}">
                <a16:creationId xmlns:a16="http://schemas.microsoft.com/office/drawing/2014/main" id="{71D6120A-334C-44BF-9D93-0BE743E055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구성을 그대로 복사해도 작동한다는 보장이 아님 · 이식 결과·시간 절감은 미측정</a:t>
            </a:r>
          </a:p>
        </p:txBody>
      </p:sp>
      <p:sp>
        <p:nvSpPr>
          <p:cNvPr id="7" name="다시 쓰는 기반">
            <a:extLst xmlns:a="http://schemas.openxmlformats.org/drawingml/2006/main">
              <a:ext uri="{FF2B5EF4-FFF2-40B4-BE49-F238E27FC236}">
                <a16:creationId xmlns:a16="http://schemas.microsoft.com/office/drawing/2014/main" id="{3CA499D6-3CE5-4238-8048-77EFAA1BE55E}"/>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2690F27C-3C41-4996-941C-292B06552344}"/>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C3E3F61E-C447-4914-877B-316CD4E3B4C4}"/>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53F10677-3FE0-439D-962E-7A88AB3345D1}"/>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F6A712CC-14C0-4136-A2D2-54E00DF37107}"/>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AF2E2C98-DCF6-4DC2-98EC-AC30DC64E4BE}"/>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8CEB60A7-5842-4964-81BF-2D29595F4716}"/>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281D29B0-D5E9-4272-9B20-51B7EF99631D}"/>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755387F3-1BD5-4400-A28F-951F8AC95146}"/>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39BCF236-762D-439E-AA72-C400638C29E8}"/>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5181B3B5-C96A-4907-B333-E1E2C14B03B9}"/>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28167421-E258-4513-A609-B58EC513499C}"/>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F33D6B94-2E6C-44B4-9DAE-E4EBCC479F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8551646"/>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282AD17F-0DC5-4A29-83E3-6E9BCD5C4C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E899F6D2-076F-4EFE-9A51-4B2D8B7F0B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90DA44AE-BCE0-4C99-9656-4FC74C7C7D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D0163FD8-B76E-48CE-A090-9EDFB820BD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_PRODUCT · STATE-04-PERF의 성공 회수 / 오른쪽은 다음 작업에 대한 질문">
            <a:extLst xmlns:a="http://schemas.openxmlformats.org/drawingml/2006/main">
              <a:ext uri="{FF2B5EF4-FFF2-40B4-BE49-F238E27FC236}">
                <a16:creationId xmlns:a16="http://schemas.microsoft.com/office/drawing/2014/main" id="{0152B5D9-A788-4823-A3CE-E38F782501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OBSERVED_PRODUCT · STATE-04-PERF의 성공 회수 / 오른쪽은 다음 작업에 대한 질문</a:t>
            </a:r>
          </a:p>
        </p:txBody>
      </p:sp>
      <p:sp>
        <p:nvSpPr>
          <p:cNvPr id="6" name="기록된 코드·입력·환경에서 확인한 결과 · 이후 모든 작업의 성공이나 실패를 관찰한 것은 아님">
            <a:extLst xmlns:a="http://schemas.openxmlformats.org/drawingml/2006/main">
              <a:ext uri="{FF2B5EF4-FFF2-40B4-BE49-F238E27FC236}">
                <a16:creationId xmlns:a16="http://schemas.microsoft.com/office/drawing/2014/main" id="{7D6DCFD7-E65A-4272-82C4-851789731C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코드·입력·환경에서 확인한 결과 · 이후 모든 작업의 성공이나 실패를 관찰한 것은 아님</a:t>
            </a:r>
          </a:p>
        </p:txBody>
      </p:sp>
      <p:sp>
        <p:nvSpPr>
          <p:cNvPr id="7" name="이번 작업에서 확인">
            <a:extLst xmlns:a="http://schemas.openxmlformats.org/drawingml/2006/main">
              <a:ext uri="{FF2B5EF4-FFF2-40B4-BE49-F238E27FC236}">
                <a16:creationId xmlns:a16="http://schemas.microsoft.com/office/drawing/2014/main" id="{0427F778-C2A5-4E4E-92E2-95773040701D}"/>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BAAF5D26-7052-42E1-BF4A-F2173247EAF1}"/>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CAD2EC70-BB44-4A28-8420-39F76F5113AA}"/>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360D9B20-6970-4D82-96D7-3DBD9EEF7847}"/>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F4989378-082F-4456-9C0F-B36ADB661252}"/>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E73F22B-C475-46E6-8BE6-7EB17432D5EA}"/>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42B0EE05-F3AD-4DB7-87AD-E7315D5B3764}"/>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393D82CC-3C5D-4133-B7D1-E4634FB0FC58}"/>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B8B24FF8-1136-44FC-8446-2FA2CFBB9C72}"/>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55D7258B-A602-4BD8-8E3B-E85D3C5AA02B}"/>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E89850E4-6FB2-4F52-BAD8-B20303D08ED6}"/>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0485F879-4566-4B39-9706-645561CACA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97051619"/>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CONCEPTUAL / 운영하며 발견하는 확인의 빈틈">
            <a:extLst xmlns:a="http://schemas.openxmlformats.org/drawingml/2006/main">
              <a:ext uri="{FF2B5EF4-FFF2-40B4-BE49-F238E27FC236}">
                <a16:creationId xmlns:a16="http://schemas.microsoft.com/office/drawing/2014/main" id="{072C3546-20B6-4CB2-96CB-7DCEEC3252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운영하며 발견하는 확인의 빈틈</a:t>
            </a:r>
          </a:p>
        </p:txBody>
      </p:sp>
      <p:sp>
        <p:nvSpPr>
          <p:cNvPr id="2" name="S77">
            <a:extLst xmlns:a="http://schemas.openxmlformats.org/drawingml/2006/main">
              <a:ext uri="{FF2B5EF4-FFF2-40B4-BE49-F238E27FC236}">
                <a16:creationId xmlns:a16="http://schemas.microsoft.com/office/drawing/2014/main" id="{50CE1834-B0DB-4650-9335-D65E92B303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작업 중 사람이 보정할 일이 생긴다면?">
            <a:extLst xmlns:a="http://schemas.openxmlformats.org/drawingml/2006/main">
              <a:ext uri="{FF2B5EF4-FFF2-40B4-BE49-F238E27FC236}">
                <a16:creationId xmlns:a16="http://schemas.microsoft.com/office/drawing/2014/main" id="{4B56A68B-FD66-4558-BDFD-4951000099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중 사람이 보정할 일이 생긴다면?</a:t>
            </a:r>
          </a:p>
        </p:txBody>
      </p:sp>
      <p:sp>
        <p:nvSpPr>
          <p:cNvPr id="4" name="">
            <a:extLst xmlns:a="http://schemas.openxmlformats.org/drawingml/2006/main">
              <a:ext uri="{FF2B5EF4-FFF2-40B4-BE49-F238E27FC236}">
                <a16:creationId xmlns:a16="http://schemas.microsoft.com/office/drawing/2014/main" id="{9D8ED2CC-F3F5-4DC8-BDDB-C87A479CF2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상황도 · 관련 동작의 확인이 더 필요하다는 가정">
            <a:extLst xmlns:a="http://schemas.openxmlformats.org/drawingml/2006/main">
              <a:ext uri="{FF2B5EF4-FFF2-40B4-BE49-F238E27FC236}">
                <a16:creationId xmlns:a16="http://schemas.microsoft.com/office/drawing/2014/main" id="{7BD54D85-084D-4C07-BA84-25D2D47139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상황도 · 관련 동작의 확인이 더 필요하다는 가정</a:t>
            </a:r>
          </a:p>
        </p:txBody>
      </p:sp>
      <p:sp>
        <p:nvSpPr>
          <p:cNvPr id="6" name="실제 graypipe의 실패·누락 이력이 아님 · 원인은 아직 미확인 · 다음 장의 보정도 실행 결과가 아님">
            <a:extLst xmlns:a="http://schemas.openxmlformats.org/drawingml/2006/main">
              <a:ext uri="{FF2B5EF4-FFF2-40B4-BE49-F238E27FC236}">
                <a16:creationId xmlns:a16="http://schemas.microsoft.com/office/drawing/2014/main" id="{7D25CA09-A4F6-46B3-A748-5584E95AAB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graypipe의 실패·누락 이력이 아님 · 원인은 아직 미확인 · 다음 장의 보정도 실행 결과가 아님</a:t>
            </a:r>
          </a:p>
        </p:txBody>
      </p:sp>
      <p:sp>
        <p:nvSpPr>
          <p:cNvPr id="7" name="이번 결과를 검토하다가, 추가로 확인할 부분을 찾았다면">
            <a:extLst xmlns:a="http://schemas.openxmlformats.org/drawingml/2006/main">
              <a:ext uri="{FF2B5EF4-FFF2-40B4-BE49-F238E27FC236}">
                <a16:creationId xmlns:a16="http://schemas.microsoft.com/office/drawing/2014/main" id="{FFF382A9-CB98-4225-9B7F-2FE4F0EEEB48}"/>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이번 결과를 검토하다가, 추가로 확인할 부분을 찾았다면</a:t>
            </a:r>
          </a:p>
        </p:txBody>
      </p:sp>
      <p:sp>
        <p:nvSpPr>
          <p:cNvPr id="8" name="">
            <a:extLst xmlns:a="http://schemas.openxmlformats.org/drawingml/2006/main">
              <a:ext uri="{FF2B5EF4-FFF2-40B4-BE49-F238E27FC236}">
                <a16:creationId xmlns:a16="http://schemas.microsoft.com/office/drawing/2014/main" id="{F1531286-9420-44EF-AEC7-A0E7E4DC1CD0}"/>
              </a:ext>
            </a:extLst>
          </p:cNvPr>
          <p:cNvSpPr>
            <a:spLocks xmlns:a="http://schemas.openxmlformats.org/drawingml/2006/main" noGrp="1"/>
          </p:cNvSpPr>
          <p:nvPr/>
        </p:nvSpPr>
        <p:spPr>
          <a:xfrm xmlns:a="http://schemas.openxmlformats.org/drawingml/2006/main">
            <a:off x="609600" y="2762250"/>
            <a:ext cx="33528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Agent 작업">
            <a:extLst xmlns:a="http://schemas.openxmlformats.org/drawingml/2006/main">
              <a:ext uri="{FF2B5EF4-FFF2-40B4-BE49-F238E27FC236}">
                <a16:creationId xmlns:a16="http://schemas.microsoft.com/office/drawing/2014/main" id="{AFCCE6B3-01A6-4022-B0A4-6E0904E142DD}"/>
              </a:ext>
            </a:extLst>
          </p:cNvPr>
          <p:cNvSpPr>
            <a:spLocks xmlns:a="http://schemas.openxmlformats.org/drawingml/2006/main" noGrp="1"/>
          </p:cNvSpPr>
          <p:nvPr/>
        </p:nvSpPr>
        <p:spPr>
          <a:xfrm xmlns:a="http://schemas.openxmlformats.org/drawingml/2006/main">
            <a:off x="80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 작업</a:t>
            </a:r>
          </a:p>
        </p:txBody>
      </p:sp>
      <p:sp>
        <p:nvSpPr>
          <p:cNvPr id="10" name="변경한 부분 확인">
            <a:extLst xmlns:a="http://schemas.openxmlformats.org/drawingml/2006/main">
              <a:ext uri="{FF2B5EF4-FFF2-40B4-BE49-F238E27FC236}">
                <a16:creationId xmlns:a16="http://schemas.microsoft.com/office/drawing/2014/main" id="{35A4EE04-7655-4A72-9248-8486C8423007}"/>
              </a:ext>
            </a:extLst>
          </p:cNvPr>
          <p:cNvSpPr>
            <a:spLocks xmlns:a="http://schemas.openxmlformats.org/drawingml/2006/main" noGrp="1"/>
          </p:cNvSpPr>
          <p:nvPr/>
        </p:nvSpPr>
        <p:spPr>
          <a:xfrm xmlns:a="http://schemas.openxmlformats.org/drawingml/2006/main">
            <a:off x="80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변경한 부분 확인</a:t>
            </a:r>
          </a:p>
        </p:txBody>
      </p:sp>
      <p:cxnSp>
        <p:nvCxnSpPr>
          <p:cNvPr id="11" name="">
            <a:extLst xmlns:a="http://schemas.openxmlformats.org/drawingml/2006/main">
              <a:ext uri="{FF2B5EF4-FFF2-40B4-BE49-F238E27FC236}">
                <a16:creationId xmlns:a16="http://schemas.microsoft.com/office/drawing/2014/main" id="{662B89E7-2E46-4FD1-A929-E77B5C815DE0}"/>
              </a:ext>
            </a:extLst>
          </p:cNvPr>
          <p:cNvCxnSpPr/>
          <p:nvPr/>
        </p:nvCxnSpPr>
        <p:spPr>
          <a:xfrm xmlns:a="http://schemas.openxmlformats.org/drawingml/2006/main">
            <a:off x="4000500" y="3752850"/>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2" name="">
            <a:extLst xmlns:a="http://schemas.openxmlformats.org/drawingml/2006/main">
              <a:ext uri="{FF2B5EF4-FFF2-40B4-BE49-F238E27FC236}">
                <a16:creationId xmlns:a16="http://schemas.microsoft.com/office/drawing/2014/main" id="{4340CA86-CB69-4F05-B46B-A2CAA5607D21}"/>
              </a:ext>
            </a:extLst>
          </p:cNvPr>
          <p:cNvSpPr>
            <a:spLocks xmlns:a="http://schemas.openxmlformats.org/drawingml/2006/main" noGrp="1"/>
          </p:cNvSpPr>
          <p:nvPr/>
        </p:nvSpPr>
        <p:spPr>
          <a:xfrm xmlns:a="http://schemas.openxmlformats.org/drawingml/2006/main">
            <a:off x="4419600" y="2762250"/>
            <a:ext cx="33528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사람의 검토">
            <a:extLst xmlns:a="http://schemas.openxmlformats.org/drawingml/2006/main">
              <a:ext uri="{FF2B5EF4-FFF2-40B4-BE49-F238E27FC236}">
                <a16:creationId xmlns:a16="http://schemas.microsoft.com/office/drawing/2014/main" id="{00917C74-810E-4E69-88BA-BFA7F2EAFE2B}"/>
              </a:ext>
            </a:extLst>
          </p:cNvPr>
          <p:cNvSpPr>
            <a:spLocks xmlns:a="http://schemas.openxmlformats.org/drawingml/2006/main" noGrp="1"/>
          </p:cNvSpPr>
          <p:nvPr/>
        </p:nvSpPr>
        <p:spPr>
          <a:xfrm xmlns:a="http://schemas.openxmlformats.org/drawingml/2006/main">
            <a:off x="461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사람의 검토</a:t>
            </a:r>
          </a:p>
        </p:txBody>
      </p:sp>
      <p:sp>
        <p:nvSpPr>
          <p:cNvPr id="14" name="관련 동작은?">
            <a:extLst xmlns:a="http://schemas.openxmlformats.org/drawingml/2006/main">
              <a:ext uri="{FF2B5EF4-FFF2-40B4-BE49-F238E27FC236}">
                <a16:creationId xmlns:a16="http://schemas.microsoft.com/office/drawing/2014/main" id="{7B40F0E0-7B05-461D-8518-3E4C8BE52546}"/>
              </a:ext>
            </a:extLst>
          </p:cNvPr>
          <p:cNvSpPr>
            <a:spLocks xmlns:a="http://schemas.openxmlformats.org/drawingml/2006/main" noGrp="1"/>
          </p:cNvSpPr>
          <p:nvPr/>
        </p:nvSpPr>
        <p:spPr>
          <a:xfrm xmlns:a="http://schemas.openxmlformats.org/drawingml/2006/main">
            <a:off x="461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관련 동작은?</a:t>
            </a:r>
          </a:p>
        </p:txBody>
      </p:sp>
      <p:cxnSp>
        <p:nvCxnSpPr>
          <p:cNvPr id="15" name="">
            <a:extLst xmlns:a="http://schemas.openxmlformats.org/drawingml/2006/main">
              <a:ext uri="{FF2B5EF4-FFF2-40B4-BE49-F238E27FC236}">
                <a16:creationId xmlns:a16="http://schemas.microsoft.com/office/drawing/2014/main" id="{7109BCD0-DE17-4D30-82C3-5D6D84A3C35F}"/>
              </a:ext>
            </a:extLst>
          </p:cNvPr>
          <p:cNvCxnSpPr/>
          <p:nvPr/>
        </p:nvCxnSpPr>
        <p:spPr>
          <a:xfrm xmlns:a="http://schemas.openxmlformats.org/drawingml/2006/main">
            <a:off x="7810500" y="3752850"/>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6" name="">
            <a:extLst xmlns:a="http://schemas.openxmlformats.org/drawingml/2006/main">
              <a:ext uri="{FF2B5EF4-FFF2-40B4-BE49-F238E27FC236}">
                <a16:creationId xmlns:a16="http://schemas.microsoft.com/office/drawing/2014/main" id="{BEC181DF-E00E-483D-8D6A-1F43080D19E8}"/>
              </a:ext>
            </a:extLst>
          </p:cNvPr>
          <p:cNvSpPr>
            <a:spLocks xmlns:a="http://schemas.openxmlformats.org/drawingml/2006/main" noGrp="1"/>
          </p:cNvSpPr>
          <p:nvPr/>
        </p:nvSpPr>
        <p:spPr>
          <a:xfrm xmlns:a="http://schemas.openxmlformats.org/drawingml/2006/main">
            <a:off x="8229600" y="2762250"/>
            <a:ext cx="3352800" cy="198120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7" name="추가 요청">
            <a:extLst xmlns:a="http://schemas.openxmlformats.org/drawingml/2006/main">
              <a:ext uri="{FF2B5EF4-FFF2-40B4-BE49-F238E27FC236}">
                <a16:creationId xmlns:a16="http://schemas.microsoft.com/office/drawing/2014/main" id="{7FCC0A39-943E-458F-BEDF-355B54EA29AB}"/>
              </a:ext>
            </a:extLst>
          </p:cNvPr>
          <p:cNvSpPr>
            <a:spLocks xmlns:a="http://schemas.openxmlformats.org/drawingml/2006/main" noGrp="1"/>
          </p:cNvSpPr>
          <p:nvPr/>
        </p:nvSpPr>
        <p:spPr>
          <a:xfrm xmlns:a="http://schemas.openxmlformats.org/drawingml/2006/main">
            <a:off x="8420100" y="295275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추가 요청</a:t>
            </a:r>
          </a:p>
        </p:txBody>
      </p:sp>
      <p:sp>
        <p:nvSpPr>
          <p:cNvPr id="18" name="관련 동작도&#10;확인해 주세요.">
            <a:extLst xmlns:a="http://schemas.openxmlformats.org/drawingml/2006/main">
              <a:ext uri="{FF2B5EF4-FFF2-40B4-BE49-F238E27FC236}">
                <a16:creationId xmlns:a16="http://schemas.microsoft.com/office/drawing/2014/main" id="{0415D029-85B7-4085-9DC3-962319D5769C}"/>
              </a:ext>
            </a:extLst>
          </p:cNvPr>
          <p:cNvSpPr>
            <a:spLocks xmlns:a="http://schemas.openxmlformats.org/drawingml/2006/main" noGrp="1"/>
          </p:cNvSpPr>
          <p:nvPr/>
        </p:nvSpPr>
        <p:spPr>
          <a:xfrm xmlns:a="http://schemas.openxmlformats.org/drawingml/2006/main">
            <a:off x="8420100" y="359092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관련 동작도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확인해 주세요.</a:t>
            </a:r>
          </a:p>
        </p:txBody>
      </p:sp>
      <p:sp>
        <p:nvSpPr>
          <p:cNvPr id="19" name="이 보정은 다음 작업에도 필요한 내용일까?">
            <a:extLst xmlns:a="http://schemas.openxmlformats.org/drawingml/2006/main">
              <a:ext uri="{FF2B5EF4-FFF2-40B4-BE49-F238E27FC236}">
                <a16:creationId xmlns:a16="http://schemas.microsoft.com/office/drawing/2014/main" id="{734B7219-D4A0-416B-A2BF-1E48F93DF26C}"/>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보정은 다음 작업에도 필요한 내용일까?</a:t>
            </a:r>
          </a:p>
        </p:txBody>
      </p:sp>
      <p:sp>
        <p:nvSpPr>
          <p:cNvPr id="20" name="Legacy module connection">
            <a:extLst xmlns:a="http://schemas.openxmlformats.org/drawingml/2006/main">
              <a:ext uri="{FF2B5EF4-FFF2-40B4-BE49-F238E27FC236}">
                <a16:creationId xmlns:a16="http://schemas.microsoft.com/office/drawing/2014/main" id="{36A72267-4DEE-4CED-97EB-FF1A9FBAA3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7576601"/>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CONCEPTUAL / 현재 작업의 보정과 공통 수행 체계">
            <a:extLst xmlns:a="http://schemas.openxmlformats.org/drawingml/2006/main">
              <a:ext uri="{FF2B5EF4-FFF2-40B4-BE49-F238E27FC236}">
                <a16:creationId xmlns:a16="http://schemas.microsoft.com/office/drawing/2014/main" id="{22A68454-2EEF-4AEC-9034-FDFE99C2A1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현재 작업의 보정과 공통 수행 체계</a:t>
            </a:r>
          </a:p>
        </p:txBody>
      </p:sp>
      <p:sp>
        <p:nvSpPr>
          <p:cNvPr id="2" name="S78">
            <a:extLst xmlns:a="http://schemas.openxmlformats.org/drawingml/2006/main">
              <a:ext uri="{FF2B5EF4-FFF2-40B4-BE49-F238E27FC236}">
                <a16:creationId xmlns:a16="http://schemas.microsoft.com/office/drawing/2014/main" id="{10989E07-1A38-4D08-9546-819AD2F5C9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이번 요청은 보정해도, 공통 지침은 그대로다">
            <a:extLst xmlns:a="http://schemas.openxmlformats.org/drawingml/2006/main">
              <a:ext uri="{FF2B5EF4-FFF2-40B4-BE49-F238E27FC236}">
                <a16:creationId xmlns:a16="http://schemas.microsoft.com/office/drawing/2014/main" id="{F9B2B150-E10B-4C74-8C96-A1DBC725FC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요청은 보정해도, 공통 지침은 그대로다</a:t>
            </a:r>
          </a:p>
        </p:txBody>
      </p:sp>
      <p:sp>
        <p:nvSpPr>
          <p:cNvPr id="4" name="">
            <a:extLst xmlns:a="http://schemas.openxmlformats.org/drawingml/2006/main">
              <a:ext uri="{FF2B5EF4-FFF2-40B4-BE49-F238E27FC236}">
                <a16:creationId xmlns:a16="http://schemas.microsoft.com/office/drawing/2014/main" id="{6D7F130E-2D3F-4D9E-97B8-C366761922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앞 장의 교육용 상황을 이어서 비교 · 실제 요청·지침 변경 기록이 아님">
            <a:extLst xmlns:a="http://schemas.openxmlformats.org/drawingml/2006/main">
              <a:ext uri="{FF2B5EF4-FFF2-40B4-BE49-F238E27FC236}">
                <a16:creationId xmlns:a16="http://schemas.microsoft.com/office/drawing/2014/main" id="{15F69E06-E899-4FB5-9E8B-96316C6B83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앞 장의 교육용 상황을 이어서 비교 · 실제 요청·지침 변경 기록이 아님</a:t>
            </a:r>
          </a:p>
        </p:txBody>
      </p:sp>
      <p:sp>
        <p:nvSpPr>
          <p:cNvPr id="6" name="이번 작업 범위를 보정하는 것과 공통 체계를 바꾸는 것은 별개 · 지침이 원인이라고 확정하지 않음">
            <a:extLst xmlns:a="http://schemas.openxmlformats.org/drawingml/2006/main">
              <a:ext uri="{FF2B5EF4-FFF2-40B4-BE49-F238E27FC236}">
                <a16:creationId xmlns:a16="http://schemas.microsoft.com/office/drawing/2014/main" id="{1B759057-0F4F-4FE9-8417-34408ACD51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이번 작업 범위를 보정하는 것과 공통 체계를 바꾸는 것은 별개 · 지침이 원인이라고 확정하지 않음</a:t>
            </a:r>
          </a:p>
        </p:txBody>
      </p:sp>
      <p:sp>
        <p:nvSpPr>
          <p:cNvPr id="7" name="이번 작업의 요청">
            <a:extLst xmlns:a="http://schemas.openxmlformats.org/drawingml/2006/main">
              <a:ext uri="{FF2B5EF4-FFF2-40B4-BE49-F238E27FC236}">
                <a16:creationId xmlns:a16="http://schemas.microsoft.com/office/drawing/2014/main" id="{71F6530A-3619-4BDC-8A83-20A1BC7CCE7B}"/>
              </a:ext>
            </a:extLst>
          </p:cNvPr>
          <p:cNvSpPr>
            <a:spLocks xmlns:a="http://schemas.openxmlformats.org/drawingml/2006/main" noGrp="1"/>
          </p:cNvSpPr>
          <p:nvPr/>
        </p:nvSpPr>
        <p:spPr>
          <a:xfrm xmlns:a="http://schemas.openxmlformats.org/drawingml/2006/main">
            <a:off x="609600" y="2114550"/>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이번 작업의 요청</a:t>
            </a:r>
          </a:p>
        </p:txBody>
      </p:sp>
      <p:sp>
        <p:nvSpPr>
          <p:cNvPr id="8" name="다음에도 읽을 공통 지침">
            <a:extLst xmlns:a="http://schemas.openxmlformats.org/drawingml/2006/main">
              <a:ext uri="{FF2B5EF4-FFF2-40B4-BE49-F238E27FC236}">
                <a16:creationId xmlns:a16="http://schemas.microsoft.com/office/drawing/2014/main" id="{DB97032F-E7BA-4BC7-9A1F-3F60D9133F5F}"/>
              </a:ext>
            </a:extLst>
          </p:cNvPr>
          <p:cNvSpPr>
            <a:spLocks xmlns:a="http://schemas.openxmlformats.org/drawingml/2006/main" noGrp="1"/>
          </p:cNvSpPr>
          <p:nvPr/>
        </p:nvSpPr>
        <p:spPr>
          <a:xfrm xmlns:a="http://schemas.openxmlformats.org/drawingml/2006/main">
            <a:off x="6705600" y="2114550"/>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다음에도 읽을 공통 지침</a:t>
            </a:r>
          </a:p>
        </p:txBody>
      </p:sp>
      <p:sp>
        <p:nvSpPr>
          <p:cNvPr id="9" name="">
            <a:extLst xmlns:a="http://schemas.openxmlformats.org/drawingml/2006/main">
              <a:ext uri="{FF2B5EF4-FFF2-40B4-BE49-F238E27FC236}">
                <a16:creationId xmlns:a16="http://schemas.microsoft.com/office/drawing/2014/main" id="{4D08F172-700A-4BDB-82A9-8BF94907044E}"/>
              </a:ext>
            </a:extLst>
          </p:cNvPr>
          <p:cNvSpPr>
            <a:spLocks xmlns:a="http://schemas.openxmlformats.org/drawingml/2006/main" noGrp="1"/>
          </p:cNvSpPr>
          <p:nvPr/>
        </p:nvSpPr>
        <p:spPr>
          <a:xfrm xmlns:a="http://schemas.openxmlformats.org/drawingml/2006/main">
            <a:off x="609600" y="2752725"/>
            <a:ext cx="4876800" cy="20574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관련 동작도&#10;확인해 주세요.">
            <a:extLst xmlns:a="http://schemas.openxmlformats.org/drawingml/2006/main">
              <a:ext uri="{FF2B5EF4-FFF2-40B4-BE49-F238E27FC236}">
                <a16:creationId xmlns:a16="http://schemas.microsoft.com/office/drawing/2014/main" id="{FDDA8BC8-14D0-4E6C-8283-35517AC61813}"/>
              </a:ext>
            </a:extLst>
          </p:cNvPr>
          <p:cNvSpPr>
            <a:spLocks xmlns:a="http://schemas.openxmlformats.org/drawingml/2006/main" noGrp="1"/>
          </p:cNvSpPr>
          <p:nvPr/>
        </p:nvSpPr>
        <p:spPr>
          <a:xfrm xmlns:a="http://schemas.openxmlformats.org/drawingml/2006/main">
            <a:off x="838200" y="3000375"/>
            <a:ext cx="44196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관련 동작도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확인해 주세요.</a:t>
            </a:r>
          </a:p>
        </p:txBody>
      </p:sp>
      <p:sp>
        <p:nvSpPr>
          <p:cNvPr id="11" name="현재 작업의 검증 범위를 보정">
            <a:extLst xmlns:a="http://schemas.openxmlformats.org/drawingml/2006/main">
              <a:ext uri="{FF2B5EF4-FFF2-40B4-BE49-F238E27FC236}">
                <a16:creationId xmlns:a16="http://schemas.microsoft.com/office/drawing/2014/main" id="{11F214C4-6140-41CD-A1B0-9F7906871229}"/>
              </a:ext>
            </a:extLst>
          </p:cNvPr>
          <p:cNvSpPr>
            <a:spLocks xmlns:a="http://schemas.openxmlformats.org/drawingml/2006/main" noGrp="1"/>
          </p:cNvSpPr>
          <p:nvPr/>
        </p:nvSpPr>
        <p:spPr>
          <a:xfrm xmlns:a="http://schemas.openxmlformats.org/drawingml/2006/main">
            <a:off x="838200" y="4229100"/>
            <a:ext cx="4419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현재 작업의 검증 범위를 보정</a:t>
            </a:r>
          </a:p>
        </p:txBody>
      </p:sp>
      <p:sp>
        <p:nvSpPr>
          <p:cNvPr id="12" name="">
            <a:extLst xmlns:a="http://schemas.openxmlformats.org/drawingml/2006/main">
              <a:ext uri="{FF2B5EF4-FFF2-40B4-BE49-F238E27FC236}">
                <a16:creationId xmlns:a16="http://schemas.microsoft.com/office/drawing/2014/main" id="{5F90B0A2-5D77-4778-9336-814E66A12DD9}"/>
              </a:ext>
            </a:extLst>
          </p:cNvPr>
          <p:cNvSpPr>
            <a:spLocks xmlns:a="http://schemas.openxmlformats.org/drawingml/2006/main" noGrp="1"/>
          </p:cNvSpPr>
          <p:nvPr/>
        </p:nvSpPr>
        <p:spPr>
          <a:xfrm xmlns:a="http://schemas.openxmlformats.org/drawingml/2006/main">
            <a:off x="6705600" y="2752725"/>
            <a:ext cx="4876800" cy="205740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3" name="이전 수행 방법 그대로">
            <a:extLst xmlns:a="http://schemas.openxmlformats.org/drawingml/2006/main">
              <a:ext uri="{FF2B5EF4-FFF2-40B4-BE49-F238E27FC236}">
                <a16:creationId xmlns:a16="http://schemas.microsoft.com/office/drawing/2014/main" id="{1616EFFA-776B-46B7-BA4C-206B17666BD9}"/>
              </a:ext>
            </a:extLst>
          </p:cNvPr>
          <p:cNvSpPr>
            <a:spLocks xmlns:a="http://schemas.openxmlformats.org/drawingml/2006/main" noGrp="1"/>
          </p:cNvSpPr>
          <p:nvPr/>
        </p:nvSpPr>
        <p:spPr>
          <a:xfrm xmlns:a="http://schemas.openxmlformats.org/drawingml/2006/main">
            <a:off x="6934200" y="3276600"/>
            <a:ext cx="441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이전 수행 방법 그대로</a:t>
            </a:r>
          </a:p>
        </p:txBody>
      </p:sp>
      <p:sp>
        <p:nvSpPr>
          <p:cNvPr id="14" name="공통 지침은 따로 갱신하지 않은 가정">
            <a:extLst xmlns:a="http://schemas.openxmlformats.org/drawingml/2006/main">
              <a:ext uri="{FF2B5EF4-FFF2-40B4-BE49-F238E27FC236}">
                <a16:creationId xmlns:a16="http://schemas.microsoft.com/office/drawing/2014/main" id="{6AEAA1C1-988A-4C2D-80F5-40180BECB5C1}"/>
              </a:ext>
            </a:extLst>
          </p:cNvPr>
          <p:cNvSpPr>
            <a:spLocks xmlns:a="http://schemas.openxmlformats.org/drawingml/2006/main" noGrp="1"/>
          </p:cNvSpPr>
          <p:nvPr/>
        </p:nvSpPr>
        <p:spPr>
          <a:xfrm xmlns:a="http://schemas.openxmlformats.org/drawingml/2006/main">
            <a:off x="6934200" y="4229100"/>
            <a:ext cx="4419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공통 지침은 따로 갱신하지 않은 가정</a:t>
            </a:r>
          </a:p>
        </p:txBody>
      </p:sp>
      <p:sp>
        <p:nvSpPr>
          <p:cNvPr id="15" name="대화에서 바로잡은 내용이, 공통 체계에 자동 반영되지는 않는다">
            <a:extLst xmlns:a="http://schemas.openxmlformats.org/drawingml/2006/main">
              <a:ext uri="{FF2B5EF4-FFF2-40B4-BE49-F238E27FC236}">
                <a16:creationId xmlns:a16="http://schemas.microsoft.com/office/drawing/2014/main" id="{3B9D84F0-65FB-4AA1-8647-3ED355493CB1}"/>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대화에서 바로잡은 내용이, 공통 체계에 자동 반영되지는 않는다</a:t>
            </a:r>
          </a:p>
        </p:txBody>
      </p:sp>
      <p:sp>
        <p:nvSpPr>
          <p:cNvPr id="16" name="Legacy module connection">
            <a:extLst xmlns:a="http://schemas.openxmlformats.org/drawingml/2006/main">
              <a:ext uri="{FF2B5EF4-FFF2-40B4-BE49-F238E27FC236}">
                <a16:creationId xmlns:a16="http://schemas.microsoft.com/office/drawing/2014/main" id="{756D79C3-7669-4144-925D-FC3BB3D43B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36255490"/>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CONCEPTUAL / 다음 작업에 돌아오지 않는 경험">
            <a:extLst xmlns:a="http://schemas.openxmlformats.org/drawingml/2006/main">
              <a:ext uri="{FF2B5EF4-FFF2-40B4-BE49-F238E27FC236}">
                <a16:creationId xmlns:a16="http://schemas.microsoft.com/office/drawing/2014/main" id="{402167E8-9970-4331-823B-B139441770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CONCEPTUAL / 다음 작업에 돌아오지 않는 경험</a:t>
            </a:r>
          </a:p>
        </p:txBody>
      </p:sp>
      <p:sp>
        <p:nvSpPr>
          <p:cNvPr id="2" name="S79">
            <a:extLst xmlns:a="http://schemas.openxmlformats.org/drawingml/2006/main">
              <a:ext uri="{FF2B5EF4-FFF2-40B4-BE49-F238E27FC236}">
                <a16:creationId xmlns:a16="http://schemas.microsoft.com/office/drawing/2014/main" id="{48CAFEC7-6F36-4826-89E8-BC751A66B3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다음 작업에서도 같은 보정이 반복된다면?">
            <a:extLst xmlns:a="http://schemas.openxmlformats.org/drawingml/2006/main">
              <a:ext uri="{FF2B5EF4-FFF2-40B4-BE49-F238E27FC236}">
                <a16:creationId xmlns:a16="http://schemas.microsoft.com/office/drawing/2014/main" id="{5711DC32-3AB7-4ED0-8F13-28DF541CBF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같은 보정이 반복된다면?</a:t>
            </a:r>
          </a:p>
        </p:txBody>
      </p:sp>
      <p:sp>
        <p:nvSpPr>
          <p:cNvPr id="4" name="">
            <a:extLst xmlns:a="http://schemas.openxmlformats.org/drawingml/2006/main">
              <a:ext uri="{FF2B5EF4-FFF2-40B4-BE49-F238E27FC236}">
                <a16:creationId xmlns:a16="http://schemas.microsoft.com/office/drawing/2014/main" id="{178411FD-C059-4C1D-AEFB-32F8797CEC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반복 도식 · 작업 A/B/C는 실제 Trial이나 Subagent 실행이 아님">
            <a:extLst xmlns:a="http://schemas.openxmlformats.org/drawingml/2006/main">
              <a:ext uri="{FF2B5EF4-FFF2-40B4-BE49-F238E27FC236}">
                <a16:creationId xmlns:a16="http://schemas.microsoft.com/office/drawing/2014/main" id="{A767933A-908E-4A62-BAE2-DCAF1DE778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반복 도식 · 작업 A/B/C는 실제 Trial이나 Subagent 실행이 아님</a:t>
            </a:r>
          </a:p>
        </p:txBody>
      </p:sp>
      <p:sp>
        <p:nvSpPr>
          <p:cNvPr id="6" name="반복 횟수·토큰·시간·성공률을 측정한 결과가 아님 · 공통 지침을 갱신하지 않은 상황의 설명">
            <a:extLst xmlns:a="http://schemas.openxmlformats.org/drawingml/2006/main">
              <a:ext uri="{FF2B5EF4-FFF2-40B4-BE49-F238E27FC236}">
                <a16:creationId xmlns:a16="http://schemas.microsoft.com/office/drawing/2014/main" id="{1E4166CE-9222-4E5F-9F9D-FA0F767335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반복 횟수·토큰·시간·성공률을 측정한 결과가 아님 · 공통 지침을 갱신하지 않은 상황의 설명</a:t>
            </a:r>
          </a:p>
        </p:txBody>
      </p:sp>
      <p:sp>
        <p:nvSpPr>
          <p:cNvPr id="7" name="">
            <a:extLst xmlns:a="http://schemas.openxmlformats.org/drawingml/2006/main">
              <a:ext uri="{FF2B5EF4-FFF2-40B4-BE49-F238E27FC236}">
                <a16:creationId xmlns:a16="http://schemas.microsoft.com/office/drawing/2014/main" id="{909BD824-EF9E-4EBD-B68D-89BF807B38A5}"/>
              </a:ext>
            </a:extLst>
          </p:cNvPr>
          <p:cNvSpPr>
            <a:spLocks xmlns:a="http://schemas.openxmlformats.org/drawingml/2006/main" noGrp="1"/>
          </p:cNvSpPr>
          <p:nvPr/>
        </p:nvSpPr>
        <p:spPr>
          <a:xfrm xmlns:a="http://schemas.openxmlformats.org/drawingml/2006/main">
            <a:off x="609600" y="1943100"/>
            <a:ext cx="10972800" cy="581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다음 작업이 읽는 공통 수행 지침은 그대로">
            <a:extLst xmlns:a="http://schemas.openxmlformats.org/drawingml/2006/main">
              <a:ext uri="{FF2B5EF4-FFF2-40B4-BE49-F238E27FC236}">
                <a16:creationId xmlns:a16="http://schemas.microsoft.com/office/drawing/2014/main" id="{AAD636CB-BB58-40C4-9671-E0EC36DBEC53}"/>
              </a:ext>
            </a:extLst>
          </p:cNvPr>
          <p:cNvSpPr>
            <a:spLocks xmlns:a="http://schemas.openxmlformats.org/drawingml/2006/main" noGrp="1"/>
          </p:cNvSpPr>
          <p:nvPr/>
        </p:nvSpPr>
        <p:spPr>
          <a:xfrm xmlns:a="http://schemas.openxmlformats.org/drawingml/2006/main">
            <a:off x="800100" y="2038350"/>
            <a:ext cx="10591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다음 작업이 읽는 공통 수행 지침은 그대로</a:t>
            </a:r>
          </a:p>
        </p:txBody>
      </p:sp>
      <p:sp>
        <p:nvSpPr>
          <p:cNvPr id="9" name="">
            <a:extLst xmlns:a="http://schemas.openxmlformats.org/drawingml/2006/main">
              <a:ext uri="{FF2B5EF4-FFF2-40B4-BE49-F238E27FC236}">
                <a16:creationId xmlns:a16="http://schemas.microsoft.com/office/drawing/2014/main" id="{B3841ACB-665F-414C-BF19-361525DD2011}"/>
              </a:ext>
            </a:extLst>
          </p:cNvPr>
          <p:cNvSpPr>
            <a:spLocks xmlns:a="http://schemas.openxmlformats.org/drawingml/2006/main" noGrp="1"/>
          </p:cNvSpPr>
          <p:nvPr/>
        </p:nvSpPr>
        <p:spPr>
          <a:xfrm xmlns:a="http://schemas.openxmlformats.org/drawingml/2006/main">
            <a:off x="60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작업 A">
            <a:extLst xmlns:a="http://schemas.openxmlformats.org/drawingml/2006/main">
              <a:ext uri="{FF2B5EF4-FFF2-40B4-BE49-F238E27FC236}">
                <a16:creationId xmlns:a16="http://schemas.microsoft.com/office/drawing/2014/main" id="{F4F60D7B-075F-4056-8448-FF3137D44AA6}"/>
              </a:ext>
            </a:extLst>
          </p:cNvPr>
          <p:cNvSpPr>
            <a:spLocks xmlns:a="http://schemas.openxmlformats.org/drawingml/2006/main" noGrp="1"/>
          </p:cNvSpPr>
          <p:nvPr/>
        </p:nvSpPr>
        <p:spPr>
          <a:xfrm xmlns:a="http://schemas.openxmlformats.org/drawingml/2006/main">
            <a:off x="78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A</a:t>
            </a:r>
          </a:p>
        </p:txBody>
      </p:sp>
      <p:cxnSp>
        <p:nvCxnSpPr>
          <p:cNvPr id="11" name="">
            <a:extLst xmlns:a="http://schemas.openxmlformats.org/drawingml/2006/main">
              <a:ext uri="{FF2B5EF4-FFF2-40B4-BE49-F238E27FC236}">
                <a16:creationId xmlns:a16="http://schemas.microsoft.com/office/drawing/2014/main" id="{72D70FF9-2B6F-4502-8733-B334CFF977D7}"/>
              </a:ext>
            </a:extLst>
          </p:cNvPr>
          <p:cNvCxnSpPr/>
          <p:nvPr/>
        </p:nvCxnSpPr>
        <p:spPr>
          <a:xfrm xmlns:a="http://schemas.openxmlformats.org/drawingml/2006/main">
            <a:off x="228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2" name="">
            <a:extLst xmlns:a="http://schemas.openxmlformats.org/drawingml/2006/main">
              <a:ext uri="{FF2B5EF4-FFF2-40B4-BE49-F238E27FC236}">
                <a16:creationId xmlns:a16="http://schemas.microsoft.com/office/drawing/2014/main" id="{B02F1537-7C47-4340-8F67-0B624FF8DC3F}"/>
              </a:ext>
            </a:extLst>
          </p:cNvPr>
          <p:cNvSpPr>
            <a:spLocks xmlns:a="http://schemas.openxmlformats.org/drawingml/2006/main" noGrp="1"/>
          </p:cNvSpPr>
          <p:nvPr/>
        </p:nvSpPr>
        <p:spPr>
          <a:xfrm xmlns:a="http://schemas.openxmlformats.org/drawingml/2006/main">
            <a:off x="60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3" name="사람: 관련 동작도&#10;확인해 주세요.">
            <a:extLst xmlns:a="http://schemas.openxmlformats.org/drawingml/2006/main">
              <a:ext uri="{FF2B5EF4-FFF2-40B4-BE49-F238E27FC236}">
                <a16:creationId xmlns:a16="http://schemas.microsoft.com/office/drawing/2014/main" id="{7949C512-BE95-4045-9A51-E50F33F57857}"/>
              </a:ext>
            </a:extLst>
          </p:cNvPr>
          <p:cNvSpPr>
            <a:spLocks xmlns:a="http://schemas.openxmlformats.org/drawingml/2006/main" noGrp="1"/>
          </p:cNvSpPr>
          <p:nvPr/>
        </p:nvSpPr>
        <p:spPr>
          <a:xfrm xmlns:a="http://schemas.openxmlformats.org/drawingml/2006/main">
            <a:off x="78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cxnSp>
        <p:nvCxnSpPr>
          <p:cNvPr id="14" name="">
            <a:extLst xmlns:a="http://schemas.openxmlformats.org/drawingml/2006/main">
              <a:ext uri="{FF2B5EF4-FFF2-40B4-BE49-F238E27FC236}">
                <a16:creationId xmlns:a16="http://schemas.microsoft.com/office/drawing/2014/main" id="{6D154BA8-9BA7-4206-8B68-E9546C5B32CD}"/>
              </a:ext>
            </a:extLst>
          </p:cNvPr>
          <p:cNvCxnSpPr/>
          <p:nvPr/>
        </p:nvCxnSpPr>
        <p:spPr>
          <a:xfrm xmlns:a="http://schemas.openxmlformats.org/drawingml/2006/main">
            <a:off x="4000500" y="3248025"/>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5" name="">
            <a:extLst xmlns:a="http://schemas.openxmlformats.org/drawingml/2006/main">
              <a:ext uri="{FF2B5EF4-FFF2-40B4-BE49-F238E27FC236}">
                <a16:creationId xmlns:a16="http://schemas.microsoft.com/office/drawing/2014/main" id="{639C3319-7488-4520-80F0-1EDC572FB808}"/>
              </a:ext>
            </a:extLst>
          </p:cNvPr>
          <p:cNvSpPr>
            <a:spLocks xmlns:a="http://schemas.openxmlformats.org/drawingml/2006/main" noGrp="1"/>
          </p:cNvSpPr>
          <p:nvPr/>
        </p:nvSpPr>
        <p:spPr>
          <a:xfrm xmlns:a="http://schemas.openxmlformats.org/drawingml/2006/main">
            <a:off x="441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다음 작업 B">
            <a:extLst xmlns:a="http://schemas.openxmlformats.org/drawingml/2006/main">
              <a:ext uri="{FF2B5EF4-FFF2-40B4-BE49-F238E27FC236}">
                <a16:creationId xmlns:a16="http://schemas.microsoft.com/office/drawing/2014/main" id="{47E51A66-8C2A-41EC-98EA-9B941438F716}"/>
              </a:ext>
            </a:extLst>
          </p:cNvPr>
          <p:cNvSpPr>
            <a:spLocks xmlns:a="http://schemas.openxmlformats.org/drawingml/2006/main" noGrp="1"/>
          </p:cNvSpPr>
          <p:nvPr/>
        </p:nvSpPr>
        <p:spPr>
          <a:xfrm xmlns:a="http://schemas.openxmlformats.org/drawingml/2006/main">
            <a:off x="459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 B</a:t>
            </a:r>
          </a:p>
        </p:txBody>
      </p:sp>
      <p:cxnSp>
        <p:nvCxnSpPr>
          <p:cNvPr id="17" name="">
            <a:extLst xmlns:a="http://schemas.openxmlformats.org/drawingml/2006/main">
              <a:ext uri="{FF2B5EF4-FFF2-40B4-BE49-F238E27FC236}">
                <a16:creationId xmlns:a16="http://schemas.microsoft.com/office/drawing/2014/main" id="{AE9843C2-6F5E-4AB2-97D0-E82B188D6344}"/>
              </a:ext>
            </a:extLst>
          </p:cNvPr>
          <p:cNvCxnSpPr/>
          <p:nvPr/>
        </p:nvCxnSpPr>
        <p:spPr>
          <a:xfrm xmlns:a="http://schemas.openxmlformats.org/drawingml/2006/main">
            <a:off x="609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8" name="">
            <a:extLst xmlns:a="http://schemas.openxmlformats.org/drawingml/2006/main">
              <a:ext uri="{FF2B5EF4-FFF2-40B4-BE49-F238E27FC236}">
                <a16:creationId xmlns:a16="http://schemas.microsoft.com/office/drawing/2014/main" id="{4449D40D-FFCB-47D1-8374-ECAB9C9E19F0}"/>
              </a:ext>
            </a:extLst>
          </p:cNvPr>
          <p:cNvSpPr>
            <a:spLocks xmlns:a="http://schemas.openxmlformats.org/drawingml/2006/main" noGrp="1"/>
          </p:cNvSpPr>
          <p:nvPr/>
        </p:nvSpPr>
        <p:spPr>
          <a:xfrm xmlns:a="http://schemas.openxmlformats.org/drawingml/2006/main">
            <a:off x="441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19" name="사람: 관련 동작도&#10;확인해 주세요.">
            <a:extLst xmlns:a="http://schemas.openxmlformats.org/drawingml/2006/main">
              <a:ext uri="{FF2B5EF4-FFF2-40B4-BE49-F238E27FC236}">
                <a16:creationId xmlns:a16="http://schemas.microsoft.com/office/drawing/2014/main" id="{5F195B17-FB2C-4ADA-92C8-9D27B841F0B9}"/>
              </a:ext>
            </a:extLst>
          </p:cNvPr>
          <p:cNvSpPr>
            <a:spLocks xmlns:a="http://schemas.openxmlformats.org/drawingml/2006/main" noGrp="1"/>
          </p:cNvSpPr>
          <p:nvPr/>
        </p:nvSpPr>
        <p:spPr>
          <a:xfrm xmlns:a="http://schemas.openxmlformats.org/drawingml/2006/main">
            <a:off x="459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cxnSp>
        <p:nvCxnSpPr>
          <p:cNvPr id="20" name="">
            <a:extLst xmlns:a="http://schemas.openxmlformats.org/drawingml/2006/main">
              <a:ext uri="{FF2B5EF4-FFF2-40B4-BE49-F238E27FC236}">
                <a16:creationId xmlns:a16="http://schemas.microsoft.com/office/drawing/2014/main" id="{D2A37CF8-5C1B-4AFB-A40E-9F22A20A0991}"/>
              </a:ext>
            </a:extLst>
          </p:cNvPr>
          <p:cNvCxnSpPr/>
          <p:nvPr/>
        </p:nvCxnSpPr>
        <p:spPr>
          <a:xfrm xmlns:a="http://schemas.openxmlformats.org/drawingml/2006/main">
            <a:off x="7810500" y="3248025"/>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1" name="">
            <a:extLst xmlns:a="http://schemas.openxmlformats.org/drawingml/2006/main">
              <a:ext uri="{FF2B5EF4-FFF2-40B4-BE49-F238E27FC236}">
                <a16:creationId xmlns:a16="http://schemas.microsoft.com/office/drawing/2014/main" id="{06282857-3125-4966-9F78-E9FA247D272D}"/>
              </a:ext>
            </a:extLst>
          </p:cNvPr>
          <p:cNvSpPr>
            <a:spLocks xmlns:a="http://schemas.openxmlformats.org/drawingml/2006/main" noGrp="1"/>
          </p:cNvSpPr>
          <p:nvPr/>
        </p:nvSpPr>
        <p:spPr>
          <a:xfrm xmlns:a="http://schemas.openxmlformats.org/drawingml/2006/main">
            <a:off x="8229600" y="2905125"/>
            <a:ext cx="3352800" cy="6762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다음 작업 C">
            <a:extLst xmlns:a="http://schemas.openxmlformats.org/drawingml/2006/main">
              <a:ext uri="{FF2B5EF4-FFF2-40B4-BE49-F238E27FC236}">
                <a16:creationId xmlns:a16="http://schemas.microsoft.com/office/drawing/2014/main" id="{9A0D536F-45D0-402C-9BE9-A5E99CB2A378}"/>
              </a:ext>
            </a:extLst>
          </p:cNvPr>
          <p:cNvSpPr>
            <a:spLocks xmlns:a="http://schemas.openxmlformats.org/drawingml/2006/main" noGrp="1"/>
          </p:cNvSpPr>
          <p:nvPr/>
        </p:nvSpPr>
        <p:spPr>
          <a:xfrm xmlns:a="http://schemas.openxmlformats.org/drawingml/2006/main">
            <a:off x="8401050" y="3057525"/>
            <a:ext cx="3009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 C</a:t>
            </a:r>
          </a:p>
        </p:txBody>
      </p:sp>
      <p:cxnSp>
        <p:nvCxnSpPr>
          <p:cNvPr id="23" name="">
            <a:extLst xmlns:a="http://schemas.openxmlformats.org/drawingml/2006/main">
              <a:ext uri="{FF2B5EF4-FFF2-40B4-BE49-F238E27FC236}">
                <a16:creationId xmlns:a16="http://schemas.microsoft.com/office/drawing/2014/main" id="{DBBE0635-1F26-4633-90C6-EEDB8DDC14EC}"/>
              </a:ext>
            </a:extLst>
          </p:cNvPr>
          <p:cNvCxnSpPr/>
          <p:nvPr/>
        </p:nvCxnSpPr>
        <p:spPr>
          <a:xfrm xmlns:a="http://schemas.openxmlformats.org/drawingml/2006/main">
            <a:off x="9906000" y="3629025"/>
            <a:ext cx="0" cy="28575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B94B59F-80BA-4F5A-9B09-DBDABD574F61}"/>
              </a:ext>
            </a:extLst>
          </p:cNvPr>
          <p:cNvSpPr>
            <a:spLocks xmlns:a="http://schemas.openxmlformats.org/drawingml/2006/main" noGrp="1"/>
          </p:cNvSpPr>
          <p:nvPr/>
        </p:nvSpPr>
        <p:spPr>
          <a:xfrm xmlns:a="http://schemas.openxmlformats.org/drawingml/2006/main">
            <a:off x="8229600" y="4000500"/>
            <a:ext cx="3352800" cy="9715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dash"/>
          </a:ln>
        </p:spPr>
      </p:sp>
      <p:sp>
        <p:nvSpPr>
          <p:cNvPr id="25" name="사람: 관련 동작도&#10;확인해 주세요.">
            <a:extLst xmlns:a="http://schemas.openxmlformats.org/drawingml/2006/main">
              <a:ext uri="{FF2B5EF4-FFF2-40B4-BE49-F238E27FC236}">
                <a16:creationId xmlns:a16="http://schemas.microsoft.com/office/drawing/2014/main" id="{D3D9AFD2-1AE4-4F0F-9FC0-643FD667733E}"/>
              </a:ext>
            </a:extLst>
          </p:cNvPr>
          <p:cNvSpPr>
            <a:spLocks xmlns:a="http://schemas.openxmlformats.org/drawingml/2006/main" noGrp="1"/>
          </p:cNvSpPr>
          <p:nvPr/>
        </p:nvSpPr>
        <p:spPr>
          <a:xfrm xmlns:a="http://schemas.openxmlformats.org/drawingml/2006/main">
            <a:off x="8401050" y="4143375"/>
            <a:ext cx="30099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사람: 관련 동작도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확인해 주세요.</a:t>
            </a:r>
          </a:p>
        </p:txBody>
      </p:sp>
      <p:sp>
        <p:nvSpPr>
          <p:cNvPr id="26" name="사람은 같은 보정을 반복하고, 다음 작업의 체계는 그대로다">
            <a:extLst xmlns:a="http://schemas.openxmlformats.org/drawingml/2006/main">
              <a:ext uri="{FF2B5EF4-FFF2-40B4-BE49-F238E27FC236}">
                <a16:creationId xmlns:a16="http://schemas.microsoft.com/office/drawing/2014/main" id="{B8BED825-7D83-43E6-A880-AD85B46CF937}"/>
              </a:ext>
            </a:extLst>
          </p:cNvPr>
          <p:cNvSpPr>
            <a:spLocks xmlns:a="http://schemas.openxmlformats.org/drawingml/2006/main" noGrp="1"/>
          </p:cNvSpPr>
          <p:nvPr/>
        </p:nvSpPr>
        <p:spPr>
          <a:xfrm xmlns:a="http://schemas.openxmlformats.org/drawingml/2006/main">
            <a:off x="609600" y="52673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사람은 같은 보정을 반복하고, 다음 작업의 체계는 그대로다</a:t>
            </a:r>
          </a:p>
        </p:txBody>
      </p:sp>
      <p:sp>
        <p:nvSpPr>
          <p:cNvPr id="27" name="Legacy module connection">
            <a:extLst xmlns:a="http://schemas.openxmlformats.org/drawingml/2006/main">
              <a:ext uri="{FF2B5EF4-FFF2-40B4-BE49-F238E27FC236}">
                <a16:creationId xmlns:a16="http://schemas.microsoft.com/office/drawing/2014/main" id="{591F786C-62BB-4082-AC19-D4F043A3EA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1468794097"/>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다음 작업의 체계를 검토할 근거">
            <a:extLst xmlns:a="http://schemas.openxmlformats.org/drawingml/2006/main">
              <a:ext uri="{FF2B5EF4-FFF2-40B4-BE49-F238E27FC236}">
                <a16:creationId xmlns:a16="http://schemas.microsoft.com/office/drawing/2014/main" id="{BB4F274A-6A39-4B3B-B536-1BB7F37664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다음 작업의 체계를 검토할 근거</a:t>
            </a:r>
          </a:p>
        </p:txBody>
      </p:sp>
      <p:sp>
        <p:nvSpPr>
          <p:cNvPr id="2" name="S80">
            <a:extLst xmlns:a="http://schemas.openxmlformats.org/drawingml/2006/main">
              <a:ext uri="{FF2B5EF4-FFF2-40B4-BE49-F238E27FC236}">
                <a16:creationId xmlns:a16="http://schemas.microsoft.com/office/drawing/2014/main" id="{8019B62E-BB3D-4764-AFEC-D585ECFF6D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반복 보정을 개선으로 잇는 기록">
            <a:extLst xmlns:a="http://schemas.openxmlformats.org/drawingml/2006/main">
              <a:ext uri="{FF2B5EF4-FFF2-40B4-BE49-F238E27FC236}">
                <a16:creationId xmlns:a16="http://schemas.microsoft.com/office/drawing/2014/main" id="{663CCF9B-8DD5-412A-8DF3-0E9CED966F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보정을 개선으로 잇는 기록</a:t>
            </a:r>
          </a:p>
        </p:txBody>
      </p:sp>
      <p:sp>
        <p:nvSpPr>
          <p:cNvPr id="4" name="">
            <a:extLst xmlns:a="http://schemas.openxmlformats.org/drawingml/2006/main">
              <a:ext uri="{FF2B5EF4-FFF2-40B4-BE49-F238E27FC236}">
                <a16:creationId xmlns:a16="http://schemas.microsoft.com/office/drawing/2014/main" id="{D900A478-9AC8-4D6E-BBD6-8CB2706C66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수행 기록과 사람의 보정을 연결하는 기록 틀">
            <a:extLst xmlns:a="http://schemas.openxmlformats.org/drawingml/2006/main">
              <a:ext uri="{FF2B5EF4-FFF2-40B4-BE49-F238E27FC236}">
                <a16:creationId xmlns:a16="http://schemas.microsoft.com/office/drawing/2014/main" id="{10BA62EF-4F8D-41E4-BAAE-46C2C69D34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수행 기록과 사람의 보정을 연결하는 기록 틀</a:t>
            </a:r>
          </a:p>
        </p:txBody>
      </p:sp>
      <p:sp>
        <p:nvSpPr>
          <p:cNvPr id="6" name="원인·변경 대상은 아직 미확정 · 실제 갱신·재평가 결과나 자동 학습을 보여주는 도식이 아님">
            <a:extLst xmlns:a="http://schemas.openxmlformats.org/drawingml/2006/main">
              <a:ext uri="{FF2B5EF4-FFF2-40B4-BE49-F238E27FC236}">
                <a16:creationId xmlns:a16="http://schemas.microsoft.com/office/drawing/2014/main" id="{55A0955A-97D6-4328-A932-6AE8C1A11D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원인·변경 대상은 아직 미확정 · 실제 갱신·재평가 결과나 자동 학습을 보여주는 도식이 아님</a:t>
            </a:r>
          </a:p>
        </p:txBody>
      </p:sp>
      <p:sp>
        <p:nvSpPr>
          <p:cNvPr id="7" name="보정한 문장만 남기면, 어디를 고칠지 판단하기 어렵다">
            <a:extLst xmlns:a="http://schemas.openxmlformats.org/drawingml/2006/main">
              <a:ext uri="{FF2B5EF4-FFF2-40B4-BE49-F238E27FC236}">
                <a16:creationId xmlns:a16="http://schemas.microsoft.com/office/drawing/2014/main" id="{67A315F5-8DBF-4C35-8F57-51636FB3D5BF}"/>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보정한 문장만 남기면, 어디를 고칠지 판단하기 어렵다</a:t>
            </a:r>
          </a:p>
        </p:txBody>
      </p:sp>
      <p:sp>
        <p:nvSpPr>
          <p:cNvPr id="8" name="">
            <a:extLst xmlns:a="http://schemas.openxmlformats.org/drawingml/2006/main">
              <a:ext uri="{FF2B5EF4-FFF2-40B4-BE49-F238E27FC236}">
                <a16:creationId xmlns:a16="http://schemas.microsoft.com/office/drawing/2014/main" id="{25ECDF2E-6045-40A6-98F3-35E0C2BAF88A}"/>
              </a:ext>
            </a:extLst>
          </p:cNvPr>
          <p:cNvSpPr>
            <a:spLocks xmlns:a="http://schemas.openxmlformats.org/drawingml/2006/main" noGrp="1"/>
          </p:cNvSpPr>
          <p:nvPr/>
        </p:nvSpPr>
        <p:spPr>
          <a:xfrm xmlns:a="http://schemas.openxmlformats.org/drawingml/2006/main">
            <a:off x="609600" y="2457450"/>
            <a:ext cx="6248400" cy="26003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기준과 지침">
            <a:extLst xmlns:a="http://schemas.openxmlformats.org/drawingml/2006/main">
              <a:ext uri="{FF2B5EF4-FFF2-40B4-BE49-F238E27FC236}">
                <a16:creationId xmlns:a16="http://schemas.microsoft.com/office/drawing/2014/main" id="{63315BE7-CB19-4613-BD4E-AFB15607C051}"/>
              </a:ext>
            </a:extLst>
          </p:cNvPr>
          <p:cNvSpPr>
            <a:spLocks xmlns:a="http://schemas.openxmlformats.org/drawingml/2006/main" noGrp="1"/>
          </p:cNvSpPr>
          <p:nvPr/>
        </p:nvSpPr>
        <p:spPr>
          <a:xfrm xmlns:a="http://schemas.openxmlformats.org/drawingml/2006/main">
            <a:off x="819150" y="2676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기준과 지침</a:t>
            </a:r>
          </a:p>
        </p:txBody>
      </p:sp>
      <p:sp>
        <p:nvSpPr>
          <p:cNvPr id="10" name="무엇을 지키고 어떻게 일해야 했나?">
            <a:extLst xmlns:a="http://schemas.openxmlformats.org/drawingml/2006/main">
              <a:ext uri="{FF2B5EF4-FFF2-40B4-BE49-F238E27FC236}">
                <a16:creationId xmlns:a16="http://schemas.microsoft.com/office/drawing/2014/main" id="{A65B0280-0CE0-47DA-8DA5-981AFCB0410C}"/>
              </a:ext>
            </a:extLst>
          </p:cNvPr>
          <p:cNvSpPr>
            <a:spLocks xmlns:a="http://schemas.openxmlformats.org/drawingml/2006/main" noGrp="1"/>
          </p:cNvSpPr>
          <p:nvPr/>
        </p:nvSpPr>
        <p:spPr>
          <a:xfrm xmlns:a="http://schemas.openxmlformats.org/drawingml/2006/main">
            <a:off x="2667000" y="2676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무엇을 지키고 어떻게 일해야 했나?</a:t>
            </a:r>
          </a:p>
        </p:txBody>
      </p:sp>
      <p:sp>
        <p:nvSpPr>
          <p:cNvPr id="11" name="">
            <a:extLst xmlns:a="http://schemas.openxmlformats.org/drawingml/2006/main">
              <a:ext uri="{FF2B5EF4-FFF2-40B4-BE49-F238E27FC236}">
                <a16:creationId xmlns:a16="http://schemas.microsoft.com/office/drawing/2014/main" id="{BAE06596-2F34-4FA6-B4B5-90516882FDB6}"/>
              </a:ext>
            </a:extLst>
          </p:cNvPr>
          <p:cNvSpPr>
            <a:spLocks xmlns:a="http://schemas.openxmlformats.org/drawingml/2006/main" noGrp="1"/>
          </p:cNvSpPr>
          <p:nvPr/>
        </p:nvSpPr>
        <p:spPr>
          <a:xfrm xmlns:a="http://schemas.openxmlformats.org/drawingml/2006/main">
            <a:off x="819150" y="3362325"/>
            <a:ext cx="5829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실제 수행">
            <a:extLst xmlns:a="http://schemas.openxmlformats.org/drawingml/2006/main">
              <a:ext uri="{FF2B5EF4-FFF2-40B4-BE49-F238E27FC236}">
                <a16:creationId xmlns:a16="http://schemas.microsoft.com/office/drawing/2014/main" id="{2358E264-DB29-436E-A48C-2E5700DE1170}"/>
              </a:ext>
            </a:extLst>
          </p:cNvPr>
          <p:cNvSpPr>
            <a:spLocks xmlns:a="http://schemas.openxmlformats.org/drawingml/2006/main" noGrp="1"/>
          </p:cNvSpPr>
          <p:nvPr/>
        </p:nvSpPr>
        <p:spPr>
          <a:xfrm xmlns:a="http://schemas.openxmlformats.org/drawingml/2006/main">
            <a:off x="819150" y="3438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실제 수행</a:t>
            </a:r>
          </a:p>
        </p:txBody>
      </p:sp>
      <p:sp>
        <p:nvSpPr>
          <p:cNvPr id="13" name="어디까지 실행·확인했나?">
            <a:extLst xmlns:a="http://schemas.openxmlformats.org/drawingml/2006/main">
              <a:ext uri="{FF2B5EF4-FFF2-40B4-BE49-F238E27FC236}">
                <a16:creationId xmlns:a16="http://schemas.microsoft.com/office/drawing/2014/main" id="{15A6FC4B-A621-46F8-A4BA-E208B4238C91}"/>
              </a:ext>
            </a:extLst>
          </p:cNvPr>
          <p:cNvSpPr>
            <a:spLocks xmlns:a="http://schemas.openxmlformats.org/drawingml/2006/main" noGrp="1"/>
          </p:cNvSpPr>
          <p:nvPr/>
        </p:nvSpPr>
        <p:spPr>
          <a:xfrm xmlns:a="http://schemas.openxmlformats.org/drawingml/2006/main">
            <a:off x="2667000" y="3438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어디까지 실행·확인했나?</a:t>
            </a:r>
          </a:p>
        </p:txBody>
      </p:sp>
      <p:sp>
        <p:nvSpPr>
          <p:cNvPr id="14" name="">
            <a:extLst xmlns:a="http://schemas.openxmlformats.org/drawingml/2006/main">
              <a:ext uri="{FF2B5EF4-FFF2-40B4-BE49-F238E27FC236}">
                <a16:creationId xmlns:a16="http://schemas.microsoft.com/office/drawing/2014/main" id="{7A2BAEDA-F2F4-461C-9D28-97E001D3A02F}"/>
              </a:ext>
            </a:extLst>
          </p:cNvPr>
          <p:cNvSpPr>
            <a:spLocks xmlns:a="http://schemas.openxmlformats.org/drawingml/2006/main" noGrp="1"/>
          </p:cNvSpPr>
          <p:nvPr/>
        </p:nvSpPr>
        <p:spPr>
          <a:xfrm xmlns:a="http://schemas.openxmlformats.org/drawingml/2006/main">
            <a:off x="819150" y="4124325"/>
            <a:ext cx="5829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사람의 보정">
            <a:extLst xmlns:a="http://schemas.openxmlformats.org/drawingml/2006/main">
              <a:ext uri="{FF2B5EF4-FFF2-40B4-BE49-F238E27FC236}">
                <a16:creationId xmlns:a16="http://schemas.microsoft.com/office/drawing/2014/main" id="{7DBF03B4-5770-49CC-93E8-55806F0ACA78}"/>
              </a:ext>
            </a:extLst>
          </p:cNvPr>
          <p:cNvSpPr>
            <a:spLocks xmlns:a="http://schemas.openxmlformats.org/drawingml/2006/main" noGrp="1"/>
          </p:cNvSpPr>
          <p:nvPr/>
        </p:nvSpPr>
        <p:spPr>
          <a:xfrm xmlns:a="http://schemas.openxmlformats.org/drawingml/2006/main">
            <a:off x="819150" y="4200525"/>
            <a:ext cx="1676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보정</a:t>
            </a:r>
          </a:p>
        </p:txBody>
      </p:sp>
      <p:sp>
        <p:nvSpPr>
          <p:cNvPr id="16" name="무엇을 추가로 확인하게 했나?">
            <a:extLst xmlns:a="http://schemas.openxmlformats.org/drawingml/2006/main">
              <a:ext uri="{FF2B5EF4-FFF2-40B4-BE49-F238E27FC236}">
                <a16:creationId xmlns:a16="http://schemas.microsoft.com/office/drawing/2014/main" id="{EA58F6C7-BEA8-4892-B83F-290E3C4AEB3B}"/>
              </a:ext>
            </a:extLst>
          </p:cNvPr>
          <p:cNvSpPr>
            <a:spLocks xmlns:a="http://schemas.openxmlformats.org/drawingml/2006/main" noGrp="1"/>
          </p:cNvSpPr>
          <p:nvPr/>
        </p:nvSpPr>
        <p:spPr>
          <a:xfrm xmlns:a="http://schemas.openxmlformats.org/drawingml/2006/main">
            <a:off x="2667000" y="4200525"/>
            <a:ext cx="3962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무엇을 추가로 확인하게 했나?</a:t>
            </a:r>
          </a:p>
        </p:txBody>
      </p:sp>
      <p:cxnSp>
        <p:nvCxnSpPr>
          <p:cNvPr id="17" name="">
            <a:extLst xmlns:a="http://schemas.openxmlformats.org/drawingml/2006/main">
              <a:ext uri="{FF2B5EF4-FFF2-40B4-BE49-F238E27FC236}">
                <a16:creationId xmlns:a16="http://schemas.microsoft.com/office/drawing/2014/main" id="{55C18983-7C9D-4187-8BA6-D16A63EC12F4}"/>
              </a:ext>
            </a:extLst>
          </p:cNvPr>
          <p:cNvCxnSpPr/>
          <p:nvPr/>
        </p:nvCxnSpPr>
        <p:spPr>
          <a:xfrm xmlns:a="http://schemas.openxmlformats.org/drawingml/2006/main">
            <a:off x="6953250" y="3752850"/>
            <a:ext cx="1066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8" name="원인은 무엇일까?">
            <a:extLst xmlns:a="http://schemas.openxmlformats.org/drawingml/2006/main">
              <a:ext uri="{FF2B5EF4-FFF2-40B4-BE49-F238E27FC236}">
                <a16:creationId xmlns:a16="http://schemas.microsoft.com/office/drawing/2014/main" id="{D6E6A256-9A3B-4F34-9EC9-B72A1987063B}"/>
              </a:ext>
            </a:extLst>
          </p:cNvPr>
          <p:cNvSpPr>
            <a:spLocks xmlns:a="http://schemas.openxmlformats.org/drawingml/2006/main" noGrp="1"/>
          </p:cNvSpPr>
          <p:nvPr/>
        </p:nvSpPr>
        <p:spPr>
          <a:xfrm xmlns:a="http://schemas.openxmlformats.org/drawingml/2006/main">
            <a:off x="8229600" y="26479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원인은 무엇일까?</a:t>
            </a:r>
          </a:p>
        </p:txBody>
      </p:sp>
      <p:sp>
        <p:nvSpPr>
          <p:cNvPr id="19" name="어디를 바꿀까?">
            <a:extLst xmlns:a="http://schemas.openxmlformats.org/drawingml/2006/main">
              <a:ext uri="{FF2B5EF4-FFF2-40B4-BE49-F238E27FC236}">
                <a16:creationId xmlns:a16="http://schemas.microsoft.com/office/drawing/2014/main" id="{5C77CCC4-A42C-4001-919A-4ED89532C01E}"/>
              </a:ext>
            </a:extLst>
          </p:cNvPr>
          <p:cNvSpPr>
            <a:spLocks xmlns:a="http://schemas.openxmlformats.org/drawingml/2006/main" noGrp="1"/>
          </p:cNvSpPr>
          <p:nvPr/>
        </p:nvSpPr>
        <p:spPr>
          <a:xfrm xmlns:a="http://schemas.openxmlformats.org/drawingml/2006/main">
            <a:off x="8229600" y="34861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어디를 바꿀까?</a:t>
            </a:r>
          </a:p>
        </p:txBody>
      </p:sp>
      <p:sp>
        <p:nvSpPr>
          <p:cNvPr id="20" name="무엇으로 다시 확인할까?">
            <a:extLst xmlns:a="http://schemas.openxmlformats.org/drawingml/2006/main">
              <a:ext uri="{FF2B5EF4-FFF2-40B4-BE49-F238E27FC236}">
                <a16:creationId xmlns:a16="http://schemas.microsoft.com/office/drawing/2014/main" id="{C5329B36-6B06-4892-A5A4-C77A38BB1139}"/>
              </a:ext>
            </a:extLst>
          </p:cNvPr>
          <p:cNvSpPr>
            <a:spLocks xmlns:a="http://schemas.openxmlformats.org/drawingml/2006/main" noGrp="1"/>
          </p:cNvSpPr>
          <p:nvPr/>
        </p:nvSpPr>
        <p:spPr>
          <a:xfrm xmlns:a="http://schemas.openxmlformats.org/drawingml/2006/main">
            <a:off x="8229600" y="4324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무엇으로 다시 확인할까?</a:t>
            </a:r>
          </a:p>
        </p:txBody>
      </p:sp>
      <p:sp>
        <p:nvSpPr>
          <p:cNvPr id="21" name="기록을 근거로, 다음 작업에 쓸 체계를 검토해야 한다">
            <a:extLst xmlns:a="http://schemas.openxmlformats.org/drawingml/2006/main">
              <a:ext uri="{FF2B5EF4-FFF2-40B4-BE49-F238E27FC236}">
                <a16:creationId xmlns:a16="http://schemas.microsoft.com/office/drawing/2014/main" id="{3C82F4BA-DE5C-482E-A89E-15A1C7CB70B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기록을 근거로, 다음 작업에 쓸 체계를 검토해야 한다</a:t>
            </a:r>
          </a:p>
        </p:txBody>
      </p:sp>
      <p:sp>
        <p:nvSpPr>
          <p:cNvPr id="22" name="">
            <a:extLst xmlns:a="http://schemas.openxmlformats.org/drawingml/2006/main">
              <a:ext uri="{FF2B5EF4-FFF2-40B4-BE49-F238E27FC236}">
                <a16:creationId xmlns:a16="http://schemas.microsoft.com/office/drawing/2014/main" id="{EDF78146-B4DE-4811-B191-A249CF772E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C19B7A2B-9E95-4B7E-90DC-583D4E3642B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281EB7CD-23EE-4330-881E-843D46079D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475851374"/>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내 업무의 반복 보정에서 Loop의 필요로">
            <a:extLst xmlns:a="http://schemas.openxmlformats.org/drawingml/2006/main">
              <a:ext uri="{FF2B5EF4-FFF2-40B4-BE49-F238E27FC236}">
                <a16:creationId xmlns:a16="http://schemas.microsoft.com/office/drawing/2014/main" id="{E3594BA7-1AED-4C0D-A861-38C9E72F40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 보정에서 Loop의 필요로</a:t>
            </a:r>
          </a:p>
        </p:txBody>
      </p:sp>
      <p:sp>
        <p:nvSpPr>
          <p:cNvPr id="2" name="S81">
            <a:extLst xmlns:a="http://schemas.openxmlformats.org/drawingml/2006/main">
              <a:ext uri="{FF2B5EF4-FFF2-40B4-BE49-F238E27FC236}">
                <a16:creationId xmlns:a16="http://schemas.microsoft.com/office/drawing/2014/main" id="{5FF693BB-04D3-4975-8FBE-541DCA4DD9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같은 보정을 되풀이하지 않으려면?">
            <a:extLst xmlns:a="http://schemas.openxmlformats.org/drawingml/2006/main">
              <a:ext uri="{FF2B5EF4-FFF2-40B4-BE49-F238E27FC236}">
                <a16:creationId xmlns:a16="http://schemas.microsoft.com/office/drawing/2014/main" id="{5D0FD499-9C5F-40F4-AD3B-91288EBAE9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보정을 되풀이하지 않으려면?</a:t>
            </a:r>
          </a:p>
        </p:txBody>
      </p:sp>
      <p:sp>
        <p:nvSpPr>
          <p:cNvPr id="4" name="">
            <a:extLst xmlns:a="http://schemas.openxmlformats.org/drawingml/2006/main">
              <a:ext uri="{FF2B5EF4-FFF2-40B4-BE49-F238E27FC236}">
                <a16:creationId xmlns:a16="http://schemas.microsoft.com/office/drawing/2014/main" id="{1F7E56A4-26F2-4671-A5E8-90D89AD61D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앞의 반복 상황은 교육용 가정">
            <a:extLst xmlns:a="http://schemas.openxmlformats.org/drawingml/2006/main">
              <a:ext uri="{FF2B5EF4-FFF2-40B4-BE49-F238E27FC236}">
                <a16:creationId xmlns:a16="http://schemas.microsoft.com/office/drawing/2014/main" id="{2B1674AE-EC72-46F3-9216-6167B9D71C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앞의 반복 상황은 교육용 가정</a:t>
            </a:r>
          </a:p>
        </p:txBody>
      </p:sp>
      <p:sp>
        <p:nvSpPr>
          <p:cNvPr id="6" name="어떤 원인·수정 대상·담당도 미리 확정하지 않음 · ACT 4에서 원인 확인·변경·재평가를 다룸">
            <a:extLst xmlns:a="http://schemas.openxmlformats.org/drawingml/2006/main">
              <a:ext uri="{FF2B5EF4-FFF2-40B4-BE49-F238E27FC236}">
                <a16:creationId xmlns:a16="http://schemas.microsoft.com/office/drawing/2014/main" id="{1370AB9E-FE44-41E7-A71C-721D4FE804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원인·수정 대상·담당도 미리 확정하지 않음 · ACT 4에서 원인 확인·변경·재평가를 다룸</a:t>
            </a:r>
          </a:p>
        </p:txBody>
      </p:sp>
      <p:sp>
        <p:nvSpPr>
          <p:cNvPr id="7" name="">
            <a:extLst xmlns:a="http://schemas.openxmlformats.org/drawingml/2006/main">
              <a:ext uri="{FF2B5EF4-FFF2-40B4-BE49-F238E27FC236}">
                <a16:creationId xmlns:a16="http://schemas.microsoft.com/office/drawing/2014/main" id="{B579D7DB-9060-48AD-9731-BEDA2B46700B}"/>
              </a:ext>
            </a:extLst>
          </p:cNvPr>
          <p:cNvSpPr>
            <a:spLocks xmlns:a="http://schemas.openxmlformats.org/drawingml/2006/main" noGrp="1"/>
          </p:cNvSpPr>
          <p:nvPr/>
        </p:nvSpPr>
        <p:spPr>
          <a:xfrm xmlns:a="http://schemas.openxmlformats.org/drawingml/2006/main">
            <a:off x="60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다시 알려주는 정보">
            <a:extLst xmlns:a="http://schemas.openxmlformats.org/drawingml/2006/main">
              <a:ext uri="{FF2B5EF4-FFF2-40B4-BE49-F238E27FC236}">
                <a16:creationId xmlns:a16="http://schemas.microsoft.com/office/drawing/2014/main" id="{06B53BA2-FACD-4E8F-8D00-B49F7C76DC69}"/>
              </a:ext>
            </a:extLst>
          </p:cNvPr>
          <p:cNvSpPr>
            <a:spLocks xmlns:a="http://schemas.openxmlformats.org/drawingml/2006/main" noGrp="1"/>
          </p:cNvSpPr>
          <p:nvPr/>
        </p:nvSpPr>
        <p:spPr>
          <a:xfrm xmlns:a="http://schemas.openxmlformats.org/drawingml/2006/main">
            <a:off x="78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다시 알려주는 정보</a:t>
            </a:r>
          </a:p>
        </p:txBody>
      </p:sp>
      <p:sp>
        <p:nvSpPr>
          <p:cNvPr id="9" name="현재 기준 · 참고 위치">
            <a:extLst xmlns:a="http://schemas.openxmlformats.org/drawingml/2006/main">
              <a:ext uri="{FF2B5EF4-FFF2-40B4-BE49-F238E27FC236}">
                <a16:creationId xmlns:a16="http://schemas.microsoft.com/office/drawing/2014/main" id="{788C8D63-CD49-458B-BF2E-6F87F2EC0B03}"/>
              </a:ext>
            </a:extLst>
          </p:cNvPr>
          <p:cNvSpPr>
            <a:spLocks xmlns:a="http://schemas.openxmlformats.org/drawingml/2006/main" noGrp="1"/>
          </p:cNvSpPr>
          <p:nvPr/>
        </p:nvSpPr>
        <p:spPr>
          <a:xfrm xmlns:a="http://schemas.openxmlformats.org/drawingml/2006/main">
            <a:off x="78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기준 · 참고 위치</a:t>
            </a:r>
          </a:p>
        </p:txBody>
      </p:sp>
      <p:sp>
        <p:nvSpPr>
          <p:cNvPr id="10" name="">
            <a:extLst xmlns:a="http://schemas.openxmlformats.org/drawingml/2006/main">
              <a:ext uri="{FF2B5EF4-FFF2-40B4-BE49-F238E27FC236}">
                <a16:creationId xmlns:a16="http://schemas.microsoft.com/office/drawing/2014/main" id="{81E090C3-8A86-423B-9E8E-A70A6EFC9D42}"/>
              </a:ext>
            </a:extLst>
          </p:cNvPr>
          <p:cNvSpPr>
            <a:spLocks xmlns:a="http://schemas.openxmlformats.org/drawingml/2006/main" noGrp="1"/>
          </p:cNvSpPr>
          <p:nvPr/>
        </p:nvSpPr>
        <p:spPr>
          <a:xfrm xmlns:a="http://schemas.openxmlformats.org/drawingml/2006/main">
            <a:off x="2286000" y="3000375"/>
            <a:ext cx="0" cy="314325"/>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ACFE93EE-3592-4C41-A9B7-0579CFF857C5}"/>
              </a:ext>
            </a:extLst>
          </p:cNvPr>
          <p:cNvSpPr>
            <a:spLocks xmlns:a="http://schemas.openxmlformats.org/drawingml/2006/main" noGrp="1"/>
          </p:cNvSpPr>
          <p:nvPr/>
        </p:nvSpPr>
        <p:spPr>
          <a:xfrm xmlns:a="http://schemas.openxmlformats.org/drawingml/2006/main">
            <a:off x="441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다시 지시하는 절차">
            <a:extLst xmlns:a="http://schemas.openxmlformats.org/drawingml/2006/main">
              <a:ext uri="{FF2B5EF4-FFF2-40B4-BE49-F238E27FC236}">
                <a16:creationId xmlns:a16="http://schemas.microsoft.com/office/drawing/2014/main" id="{321328FC-1D49-4BC9-8630-F636BF3D62C5}"/>
              </a:ext>
            </a:extLst>
          </p:cNvPr>
          <p:cNvSpPr>
            <a:spLocks xmlns:a="http://schemas.openxmlformats.org/drawingml/2006/main" noGrp="1"/>
          </p:cNvSpPr>
          <p:nvPr/>
        </p:nvSpPr>
        <p:spPr>
          <a:xfrm xmlns:a="http://schemas.openxmlformats.org/drawingml/2006/main">
            <a:off x="459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다시 지시하는 절차</a:t>
            </a:r>
          </a:p>
        </p:txBody>
      </p:sp>
      <p:sp>
        <p:nvSpPr>
          <p:cNvPr id="13" name="조사 · 변경 · 보고">
            <a:extLst xmlns:a="http://schemas.openxmlformats.org/drawingml/2006/main">
              <a:ext uri="{FF2B5EF4-FFF2-40B4-BE49-F238E27FC236}">
                <a16:creationId xmlns:a16="http://schemas.microsoft.com/office/drawing/2014/main" id="{AACF49C8-4951-409D-8549-38BA374C4ACA}"/>
              </a:ext>
            </a:extLst>
          </p:cNvPr>
          <p:cNvSpPr>
            <a:spLocks xmlns:a="http://schemas.openxmlformats.org/drawingml/2006/main" noGrp="1"/>
          </p:cNvSpPr>
          <p:nvPr/>
        </p:nvSpPr>
        <p:spPr>
          <a:xfrm xmlns:a="http://schemas.openxmlformats.org/drawingml/2006/main">
            <a:off x="459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보고</a:t>
            </a:r>
          </a:p>
        </p:txBody>
      </p:sp>
      <p:sp>
        <p:nvSpPr>
          <p:cNvPr id="14" name="">
            <a:extLst xmlns:a="http://schemas.openxmlformats.org/drawingml/2006/main">
              <a:ext uri="{FF2B5EF4-FFF2-40B4-BE49-F238E27FC236}">
                <a16:creationId xmlns:a16="http://schemas.microsoft.com/office/drawing/2014/main" id="{7C0A0EF2-062C-4161-82E1-7C30AA72D174}"/>
              </a:ext>
            </a:extLst>
          </p:cNvPr>
          <p:cNvSpPr>
            <a:spLocks xmlns:a="http://schemas.openxmlformats.org/drawingml/2006/main" noGrp="1"/>
          </p:cNvSpPr>
          <p:nvPr/>
        </p:nvSpPr>
        <p:spPr>
          <a:xfrm xmlns:a="http://schemas.openxmlformats.org/drawingml/2006/main">
            <a:off x="6096000" y="3000375"/>
            <a:ext cx="0" cy="314325"/>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A0A0C18F-1A3B-4A7E-A07B-D4B55EDB05AB}"/>
              </a:ext>
            </a:extLst>
          </p:cNvPr>
          <p:cNvSpPr>
            <a:spLocks xmlns:a="http://schemas.openxmlformats.org/drawingml/2006/main" noGrp="1"/>
          </p:cNvSpPr>
          <p:nvPr/>
        </p:nvSpPr>
        <p:spPr>
          <a:xfrm xmlns:a="http://schemas.openxmlformats.org/drawingml/2006/main">
            <a:off x="8229600" y="2028825"/>
            <a:ext cx="3352800" cy="971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빠뜨린 확인 기준">
            <a:extLst xmlns:a="http://schemas.openxmlformats.org/drawingml/2006/main">
              <a:ext uri="{FF2B5EF4-FFF2-40B4-BE49-F238E27FC236}">
                <a16:creationId xmlns:a16="http://schemas.microsoft.com/office/drawing/2014/main" id="{DEA6BD8D-90A6-4E71-A6F8-5C666DF319EC}"/>
              </a:ext>
            </a:extLst>
          </p:cNvPr>
          <p:cNvSpPr>
            <a:spLocks xmlns:a="http://schemas.openxmlformats.org/drawingml/2006/main" noGrp="1"/>
          </p:cNvSpPr>
          <p:nvPr/>
        </p:nvSpPr>
        <p:spPr>
          <a:xfrm xmlns:a="http://schemas.openxmlformats.org/drawingml/2006/main">
            <a:off x="8401050" y="2143125"/>
            <a:ext cx="300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빠뜨린 확인 기준</a:t>
            </a:r>
          </a:p>
        </p:txBody>
      </p:sp>
      <p:sp>
        <p:nvSpPr>
          <p:cNvPr id="17" name="관련 동작 · 검증 범위">
            <a:extLst xmlns:a="http://schemas.openxmlformats.org/drawingml/2006/main">
              <a:ext uri="{FF2B5EF4-FFF2-40B4-BE49-F238E27FC236}">
                <a16:creationId xmlns:a16="http://schemas.microsoft.com/office/drawing/2014/main" id="{DE21F6D8-3AE7-4531-9222-482DBB250B1D}"/>
              </a:ext>
            </a:extLst>
          </p:cNvPr>
          <p:cNvSpPr>
            <a:spLocks xmlns:a="http://schemas.openxmlformats.org/drawingml/2006/main" noGrp="1"/>
          </p:cNvSpPr>
          <p:nvPr/>
        </p:nvSpPr>
        <p:spPr>
          <a:xfrm xmlns:a="http://schemas.openxmlformats.org/drawingml/2006/main">
            <a:off x="8401050" y="25717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관련 동작 · 검증 범위</a:t>
            </a:r>
          </a:p>
        </p:txBody>
      </p:sp>
      <p:sp>
        <p:nvSpPr>
          <p:cNvPr id="18" name="">
            <a:extLst xmlns:a="http://schemas.openxmlformats.org/drawingml/2006/main">
              <a:ext uri="{FF2B5EF4-FFF2-40B4-BE49-F238E27FC236}">
                <a16:creationId xmlns:a16="http://schemas.microsoft.com/office/drawing/2014/main" id="{B1132FFA-1C7C-4A97-BB68-E964ABC86C22}"/>
              </a:ext>
            </a:extLst>
          </p:cNvPr>
          <p:cNvSpPr>
            <a:spLocks xmlns:a="http://schemas.openxmlformats.org/drawingml/2006/main" noGrp="1"/>
          </p:cNvSpPr>
          <p:nvPr/>
        </p:nvSpPr>
        <p:spPr>
          <a:xfrm xmlns:a="http://schemas.openxmlformats.org/drawingml/2006/main">
            <a:off x="9906000" y="3000375"/>
            <a:ext cx="0" cy="314325"/>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3865E219-4C74-4212-BAEA-E591CD4A471B}"/>
              </a:ext>
            </a:extLst>
          </p:cNvPr>
          <p:cNvSpPr>
            <a:spLocks xmlns:a="http://schemas.openxmlformats.org/drawingml/2006/main" noGrp="1"/>
          </p:cNvSpPr>
          <p:nvPr/>
        </p:nvSpPr>
        <p:spPr>
          <a:xfrm xmlns:a="http://schemas.openxmlformats.org/drawingml/2006/main">
            <a:off x="2286000" y="3314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4D3A3BE-BC74-4303-B568-63C9169CE4EA}"/>
              </a:ext>
            </a:extLst>
          </p:cNvPr>
          <p:cNvCxnSpPr/>
          <p:nvPr/>
        </p:nvCxnSpPr>
        <p:spPr>
          <a:xfrm xmlns:a="http://schemas.openxmlformats.org/drawingml/2006/main">
            <a:off x="6096000" y="3314700"/>
            <a:ext cx="0" cy="2190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1" name="">
            <a:extLst xmlns:a="http://schemas.openxmlformats.org/drawingml/2006/main">
              <a:ext uri="{FF2B5EF4-FFF2-40B4-BE49-F238E27FC236}">
                <a16:creationId xmlns:a16="http://schemas.microsoft.com/office/drawing/2014/main" id="{959A36B5-0EC1-46AA-9420-59C21E6B2CDB}"/>
              </a:ext>
            </a:extLst>
          </p:cNvPr>
          <p:cNvSpPr>
            <a:spLocks xmlns:a="http://schemas.openxmlformats.org/drawingml/2006/main" noGrp="1"/>
          </p:cNvSpPr>
          <p:nvPr/>
        </p:nvSpPr>
        <p:spPr>
          <a:xfrm xmlns:a="http://schemas.openxmlformats.org/drawingml/2006/main">
            <a:off x="4572000" y="3600450"/>
            <a:ext cx="3048000" cy="5238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반복 보정 하나 선택">
            <a:extLst xmlns:a="http://schemas.openxmlformats.org/drawingml/2006/main">
              <a:ext uri="{FF2B5EF4-FFF2-40B4-BE49-F238E27FC236}">
                <a16:creationId xmlns:a16="http://schemas.microsoft.com/office/drawing/2014/main" id="{E68F48B2-A3E5-4E21-B10C-8E86906821D1}"/>
              </a:ext>
            </a:extLst>
          </p:cNvPr>
          <p:cNvSpPr>
            <a:spLocks xmlns:a="http://schemas.openxmlformats.org/drawingml/2006/main" noGrp="1"/>
          </p:cNvSpPr>
          <p:nvPr/>
        </p:nvSpPr>
        <p:spPr>
          <a:xfrm xmlns:a="http://schemas.openxmlformats.org/drawingml/2006/main">
            <a:off x="4724400" y="3667125"/>
            <a:ext cx="274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반복 보정 하나 선택</a:t>
            </a:r>
          </a:p>
        </p:txBody>
      </p:sp>
      <p:sp>
        <p:nvSpPr>
          <p:cNvPr id="23" name="">
            <a:extLst xmlns:a="http://schemas.openxmlformats.org/drawingml/2006/main">
              <a:ext uri="{FF2B5EF4-FFF2-40B4-BE49-F238E27FC236}">
                <a16:creationId xmlns:a16="http://schemas.microsoft.com/office/drawing/2014/main" id="{A049CA6E-962A-441A-A54D-AC30E3760AC3}"/>
              </a:ext>
            </a:extLst>
          </p:cNvPr>
          <p:cNvSpPr>
            <a:spLocks xmlns:a="http://schemas.openxmlformats.org/drawingml/2006/main" noGrp="1"/>
          </p:cNvSpPr>
          <p:nvPr/>
        </p:nvSpPr>
        <p:spPr>
          <a:xfrm xmlns:a="http://schemas.openxmlformats.org/drawingml/2006/main">
            <a:off x="6096000" y="4124325"/>
            <a:ext cx="0" cy="180975"/>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525F7BE2-9500-4EDB-8BF1-A71ADD929129}"/>
              </a:ext>
            </a:extLst>
          </p:cNvPr>
          <p:cNvSpPr>
            <a:spLocks xmlns:a="http://schemas.openxmlformats.org/drawingml/2006/main" noGrp="1"/>
          </p:cNvSpPr>
          <p:nvPr/>
        </p:nvSpPr>
        <p:spPr>
          <a:xfrm xmlns:a="http://schemas.openxmlformats.org/drawingml/2006/main">
            <a:off x="3200400" y="43053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85122281-5004-4AB7-A394-5F5BD6925F62}"/>
              </a:ext>
            </a:extLst>
          </p:cNvPr>
          <p:cNvCxnSpPr/>
          <p:nvPr/>
        </p:nvCxnSpPr>
        <p:spPr>
          <a:xfrm xmlns:a="http://schemas.openxmlformats.org/drawingml/2006/main">
            <a:off x="3200400" y="4305300"/>
            <a:ext cx="0" cy="1809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cxnSp>
        <p:nvCxnSpPr>
          <p:cNvPr id="26" name="">
            <a:extLst xmlns:a="http://schemas.openxmlformats.org/drawingml/2006/main">
              <a:ext uri="{FF2B5EF4-FFF2-40B4-BE49-F238E27FC236}">
                <a16:creationId xmlns:a16="http://schemas.microsoft.com/office/drawing/2014/main" id="{D3B09528-D9B5-4279-907C-1762418587C8}"/>
              </a:ext>
            </a:extLst>
          </p:cNvPr>
          <p:cNvCxnSpPr/>
          <p:nvPr/>
        </p:nvCxnSpPr>
        <p:spPr>
          <a:xfrm xmlns:a="http://schemas.openxmlformats.org/drawingml/2006/main">
            <a:off x="8991600" y="4305300"/>
            <a:ext cx="0" cy="180975"/>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7" name="">
            <a:extLst xmlns:a="http://schemas.openxmlformats.org/drawingml/2006/main">
              <a:ext uri="{FF2B5EF4-FFF2-40B4-BE49-F238E27FC236}">
                <a16:creationId xmlns:a16="http://schemas.microsoft.com/office/drawing/2014/main" id="{2D00E3E6-9ACA-4978-BB42-642CC36613F1}"/>
              </a:ext>
            </a:extLst>
          </p:cNvPr>
          <p:cNvSpPr>
            <a:spLocks xmlns:a="http://schemas.openxmlformats.org/drawingml/2006/main" noGrp="1"/>
          </p:cNvSpPr>
          <p:nvPr/>
        </p:nvSpPr>
        <p:spPr>
          <a:xfrm xmlns:a="http://schemas.openxmlformats.org/drawingml/2006/main">
            <a:off x="609600" y="4562475"/>
            <a:ext cx="5181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떤 근거·출처를 볼까?">
            <a:extLst xmlns:a="http://schemas.openxmlformats.org/drawingml/2006/main">
              <a:ext uri="{FF2B5EF4-FFF2-40B4-BE49-F238E27FC236}">
                <a16:creationId xmlns:a16="http://schemas.microsoft.com/office/drawing/2014/main" id="{CCA53B9C-C3B9-4796-9449-73723B2910FC}"/>
              </a:ext>
            </a:extLst>
          </p:cNvPr>
          <p:cNvSpPr>
            <a:spLocks xmlns:a="http://schemas.openxmlformats.org/drawingml/2006/main" noGrp="1"/>
          </p:cNvSpPr>
          <p:nvPr/>
        </p:nvSpPr>
        <p:spPr>
          <a:xfrm xmlns:a="http://schemas.openxmlformats.org/drawingml/2006/main">
            <a:off x="762000" y="46577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어떤 근거·출처를 볼까?</a:t>
            </a:r>
          </a:p>
        </p:txBody>
      </p:sp>
      <p:sp>
        <p:nvSpPr>
          <p:cNvPr id="29" name="">
            <a:extLst xmlns:a="http://schemas.openxmlformats.org/drawingml/2006/main">
              <a:ext uri="{FF2B5EF4-FFF2-40B4-BE49-F238E27FC236}">
                <a16:creationId xmlns:a16="http://schemas.microsoft.com/office/drawing/2014/main" id="{D7CDD915-4AF5-4FF6-B3A5-50B83A9F82D5}"/>
              </a:ext>
            </a:extLst>
          </p:cNvPr>
          <p:cNvSpPr>
            <a:spLocks xmlns:a="http://schemas.openxmlformats.org/drawingml/2006/main" noGrp="1"/>
          </p:cNvSpPr>
          <p:nvPr/>
        </p:nvSpPr>
        <p:spPr>
          <a:xfrm xmlns:a="http://schemas.openxmlformats.org/drawingml/2006/main">
            <a:off x="6400800" y="4562475"/>
            <a:ext cx="518160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하고 다시 확인할까?">
            <a:extLst xmlns:a="http://schemas.openxmlformats.org/drawingml/2006/main">
              <a:ext uri="{FF2B5EF4-FFF2-40B4-BE49-F238E27FC236}">
                <a16:creationId xmlns:a16="http://schemas.microsoft.com/office/drawing/2014/main" id="{59E3CB29-950E-4DF5-AE18-24A6973D382F}"/>
              </a:ext>
            </a:extLst>
          </p:cNvPr>
          <p:cNvSpPr>
            <a:spLocks xmlns:a="http://schemas.openxmlformats.org/drawingml/2006/main" noGrp="1"/>
          </p:cNvSpPr>
          <p:nvPr/>
        </p:nvSpPr>
        <p:spPr>
          <a:xfrm xmlns:a="http://schemas.openxmlformats.org/drawingml/2006/main">
            <a:off x="6553200" y="46577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누가 검토하고 다시 확인할까?</a:t>
            </a:r>
          </a:p>
        </p:txBody>
      </p:sp>
      <p:sp>
        <p:nvSpPr>
          <p:cNvPr id="31" name="다음 ACT: 기록으로 원인을 확인하고, 체계를 고친 뒤 다시 평가한다">
            <a:extLst xmlns:a="http://schemas.openxmlformats.org/drawingml/2006/main">
              <a:ext uri="{FF2B5EF4-FFF2-40B4-BE49-F238E27FC236}">
                <a16:creationId xmlns:a16="http://schemas.microsoft.com/office/drawing/2014/main" id="{AD59C293-A8A7-4B92-9FF8-E57D5294D639}"/>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ACT: 기록으로 원인을 확인하고, 체계를 고친 뒤 다시 평가한다</a:t>
            </a:r>
          </a:p>
        </p:txBody>
      </p:sp>
      <p:sp>
        <p:nvSpPr>
          <p:cNvPr id="32" name="Legacy module connection">
            <a:extLst xmlns:a="http://schemas.openxmlformats.org/drawingml/2006/main">
              <a:ext uri="{FF2B5EF4-FFF2-40B4-BE49-F238E27FC236}">
                <a16:creationId xmlns:a16="http://schemas.microsoft.com/office/drawing/2014/main" id="{E93FC376-314D-4B5A-958D-7344EA8DB9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83555937"/>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4ADBD999-91D4-4CA2-809B-45817E768C1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2">
            <a:extLst xmlns:a="http://schemas.openxmlformats.org/drawingml/2006/main">
              <a:ext uri="{FF2B5EF4-FFF2-40B4-BE49-F238E27FC236}">
                <a16:creationId xmlns:a16="http://schemas.microsoft.com/office/drawing/2014/main" id="{DF87DCBD-7D8E-465D-8824-D857F7E6A1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
            <a:extLst xmlns:a="http://schemas.openxmlformats.org/drawingml/2006/main">
              <a:ext uri="{FF2B5EF4-FFF2-40B4-BE49-F238E27FC236}">
                <a16:creationId xmlns:a16="http://schemas.microsoft.com/office/drawing/2014/main" id="{5F0836D7-461F-4BB5-AD99-229A80E17943}"/>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기록과 피드백으로&#10;시스템 개선하기">
            <a:extLst xmlns:a="http://schemas.openxmlformats.org/drawingml/2006/main">
              <a:ext uri="{FF2B5EF4-FFF2-40B4-BE49-F238E27FC236}">
                <a16:creationId xmlns:a16="http://schemas.microsoft.com/office/drawing/2014/main" id="{117AF55B-21C9-410B-870E-EAD3E4B3E1C6}"/>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기록과 피드백으로</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시스템 개선하기</a:t>
            </a:r>
          </a:p>
        </p:txBody>
      </p:sp>
      <p:sp>
        <p:nvSpPr>
          <p:cNvPr id="5" name="Loop Engineering · 개선 과정 설계">
            <a:extLst xmlns:a="http://schemas.openxmlformats.org/drawingml/2006/main">
              <a:ext uri="{FF2B5EF4-FFF2-40B4-BE49-F238E27FC236}">
                <a16:creationId xmlns:a16="http://schemas.microsoft.com/office/drawing/2014/main" id="{D52E2948-C1DC-4FC3-9246-C8C9587F91FB}"/>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개선 과정 설계</a:t>
            </a:r>
          </a:p>
        </p:txBody>
      </p:sp>
      <p:sp>
        <p:nvSpPr>
          <p:cNvPr id="6" name="ChatGPT &amp; Codex · 개발자 교육">
            <a:extLst xmlns:a="http://schemas.openxmlformats.org/drawingml/2006/main">
              <a:ext uri="{FF2B5EF4-FFF2-40B4-BE49-F238E27FC236}">
                <a16:creationId xmlns:a16="http://schemas.microsoft.com/office/drawing/2014/main" id="{2B7E3EFE-52DF-4E6E-8B14-3DF3157AEE0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7BFAC623-929E-447A-8677-2B92F09621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90757419"/>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958DA341-9C64-4A3E-8ACF-14141F5420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83">
            <a:extLst xmlns:a="http://schemas.openxmlformats.org/drawingml/2006/main">
              <a:ext uri="{FF2B5EF4-FFF2-40B4-BE49-F238E27FC236}">
                <a16:creationId xmlns:a16="http://schemas.microsoft.com/office/drawing/2014/main" id="{5BBC7C61-4664-4BD5-8910-C523294FC0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확인한 성공을 유지하려면">
            <a:extLst xmlns:a="http://schemas.openxmlformats.org/drawingml/2006/main">
              <a:ext uri="{FF2B5EF4-FFF2-40B4-BE49-F238E27FC236}">
                <a16:creationId xmlns:a16="http://schemas.microsoft.com/office/drawing/2014/main" id="{ACDAED29-E3C1-4536-923D-91245BE0D9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46D53380-A7F8-46EA-BD2D-97755AD37B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DC916457-58A2-465B-9E10-D269E7E999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D2A47456-7E45-4B20-BC4E-3649134A86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B9D2017D-50B8-416A-9950-A4713B89A3C1}"/>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B133B0E5-20E7-4D74-BEF6-7F63B3BF7D7D}"/>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50E405A3-90A1-4869-B26C-6EC52ECB795B}"/>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A7D9D039-5DB8-483E-B69D-3D3ECBE80788}"/>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DB58F175-98D8-4A08-837E-7FC5D2AD2360}"/>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B2C2B8EF-60C5-48C5-8A31-43E60818F487}"/>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3C346008-2F9F-41B0-960A-5EEF5660BD49}"/>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03904963-ED3E-48F5-A3DD-82E539038C45}"/>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6F9A0B49-F1AB-43A9-B7D3-51282587EFE8}"/>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4E328778-9428-47BC-965A-21EAA3C1AC2C}"/>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9D99F9A7-5CD5-4ACC-8C16-167F32583A98}"/>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7E33B59F-5462-4811-9AF4-ABB5F3F8B28F}"/>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DF301594-6143-460B-9ED4-2AB90C7B793A}"/>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37DBEAE0-FDF1-46A3-9F44-D0646B7D6D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42222966"/>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8E9FB531-CB46-46DA-A23B-A9D390A482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84">
            <a:extLst xmlns:a="http://schemas.openxmlformats.org/drawingml/2006/main">
              <a:ext uri="{FF2B5EF4-FFF2-40B4-BE49-F238E27FC236}">
                <a16:creationId xmlns:a16="http://schemas.microsoft.com/office/drawing/2014/main" id="{664314DC-46B3-4C40-A132-A18137A190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처음에는 기준과 재사용 절차가 맞았다">
            <a:extLst xmlns:a="http://schemas.openxmlformats.org/drawingml/2006/main">
              <a:ext uri="{FF2B5EF4-FFF2-40B4-BE49-F238E27FC236}">
                <a16:creationId xmlns:a16="http://schemas.microsoft.com/office/drawing/2014/main" id="{7B9F6592-0E3A-4BD7-86CA-3C4F6D91BB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20AA3EB5-3E81-46BC-912C-48BFE1CB71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EDD6F75E-22B1-4A4B-9A8D-51B77C9A63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AAD13999-490C-4A7F-A438-21B73D5E82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CBC513FB-79E8-4159-9280-2965FCD0035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5C71C72A-C580-4B11-A12F-BDE7068AAACA}"/>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6442265B-6A99-493A-8A0F-688D57C70A86}"/>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84A19592-A8DE-4710-814F-F0A8B6BB04B5}"/>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886C01F5-3C31-40BE-9584-BA7A128289E8}"/>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8625C022-5B98-4147-8259-DA2A05680FE7}"/>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9E73CCB3-A5A0-4D59-8010-EDA6632CC243}"/>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6296D11C-D7EB-45D6-8AE3-602169D778BA}"/>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9AE7B760-2319-4EFC-8130-0E164EF07FA5}"/>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0221C185-55F6-4538-AF27-C662E7C666B2}"/>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BFC01E5B-E190-490F-B7C2-2521A85927E3}"/>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F5CED235-7C8F-4295-8D9B-BF8D822A62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80994671"/>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B2ACDF15-B22E-4E28-B9E4-9848D43A715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85">
            <a:extLst xmlns:a="http://schemas.openxmlformats.org/drawingml/2006/main">
              <a:ext uri="{FF2B5EF4-FFF2-40B4-BE49-F238E27FC236}">
                <a16:creationId xmlns:a16="http://schemas.microsoft.com/office/drawing/2014/main" id="{7289E25D-E3CD-4C73-9324-95D2CE161A9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는 바뀌고 Workflow는 남았다">
            <a:extLst xmlns:a="http://schemas.openxmlformats.org/drawingml/2006/main">
              <a:ext uri="{FF2B5EF4-FFF2-40B4-BE49-F238E27FC236}">
                <a16:creationId xmlns:a16="http://schemas.microsoft.com/office/drawing/2014/main" id="{CF99F5E3-2034-445F-BCDA-DA70D79D4B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B24C6287-F32D-4C62-8E59-47C48365E2F4}"/>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606D422E-738C-4B8F-83B5-98552D655343}"/>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BD0D10DF-AC49-4756-B4BE-1B7862BC189A}"/>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7735B248-4D00-48A9-BEEC-16041C4B8456}"/>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80FE3EC8-A505-4281-93FD-01B08D4D4B79}"/>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C00547F8-16B4-4D4C-8C94-E0244000E774}"/>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E57FE048-6832-4B0E-895D-A23C0D1E1264}"/>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D1166566-E036-4CB0-8EFA-9065AAE65397}"/>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906AFE9C-3A57-4808-BE87-A48798985879}"/>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41C7E268-83A9-48C4-B0E9-2F3CA65E4E14}"/>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E0CD4879-88C5-4E30-AAE0-ED9A76D8D6A3}"/>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77B0D2EE-861C-45E3-BCD3-8CD6DA2047DB}"/>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8235B386-BA00-4B2E-9310-63BCCDCB2721}"/>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3C507224-B1A2-4916-AC48-37B836DE977B}"/>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C4EDBBCE-AA97-48AB-93F6-15F2BE4B7080}"/>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57C11D04-6635-44E0-A014-D7EAF7987316}"/>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08337C50-4F3B-4457-82A8-3DEE8537BCEF}"/>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2012F35A-02E6-47D6-A206-18E733694CA6}"/>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A7CB786C-A505-49A7-ADA3-CFBAA2470697}"/>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508181C-DFBB-4A15-A499-BAFBBA00D4B3}"/>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F9C8AE67-7441-4AF5-A246-5DDC66C63A45}"/>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BB0D773B-43CE-471F-AAEF-BD0F365C184D}"/>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486D1765-2147-4C67-A1A8-5B84B51636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BC464409-114A-4EBA-BE99-1E5F6ED7B4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68EA98E6-108C-4C7A-A19E-FF7B639694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FFC9975D-8670-4754-B49F-B9CF72B97F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42072876"/>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E5638E27-4257-4371-A2F5-6E7714F7F3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86">
            <a:extLst xmlns:a="http://schemas.openxmlformats.org/drawingml/2006/main">
              <a:ext uri="{FF2B5EF4-FFF2-40B4-BE49-F238E27FC236}">
                <a16:creationId xmlns:a16="http://schemas.microsoft.com/office/drawing/2014/main" id="{37CC135B-4149-4142-A05E-EAC1AC90E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이번 요청과 다음 작업의 지침">
            <a:extLst xmlns:a="http://schemas.openxmlformats.org/drawingml/2006/main">
              <a:ext uri="{FF2B5EF4-FFF2-40B4-BE49-F238E27FC236}">
                <a16:creationId xmlns:a16="http://schemas.microsoft.com/office/drawing/2014/main" id="{9002F4A0-ADD9-48B2-8348-4E9FD26525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AD6B44FD-A351-4CB6-9191-3E5B1E2F94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D053AB2E-5C2F-4A1B-B4B0-4E1BD2327C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5433D25D-05B8-45DB-B491-D2CB422A73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BCB1F3BB-AA15-4E91-A8E5-C894B5EF6FE5}"/>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C4536E39-B675-4FA1-A5D5-08612726D0C2}"/>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4957393B-A961-416D-984D-50B7F4990E6B}"/>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961A93EC-9111-4057-BD35-7B96933041CF}"/>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7859B24C-CD3A-44CA-AAD3-F7EE20738A92}"/>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B82C7B8D-9C05-475D-B911-C36F8D577C70}"/>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18DF6CBE-7F1D-42AA-BF93-DA86E2730175}"/>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46860D29-0014-46F8-B49C-9B18A9F11B7F}"/>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6D87B796-35E2-4E71-AD52-0BA820174FE6}"/>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DE0FADB0-DA1A-4112-B77D-1FBFAE81EA81}"/>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77FC5100-3EF5-4C56-946C-98618814D9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480730343"/>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CONCEPTUAL / 조사할 대상과 근거">
            <a:extLst xmlns:a="http://schemas.openxmlformats.org/drawingml/2006/main">
              <a:ext uri="{FF2B5EF4-FFF2-40B4-BE49-F238E27FC236}">
                <a16:creationId xmlns:a16="http://schemas.microsoft.com/office/drawing/2014/main" id="{69A50611-2C8E-4CB9-9009-BCFDC396BA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87">
            <a:extLst xmlns:a="http://schemas.openxmlformats.org/drawingml/2006/main">
              <a:ext uri="{FF2B5EF4-FFF2-40B4-BE49-F238E27FC236}">
                <a16:creationId xmlns:a16="http://schemas.microsoft.com/office/drawing/2014/main" id="{9A26C3B9-7209-4F04-B224-B4D0039B8A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원인을 고르기 전에 확인할 기록">
            <a:extLst xmlns:a="http://schemas.openxmlformats.org/drawingml/2006/main">
              <a:ext uri="{FF2B5EF4-FFF2-40B4-BE49-F238E27FC236}">
                <a16:creationId xmlns:a16="http://schemas.microsoft.com/office/drawing/2014/main" id="{350EBAE0-B429-4C02-A680-98829C87B7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5D602B66-CB64-42A7-A6C9-07DA8DEBB4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88863122-2342-46F6-899A-A55808950E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549D1621-7618-4E33-9AFE-7944FC6571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66897D23-CE8A-48D8-A843-DAA7DCDCB449}"/>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67626627-8F55-4508-980F-2C71F3E4CFA0}"/>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90C1C4C6-7AA5-44EE-A911-DC477417AB0E}"/>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CFAE66F8-675E-4E4A-B0CF-42C115D153EC}"/>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7F74EE1E-F512-4197-907D-B317DD6B938B}"/>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82F15B75-BA91-4AF1-91CC-2E77B1740708}"/>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900DB2DF-C136-48D5-AA6B-F65E1965ECF9}"/>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A84C9A67-E670-45CC-9F3A-BC8DCC0FABF1}"/>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355005E2-4D48-40ED-BE22-486D30A3164C}"/>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3F85E494-6F5B-4CF7-94C9-0527E0D3930C}"/>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5204A551-995D-4756-83E0-E3E0AD6D4D1F}"/>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58463DA0-A008-4415-A0ED-F2455AA88493}"/>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C80B03E6-379F-4CC8-8DF7-B027180E2DF3}"/>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5C8DB2C8-4D77-4876-B655-584C5DC425B6}"/>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E7497831-CF84-4663-BDFE-5D20BDF686BC}"/>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
            <a:extLst xmlns:a="http://schemas.openxmlformats.org/drawingml/2006/main">
              <a:ext uri="{FF2B5EF4-FFF2-40B4-BE49-F238E27FC236}">
                <a16:creationId xmlns:a16="http://schemas.microsoft.com/office/drawing/2014/main" id="{37FA2132-6F80-4E92-8034-D0A124A7875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1699EC59-287B-4CB9-B793-9C9DFDACA38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4" name="Legacy module connection">
            <a:extLst xmlns:a="http://schemas.openxmlformats.org/drawingml/2006/main">
              <a:ext uri="{FF2B5EF4-FFF2-40B4-BE49-F238E27FC236}">
                <a16:creationId xmlns:a16="http://schemas.microsoft.com/office/drawing/2014/main" id="{58FC90C3-A6F0-4F56-A1C1-2B6BF11211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1828423"/>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C358994A-E2BD-4643-878F-7C07ED35E4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88">
            <a:extLst xmlns:a="http://schemas.openxmlformats.org/drawingml/2006/main">
              <a:ext uri="{FF2B5EF4-FFF2-40B4-BE49-F238E27FC236}">
                <a16:creationId xmlns:a16="http://schemas.microsoft.com/office/drawing/2014/main" id="{CF288558-A23A-4FE8-A19E-E5FA598BE7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주어진 정보와 원인 가설을 나눈다">
            <a:extLst xmlns:a="http://schemas.openxmlformats.org/drawingml/2006/main">
              <a:ext uri="{FF2B5EF4-FFF2-40B4-BE49-F238E27FC236}">
                <a16:creationId xmlns:a16="http://schemas.microsoft.com/office/drawing/2014/main" id="{0F0322DB-3DA5-43CC-87FF-302EB8F4C25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DA5BBADA-FA88-4A6F-B9D4-A9AA5961A3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CD6847FA-308D-4C4E-B8E1-E8C1143662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D419561E-412F-48A6-8C90-4AB76FA5E3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6EE32333-0D63-47C7-9B94-5209BC9CE5F9}"/>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ED09155E-20AA-4199-959E-2BC0177069EB}"/>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C8980673-A0F3-4046-97FB-FDC97EA15B2E}"/>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518EE26A-5494-4A75-8957-F24D8482BD2F}"/>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BB7AC17B-5F0F-4D15-8528-06FF09FEA150}"/>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9BB5BCB9-D8D2-44E9-8186-6E1B46344FC9}"/>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BEB31337-0DAA-46AE-86CB-DEB1A1F7EFD4}"/>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71BD9EB3-8065-43A2-ABFF-D21BDBAFB6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84762134"/>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BF1AF847-E3EC-42E5-BA39-1741074FC1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89">
            <a:extLst xmlns:a="http://schemas.openxmlformats.org/drawingml/2006/main">
              <a:ext uri="{FF2B5EF4-FFF2-40B4-BE49-F238E27FC236}">
                <a16:creationId xmlns:a16="http://schemas.microsoft.com/office/drawing/2014/main" id="{D94B8B14-0E6D-4916-A44A-5CBDE39A6F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확인한 원인에 맞춰 변경 대상을 고른다">
            <a:extLst xmlns:a="http://schemas.openxmlformats.org/drawingml/2006/main">
              <a:ext uri="{FF2B5EF4-FFF2-40B4-BE49-F238E27FC236}">
                <a16:creationId xmlns:a16="http://schemas.microsoft.com/office/drawing/2014/main" id="{5AC28F12-76F1-4C44-B665-A51070B15A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9B03A46B-CB1C-4CF4-807A-13E2F0045D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CF9BD151-812B-4CF4-AB2B-BC717AB24E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970A4B74-CF07-42F5-BE4F-F0DA3ABB9F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5BE46BF9-A781-4C22-82E9-D6505A9AAA74}"/>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DB1FBB5B-62A6-4737-A11E-B661BBFABE1C}"/>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F6FF1C6F-F077-491A-8B18-AD64B09019EF}"/>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86046D03-E1DF-4EEE-AADD-C495D227DCC0}"/>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11B37050-EFBF-49DF-9A52-D87CF1A79296}"/>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997C9227-2761-4157-8D9F-1B4A6123BBE6}"/>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71F937EA-0FAD-43F9-9C7F-7D6521FC75DF}"/>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D49BEBE1-A238-4EA0-9558-D8BEEEEE3D4D}"/>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05C3B11-19D4-4F0D-9B4D-9A048131D931}"/>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303F13D9-09D8-4C0F-927D-858EC7702844}"/>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41984839-6C98-4235-B48C-6E1045A492EB}"/>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8666DFB0-D467-4B0F-B23F-AD9388F17A71}"/>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780118D9-FE29-44FB-99BD-1F69E4C9AC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02608660"/>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DD2C604B-7494-4AAB-8FC7-29A6CBA833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90">
            <a:extLst xmlns:a="http://schemas.openxmlformats.org/drawingml/2006/main">
              <a:ext uri="{FF2B5EF4-FFF2-40B4-BE49-F238E27FC236}">
                <a16:creationId xmlns:a16="http://schemas.microsoft.com/office/drawing/2014/main" id="{5A1432A1-93E4-44EA-9A0D-B8C6D873C4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확인된 범위만 검토하고 갱신한다">
            <a:extLst xmlns:a="http://schemas.openxmlformats.org/drawingml/2006/main">
              <a:ext uri="{FF2B5EF4-FFF2-40B4-BE49-F238E27FC236}">
                <a16:creationId xmlns:a16="http://schemas.microsoft.com/office/drawing/2014/main" id="{562F59DB-5283-4965-8A30-A4671F5470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C9CD0BE9-88BC-4904-91A9-DC4F5BABB3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A52FCE0A-F0C0-410A-A57A-DFEF6B1993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7D36C159-658F-47E2-A63A-A30CD3E085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B3743DFE-9995-4218-9430-89FFECAA664C}"/>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AD8A5A54-A80C-4926-B25D-ECF265381205}"/>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95E3614C-47A8-4D72-8FA0-35EDD67DBE68}"/>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269151F3-9AA2-40C8-AF8C-71AAEDEEF1D6}"/>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619C17AA-C5E4-484C-A2DD-FA6EE6533ADA}"/>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46709F59-CB0D-406D-B212-E08560E76BFE}"/>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51E78B8F-89D6-41B5-A9F0-B5F88869C9DD}"/>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6F563269-2EDF-483F-AAF1-3D01C0F8B37B}"/>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B1E087B-44BA-4DA2-9C94-DCBB20FDA9ED}"/>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EF3BF756-700D-472C-AA94-B39159A46938}"/>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6A75ED66-0B0C-4874-887E-510713155601}"/>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33734344-8E5E-441B-A919-26740E19D82F}"/>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D81F2A5A-B86E-429F-AE0E-5CAF6201C0A8}"/>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EA382ABB-374A-46E3-93D5-F3A4F3043DE0}"/>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974600EF-CE03-44FB-990B-82AB3874C069}"/>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4E2B5C1A-6F9E-4768-99AF-0A4E474D1251}"/>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6F4018C0-291F-4F46-A090-93188475761F}"/>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99DED355-AEF9-457E-A87C-C13F2F7167E1}"/>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458BD65F-9D5E-408D-8B52-B4610CB791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94163572"/>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평가 범위">
            <a:extLst xmlns:a="http://schemas.openxmlformats.org/drawingml/2006/main">
              <a:ext uri="{FF2B5EF4-FFF2-40B4-BE49-F238E27FC236}">
                <a16:creationId xmlns:a16="http://schemas.microsoft.com/office/drawing/2014/main" id="{BD535091-7715-4417-8B2C-93391EDE34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91">
            <a:extLst xmlns:a="http://schemas.openxmlformats.org/drawingml/2006/main">
              <a:ext uri="{FF2B5EF4-FFF2-40B4-BE49-F238E27FC236}">
                <a16:creationId xmlns:a16="http://schemas.microsoft.com/office/drawing/2014/main" id="{2AE968D1-703C-43BD-8DD7-65B4579285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지침을 고친 뒤, 무엇을 다시 확인할까?">
            <a:extLst xmlns:a="http://schemas.openxmlformats.org/drawingml/2006/main">
              <a:ext uri="{FF2B5EF4-FFF2-40B4-BE49-F238E27FC236}">
                <a16:creationId xmlns:a16="http://schemas.microsoft.com/office/drawing/2014/main" id="{B073FF83-9FC1-4476-93E7-1162688103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CDF3E185-1BBC-4579-8EAC-29523CFC81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F2F74143-A2EC-463A-9880-F7B3F51777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E7482CB2-BB6D-46FF-8229-CC6BDFB1E7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D7A0ADF4-0807-4FAB-BCE3-64E3C622E953}"/>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C0F8D862-EE0D-44C9-B82B-1CC27E59C883}"/>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6629D84C-C7EF-47C6-B5CC-030ACA8E252B}"/>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4B9E141E-194B-4B87-8A1D-0D8601D32477}"/>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B09BA70A-2082-4BF8-9484-C9101EEA73F0}"/>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5DBD18DF-C4EF-425A-8A9C-B976758C0052}"/>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F5022241-E610-4B47-B6F7-D1D5B11F9BB0}"/>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B551C102-B854-483E-BA4C-BFD5B60BD3B6}"/>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D3D00093-B69E-45C4-B4F4-34C6CA82C574}"/>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839A3DE1-8D4B-4AD5-9557-3EE24D09E8D8}"/>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
            <a:extLst xmlns:a="http://schemas.openxmlformats.org/drawingml/2006/main">
              <a:ext uri="{FF2B5EF4-FFF2-40B4-BE49-F238E27FC236}">
                <a16:creationId xmlns:a16="http://schemas.microsoft.com/office/drawing/2014/main" id="{BE03DF72-1817-4AF5-B03C-DD24E12D403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8" name="Practical application tip badge">
            <a:extLst xmlns:a="http://schemas.openxmlformats.org/drawingml/2006/main">
              <a:ext uri="{FF2B5EF4-FFF2-40B4-BE49-F238E27FC236}">
                <a16:creationId xmlns:a16="http://schemas.microsoft.com/office/drawing/2014/main" id="{EC397347-46DD-44DF-8C69-26AF35F281B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9" name="Legacy module connection">
            <a:extLst xmlns:a="http://schemas.openxmlformats.org/drawingml/2006/main">
              <a:ext uri="{FF2B5EF4-FFF2-40B4-BE49-F238E27FC236}">
                <a16:creationId xmlns:a16="http://schemas.microsoft.com/office/drawing/2014/main" id="{BD881FAB-D530-44B5-A5AB-6179D75F73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03141274"/>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46E54572-D584-4E94-8D86-6EF3FD9CE0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92">
            <a:extLst xmlns:a="http://schemas.openxmlformats.org/drawingml/2006/main">
              <a:ext uri="{FF2B5EF4-FFF2-40B4-BE49-F238E27FC236}">
                <a16:creationId xmlns:a16="http://schemas.microsoft.com/office/drawing/2014/main" id="{9EA30438-6B0E-4CB6-B09D-BB4E50BFEA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대표 작업은 서로 다른 위험을 확인한다">
            <a:extLst xmlns:a="http://schemas.openxmlformats.org/drawingml/2006/main">
              <a:ext uri="{FF2B5EF4-FFF2-40B4-BE49-F238E27FC236}">
                <a16:creationId xmlns:a16="http://schemas.microsoft.com/office/drawing/2014/main" id="{AA4122C7-6376-4F72-8AE2-F4D08C1C0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D5BFF19B-C602-46AD-AC2D-6050D24E79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217FA7A5-EB9F-4E4C-8DD1-307D8CFA71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C674A7A4-8745-4087-B4D6-FB4B6B34F5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FD8C5016-E80E-42A8-B01B-99E59B808558}"/>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DC74D26D-B2F7-4E91-8805-8C938A854958}"/>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6B877513-DDD4-4CF9-B47C-04DC64EC23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69416670"/>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B7508D25-9FBF-4FF7-98FB-FF1D19A872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93">
            <a:extLst xmlns:a="http://schemas.openxmlformats.org/drawingml/2006/main">
              <a:ext uri="{FF2B5EF4-FFF2-40B4-BE49-F238E27FC236}">
                <a16:creationId xmlns:a16="http://schemas.microsoft.com/office/drawing/2014/main" id="{B2ED91A1-7BF6-4B9A-8EA2-5CCC035F70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한 작업에 맞춘 규칙,&#10;다른 작업에도 맞을까?">
            <a:extLst xmlns:a="http://schemas.openxmlformats.org/drawingml/2006/main">
              <a:ext uri="{FF2B5EF4-FFF2-40B4-BE49-F238E27FC236}">
                <a16:creationId xmlns:a16="http://schemas.microsoft.com/office/drawing/2014/main" id="{38488F1D-4518-4D71-BBD5-10BAEFAE381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0BCF5083-C766-40F2-9887-35050822A6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3857B16D-D7F8-4B35-AB4C-422E5A9511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229ACB29-581F-41CB-BE9D-68A0240DE3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CF67B51A-F494-4EDD-BDDE-7AC45960A5B1}"/>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6F48145F-1822-4A11-9904-F4A1029EA4EC}"/>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80096C9F-FB5E-42CF-A097-174F2C5795E4}"/>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1FBB9B4F-110F-44DA-90D3-8418D7DF660E}"/>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2F4B42B6-1EB6-4EBF-BEE7-CBB8910BE74F}"/>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5C294F3D-71B9-4544-91DD-4F0B0D420548}"/>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0AD29F20-9D2D-47CC-864C-FFE1B3389A96}"/>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8AD2D3C9-4C62-4444-9C0A-09B436DCF62F}"/>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2FBE12CB-C4AA-495C-8E89-A0091F62A119}"/>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032A2A92-F615-4F38-9550-BFC6FD91E29E}"/>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BB98C1D5-83F3-4339-8821-1CC9DECD0EF6}"/>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DC5F4349-6003-4AC0-A3C0-A84E54816E57}"/>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8CBF6D74-4A0E-48A2-9D22-80D6BE584309}"/>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FDD9B887-862D-435E-848B-AEE35DFCF0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1345801"/>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E7FE084C-31CA-4105-8B1B-80A38BA57D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94">
            <a:extLst xmlns:a="http://schemas.openxmlformats.org/drawingml/2006/main">
              <a:ext uri="{FF2B5EF4-FFF2-40B4-BE49-F238E27FC236}">
                <a16:creationId xmlns:a16="http://schemas.microsoft.com/office/drawing/2014/main" id="{61D7BCB1-5825-4CA2-B613-DFD3970140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관찰을 시스템 개선으로 잇는 Loop">
            <a:extLst xmlns:a="http://schemas.openxmlformats.org/drawingml/2006/main">
              <a:ext uri="{FF2B5EF4-FFF2-40B4-BE49-F238E27FC236}">
                <a16:creationId xmlns:a16="http://schemas.microsoft.com/office/drawing/2014/main" id="{03479899-0F1C-4F00-B9B0-DCD47FD5DD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E5C46BD8-6F94-4458-B409-C45E009E46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35D73B26-1A0D-4971-8592-783C43C3AC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1154ACD7-244E-441B-B781-FD9EE24FBF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E3D499AC-83EB-4BB5-9DD5-9CBBC98DFAF2}"/>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00C5C484-94FB-419E-A0BF-5ED0E6655B5E}"/>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BA01655-A3FC-4302-ABC9-CAF3E999B987}"/>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4CE9F609-2349-4487-8D0F-54AE30942DA7}"/>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DF85013D-3125-4725-B7B2-4B66E71B7F94}"/>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58A8703C-6D15-44B0-9E88-F821F03F58AD}"/>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A002319E-F54F-4A7C-9058-9F3D7BC22E46}"/>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54C4903A-77DB-481E-A358-AFF56E2F5DE5}"/>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1CF2EE4F-E4AA-4204-B612-616CB87A065B}"/>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AEEA7326-DF29-41AC-8986-B5CD49DE3FC6}"/>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DE27FC66-1C7C-423A-8250-2F524E630486}"/>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623CD5A0-FB15-4359-B663-3D1A60751EBB}"/>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67C52E48-B92A-4820-86E8-4FAD395B03F8}"/>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F7F4E723-0F29-49B5-A3AB-47C275EBE216}"/>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0CDE17DD-D8F9-49F5-8DE3-D2B35273CF9B}"/>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ECBD3118-E4C2-4288-B495-FC2FF025192F}"/>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A4025FE5-CDDA-4C43-A8AC-B5008D91A0B2}"/>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28E565AA-B260-4C42-ABC2-019CDA2A4568}"/>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6910F990-68BF-4701-9AC4-2B81500B7717}"/>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AC802C94-A095-4389-B561-24F378EF57D3}"/>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240920BA-B716-4122-8934-767F45A883D5}"/>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9A47EDE1-BA3F-453D-959D-0E4935343FA6}"/>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672694E9-A4C5-495C-AAF0-A18DA7327A21}"/>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88E0D2A4-344F-459B-9436-5218B9519129}"/>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211F5680-AF20-479F-9363-B6B0AFCA181E}"/>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07D5138F-7060-4E5D-8329-F65E766049CC}"/>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E8256B90-52A2-4685-8DA4-4C33D608CD01}"/>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86ED2CF2-7C7F-420D-A774-130A569A1E02}"/>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F0017F10-D587-42C9-B03B-3F0209FC4D8B}"/>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F3480314-48C4-49A4-90BC-1552BA356AC2}"/>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A4B76476-73C4-43E0-A574-96F97E10A7F1}"/>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43D1373F-3A38-43A6-9160-7948D268B794}"/>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B71A7F9E-8640-4141-8EAA-831787BFC49F}"/>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9E0843BB-7EFB-4276-98E6-DE85B5AF5E6C}"/>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825800FC-1D70-4864-9A44-D14CCBA0DC50}"/>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A2F8A978-34D5-4EB8-BA89-A1D7CDCB34A3}"/>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906A94A5-BA10-48FD-B2E8-26028782027B}"/>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BA19E255-573C-4ED9-9396-410791B22462}"/>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3403AA31-144D-43C7-A6A0-81146185E0A9}"/>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DA6F4733-7D3B-4564-A6C0-76DD1B0114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57874149"/>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4B0B771C-E571-410A-ACAF-7A34F81345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95">
            <a:extLst xmlns:a="http://schemas.openxmlformats.org/drawingml/2006/main">
              <a:ext uri="{FF2B5EF4-FFF2-40B4-BE49-F238E27FC236}">
                <a16:creationId xmlns:a16="http://schemas.microsoft.com/office/drawing/2014/main" id="{FC2DADD0-EB3C-4514-9494-1F04A8CB62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평가·보고 기준도 개선 대상이다">
            <a:extLst xmlns:a="http://schemas.openxmlformats.org/drawingml/2006/main">
              <a:ext uri="{FF2B5EF4-FFF2-40B4-BE49-F238E27FC236}">
                <a16:creationId xmlns:a16="http://schemas.microsoft.com/office/drawing/2014/main" id="{B4EB886E-73AF-4650-B51D-CCAA451F96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C8E9BDBB-844B-4F81-9923-EAC042083C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CEEE31D-9550-4B0E-9DA6-9FA2395BB70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AD1396AF-BC15-4E63-8E47-D6D1419282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4EA685BF-BFD7-48CC-9F05-70194466F0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E6FBD40B-097F-4A80-93DB-44160C800858}"/>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777CEB56-6F91-4884-BB07-66900B0B3CD8}"/>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19E518DC-E0E3-48FE-A77E-4AE7C67A1639}"/>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C838B6E7-A25C-46F1-A73F-BAD2CE469136}"/>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2E595C38-ECA0-498A-B660-EA3D2CD5F1CE}"/>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2A26A1B3-8F1E-469A-8420-81D7830DE46B}"/>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59D0E610-3D3D-4A05-BEB3-AAF5AF75181A}"/>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0B7BA11F-1269-485E-975F-536546BC7682}"/>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054015E0-17F7-4347-9317-C4F1466A9171}"/>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52C090D5-0DC5-457F-B52B-57F697165EF7}"/>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C7A395DA-1092-4BFC-8ADB-E8C8E173E03E}"/>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71C662DF-4CBF-48AC-B0F4-4AAA5AF2E42A}"/>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8BD37902-F621-47BD-AE72-1F8FAC974477}"/>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1777278A-F3DC-4555-A11C-8BED9939DBB3}"/>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0468FA29-52BF-478B-A992-BB7B0764B4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2020510"/>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12D5AC1F-D7B4-402D-ABCF-52CFEC10AD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96">
            <a:extLst xmlns:a="http://schemas.openxmlformats.org/drawingml/2006/main">
              <a:ext uri="{FF2B5EF4-FFF2-40B4-BE49-F238E27FC236}">
                <a16:creationId xmlns:a16="http://schemas.microsoft.com/office/drawing/2014/main" id="{58A5BEFF-1EBA-4CAE-9F8C-1EF84B31BB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결과 확인과 원인 해석을 따로 기록한다">
            <a:extLst xmlns:a="http://schemas.openxmlformats.org/drawingml/2006/main">
              <a:ext uri="{FF2B5EF4-FFF2-40B4-BE49-F238E27FC236}">
                <a16:creationId xmlns:a16="http://schemas.microsoft.com/office/drawing/2014/main" id="{6B8B431C-4BB2-4D03-98BD-E7BABBC6DD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362BC974-9040-4F44-B5AC-661FEF337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2C18CD2-BE3F-4E13-949F-E6EBC9F47E4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35562D51-433F-4107-9CA1-9A10F80DC7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D52E3275-3007-44B3-97BE-92FAE27C73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453DB6D9-223C-496D-80A3-CB507AB0424E}"/>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CB4DE026-E520-499C-9C37-B7EFCF6F26DD}"/>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ABF32A73-11AF-49F5-AC6A-E767FF709EF7}"/>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16A82FD8-2B81-4A77-AE81-50A99416A606}"/>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BE90E9DE-D66E-4F8D-B641-056E056F03D6}"/>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C952ABF0-1254-4966-B577-9356B5DC4C0C}"/>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7652C9E1-F89C-4AE7-B18F-0366C427A9CD}"/>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5B39A3B5-9BD9-4D7F-A598-0C92BAAF14A9}"/>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B2F59038-9808-413D-A60C-7A32FFC26327}"/>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B7A8B24B-E5EE-408E-804D-38E00682BEDD}"/>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E66742A4-E8A3-4197-BC02-8103598437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99487555"/>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C8F28422-FDBF-4DD8-BFBF-D6038AF118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97">
            <a:extLst xmlns:a="http://schemas.openxmlformats.org/drawingml/2006/main">
              <a:ext uri="{FF2B5EF4-FFF2-40B4-BE49-F238E27FC236}">
                <a16:creationId xmlns:a16="http://schemas.microsoft.com/office/drawing/2014/main" id="{01B32184-F79A-42EB-96B1-FE5FCC75B7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다음 조사에 남길 기록을 바꿨다">
            <a:extLst xmlns:a="http://schemas.openxmlformats.org/drawingml/2006/main">
              <a:ext uri="{FF2B5EF4-FFF2-40B4-BE49-F238E27FC236}">
                <a16:creationId xmlns:a16="http://schemas.microsoft.com/office/drawing/2014/main" id="{BFBEE22F-86A8-4A6F-80AE-F97B6170A0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5FFD801B-DFC5-4373-A7CE-9BDCA51F29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53DAC98-140F-4A77-9589-B92C69E8509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27DD5118-5840-49F5-898C-DB3B7A6C1B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6916B07E-E60A-415D-B476-2E67AA3A9D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1928843F-3DC9-4FA9-9757-B5EC42E10789}"/>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1000F025-EAFD-4ED0-B4B2-6C55B09941F1}"/>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D865070B-E314-4214-816B-6158FE74B8D5}"/>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1556C43D-9CA0-46D9-B072-16A3FE880164}"/>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5ED12E18-1F97-4007-8ADE-DC39BD989FAD}"/>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0008ED3C-EBB9-4AC9-9334-ED9E91A48E02}"/>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CD2682BC-D838-4BCB-A013-FC50048DCB26}"/>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811F68CB-B8D5-4F02-A81A-835EA6994FFF}"/>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D4ACAC73-208C-4E65-BDEF-F629304C546C}"/>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2ACCB09B-B448-455D-9001-0CD91F2F4A31}"/>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B16A64B8-E7CD-40FF-BBDC-00A326631070}"/>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CA04AF63-273E-4968-98C7-74D7080BDBDA}"/>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1B4B96B0-E323-42F3-8739-6CF77EACDE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0881693"/>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58E58107-FD26-4FA6-9553-FB2C3AAC47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98">
            <a:extLst xmlns:a="http://schemas.openxmlformats.org/drawingml/2006/main">
              <a:ext uri="{FF2B5EF4-FFF2-40B4-BE49-F238E27FC236}">
                <a16:creationId xmlns:a16="http://schemas.microsoft.com/office/drawing/2014/main" id="{49B4347E-2C65-4B96-BE9A-8711CDE8F4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후속 기록도 원문과 다시 대조했다">
            <a:extLst xmlns:a="http://schemas.openxmlformats.org/drawingml/2006/main">
              <a:ext uri="{FF2B5EF4-FFF2-40B4-BE49-F238E27FC236}">
                <a16:creationId xmlns:a16="http://schemas.microsoft.com/office/drawing/2014/main" id="{1A9B8631-B90F-40EE-8D80-E3FBE2E7D4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F6BB1ED1-02B5-42CB-BDC4-5207E0DF1F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C468551-79E7-45CA-9F13-BD467403EDE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7CE01D0C-9790-4463-83ED-CB76C796E7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32912B98-A53B-45B5-92A0-D0ABA17870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D1C1BA30-6751-4C06-B2A7-0DD0EE6FD54F}"/>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79CF8555-D843-464E-86CE-2967733DF44C}"/>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A361A753-9BDD-4681-8AF3-00B948DBDBAA}"/>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67EE4844-D3D5-4B68-95C2-385085467857}"/>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09F73FE8-E8CD-43C4-BFB0-42BCF2EB2B29}"/>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2FA6739D-32A3-48F5-A2F1-1BBED38D648C}"/>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4EDEAFB0-A41B-457C-B50F-F06C30B47B42}"/>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7B304B21-142D-4DC2-9CEE-B237069E3811}"/>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BEDD1611-2B65-436C-B6E2-8758D087CE7C}"/>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9DFE4780-F528-4FF1-92AC-0B2AECE1E403}"/>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005B2AC8-E6D6-42E1-9EC0-AF839C721889}"/>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D3F32DDB-897C-4123-908D-5EFDDFEB3322}"/>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82E39E6F-3C84-4759-B543-DFF82250D422}"/>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5ED279DB-588A-4846-8B1D-933DDF165037}"/>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D103F610-3BD3-43D0-869E-AB839C57E4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70294324"/>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122D5347-B638-48A5-A63B-8D10B3F82E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99">
            <a:extLst xmlns:a="http://schemas.openxmlformats.org/drawingml/2006/main">
              <a:ext uri="{FF2B5EF4-FFF2-40B4-BE49-F238E27FC236}">
                <a16:creationId xmlns:a16="http://schemas.microsoft.com/office/drawing/2014/main" id="{1A62C992-FA7A-46EE-A35E-964855A77F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실제 기록을 Loop의 단계에 대응하면">
            <a:extLst xmlns:a="http://schemas.openxmlformats.org/drawingml/2006/main">
              <a:ext uri="{FF2B5EF4-FFF2-40B4-BE49-F238E27FC236}">
                <a16:creationId xmlns:a16="http://schemas.microsoft.com/office/drawing/2014/main" id="{99DEF3D2-96A1-415D-9657-A37CFA647D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BB78CCDF-C5B6-4EE4-A20E-782A5248B9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1B05E86-B35A-4396-8B5D-48A0F0F1219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C52D30D6-65C1-4906-BE75-E494E3C417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EB495AFB-4EC7-4DC1-B3C6-93E735CAB8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DFE63E9F-B2CF-466C-9415-C347DD59F1D9}"/>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92450F73-1C59-4543-BBBA-79EEBEE0D5DD}"/>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4B857B55-1507-43B9-B1AC-014EA693E6AB}"/>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E3128149-F1BB-412C-8B3A-0351D53AB832}"/>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ABC4BD5F-E9FC-455B-B408-724141360344}"/>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05BE7BE1-4E5B-45CE-987D-A5FE4725D073}"/>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4E153A5E-BFA3-4C93-9FBA-858663C7E557}"/>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3981AFCD-517E-427A-BB6B-F565EB2D5251}"/>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38F577F2-0A3B-41C3-8DBE-F68B2520F9B8}"/>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4AE4CDFB-6B0B-40A6-9A22-3FACC05B5D3E}"/>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B1BED8BC-FEF3-4D7E-BAB5-E09D96F3552C}"/>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75C8B7F2-6026-4838-8784-A3B44C2291DE}"/>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1A0DAC5E-3EA4-47FA-A180-6242F19066DE}"/>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BE794EC6-AAE0-487D-9991-E56EB4B7841D}"/>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EF61D95C-DC17-49A7-9892-E0A810C7C47A}"/>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73239FBD-9A9C-4A7C-B918-85FAA029C09F}"/>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64A2F8B6-AA36-49F4-A3CC-399F4180AEB0}"/>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7B089B6C-061D-4E4B-9B45-72A1BE8C0EEC}"/>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A9A0B361-E307-435C-A3E5-1CA251CDEA4E}"/>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A2FCE821-5337-4D3C-9963-EBFE9160B8C5}"/>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FFB512C0-A465-4A95-887B-3D6DE4A33F99}"/>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845EBBDB-1850-4674-B3BE-3E8EF9F1908D}"/>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0A2DF44C-354A-401C-A7E7-9548F13E9F66}"/>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23DCBE95-5C96-4DA6-B0B2-6F3536451735}"/>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3E3C0A3F-FA5C-43A8-8F29-F6D21DA33985}"/>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CBC66D2B-E3DF-4864-9064-DA4CB32FBD7A}"/>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94744F11-1DC5-4791-B3AC-C0843A3B9698}"/>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8D5DEBAA-E70E-45A1-AEC9-25AF60B488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38053535"/>
      </p:ext>
    </p:extLst>
  </p:cSld>
</p:sld>
</file>

<file path=ppt/slides/slide10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679B29AE-F725-4BD5-975B-2FCA5E407B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100">
            <a:extLst xmlns:a="http://schemas.openxmlformats.org/drawingml/2006/main">
              <a:ext uri="{FF2B5EF4-FFF2-40B4-BE49-F238E27FC236}">
                <a16:creationId xmlns:a16="http://schemas.microsoft.com/office/drawing/2014/main" id="{F6757F9A-03D1-4DB5-9AF4-28B00966DD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Project와 환경이 바뀌면&#10;검증도 다시 본다">
            <a:extLst xmlns:a="http://schemas.openxmlformats.org/drawingml/2006/main">
              <a:ext uri="{FF2B5EF4-FFF2-40B4-BE49-F238E27FC236}">
                <a16:creationId xmlns:a16="http://schemas.microsoft.com/office/drawing/2014/main" id="{933A5DBE-E86A-4935-ADA6-860078DEB0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C8D5E20C-D79C-41B8-B179-B9C3A7C147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C96D657F-9F71-4E2A-A4CD-D5D13291F4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66216DCA-8DC8-4245-8662-C7B0253EAC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C63BC620-A08A-4269-9201-DAB4CA6E331A}"/>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A87B78B8-267D-4BA4-9517-83032C4E0377}"/>
              </a:ext>
            </a:extLst>
          </p:cNvPr>
          <p:cNvPicPr>
            <a:picLocks xmlns:a="http://schemas.openxmlformats.org/drawingml/2006/main" noChangeAspect="1"/>
          </p:cNvPicPr>
          <p:nvPr/>
        </p:nvPicPr>
        <p:blipFill>
          <a:blip xmlns:r="http://schemas.openxmlformats.org/officeDocument/2006/relationships" xmlns:a="http://schemas.openxmlformats.org/drawingml/2006/main" r:embed="Rabff01a9754f4f6f"/>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1A886A2D-9697-4DB1-A930-635329CA5BEA}"/>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76096BC0-7F8B-49C4-B0C3-C83C452179A8}"/>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AB78B38E-AA82-4939-8E39-76A08F1FE455}"/>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ABB59792-8F00-4AA7-B9CD-FCF889F5B63D}"/>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325FDFB3-2541-4F12-ADD5-D4D71D1B0C2A}"/>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16B44CB7-4703-4661-B165-7884502E4617}"/>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C00AD0C0-AF69-4F19-AB4B-47CB59F0422C}"/>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6C921185-4160-47FA-8F69-ED0F5315FB41}"/>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2FED78FD-32E2-43F5-8CBB-813156CE75E6}"/>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9170169E-2090-4CBB-A2A4-F4BE21E58236}"/>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F92C6E72-0597-4C42-B652-8C4982CF11E4}"/>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A9EA39FD-411C-4E98-96BA-AE8E1C9BE665}"/>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3EFE3729-1CF0-4874-A7D9-82B7FCEE3C8C}"/>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FC6DDDFF-9587-4408-9A4E-628A6AF97D6D}"/>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DA035DFC-1A18-4ECB-9396-197C056462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87075973"/>
      </p:ext>
    </p:extLst>
  </p:cSld>
</p:sld>
</file>

<file path=ppt/slides/slide10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47A508BC-1352-4ECA-A5FC-4EB8A837EBFB}"/>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1">
            <a:extLst xmlns:a="http://schemas.openxmlformats.org/drawingml/2006/main">
              <a:ext uri="{FF2B5EF4-FFF2-40B4-BE49-F238E27FC236}">
                <a16:creationId xmlns:a16="http://schemas.microsoft.com/office/drawing/2014/main" id="{0FA76A19-CFE7-4ED1-9AC7-418F8C7E49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
            <a:extLst xmlns:a="http://schemas.openxmlformats.org/drawingml/2006/main">
              <a:ext uri="{FF2B5EF4-FFF2-40B4-BE49-F238E27FC236}">
                <a16:creationId xmlns:a16="http://schemas.microsoft.com/office/drawing/2014/main" id="{B91232CC-15BF-4A1F-958D-51830549A7F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397B888C-978C-4D79-961B-26A43411DE0D}"/>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8BADE9D2-721B-4190-BDF7-0C906A6F9744}"/>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0CF6633E-4F5E-4CB4-BF9B-8A3B5448C12E}"/>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5F56187A-11C8-46D9-9C39-02B6F46E7B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70626495"/>
      </p:ext>
    </p:extLst>
  </p:cSld>
</p:sld>
</file>

<file path=ppt/slides/slide10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97443048-2A80-4903-8C70-634A092DF6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102">
            <a:extLst xmlns:a="http://schemas.openxmlformats.org/drawingml/2006/main">
              <a:ext uri="{FF2B5EF4-FFF2-40B4-BE49-F238E27FC236}">
                <a16:creationId xmlns:a16="http://schemas.microsoft.com/office/drawing/2014/main" id="{8B326845-3525-40D5-BA4D-4463741835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문제에 맞춰, 일하는 방식을 넓혔다">
            <a:extLst xmlns:a="http://schemas.openxmlformats.org/drawingml/2006/main">
              <a:ext uri="{FF2B5EF4-FFF2-40B4-BE49-F238E27FC236}">
                <a16:creationId xmlns:a16="http://schemas.microsoft.com/office/drawing/2014/main" id="{7C44D167-0BAB-44C2-81DB-ABAB431554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D9599436-969D-48D1-86F4-600305EDBC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B3ABA9F7-715D-41C2-AF6C-1F88DECFAB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CF2B9A92-5AF1-49FA-932A-C124112392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FEC13DA4-CFCC-451A-8725-A54542129EED}"/>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0E3A5983-39C3-4BE9-B0FC-F63FBE2B60F9}"/>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0DE25AAB-4408-4DD0-9F20-98D8CAA9006B}"/>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40797021-C3D6-428E-85E5-EC7406773764}"/>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41D8661F-7122-4380-81A8-2EF8B6182BE6}"/>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CFE20916-4FCF-400C-8946-3C18B2D5D29A}"/>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C6764026-C9ED-4F86-8815-2FEE4EFED05D}"/>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771FE20E-FFDC-4CBA-A2EA-0C44C5ADC4BE}"/>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796D7054-A26D-4D9D-A24D-6FF859C64E62}"/>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AC1A7D53-B5B4-4BB8-BB1B-1AB61052F900}"/>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48147A45-0AB3-4221-8BEE-DF76ADBB02BC}"/>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264A464F-9A1E-4D90-927E-0401326E6543}"/>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C0C7C3CD-1C26-4EAD-B5E4-5FE06217C265}"/>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B46331E8-D070-4C14-81E4-21AB4572A270}"/>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00662EB0-3410-47B0-B827-36E194CF68D6}"/>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FBAC449A-7C22-4AF1-AEAC-7027206807FA}"/>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ADFA8981-7B93-4D6F-AFE1-A996E511D180}"/>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055870FD-54C7-40A9-9529-0E50FC80BCB2}"/>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BE3D7CB7-4E6B-475A-9A63-A68217759D60}"/>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F1A1A535-630D-40C7-A7DB-1627CF2CE6D5}"/>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88DC69B8-321E-4A17-B8EC-C348A8E6CB70}"/>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12DA71E0-262F-464B-A297-85CF39F32098}"/>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35AB8EE4-EC12-48D5-8C40-5032EB7EC10E}"/>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4DCF571C-AA3C-41EA-B4AE-E12AE5E841CC}"/>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A1357B2F-C1AB-4D12-AFE0-348F72F44632}"/>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B9074155-C4EB-41B5-B8C3-B7EAF5853EC7}"/>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2A7EE242-2584-416C-9C69-1AF244C0C0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645446506"/>
      </p:ext>
    </p:extLst>
  </p:cSld>
</p:sld>
</file>

<file path=ppt/slides/slide10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18687763-8FEE-4031-8977-F04C3E324C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103">
            <a:extLst xmlns:a="http://schemas.openxmlformats.org/drawingml/2006/main">
              <a:ext uri="{FF2B5EF4-FFF2-40B4-BE49-F238E27FC236}">
                <a16:creationId xmlns:a16="http://schemas.microsoft.com/office/drawing/2014/main" id="{A993B366-54C4-47A3-968E-A49AA933818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실제 Demo는 문제에 맞춰 바뀌었다">
            <a:extLst xmlns:a="http://schemas.openxmlformats.org/drawingml/2006/main">
              <a:ext uri="{FF2B5EF4-FFF2-40B4-BE49-F238E27FC236}">
                <a16:creationId xmlns:a16="http://schemas.microsoft.com/office/drawing/2014/main" id="{31E5E174-1E5A-4248-BA06-11166E598D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26523BBA-8282-47A4-A7B5-57E113ED7E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1F2F6628-8045-4D5B-9C3E-630EEA0E6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234E4BA9-7963-4998-8976-8BD9D9122B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D59A7A9E-19EA-49A5-B64B-0FF2CAA0D492}"/>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0DD7BDBA-93EF-4806-9DDE-419F271ED67A}"/>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65A47BC4-DB9D-43B4-B19F-B12FCC6C5A19}"/>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FADFFA37-8729-49C0-9277-EC23FDA5D7E2}"/>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453167C9-03D0-487D-BD30-9BC96F3CB58F}"/>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E8B5BC8D-8245-40BB-8F21-E0ABE680B239}"/>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157E89F7-DA97-4EAE-A955-E1D08BD567F6}"/>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A1BD9592-45C8-4EA6-B95D-51C480596DC3}"/>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324F38B1-ED7A-4D86-B156-BABB36FE371E}"/>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DCC02E34-C960-40B5-A34F-0F927D4B2B50}"/>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20F0C8DD-B485-46D6-8EA7-FE2149C5DF5F}"/>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E19E363E-EC5F-4E7F-A827-01A71BA21F22}"/>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CB09050E-9029-46EF-9623-CCD4BB6316A4}"/>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C522C6CF-7482-41A7-BF40-071C11737CB7}"/>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3F545D29-ED76-4F5B-AB8D-BC4FBC0ECE8E}"/>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C8178F88-4170-49BD-8BEE-D99B8231D0A4}"/>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96CCCF1F-765C-41F3-8145-C6D2315CCA29}"/>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43EBCB33-9D02-4F4B-83DC-DBE113CD1181}"/>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5BF1CC2E-7D1E-473E-B726-5E9E11AA8A01}"/>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4B0F5B25-F077-4304-9DDA-5F4FD137A0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7506875"/>
      </p:ext>
    </p:extLst>
  </p:cSld>
</p:sld>
</file>

<file path=ppt/slides/slide10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EF0296B4-C132-4194-9590-15935B9DB4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104">
            <a:extLst xmlns:a="http://schemas.openxmlformats.org/drawingml/2006/main">
              <a:ext uri="{FF2B5EF4-FFF2-40B4-BE49-F238E27FC236}">
                <a16:creationId xmlns:a16="http://schemas.microsoft.com/office/drawing/2014/main" id="{B458D3CF-2B4C-4DCB-A14D-429B37B46C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이번 문제에 필요한 구성만 선택했다">
            <a:extLst xmlns:a="http://schemas.openxmlformats.org/drawingml/2006/main">
              <a:ext uri="{FF2B5EF4-FFF2-40B4-BE49-F238E27FC236}">
                <a16:creationId xmlns:a16="http://schemas.microsoft.com/office/drawing/2014/main" id="{642F7B72-4087-4F23-AC5F-7B1EEF9AA5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A62C8119-B792-4EF8-8E8D-15815B54F2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F9D69BF3-7CAE-4DE9-91EB-FC75427E0F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1C9B8BC0-51F3-460D-9BF6-F4BC473530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75A4B245-8D46-417C-947F-17F259FEC989}"/>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9AA3402E-7FDF-4F4A-B378-F2A08BFA70BB}"/>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081D7D64-031E-447F-B5D6-D6E5F43B7FAC}"/>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F50FC68B-0A20-4521-AFA0-F0CB7842EEEC}"/>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A981065C-8406-4053-8303-3634AA5D10CC}"/>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DE9CE5C1-F2FE-4584-91BE-BD73824B399F}"/>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8242C829-287E-404E-9165-BB3E4044C183}"/>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0A900EF5-C0E0-42B7-86AC-83B7DA048F07}"/>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172AECE1-4A34-433A-8209-E95EEA1E30AB}"/>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0530CC84-D968-4262-A34A-9E295EBACC1F}"/>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20A16993-9C00-45D9-82C2-961C8301AF8C}"/>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1337948C-2FFB-4763-96CD-BF4032352C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414373344"/>
      </p:ext>
    </p:extLst>
  </p:cSld>
</p:sld>
</file>

<file path=ppt/slides/slide10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1F1AF87F-5093-4640-A6CD-687F2A6BF3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105">
            <a:extLst xmlns:a="http://schemas.openxmlformats.org/drawingml/2006/main">
              <a:ext uri="{FF2B5EF4-FFF2-40B4-BE49-F238E27FC236}">
                <a16:creationId xmlns:a16="http://schemas.microsoft.com/office/drawing/2014/main" id="{82A6E93B-4579-4CA7-882F-C2DB009A20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결과를 수용할지는 사람이 판단한다">
            <a:extLst xmlns:a="http://schemas.openxmlformats.org/drawingml/2006/main">
              <a:ext uri="{FF2B5EF4-FFF2-40B4-BE49-F238E27FC236}">
                <a16:creationId xmlns:a16="http://schemas.microsoft.com/office/drawing/2014/main" id="{792CEFEC-2771-4AFF-A234-4262293D62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EB1E632E-49D8-41F8-B407-95F9E77B3E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4147C3D6-1CD5-4402-8301-014CD40BDF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F33436C5-8CB0-4CFC-8AC3-F60F0878ED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36EC6048-64C8-42DB-9FAA-36712EED8A7E}"/>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17CCB5A4-7590-4AF0-AB48-C5C59CBBA2BB}"/>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2797CAE-292A-4B41-8049-6E58865EF7AE}"/>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35DA9864-2CF3-4D7B-93A2-5EF5CC684B11}"/>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09403F91-C000-4CC9-B9A3-99BF2B88C52B}"/>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6360D7C9-96B7-430C-B28C-53F37432C12D}"/>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B68815A4-448F-4144-B2EE-4CE35E1CC451}"/>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36C29F75-9825-4F58-9952-B99E77F9ACE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FF44084C-4D84-4652-9A63-5B62151B9085}"/>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092BCF9C-AFFF-44C1-9A1E-94299D2CE144}"/>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DB67DAEB-7884-42A0-9B08-7E0F32BF5A0B}"/>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20BB970C-34B6-4E9D-814F-48694CBDA2D5}"/>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EE752781-42C5-4E99-BA3C-1CB64B4CCED1}"/>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15FFB69D-CF34-4DF4-A12D-D102641B6D30}"/>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F6E47CF2-F0FB-46E6-BF8E-4B880A57CDEB}"/>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950FE858-39FD-478A-AEDA-77FFC6F5C2A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4E8F270-2AD8-4348-A56B-EF35B427297F}"/>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F1B29DDD-94BB-41D2-AF9B-65811B0571A8}"/>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D2EBB136-365A-49A5-B25C-4501B26276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5257242"/>
      </p:ext>
    </p:extLst>
  </p:cSld>
</p:sld>
</file>

<file path=ppt/slides/slide10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1DA0BE34-E24C-48C9-AC13-BBE8EAAA3D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106">
            <a:extLst xmlns:a="http://schemas.openxmlformats.org/drawingml/2006/main">
              <a:ext uri="{FF2B5EF4-FFF2-40B4-BE49-F238E27FC236}">
                <a16:creationId xmlns:a16="http://schemas.microsoft.com/office/drawing/2014/main" id="{3ED5C39A-2B43-4A62-A601-D844F9E57F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AI가 일할 조건과 확인 경로를 설계한다">
            <a:extLst xmlns:a="http://schemas.openxmlformats.org/drawingml/2006/main">
              <a:ext uri="{FF2B5EF4-FFF2-40B4-BE49-F238E27FC236}">
                <a16:creationId xmlns:a16="http://schemas.microsoft.com/office/drawing/2014/main" id="{50769877-6736-43C1-B605-848E1E92BF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2C53757E-7A97-4540-AD44-8C4B3D1071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CBC97EE3-1428-47AC-BFFF-A12B8BEFB5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50594581-D912-4294-8B42-70C4A0EB2A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08B69689-13CF-4071-A05F-A3D39DCB4A46}"/>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3598F4DD-83F4-46E9-AF48-BBAC4E730551}"/>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20347687-0AE6-49DF-ADDF-1A6F981E75AD}"/>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D76F506A-BE81-4B34-A4AF-202DF58E7441}"/>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4279ECD9-33F9-42AB-8F82-84F23EF8C6CE}"/>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447EB3E6-B0A0-41CB-933A-17EA4C33F250}"/>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3BBEA801-A719-41B0-94B3-1C5ED7730820}"/>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5E38960C-304B-42EC-A316-292C2A174F1F}"/>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AAC1D312-C1D1-443B-8F8F-81D2860C6CB9}"/>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9D38A1B7-F575-49E4-8803-01F68B0808C4}"/>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ED2A8587-96C7-485B-B04E-C991CD9C469D}"/>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5F3CD6C4-8F2B-40B9-AF2E-2258D7C0385F}"/>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0A5D7063-DA45-4432-8A41-B8A181F4E583}"/>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E0107AE0-A729-435F-AA2F-63559CF1AB41}"/>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860EBD79-962B-4E1C-AD3B-14A694B04B13}"/>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0493A64F-DDFA-4152-874C-4DC2D00257E4}"/>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64643EFC-43E8-4617-92E8-7EDB84CCA8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08349883"/>
      </p:ext>
    </p:extLst>
  </p:cSld>
</p:sld>
</file>

<file path=ppt/slides/slide10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D0213937-44FC-4076-AFF5-1B64882055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7">
            <a:extLst xmlns:a="http://schemas.openxmlformats.org/drawingml/2006/main">
              <a:ext uri="{FF2B5EF4-FFF2-40B4-BE49-F238E27FC236}">
                <a16:creationId xmlns:a16="http://schemas.microsoft.com/office/drawing/2014/main" id="{AEF60733-83F1-4CE2-9EE9-3E58DB9F16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모델·플랫폼이 바뀌면 Harness도 다시 본다">
            <a:extLst xmlns:a="http://schemas.openxmlformats.org/drawingml/2006/main">
              <a:ext uri="{FF2B5EF4-FFF2-40B4-BE49-F238E27FC236}">
                <a16:creationId xmlns:a16="http://schemas.microsoft.com/office/drawing/2014/main" id="{E2285488-6EF4-49A3-860B-9E79301D0F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1A1798FE-8443-42E1-879A-FE89DF1FDD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9523A31D-7FB9-4722-9237-C83BA74103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858E4044-7BD2-4533-994E-2ED9BD99E65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3E1CD66F-6DE2-4A25-9DFA-8E48884AD3F9}"/>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FB0C16D4-713D-4046-943B-1E913563EF2B}"/>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0FEBFC1C-7438-4F66-B1BC-10CAB18FAB25}"/>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11257DA8-0056-402D-8867-5D4614DB780D}"/>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5918405A-BA97-41C2-8C16-7E6431BC232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E9E3A4CA-4B56-4EFB-A6C7-9F41AFA3A3EA}"/>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82EC1A98-D95E-4462-AEEE-62D32932035F}"/>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5FD8E77B-6796-4208-830C-16420609E254}"/>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906C8ED-7C01-4109-980D-2DD952329A1F}"/>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50478BD9-440F-4C47-AAD0-1B4FF2E69189}"/>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B2B3492D-5F74-4F57-A495-28E99C454BC0}"/>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DD8099FD-7A90-4952-8278-F12DFFD9E848}"/>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7560C943-CFC5-4260-A4E3-D293C82CE38B}"/>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4A116A4D-5CEF-42E8-831F-9D710A392EB0}"/>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52729C4F-85E0-45DA-B055-864601E43A79}"/>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BE56E445-E177-4C8D-A68F-5EF478A4FDA0}"/>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03761AC8-223A-4C02-908A-B4587CA2C02C}"/>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B326419-FD08-4549-A435-44F670437109}"/>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86ABCA36-9CFA-42D8-9311-CC41F2F629AE}"/>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38890DAC-7B9C-4D2D-BB29-073CFBCD8428}"/>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260F6A2D-A169-4229-A5E6-8FEE3882DFFA}"/>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19661D7-FBFD-48CD-86A5-F7E8F716457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83F00489-8896-44C7-AA74-E194B207FAA8}"/>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7380A352-22E0-42F6-8AA8-C8F3F0BB25E6}"/>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E0C91474-4E3C-4A10-A50B-51F5655BE4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29232495"/>
      </p:ext>
    </p:extLst>
  </p:cSld>
</p:sld>
</file>

<file path=ppt/slides/slide10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0BFDD8F0-C9B5-4922-A1B5-1FD83F3661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8">
            <a:extLst xmlns:a="http://schemas.openxmlformats.org/drawingml/2006/main">
              <a:ext uri="{FF2B5EF4-FFF2-40B4-BE49-F238E27FC236}">
                <a16:creationId xmlns:a16="http://schemas.microsoft.com/office/drawing/2014/main" id="{0A4CD022-0681-42A8-9B2A-8B99EDA4F5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무엇을 남기고, 무엇을 덜어낼까?">
            <a:extLst xmlns:a="http://schemas.openxmlformats.org/drawingml/2006/main">
              <a:ext uri="{FF2B5EF4-FFF2-40B4-BE49-F238E27FC236}">
                <a16:creationId xmlns:a16="http://schemas.microsoft.com/office/drawing/2014/main" id="{D684FEFF-9E8E-4147-B6A5-49C20213C1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69CA5F58-DE64-4824-9F02-31E46C1176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E340964D-25FE-41D6-9296-C8597F6EAA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4AB77A33-22BF-477C-AA4C-35975776F1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38EBDF97-75F6-4A48-8227-28879F50F97C}"/>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EF29B041-9397-432E-AB24-5672F777042C}"/>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573A43AF-DA0A-435C-A07F-53956BD4DA83}"/>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0C0EBAED-6266-495F-B2E8-D5ADBB5A53C6}"/>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70933B59-EF7D-4B36-9A7D-E51304668888}"/>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AE370DE3-61C6-4104-985E-221D2BB685DF}"/>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ED3EF9F4-A6F6-414C-B528-96872895B054}"/>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7FF13B1B-57F2-43CD-9520-DE8C4381533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DD8BEE52-CFEA-461C-BC09-E74C00FCAA6E}"/>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1257289F-EF3E-408D-96E2-88D29FEEF04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A76FC09A-9C2D-4D55-91B1-44A23A33CBC9}"/>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63A949D2-ABEE-4B40-828D-C4B920887119}"/>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9AACB970-CDD1-4685-9D6F-5037CDCA76F3}"/>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A795AE4B-9F33-4292-93DF-5966FE6D1287}"/>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F9203369-B8C9-446A-8909-EC84D35F6A4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78C24CB-AC89-4130-886E-33C3D5F9BBB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FD434F76-77D4-44ED-8D2C-65E4B67169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1093681"/>
      </p:ext>
    </p:extLst>
  </p:cSld>
</p:sld>
</file>

<file path=ppt/slides/slide10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E8937F8E-D28E-44D8-94FA-0F2BE08BEC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09">
            <a:extLst xmlns:a="http://schemas.openxmlformats.org/drawingml/2006/main">
              <a:ext uri="{FF2B5EF4-FFF2-40B4-BE49-F238E27FC236}">
                <a16:creationId xmlns:a16="http://schemas.microsoft.com/office/drawing/2014/main" id="{787C2E56-69CB-44FC-988D-4E086092C5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덜어낸 뒤에도 필요한 일을 하는가?">
            <a:extLst xmlns:a="http://schemas.openxmlformats.org/drawingml/2006/main">
              <a:ext uri="{FF2B5EF4-FFF2-40B4-BE49-F238E27FC236}">
                <a16:creationId xmlns:a16="http://schemas.microsoft.com/office/drawing/2014/main" id="{3BD7001C-CB19-4DA6-9030-605C8A3FB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6060B830-0EFE-44EC-809D-96B2DE9709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D8D4E448-7090-4297-89F6-F1AC6A8757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D08A2E80-7A69-4D1D-A915-78C119721D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F194D8EC-47FC-4E05-B326-14C45A75B9B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19C03D42-A9AC-4A75-86EA-7DAC3A589ACD}"/>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67D92B95-1D79-4063-92C4-64C744E15037}"/>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54871904-0F1C-42AB-B849-A513C64B7172}"/>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413D312-9B18-4578-B450-C67E7685D4D6}"/>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B17C3C38-7260-4A90-A836-5AE3AC792811}"/>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FF8509B1-B5CE-4740-BEF4-AE9331A4F935}"/>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BE4ABAEA-D4E3-415D-8A6B-967F934BB5A2}"/>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348F7D14-739D-4E80-B206-AB43147197F1}"/>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A93FFBA8-F77B-482F-B960-0CE9B57100E1}"/>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78D23EF1-28A5-4C11-BB55-1CAC9BB4E6C3}"/>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1BC2077B-161E-4D7E-AE97-FC1E518938C1}"/>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F557CEC9-2B23-4BD3-A438-096C6FD7AF95}"/>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2753A72B-D13B-4889-ADB3-E29498CF43A3}"/>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066A3C13-004B-4A60-A810-939E21EBBD2E}"/>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0FBE2EAC-2418-4DA1-9869-DDE488430C4B}"/>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6A609A5B-E799-4709-928A-1EDB4331D3FB}"/>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F6D48CCB-3AAC-4E9B-90F2-82BA8F6F12BC}"/>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1967CF34-ABBE-4B67-9843-B2B2FE97877F}"/>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E2446DE4-CB92-4760-97BE-8F4136BBE735}"/>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7CA31DA-7FFF-40FC-B825-B69DE18622B7}"/>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95A54FB1-2FED-44A3-A26C-DEA0C06C5C8F}"/>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D84CB165-569C-4716-B3A8-E76C95EADB39}"/>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F048AD5A-BCF0-48CB-94AE-6F09AE7E6FCC}"/>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7255B10B-6380-48D2-9048-4B7C1923403A}"/>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1DBBAE3A-DDBD-43E4-9439-3C7BEC2DD258}"/>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78824FD4-1DA6-4227-85CC-46503491EEF3}"/>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3CAE5A99-0876-48F0-B445-69E8AF60B9E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1DDB9C1-2BEF-401D-B726-FE3DF9ACC66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80288068-CE28-4D4E-B158-9354F9561D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6747012"/>
      </p:ext>
    </p:extLst>
  </p:cSld>
</p:sld>
</file>

<file path=ppt/slides/slide1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41D43D0E-4112-40A7-A65B-7D9A038FC8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0">
            <a:extLst xmlns:a="http://schemas.openxmlformats.org/drawingml/2006/main">
              <a:ext uri="{FF2B5EF4-FFF2-40B4-BE49-F238E27FC236}">
                <a16:creationId xmlns:a16="http://schemas.microsoft.com/office/drawing/2014/main" id="{EE57FE9F-E77D-4549-9347-19D2DEF6A5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내 업무에서는 무엇이 반복해서 막힐까?">
            <a:extLst xmlns:a="http://schemas.openxmlformats.org/drawingml/2006/main">
              <a:ext uri="{FF2B5EF4-FFF2-40B4-BE49-F238E27FC236}">
                <a16:creationId xmlns:a16="http://schemas.microsoft.com/office/drawing/2014/main" id="{FC8C521E-A06C-4EF4-AE67-D4C2CC006C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AFC43DD1-456E-41E2-9241-A238A343E2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7696890E-9791-4C7F-9B34-9032D60EDC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0BDF163D-0B6A-4085-90AE-0DA4D0F87F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FBDC4C8F-90D7-4C78-B645-96AEB6EF58B8}"/>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7B5FC9D2-8BFC-4E20-ABFF-E68F5CBC906D}"/>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65A926C-0AE1-4E1F-AC4C-CC8584BAD880}"/>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AE2EFF45-B95E-4AC1-9257-ACD2F387B51E}"/>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2E5B45B8-52A9-4C5B-A2DD-5A11E936BF69}"/>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761D6D72-7F87-4847-8A12-53927567BEA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B988EE6A-1DAE-4EBF-AFF9-127B5E2DB4B7}"/>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54809360-581E-40E2-A91F-6E9125979EEB}"/>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C2099F7C-220B-4721-B140-6CF627C78665}"/>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D4DC0F3C-D87C-46B9-92FF-547C256C4127}"/>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9D95330D-2FB0-483A-81CB-477CED74C7A8}"/>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1AB0D4C3-6C13-4D00-9EC3-103409D431D0}"/>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715B6F5-F261-4B19-9E68-96F9C91DCB6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1BB2997F-D65D-407B-94EB-B821C4AC46F8}"/>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DEBA5889-BC16-4B71-8800-C2DF7BE502DE}"/>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F93FFA70-4011-4E5F-885B-EA2DCFB7EA83}"/>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E080E486-8BB2-4A03-9605-A96268AB1179}"/>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F3A79FBB-8BC1-4FAA-AB85-648763C26FCF}"/>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D8527EF5-44E6-4998-9C92-AC7066C88FC9}"/>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936B8430-86F8-4634-9F46-15F5D1A4A21E}"/>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6A44E555-AADC-4797-8BCF-3C269A09A20C}"/>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29DA606B-BD68-4C52-AFB2-6A8D6EEF03A7}"/>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5BF85A9F-2302-4D19-B4E2-D00058A98D1D}"/>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9A57A153-82C0-4E57-A945-B1072FB46EE1}"/>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5288FACD-6042-4F1A-A594-5705C03FBEDE}"/>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B652DA58-8F00-4027-885B-600837A8D6D3}"/>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07857743-1D5C-4FA2-A88C-BDC7C3C227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78430097"/>
      </p:ext>
    </p:extLst>
  </p:cSld>
</p:sld>
</file>

<file path=ppt/slides/slide1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01FF6346-1805-4518-BAA1-DDED621817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1">
            <a:extLst xmlns:a="http://schemas.openxmlformats.org/drawingml/2006/main">
              <a:ext uri="{FF2B5EF4-FFF2-40B4-BE49-F238E27FC236}">
                <a16:creationId xmlns:a16="http://schemas.microsoft.com/office/drawing/2014/main" id="{589A77EA-456A-4059-8051-FE5C9A512C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고른 문제에서, 다음 행동 하나로">
            <a:extLst xmlns:a="http://schemas.openxmlformats.org/drawingml/2006/main">
              <a:ext uri="{FF2B5EF4-FFF2-40B4-BE49-F238E27FC236}">
                <a16:creationId xmlns:a16="http://schemas.microsoft.com/office/drawing/2014/main" id="{3DC57859-805E-4CCE-BFB4-CDC23BA1AF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D27C2C87-9B54-4290-A1A2-18C065C51F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F0BE2DE8-F596-4E51-B62A-3EA173846A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A39493F2-7304-4D57-90F5-B7E94954D8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9087ACDF-CC47-401B-9D3B-6766A75531B5}"/>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51D1B34D-F55D-4CCE-87A9-99DDD75C9760}"/>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FBF32AAA-6EE8-423D-901D-9C1E5E419C0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E8A7677E-33EF-4F45-9323-172BF0467915}"/>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196C5DC-EFE0-48DA-94D9-BA673B0CB94F}"/>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1C4D52FD-7E63-4D24-BDD2-1B841CFA0591}"/>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FCDC3E4-69F9-477C-A8DD-BAAE07EC7BD7}"/>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0549F7DC-F417-4FC2-9D7C-A8722854AC8B}"/>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A793A7CB-3954-42C1-B068-348F7A1E210A}"/>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78D0E510-594A-4D69-B9A2-F2A07686B615}"/>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A4E624D-42C6-46D3-B467-FB76BB53F2DD}"/>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CD0344E6-8E0E-4A9A-8E27-881A5CB937C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D50E30B7-55EE-4D23-B64D-1DC39EF1B212}"/>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B4626A77-2B85-41C4-8333-3D9E268CAA46}"/>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440D9244-A02E-4603-B3DA-60421FB12528}"/>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003EB7DA-2909-45AC-A31E-D64602A42564}"/>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F1C20477-E891-44C5-B603-6728BDCD2EC1}"/>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76B250A4-6901-4BAE-9D3E-75C4633D4F71}"/>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5AF80F3E-BA90-4A9F-BEE8-5649A09B275E}"/>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A5EEF38A-5F55-4F6A-81C1-909D988A1EB1}"/>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AE0BB785-D496-4AA3-85B5-C9E642876F5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0634568D-3488-4A1C-96B7-0C5E28C5B8B2}"/>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1E9758E4-AB75-480F-8CBE-1062A0FC7510}"/>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1341108D-8944-41B4-A3AD-3F200B2078EA}"/>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2615CFAF-C624-43AC-B374-9FB9349A71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382818377"/>
      </p:ext>
    </p:extLst>
  </p:cSld>
</p:sld>
</file>

<file path=ppt/slides/slide1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마지막 정리 · 찾아보기 1/3">
            <a:extLst xmlns:a="http://schemas.openxmlformats.org/drawingml/2006/main">
              <a:ext uri="{FF2B5EF4-FFF2-40B4-BE49-F238E27FC236}">
                <a16:creationId xmlns:a16="http://schemas.microsoft.com/office/drawing/2014/main" id="{2C04CEE6-59BD-42CE-8407-D9C3D4B3EE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2">
            <a:extLst xmlns:a="http://schemas.openxmlformats.org/drawingml/2006/main">
              <a:ext uri="{FF2B5EF4-FFF2-40B4-BE49-F238E27FC236}">
                <a16:creationId xmlns:a16="http://schemas.microsoft.com/office/drawing/2014/main" id="{CFEE341D-C3C0-4CBC-B3CB-6704ECFD96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실무 적용 팁 · 작업 환경과 기준">
            <a:extLst xmlns:a="http://schemas.openxmlformats.org/drawingml/2006/main">
              <a:ext uri="{FF2B5EF4-FFF2-40B4-BE49-F238E27FC236}">
                <a16:creationId xmlns:a16="http://schemas.microsoft.com/office/drawing/2014/main" id="{844D9BA7-5C94-440F-9DFE-188DAC9050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4BD77617-A98F-4BFF-B78E-80F75573B9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3F9D9E5D-2140-4408-9555-E9043C0A85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E572C513-CA12-4094-AB38-F5A5195854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05F8F06F-1BAD-4BBA-9BA4-27598A150D3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AA1774CE-8049-43A0-A758-EEFF83B5075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6F0131E6-8C26-4E5A-A7DC-7113ADC97EAF}"/>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7F35C0CD-3A7D-43D9-8E8E-376F23898992}"/>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06F434DE-C916-4C90-A878-B11A928E468B}"/>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B5079E00-899B-405F-B236-49B4D0ACAA3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1E22FBA8-2C3E-4756-939C-386FF66EADC2}"/>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2F44387C-167C-4B65-8A72-41E739308E38}"/>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8C358F03-4812-4C40-A53B-F4806BCB9260}"/>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F39D0309-770F-4824-BA3B-F571EB1433B3}"/>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0374359B-0B6D-4546-8232-7B61802A3D94}"/>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E8CF4736-048C-44C1-AD85-59AE04FA52B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7C920E6B-7F5B-4AC6-9444-87A779FD73A3}"/>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8B3E37AE-7DA5-4F91-9556-7179FF1F2108}"/>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2ED9752F-9960-4FE5-AF0E-D32DFF44A87A}"/>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2AD1E266-E863-491C-B4F5-93A08962ECC7}"/>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1E52B6BC-56E1-408F-8241-DFA14BE8DEEB}"/>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3">
            <a:extLst xmlns:a="http://schemas.openxmlformats.org/drawingml/2006/main">
              <a:ext uri="{FF2B5EF4-FFF2-40B4-BE49-F238E27FC236}">
                <a16:creationId xmlns:a16="http://schemas.microsoft.com/office/drawing/2014/main" id="{1A624EDB-8100-4109-88C3-851715FBFCC0}"/>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S63</a:t>
            </a:r>
          </a:p>
        </p:txBody>
      </p:sp>
      <p:sp>
        <p:nvSpPr>
          <p:cNvPr id="25" name="대화로 재사용할 Skill 만들기">
            <a:extLst xmlns:a="http://schemas.openxmlformats.org/drawingml/2006/main">
              <a:ext uri="{FF2B5EF4-FFF2-40B4-BE49-F238E27FC236}">
                <a16:creationId xmlns:a16="http://schemas.microsoft.com/office/drawing/2014/main" id="{926BBCAF-C5DA-462D-ADB5-FC43032BD12D}"/>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재사용할 Skill 만들기</a:t>
            </a:r>
          </a:p>
        </p:txBody>
      </p:sp>
      <p:sp>
        <p:nvSpPr>
          <p:cNvPr id="26" name="">
            <a:extLst xmlns:a="http://schemas.openxmlformats.org/drawingml/2006/main">
              <a:ext uri="{FF2B5EF4-FFF2-40B4-BE49-F238E27FC236}">
                <a16:creationId xmlns:a16="http://schemas.microsoft.com/office/drawing/2014/main" id="{07F2671B-C1A3-4C42-A55C-5887CFCB4714}"/>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493E4D23-0D0E-40CF-9071-7C14936FC79A}"/>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8">
            <a:extLst xmlns:a="http://schemas.openxmlformats.org/drawingml/2006/main">
              <a:ext uri="{FF2B5EF4-FFF2-40B4-BE49-F238E27FC236}">
                <a16:creationId xmlns:a16="http://schemas.microsoft.com/office/drawing/2014/main" id="{BA96B52B-DFDF-4520-B82F-F0675B4AB09D}"/>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9" name="대화로 조사 Agent 만들기">
            <a:extLst xmlns:a="http://schemas.openxmlformats.org/drawingml/2006/main">
              <a:ext uri="{FF2B5EF4-FFF2-40B4-BE49-F238E27FC236}">
                <a16:creationId xmlns:a16="http://schemas.microsoft.com/office/drawing/2014/main" id="{B1B61E42-04C8-4DB8-823D-163520095472}"/>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조사 Agent 만들기</a:t>
            </a:r>
          </a:p>
        </p:txBody>
      </p:sp>
      <p:sp>
        <p:nvSpPr>
          <p:cNvPr id="30" name="">
            <a:extLst xmlns:a="http://schemas.openxmlformats.org/drawingml/2006/main">
              <a:ext uri="{FF2B5EF4-FFF2-40B4-BE49-F238E27FC236}">
                <a16:creationId xmlns:a16="http://schemas.microsoft.com/office/drawing/2014/main" id="{54726BC4-CD2C-4C8D-9857-4CB96DCC8F08}"/>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151C475D-E699-4295-9C35-9CCA7EFBB235}"/>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70">
            <a:extLst xmlns:a="http://schemas.openxmlformats.org/drawingml/2006/main">
              <a:ext uri="{FF2B5EF4-FFF2-40B4-BE49-F238E27FC236}">
                <a16:creationId xmlns:a16="http://schemas.microsoft.com/office/drawing/2014/main" id="{AD48FD5A-D98F-4A3E-B323-CF7F97348D74}"/>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S70</a:t>
            </a:r>
          </a:p>
        </p:txBody>
      </p:sp>
      <p:sp>
        <p:nvSpPr>
          <p:cNvPr id="33" name="이번 Context와 다시 쓸 지식">
            <a:extLst xmlns:a="http://schemas.openxmlformats.org/drawingml/2006/main">
              <a:ext uri="{FF2B5EF4-FFF2-40B4-BE49-F238E27FC236}">
                <a16:creationId xmlns:a16="http://schemas.microsoft.com/office/drawing/2014/main" id="{99B4CA01-D7E7-4E71-8368-52EE08249E82}"/>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34" name="">
            <a:extLst xmlns:a="http://schemas.openxmlformats.org/drawingml/2006/main">
              <a:ext uri="{FF2B5EF4-FFF2-40B4-BE49-F238E27FC236}">
                <a16:creationId xmlns:a16="http://schemas.microsoft.com/office/drawing/2014/main" id="{6246D6B8-63B8-4756-A7D1-299AF29A4178}"/>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72BF6D76-BE62-448D-A65A-4DB662346D61}"/>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80">
            <a:extLst xmlns:a="http://schemas.openxmlformats.org/drawingml/2006/main">
              <a:ext uri="{FF2B5EF4-FFF2-40B4-BE49-F238E27FC236}">
                <a16:creationId xmlns:a16="http://schemas.microsoft.com/office/drawing/2014/main" id="{EFFF1E39-7F7D-4D69-A6F3-0F2C5BB89027}"/>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S80</a:t>
            </a:r>
          </a:p>
        </p:txBody>
      </p:sp>
      <p:sp>
        <p:nvSpPr>
          <p:cNvPr id="37" name="반복 보정을 개선으로 잇는 기록">
            <a:extLst xmlns:a="http://schemas.openxmlformats.org/drawingml/2006/main">
              <a:ext uri="{FF2B5EF4-FFF2-40B4-BE49-F238E27FC236}">
                <a16:creationId xmlns:a16="http://schemas.microsoft.com/office/drawing/2014/main" id="{9F3491A0-F752-44C6-B8FB-8274644DD2BA}"/>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반복 보정을 개선으로 잇는 기록</a:t>
            </a:r>
          </a:p>
        </p:txBody>
      </p:sp>
      <p:sp>
        <p:nvSpPr>
          <p:cNvPr id="38" name="Legacy module connection">
            <a:extLst xmlns:a="http://schemas.openxmlformats.org/drawingml/2006/main">
              <a:ext uri="{FF2B5EF4-FFF2-40B4-BE49-F238E27FC236}">
                <a16:creationId xmlns:a16="http://schemas.microsoft.com/office/drawing/2014/main" id="{DBDDA778-97E3-48C8-8710-BD9EC0FB2C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090410446"/>
      </p:ext>
    </p:extLst>
  </p:cSld>
</p:sld>
</file>

<file path=ppt/slides/slide1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495F0E85-F5A4-4F5D-923B-5832E34375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3">
            <a:extLst xmlns:a="http://schemas.openxmlformats.org/drawingml/2006/main">
              <a:ext uri="{FF2B5EF4-FFF2-40B4-BE49-F238E27FC236}">
                <a16:creationId xmlns:a16="http://schemas.microsoft.com/office/drawing/2014/main" id="{AEB102C4-45E2-413A-AF78-4A1875FDCA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실무 적용 팁 · 요청 작성">
            <a:extLst xmlns:a="http://schemas.openxmlformats.org/drawingml/2006/main">
              <a:ext uri="{FF2B5EF4-FFF2-40B4-BE49-F238E27FC236}">
                <a16:creationId xmlns:a16="http://schemas.microsoft.com/office/drawing/2014/main" id="{D9968FDD-7E35-454D-8685-A5982DDD33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EE1FCD6C-7568-4E33-A92E-387C36CE6D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80355CBD-6B91-4035-8EC0-A74AB4A1EB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7C51936F-BAAF-42FA-BADF-0C79269EBD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30A5A0B5-BDD5-4233-BA96-B59B73D173F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AEB9C7C1-92E9-4BC0-8329-AF6155B33E2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CFE29A8F-39C6-48B8-BE86-9031E8C82062}"/>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44B4DA1A-22F2-48E1-AA72-EDD318C1C4A3}"/>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5460BCE-F41C-4786-9731-3EFD528A2CB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9C988B6B-6D45-4F74-B423-0E0CBC7FB735}"/>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BD7DDFD4-BA36-41DB-9380-3666F9E4833D}"/>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C7F0DD1E-163C-4B96-9701-C8C85A589D83}"/>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F25ED11-CFE8-4589-BF5C-B5F15260D33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E180FA21-F49E-4034-87D3-B7ACC27CD04E}"/>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826D9B34-9BF6-4FBF-867D-1C01532E3105}"/>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8E012BB5-D325-489D-ABF3-16A389BBC620}"/>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76DC77A0-B078-498B-AC87-28ED412C2867}"/>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F16B179-D5E8-42D3-BAF5-94593C4A82C8}"/>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BB7E153D-5C9F-494D-8E17-27E747D257E9}"/>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89B6CDDE-EA8D-4FFA-AAA4-B0A3B3780DB9}"/>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3FE8BF62-6B6E-43B0-BEFF-CCEBD55726F3}"/>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3E414879-B1B6-41B2-87C9-2126CC44E492}"/>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B79720A9-179D-4729-A78E-03EF29C6E62E}"/>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8DD97401-8BB6-4253-A70E-21B672CA4E0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912E5C7-75DA-4D75-BE40-4ABEA74B47CC}"/>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0116295A-7A27-45CB-976A-AEB66B4CC8B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514743E9-7E4D-4C2F-8F66-D218D63FE37C}"/>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2390C17F-DD01-41AD-91E8-D153BCE0B2D6}"/>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E19A33E-8E62-499E-B437-6A9159C627B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8B13113F-45EB-444C-B2AA-FF3451E9E2F5}"/>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2AE67AAC-F25B-4DCF-9C75-4D5F47E15F2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0889C509-4E57-41C6-BAE9-43E95BB32EE9}"/>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A126D1FE-8522-46CA-8046-8FD6F1489F91}"/>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5BECAC8A-4251-4B4B-8C6B-3B1D77A6420A}"/>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7DFC51F5-DA62-4438-BDAF-A4176F6A440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B2D81F13-17E2-4F18-B067-AF65BF030592}"/>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A303541B-DDA7-40EE-8370-355B1FA90AF3}"/>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D057C5B7-5880-4403-9EA1-1E05E07999AA}"/>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3C3D25C4-1329-4F6C-8C49-1152D4ADF9AD}"/>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DCC30B30-9925-4090-BEA2-27B99EE721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634082158"/>
      </p:ext>
    </p:extLst>
  </p:cSld>
</p:sld>
</file>

<file path=ppt/slides/slide1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마지막 정리 · 찾아보기 3/3">
            <a:extLst xmlns:a="http://schemas.openxmlformats.org/drawingml/2006/main">
              <a:ext uri="{FF2B5EF4-FFF2-40B4-BE49-F238E27FC236}">
                <a16:creationId xmlns:a16="http://schemas.microsoft.com/office/drawing/2014/main" id="{4B8938F1-A415-4D9B-80D7-F044E0E2D8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4">
            <a:extLst xmlns:a="http://schemas.openxmlformats.org/drawingml/2006/main">
              <a:ext uri="{FF2B5EF4-FFF2-40B4-BE49-F238E27FC236}">
                <a16:creationId xmlns:a16="http://schemas.microsoft.com/office/drawing/2014/main" id="{7FA21D89-F58E-4FB9-BC57-260AA4E1B5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실무 적용 팁 · 검증과 개선">
            <a:extLst xmlns:a="http://schemas.openxmlformats.org/drawingml/2006/main">
              <a:ext uri="{FF2B5EF4-FFF2-40B4-BE49-F238E27FC236}">
                <a16:creationId xmlns:a16="http://schemas.microsoft.com/office/drawing/2014/main" id="{B561A056-FC11-45A6-A151-827FC1E06D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4A9A9D43-E443-4A50-B3C1-A8F6885BCD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245CB866-F581-4298-9677-90604BB4F3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3ED12B80-716E-4E6F-9C48-30B8D5D047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48B80017-91DA-4231-A733-25FEB28B0EE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94C5DB22-B102-448F-A218-636B7B31E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26CA92BC-99D1-4201-9A12-FC2A3E45ECF9}"/>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927B4F12-29A3-4CA1-B99C-29C487D620FB}"/>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6350C8D6-3904-4F0A-B2FA-525BB6DB24D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11D9C05B-FFAC-4B6D-89D9-10077E21D3C6}"/>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S87</a:t>
            </a:r>
          </a:p>
        </p:txBody>
      </p:sp>
      <p:sp>
        <p:nvSpPr>
          <p:cNvPr id="13" name="원인을 고르기 전에 확인할 기록">
            <a:extLst xmlns:a="http://schemas.openxmlformats.org/drawingml/2006/main">
              <a:ext uri="{FF2B5EF4-FFF2-40B4-BE49-F238E27FC236}">
                <a16:creationId xmlns:a16="http://schemas.microsoft.com/office/drawing/2014/main" id="{475BF65F-9AD6-48CC-816D-6361D9E66E49}"/>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원인을 고르기 전에 확인할 기록</a:t>
            </a:r>
          </a:p>
        </p:txBody>
      </p:sp>
      <p:sp>
        <p:nvSpPr>
          <p:cNvPr id="14" name="">
            <a:extLst xmlns:a="http://schemas.openxmlformats.org/drawingml/2006/main">
              <a:ext uri="{FF2B5EF4-FFF2-40B4-BE49-F238E27FC236}">
                <a16:creationId xmlns:a16="http://schemas.microsoft.com/office/drawing/2014/main" id="{5D8D9DDE-46A9-4DE8-B65F-04F2BC1925FD}"/>
              </a:ext>
            </a:extLst>
          </p:cNvPr>
          <p:cNvSpPr>
            <a:spLocks xmlns:a="http://schemas.openxmlformats.org/drawingml/2006/main" noGrp="1"/>
          </p:cNvSpPr>
          <p:nvPr/>
        </p:nvSpPr>
        <p:spPr>
          <a:xfrm xmlns:a="http://schemas.openxmlformats.org/drawingml/2006/main">
            <a:off x="609600" y="3200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09E9C9A-4C00-49F3-8298-232DD793F8AF}"/>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40065AC7-E9BA-4008-B0AC-C88F5A492BF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7" name="지침을 고친 뒤, 무엇을 다시 확인할까?">
            <a:extLst xmlns:a="http://schemas.openxmlformats.org/drawingml/2006/main">
              <a:ext uri="{FF2B5EF4-FFF2-40B4-BE49-F238E27FC236}">
                <a16:creationId xmlns:a16="http://schemas.microsoft.com/office/drawing/2014/main" id="{F30A51F6-E7DF-4AF4-85D9-7CA7ACDD702D}"/>
              </a:ext>
            </a:extLst>
          </p:cNvPr>
          <p:cNvSpPr>
            <a:spLocks xmlns:a="http://schemas.openxmlformats.org/drawingml/2006/main" noGrp="1"/>
          </p:cNvSpPr>
          <p:nvPr/>
        </p:nvSpPr>
        <p:spPr>
          <a:xfrm xmlns:a="http://schemas.openxmlformats.org/drawingml/2006/main">
            <a:off x="1714500" y="33242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지침을 고친 뒤, 무엇을 다시 확인할까?</a:t>
            </a:r>
          </a:p>
        </p:txBody>
      </p:sp>
      <p:sp>
        <p:nvSpPr>
          <p:cNvPr id="18" name="">
            <a:extLst xmlns:a="http://schemas.openxmlformats.org/drawingml/2006/main">
              <a:ext uri="{FF2B5EF4-FFF2-40B4-BE49-F238E27FC236}">
                <a16:creationId xmlns:a16="http://schemas.microsoft.com/office/drawing/2014/main" id="{69203ECB-30CB-476A-98F9-AF20044A7FE0}"/>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33051E5-8836-418D-B7CB-FA21711F37D9}"/>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8">
            <a:extLst xmlns:a="http://schemas.openxmlformats.org/drawingml/2006/main">
              <a:ext uri="{FF2B5EF4-FFF2-40B4-BE49-F238E27FC236}">
                <a16:creationId xmlns:a16="http://schemas.microsoft.com/office/drawing/2014/main" id="{73D9F9E4-FEEE-4AEF-B118-469799823110}"/>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S108</a:t>
            </a:r>
          </a:p>
        </p:txBody>
      </p:sp>
      <p:sp>
        <p:nvSpPr>
          <p:cNvPr id="21" name="무엇을 남기고, 무엇을 덜어낼까?">
            <a:extLst xmlns:a="http://schemas.openxmlformats.org/drawingml/2006/main">
              <a:ext uri="{FF2B5EF4-FFF2-40B4-BE49-F238E27FC236}">
                <a16:creationId xmlns:a16="http://schemas.microsoft.com/office/drawing/2014/main" id="{5A6F2F40-CA87-43D7-B4A8-3C73AE0312A5}"/>
              </a:ext>
            </a:extLst>
          </p:cNvPr>
          <p:cNvSpPr>
            <a:spLocks xmlns:a="http://schemas.openxmlformats.org/drawingml/2006/main" noGrp="1"/>
          </p:cNvSpPr>
          <p:nvPr/>
        </p:nvSpPr>
        <p:spPr>
          <a:xfrm xmlns:a="http://schemas.openxmlformats.org/drawingml/2006/main">
            <a:off x="1714500" y="40481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22" name="">
            <a:extLst xmlns:a="http://schemas.openxmlformats.org/drawingml/2006/main">
              <a:ext uri="{FF2B5EF4-FFF2-40B4-BE49-F238E27FC236}">
                <a16:creationId xmlns:a16="http://schemas.microsoft.com/office/drawing/2014/main" id="{4C6DEAF5-FAD1-420C-8CA3-FF6D5D196F75}"/>
              </a:ext>
            </a:extLst>
          </p:cNvPr>
          <p:cNvSpPr>
            <a:spLocks xmlns:a="http://schemas.openxmlformats.org/drawingml/2006/main" noGrp="1"/>
          </p:cNvSpPr>
          <p:nvPr/>
        </p:nvSpPr>
        <p:spPr>
          <a:xfrm xmlns:a="http://schemas.openxmlformats.org/drawingml/2006/main">
            <a:off x="609600" y="4648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C37FC6E-5E1A-494B-9E1F-B88B7BAA57CF}"/>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2EC45A5F-106B-4082-9726-BD6996B88251}"/>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S109</a:t>
            </a:r>
          </a:p>
        </p:txBody>
      </p:sp>
      <p:sp>
        <p:nvSpPr>
          <p:cNvPr id="25" name="덜어낸 뒤에도 필요한 일을 하는가?">
            <a:extLst xmlns:a="http://schemas.openxmlformats.org/drawingml/2006/main">
              <a:ext uri="{FF2B5EF4-FFF2-40B4-BE49-F238E27FC236}">
                <a16:creationId xmlns:a16="http://schemas.microsoft.com/office/drawing/2014/main" id="{E4F917CB-A675-4307-A954-1F1109944AFA}"/>
              </a:ext>
            </a:extLst>
          </p:cNvPr>
          <p:cNvSpPr>
            <a:spLocks xmlns:a="http://schemas.openxmlformats.org/drawingml/2006/main" noGrp="1"/>
          </p:cNvSpPr>
          <p:nvPr/>
        </p:nvSpPr>
        <p:spPr>
          <a:xfrm xmlns:a="http://schemas.openxmlformats.org/drawingml/2006/main">
            <a:off x="1714500" y="47720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26" name="Legacy module connection">
            <a:extLst xmlns:a="http://schemas.openxmlformats.org/drawingml/2006/main">
              <a:ext uri="{FF2B5EF4-FFF2-40B4-BE49-F238E27FC236}">
                <a16:creationId xmlns:a16="http://schemas.microsoft.com/office/drawing/2014/main" id="{4E0D282F-7778-4037-8470-95D3D6E8E9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06351558"/>
      </p:ext>
    </p:extLst>
  </p:cSld>
</p:sld>
</file>

<file path=ppt/slides/slide1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61756B9D-8322-413D-82A2-62F03690E0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5">
            <a:extLst xmlns:a="http://schemas.openxmlformats.org/drawingml/2006/main">
              <a:ext uri="{FF2B5EF4-FFF2-40B4-BE49-F238E27FC236}">
                <a16:creationId xmlns:a16="http://schemas.microsoft.com/office/drawing/2014/main" id="{F3E17D0D-DA06-430B-A190-0BD75D45F0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Q&amp;A와 교육 마무리">
            <a:extLst xmlns:a="http://schemas.openxmlformats.org/drawingml/2006/main">
              <a:ext uri="{FF2B5EF4-FFF2-40B4-BE49-F238E27FC236}">
                <a16:creationId xmlns:a16="http://schemas.microsoft.com/office/drawing/2014/main" id="{B67E015E-56B2-4AF5-887D-AFA6563BC7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CF9F524A-6FE1-4ECF-856A-716D301AC6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9DD735E9-41F7-44B5-9550-091DC020CB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3341E10C-247B-4162-B595-28CCABFD6A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9B8FF167-2F3E-4AF0-9F92-BE35A5A1C4BF}"/>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65D08C4B-30B5-4D06-9DCF-CD08D7B247C2}"/>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8C2C284C-9556-484B-9043-9BA6A0683BF4}"/>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76031006-72C8-4F2F-9238-AC7DB258D43A}"/>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FA57EB2E-BDCE-4615-9FEF-90582D6927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062939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2026-10-25T11:32:54.6480000Z</dcterms:created>
  <dcterms:modified xsi:type="dcterms:W3CDTF">2026-10-25T11:32:54.6480000Z</dcterms:modified>
</coreProperties>
</file>