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slides/charts/chart1.xml" ContentType="application/vnd.openxmlformats-officedocument.drawingml.chart+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05761e7df7c47a8" /><Relationship Type="http://schemas.openxmlformats.org/officeDocument/2006/relationships/extended-properties" Target="/docProps/app.xml" Id="R7ab962f34da24d25" /><Relationship Type="http://schemas.openxmlformats.org/officeDocument/2006/relationships/officeDocument" Target="/ppt/presentation.xml" Id="R124c2181c78346ce" /></Relationships>
</file>

<file path=ppt/presentation.xml><?xml version="1.0" encoding="utf-8"?>
<p:presentation xmlns:p="http://schemas.openxmlformats.org/presentationml/2006/main">
  <p:sldMasterIdLst>
    <p:sldMasterId xmlns:r="http://schemas.openxmlformats.org/officeDocument/2006/relationships" id="2147483648" r:id="R3202a4c9688d4b5e"/>
  </p:sldMasterIdLst>
  <p:notesMasterIdLst>
    <p:notesMasterId xmlns:r="http://schemas.openxmlformats.org/officeDocument/2006/relationships" r:id="Rc058a4238bac402a"/>
  </p:notesMasterIdLst>
  <p:sldIdLst>
    <p:sldId xmlns:r="http://schemas.openxmlformats.org/officeDocument/2006/relationships" id="256" r:id="Rabd640bdc82e432a"/>
    <p:sldId xmlns:r="http://schemas.openxmlformats.org/officeDocument/2006/relationships" id="257" r:id="R261e2330f62a42bc"/>
    <p:sldId xmlns:r="http://schemas.openxmlformats.org/officeDocument/2006/relationships" id="258" r:id="R7a4ecf35d26d4819"/>
    <p:sldId xmlns:r="http://schemas.openxmlformats.org/officeDocument/2006/relationships" id="259" r:id="Re2a3227965404dd9"/>
    <p:sldId xmlns:r="http://schemas.openxmlformats.org/officeDocument/2006/relationships" id="260" r:id="R337747d93592474c"/>
    <p:sldId xmlns:r="http://schemas.openxmlformats.org/officeDocument/2006/relationships" id="261" r:id="R36c8715a6d864d64"/>
    <p:sldId xmlns:r="http://schemas.openxmlformats.org/officeDocument/2006/relationships" id="262" r:id="R33e0413dd7654fdb"/>
    <p:sldId xmlns:r="http://schemas.openxmlformats.org/officeDocument/2006/relationships" id="263" r:id="R30cba184f5834699"/>
    <p:sldId xmlns:r="http://schemas.openxmlformats.org/officeDocument/2006/relationships" id="264" r:id="R35bbc8f7f55d4ad6"/>
    <p:sldId xmlns:r="http://schemas.openxmlformats.org/officeDocument/2006/relationships" id="265" r:id="R7ba9f6a81bb2440a"/>
    <p:sldId xmlns:r="http://schemas.openxmlformats.org/officeDocument/2006/relationships" id="266" r:id="R034b2ae6b4264878"/>
    <p:sldId xmlns:r="http://schemas.openxmlformats.org/officeDocument/2006/relationships" id="267" r:id="Re3789ec27d3847ee"/>
    <p:sldId xmlns:r="http://schemas.openxmlformats.org/officeDocument/2006/relationships" id="268" r:id="Re48898f9cdcf4a6a"/>
    <p:sldId xmlns:r="http://schemas.openxmlformats.org/officeDocument/2006/relationships" id="269" r:id="Rf48f5d8024284c33"/>
    <p:sldId xmlns:r="http://schemas.openxmlformats.org/officeDocument/2006/relationships" id="270" r:id="R97eadc29f3d04de5"/>
    <p:sldId xmlns:r="http://schemas.openxmlformats.org/officeDocument/2006/relationships" id="271" r:id="R72f91eb3c67c46f8"/>
    <p:sldId xmlns:r="http://schemas.openxmlformats.org/officeDocument/2006/relationships" id="272" r:id="Raf494bca7427425f"/>
    <p:sldId xmlns:r="http://schemas.openxmlformats.org/officeDocument/2006/relationships" id="273" r:id="R316a8b36e1614718"/>
    <p:sldId xmlns:r="http://schemas.openxmlformats.org/officeDocument/2006/relationships" id="274" r:id="Rdd4c59aea41b4f22"/>
    <p:sldId xmlns:r="http://schemas.openxmlformats.org/officeDocument/2006/relationships" id="275" r:id="R0577c98d0b8e4360"/>
    <p:sldId xmlns:r="http://schemas.openxmlformats.org/officeDocument/2006/relationships" id="276" r:id="R1df9a93082804177"/>
    <p:sldId xmlns:r="http://schemas.openxmlformats.org/officeDocument/2006/relationships" id="277" r:id="Rf32871945c274daa"/>
    <p:sldId xmlns:r="http://schemas.openxmlformats.org/officeDocument/2006/relationships" id="278" r:id="Rc8cb759484a24c12"/>
    <p:sldId xmlns:r="http://schemas.openxmlformats.org/officeDocument/2006/relationships" id="279" r:id="Rab24b32ed263477c"/>
    <p:sldId xmlns:r="http://schemas.openxmlformats.org/officeDocument/2006/relationships" id="280" r:id="Ra76eec56eb3b4c70"/>
    <p:sldId xmlns:r="http://schemas.openxmlformats.org/officeDocument/2006/relationships" id="281" r:id="Rc8e991c1ecf84e68"/>
    <p:sldId xmlns:r="http://schemas.openxmlformats.org/officeDocument/2006/relationships" id="282" r:id="R18786d7ea4dc4f98"/>
    <p:sldId xmlns:r="http://schemas.openxmlformats.org/officeDocument/2006/relationships" id="283" r:id="R41e2203fd6a6481a"/>
    <p:sldId xmlns:r="http://schemas.openxmlformats.org/officeDocument/2006/relationships" id="284" r:id="Re7f9ecce71594619"/>
    <p:sldId xmlns:r="http://schemas.openxmlformats.org/officeDocument/2006/relationships" id="285" r:id="Rf0a9f86f1b704141"/>
    <p:sldId xmlns:r="http://schemas.openxmlformats.org/officeDocument/2006/relationships" id="286" r:id="R72b7590e8aa14b0c"/>
    <p:sldId xmlns:r="http://schemas.openxmlformats.org/officeDocument/2006/relationships" id="287" r:id="R72552396c8bd4e1f"/>
    <p:sldId xmlns:r="http://schemas.openxmlformats.org/officeDocument/2006/relationships" id="288" r:id="R2de79532a4f3427d"/>
    <p:sldId xmlns:r="http://schemas.openxmlformats.org/officeDocument/2006/relationships" id="289" r:id="Rf7111e19d1454b55"/>
    <p:sldId xmlns:r="http://schemas.openxmlformats.org/officeDocument/2006/relationships" id="290" r:id="R90cbfe696f574484"/>
    <p:sldId xmlns:r="http://schemas.openxmlformats.org/officeDocument/2006/relationships" id="291" r:id="Rc348aec8105c4bc0"/>
    <p:sldId xmlns:r="http://schemas.openxmlformats.org/officeDocument/2006/relationships" id="292" r:id="R36ab3961ce3c4867"/>
    <p:sldId xmlns:r="http://schemas.openxmlformats.org/officeDocument/2006/relationships" id="293" r:id="Rf10fcc66a9424bbe"/>
    <p:sldId xmlns:r="http://schemas.openxmlformats.org/officeDocument/2006/relationships" id="294" r:id="Rb855c9175ef54d38"/>
    <p:sldId xmlns:r="http://schemas.openxmlformats.org/officeDocument/2006/relationships" id="295" r:id="R482dc7e22234432c"/>
    <p:sldId xmlns:r="http://schemas.openxmlformats.org/officeDocument/2006/relationships" id="296" r:id="R2979c44b680a4bd0"/>
    <p:sldId xmlns:r="http://schemas.openxmlformats.org/officeDocument/2006/relationships" id="297" r:id="R920b622aa99748c5"/>
    <p:sldId xmlns:r="http://schemas.openxmlformats.org/officeDocument/2006/relationships" id="298" r:id="R29b5eac09a964d47"/>
    <p:sldId xmlns:r="http://schemas.openxmlformats.org/officeDocument/2006/relationships" id="299" r:id="Redc79650db124f2c"/>
    <p:sldId xmlns:r="http://schemas.openxmlformats.org/officeDocument/2006/relationships" id="300" r:id="R40b6ac59911e40dc"/>
    <p:sldId xmlns:r="http://schemas.openxmlformats.org/officeDocument/2006/relationships" id="301" r:id="R1370374c371d4a57"/>
    <p:sldId xmlns:r="http://schemas.openxmlformats.org/officeDocument/2006/relationships" id="302" r:id="R7680d60f79d14e72"/>
    <p:sldId xmlns:r="http://schemas.openxmlformats.org/officeDocument/2006/relationships" id="303" r:id="Rff494d95a5004135"/>
    <p:sldId xmlns:r="http://schemas.openxmlformats.org/officeDocument/2006/relationships" id="304" r:id="Rf4ddbfeddce14e48"/>
    <p:sldId xmlns:r="http://schemas.openxmlformats.org/officeDocument/2006/relationships" id="305" r:id="R4f9eeb6e4f7f4c4a"/>
    <p:sldId xmlns:r="http://schemas.openxmlformats.org/officeDocument/2006/relationships" id="306" r:id="Ra7ea564a31284757"/>
    <p:sldId xmlns:r="http://schemas.openxmlformats.org/officeDocument/2006/relationships" id="307" r:id="R1918a8ae89d24f2e"/>
    <p:sldId xmlns:r="http://schemas.openxmlformats.org/officeDocument/2006/relationships" id="308" r:id="Rfe8a9cb0a22941c4"/>
    <p:sldId xmlns:r="http://schemas.openxmlformats.org/officeDocument/2006/relationships" id="309" r:id="R2988b921d876490f"/>
    <p:sldId xmlns:r="http://schemas.openxmlformats.org/officeDocument/2006/relationships" id="310" r:id="Re3ede8b6a0694863"/>
    <p:sldId xmlns:r="http://schemas.openxmlformats.org/officeDocument/2006/relationships" id="311" r:id="R24bc108c3c3f47b4"/>
    <p:sldId xmlns:r="http://schemas.openxmlformats.org/officeDocument/2006/relationships" id="312" r:id="Ra5199193262d4168"/>
    <p:sldId xmlns:r="http://schemas.openxmlformats.org/officeDocument/2006/relationships" id="313" r:id="R3badc188b6dd4c50"/>
    <p:sldId xmlns:r="http://schemas.openxmlformats.org/officeDocument/2006/relationships" id="314" r:id="Rfdfe820ac7fb4990"/>
    <p:sldId xmlns:r="http://schemas.openxmlformats.org/officeDocument/2006/relationships" id="315" r:id="R5479820b2dee4044"/>
    <p:sldId xmlns:r="http://schemas.openxmlformats.org/officeDocument/2006/relationships" id="316" r:id="R4ffee90790a6460f"/>
    <p:sldId xmlns:r="http://schemas.openxmlformats.org/officeDocument/2006/relationships" id="317" r:id="Rd20b9fa2b1654e5f"/>
    <p:sldId xmlns:r="http://schemas.openxmlformats.org/officeDocument/2006/relationships" id="318" r:id="R11c2d7db19ab4815"/>
    <p:sldId xmlns:r="http://schemas.openxmlformats.org/officeDocument/2006/relationships" id="319" r:id="R2e07228f17114f9c"/>
    <p:sldId xmlns:r="http://schemas.openxmlformats.org/officeDocument/2006/relationships" id="320" r:id="Rb0e8901eaa2f4937"/>
    <p:sldId xmlns:r="http://schemas.openxmlformats.org/officeDocument/2006/relationships" id="321" r:id="Rb5d540e04b37429a"/>
    <p:sldId xmlns:r="http://schemas.openxmlformats.org/officeDocument/2006/relationships" id="322" r:id="R75a9e97278ca47d5"/>
    <p:sldId xmlns:r="http://schemas.openxmlformats.org/officeDocument/2006/relationships" id="323" r:id="Rca50cd78d08346f4"/>
    <p:sldId xmlns:r="http://schemas.openxmlformats.org/officeDocument/2006/relationships" id="324" r:id="Ra7cc90d9819247d8"/>
    <p:sldId xmlns:r="http://schemas.openxmlformats.org/officeDocument/2006/relationships" id="325" r:id="R5549449d7c134c8c"/>
    <p:sldId xmlns:r="http://schemas.openxmlformats.org/officeDocument/2006/relationships" id="326" r:id="R51d8d1806ee348d8"/>
    <p:sldId xmlns:r="http://schemas.openxmlformats.org/officeDocument/2006/relationships" id="327" r:id="Rd5af8dda8fbf4210"/>
    <p:sldId xmlns:r="http://schemas.openxmlformats.org/officeDocument/2006/relationships" id="328" r:id="R2b79f896d812473a"/>
    <p:sldId xmlns:r="http://schemas.openxmlformats.org/officeDocument/2006/relationships" id="329" r:id="R5c38039b9d88454b"/>
    <p:sldId xmlns:r="http://schemas.openxmlformats.org/officeDocument/2006/relationships" id="330" r:id="R7720b9e2339443b8"/>
    <p:sldId xmlns:r="http://schemas.openxmlformats.org/officeDocument/2006/relationships" id="331" r:id="Rb8681a4e8f4a4eb9"/>
    <p:sldId xmlns:r="http://schemas.openxmlformats.org/officeDocument/2006/relationships" id="332" r:id="Rb0c20e9c51e34e77"/>
    <p:sldId xmlns:r="http://schemas.openxmlformats.org/officeDocument/2006/relationships" id="333" r:id="Rb02c4c7d0f35409c"/>
    <p:sldId xmlns:r="http://schemas.openxmlformats.org/officeDocument/2006/relationships" id="334" r:id="R2939411c5dbf4dcc"/>
    <p:sldId xmlns:r="http://schemas.openxmlformats.org/officeDocument/2006/relationships" id="335" r:id="Rbba3055ce5f44bac"/>
    <p:sldId xmlns:r="http://schemas.openxmlformats.org/officeDocument/2006/relationships" id="336" r:id="R280ff6d2c6114574"/>
    <p:sldId xmlns:r="http://schemas.openxmlformats.org/officeDocument/2006/relationships" id="337" r:id="R3ce4bebcde654b9c"/>
    <p:sldId xmlns:r="http://schemas.openxmlformats.org/officeDocument/2006/relationships" id="338" r:id="Re43c7aad72a24421"/>
    <p:sldId xmlns:r="http://schemas.openxmlformats.org/officeDocument/2006/relationships" id="339" r:id="R3837797e2d134998"/>
    <p:sldId xmlns:r="http://schemas.openxmlformats.org/officeDocument/2006/relationships" id="340" r:id="Rafd148d173a24793"/>
    <p:sldId xmlns:r="http://schemas.openxmlformats.org/officeDocument/2006/relationships" id="341" r:id="Reb991bcd867545c8"/>
    <p:sldId xmlns:r="http://schemas.openxmlformats.org/officeDocument/2006/relationships" id="342" r:id="Rd3464cc7fe434dba"/>
    <p:sldId xmlns:r="http://schemas.openxmlformats.org/officeDocument/2006/relationships" id="343" r:id="Raa632d86c1194d3e"/>
    <p:sldId xmlns:r="http://schemas.openxmlformats.org/officeDocument/2006/relationships" id="344" r:id="R842a55d17c524253"/>
    <p:sldId xmlns:r="http://schemas.openxmlformats.org/officeDocument/2006/relationships" id="345" r:id="R1c39238bcb084c2c"/>
    <p:sldId xmlns:r="http://schemas.openxmlformats.org/officeDocument/2006/relationships" id="346" r:id="R120536ca86744472"/>
    <p:sldId xmlns:r="http://schemas.openxmlformats.org/officeDocument/2006/relationships" id="347" r:id="R2c1bf68b79ba413a"/>
    <p:sldId xmlns:r="http://schemas.openxmlformats.org/officeDocument/2006/relationships" id="348" r:id="R7a81cf5c77df430a"/>
    <p:sldId xmlns:r="http://schemas.openxmlformats.org/officeDocument/2006/relationships" id="349" r:id="R3b3bedabd6e240cb"/>
    <p:sldId xmlns:r="http://schemas.openxmlformats.org/officeDocument/2006/relationships" id="350" r:id="R7012737d3aee4708"/>
    <p:sldId xmlns:r="http://schemas.openxmlformats.org/officeDocument/2006/relationships" id="351" r:id="Ra70269074ba24446"/>
    <p:sldId xmlns:r="http://schemas.openxmlformats.org/officeDocument/2006/relationships" id="352" r:id="R05823dd5b4744fb4"/>
    <p:sldId xmlns:r="http://schemas.openxmlformats.org/officeDocument/2006/relationships" id="353" r:id="Re8bcac89cb9045d1"/>
    <p:sldId xmlns:r="http://schemas.openxmlformats.org/officeDocument/2006/relationships" id="354" r:id="Rdfba104ac5b54ac1"/>
    <p:sldId xmlns:r="http://schemas.openxmlformats.org/officeDocument/2006/relationships" id="355" r:id="Rb2dff9773481431f"/>
    <p:sldId xmlns:r="http://schemas.openxmlformats.org/officeDocument/2006/relationships" id="356" r:id="R927bb63b1eda4900"/>
    <p:sldId xmlns:r="http://schemas.openxmlformats.org/officeDocument/2006/relationships" id="357" r:id="R69e99f72f9b6414e"/>
    <p:sldId xmlns:r="http://schemas.openxmlformats.org/officeDocument/2006/relationships" id="358" r:id="R2c7a3a387a5f41e1"/>
    <p:sldId xmlns:r="http://schemas.openxmlformats.org/officeDocument/2006/relationships" id="359" r:id="R07f1fc102e6d4b37"/>
    <p:sldId xmlns:r="http://schemas.openxmlformats.org/officeDocument/2006/relationships" id="360" r:id="Rd82e5ab4e9a846c4"/>
    <p:sldId xmlns:r="http://schemas.openxmlformats.org/officeDocument/2006/relationships" id="361" r:id="R8cfb41166a1a4bd4"/>
    <p:sldId xmlns:r="http://schemas.openxmlformats.org/officeDocument/2006/relationships" id="362" r:id="R7f60711a35e64838"/>
    <p:sldId xmlns:r="http://schemas.openxmlformats.org/officeDocument/2006/relationships" id="363" r:id="Rfd65b63606384c00"/>
    <p:sldId xmlns:r="http://schemas.openxmlformats.org/officeDocument/2006/relationships" id="364" r:id="Rafcdb1a2cb9f45ea"/>
    <p:sldId xmlns:r="http://schemas.openxmlformats.org/officeDocument/2006/relationships" id="365" r:id="R7bc1d0ce4a264056"/>
    <p:sldId xmlns:r="http://schemas.openxmlformats.org/officeDocument/2006/relationships" id="366" r:id="R8b13242ef328473c"/>
    <p:sldId xmlns:r="http://schemas.openxmlformats.org/officeDocument/2006/relationships" id="367" r:id="Re5252378cd4249bf"/>
    <p:sldId xmlns:r="http://schemas.openxmlformats.org/officeDocument/2006/relationships" id="368" r:id="R3caac21ce13f4a73"/>
    <p:sldId xmlns:r="http://schemas.openxmlformats.org/officeDocument/2006/relationships" id="369" r:id="R8f11708253444f71"/>
    <p:sldId xmlns:r="http://schemas.openxmlformats.org/officeDocument/2006/relationships" id="370" r:id="R5508b380e2c3433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4898f291d4e474a" /><Relationship Type="http://schemas.openxmlformats.org/officeDocument/2006/relationships/slideMaster" Target="/ppt/slideMasters/slideMaster1.xml" Id="R3202a4c9688d4b5e" /><Relationship Type="http://schemas.openxmlformats.org/officeDocument/2006/relationships/notesMaster" Target="/ppt/notesMasters/notesMaster1.xml" Id="Rc058a4238bac402a" /><Relationship Type="http://schemas.openxmlformats.org/officeDocument/2006/relationships/presProps" Target="/ppt/presProps.xml" Id="R44364837eb0c4ca0" /><Relationship Type="http://schemas.openxmlformats.org/officeDocument/2006/relationships/tableStyles" Target="/ppt/tableStyles.xml" Id="R24c09062a1ea46a4" /><Relationship Type="http://schemas.openxmlformats.org/officeDocument/2006/relationships/slide" Target="/ppt/slides/slide1.xml" Id="Rabd640bdc82e432a" /><Relationship Type="http://schemas.openxmlformats.org/officeDocument/2006/relationships/slide" Target="/ppt/slides/slide2.xml" Id="R261e2330f62a42bc" /><Relationship Type="http://schemas.openxmlformats.org/officeDocument/2006/relationships/slide" Target="/ppt/slides/slide3.xml" Id="R7a4ecf35d26d4819" /><Relationship Type="http://schemas.openxmlformats.org/officeDocument/2006/relationships/slide" Target="/ppt/slides/slide4.xml" Id="Re2a3227965404dd9" /><Relationship Type="http://schemas.openxmlformats.org/officeDocument/2006/relationships/slide" Target="/ppt/slides/slide5.xml" Id="R337747d93592474c" /><Relationship Type="http://schemas.openxmlformats.org/officeDocument/2006/relationships/slide" Target="/ppt/slides/slide6.xml" Id="R36c8715a6d864d64" /><Relationship Type="http://schemas.openxmlformats.org/officeDocument/2006/relationships/slide" Target="/ppt/slides/slide7.xml" Id="R33e0413dd7654fdb" /><Relationship Type="http://schemas.openxmlformats.org/officeDocument/2006/relationships/slide" Target="/ppt/slides/slide8.xml" Id="R30cba184f5834699" /><Relationship Type="http://schemas.openxmlformats.org/officeDocument/2006/relationships/slide" Target="/ppt/slides/slide9.xml" Id="R35bbc8f7f55d4ad6" /><Relationship Type="http://schemas.openxmlformats.org/officeDocument/2006/relationships/slide" Target="/ppt/slides/slide10.xml" Id="R7ba9f6a81bb2440a" /><Relationship Type="http://schemas.openxmlformats.org/officeDocument/2006/relationships/slide" Target="/ppt/slides/slide11.xml" Id="R034b2ae6b4264878" /><Relationship Type="http://schemas.openxmlformats.org/officeDocument/2006/relationships/slide" Target="/ppt/slides/slide12.xml" Id="Re3789ec27d3847ee" /><Relationship Type="http://schemas.openxmlformats.org/officeDocument/2006/relationships/slide" Target="/ppt/slides/slide13.xml" Id="Re48898f9cdcf4a6a" /><Relationship Type="http://schemas.openxmlformats.org/officeDocument/2006/relationships/slide" Target="/ppt/slides/slide14.xml" Id="Rf48f5d8024284c33" /><Relationship Type="http://schemas.openxmlformats.org/officeDocument/2006/relationships/slide" Target="/ppt/slides/slide15.xml" Id="R97eadc29f3d04de5" /><Relationship Type="http://schemas.openxmlformats.org/officeDocument/2006/relationships/slide" Target="/ppt/slides/slide16.xml" Id="R72f91eb3c67c46f8" /><Relationship Type="http://schemas.openxmlformats.org/officeDocument/2006/relationships/slide" Target="/ppt/slides/slide17.xml" Id="Raf494bca7427425f" /><Relationship Type="http://schemas.openxmlformats.org/officeDocument/2006/relationships/slide" Target="/ppt/slides/slide18.xml" Id="R316a8b36e1614718" /><Relationship Type="http://schemas.openxmlformats.org/officeDocument/2006/relationships/slide" Target="/ppt/slides/slide19.xml" Id="Rdd4c59aea41b4f22" /><Relationship Type="http://schemas.openxmlformats.org/officeDocument/2006/relationships/slide" Target="/ppt/slides/slide20.xml" Id="R0577c98d0b8e4360" /><Relationship Type="http://schemas.openxmlformats.org/officeDocument/2006/relationships/slide" Target="/ppt/slides/slide21.xml" Id="R1df9a93082804177" /><Relationship Type="http://schemas.openxmlformats.org/officeDocument/2006/relationships/slide" Target="/ppt/slides/slide22.xml" Id="Rf32871945c274daa" /><Relationship Type="http://schemas.openxmlformats.org/officeDocument/2006/relationships/slide" Target="/ppt/slides/slide23.xml" Id="Rc8cb759484a24c12" /><Relationship Type="http://schemas.openxmlformats.org/officeDocument/2006/relationships/slide" Target="/ppt/slides/slide24.xml" Id="Rab24b32ed263477c" /><Relationship Type="http://schemas.openxmlformats.org/officeDocument/2006/relationships/slide" Target="/ppt/slides/slide25.xml" Id="Ra76eec56eb3b4c70" /><Relationship Type="http://schemas.openxmlformats.org/officeDocument/2006/relationships/slide" Target="/ppt/slides/slide26.xml" Id="Rc8e991c1ecf84e68" /><Relationship Type="http://schemas.openxmlformats.org/officeDocument/2006/relationships/slide" Target="/ppt/slides/slide27.xml" Id="R18786d7ea4dc4f98" /><Relationship Type="http://schemas.openxmlformats.org/officeDocument/2006/relationships/slide" Target="/ppt/slides/slide28.xml" Id="R41e2203fd6a6481a" /><Relationship Type="http://schemas.openxmlformats.org/officeDocument/2006/relationships/slide" Target="/ppt/slides/slide29.xml" Id="Re7f9ecce71594619" /><Relationship Type="http://schemas.openxmlformats.org/officeDocument/2006/relationships/slide" Target="/ppt/slides/slide30.xml" Id="Rf0a9f86f1b704141" /><Relationship Type="http://schemas.openxmlformats.org/officeDocument/2006/relationships/slide" Target="/ppt/slides/slide31.xml" Id="R72b7590e8aa14b0c" /><Relationship Type="http://schemas.openxmlformats.org/officeDocument/2006/relationships/slide" Target="/ppt/slides/slide32.xml" Id="R72552396c8bd4e1f" /><Relationship Type="http://schemas.openxmlformats.org/officeDocument/2006/relationships/slide" Target="/ppt/slides/slide33.xml" Id="R2de79532a4f3427d" /><Relationship Type="http://schemas.openxmlformats.org/officeDocument/2006/relationships/slide" Target="/ppt/slides/slide34.xml" Id="Rf7111e19d1454b55" /><Relationship Type="http://schemas.openxmlformats.org/officeDocument/2006/relationships/slide" Target="/ppt/slides/slide35.xml" Id="R90cbfe696f574484" /><Relationship Type="http://schemas.openxmlformats.org/officeDocument/2006/relationships/slide" Target="/ppt/slides/slide36.xml" Id="Rc348aec8105c4bc0" /><Relationship Type="http://schemas.openxmlformats.org/officeDocument/2006/relationships/slide" Target="/ppt/slides/slide37.xml" Id="R36ab3961ce3c4867" /><Relationship Type="http://schemas.openxmlformats.org/officeDocument/2006/relationships/slide" Target="/ppt/slides/slide38.xml" Id="Rf10fcc66a9424bbe" /><Relationship Type="http://schemas.openxmlformats.org/officeDocument/2006/relationships/slide" Target="/ppt/slides/slide39.xml" Id="Rb855c9175ef54d38" /><Relationship Type="http://schemas.openxmlformats.org/officeDocument/2006/relationships/slide" Target="/ppt/slides/slide40.xml" Id="R482dc7e22234432c" /><Relationship Type="http://schemas.openxmlformats.org/officeDocument/2006/relationships/slide" Target="/ppt/slides/slide41.xml" Id="R2979c44b680a4bd0" /><Relationship Type="http://schemas.openxmlformats.org/officeDocument/2006/relationships/slide" Target="/ppt/slides/slide42.xml" Id="R920b622aa99748c5" /><Relationship Type="http://schemas.openxmlformats.org/officeDocument/2006/relationships/slide" Target="/ppt/slides/slide43.xml" Id="R29b5eac09a964d47" /><Relationship Type="http://schemas.openxmlformats.org/officeDocument/2006/relationships/slide" Target="/ppt/slides/slide44.xml" Id="Redc79650db124f2c" /><Relationship Type="http://schemas.openxmlformats.org/officeDocument/2006/relationships/slide" Target="/ppt/slides/slide45.xml" Id="R40b6ac59911e40dc" /><Relationship Type="http://schemas.openxmlformats.org/officeDocument/2006/relationships/slide" Target="/ppt/slides/slide46.xml" Id="R1370374c371d4a57" /><Relationship Type="http://schemas.openxmlformats.org/officeDocument/2006/relationships/slide" Target="/ppt/slides/slide47.xml" Id="R7680d60f79d14e72" /><Relationship Type="http://schemas.openxmlformats.org/officeDocument/2006/relationships/slide" Target="/ppt/slides/slide48.xml" Id="Rff494d95a5004135" /><Relationship Type="http://schemas.openxmlformats.org/officeDocument/2006/relationships/slide" Target="/ppt/slides/slide49.xml" Id="Rf4ddbfeddce14e48" /><Relationship Type="http://schemas.openxmlformats.org/officeDocument/2006/relationships/slide" Target="/ppt/slides/slide50.xml" Id="R4f9eeb6e4f7f4c4a" /><Relationship Type="http://schemas.openxmlformats.org/officeDocument/2006/relationships/slide" Target="/ppt/slides/slide51.xml" Id="Ra7ea564a31284757" /><Relationship Type="http://schemas.openxmlformats.org/officeDocument/2006/relationships/slide" Target="/ppt/slides/slide52.xml" Id="R1918a8ae89d24f2e" /><Relationship Type="http://schemas.openxmlformats.org/officeDocument/2006/relationships/slide" Target="/ppt/slides/slide53.xml" Id="Rfe8a9cb0a22941c4" /><Relationship Type="http://schemas.openxmlformats.org/officeDocument/2006/relationships/slide" Target="/ppt/slides/slide54.xml" Id="R2988b921d876490f" /><Relationship Type="http://schemas.openxmlformats.org/officeDocument/2006/relationships/slide" Target="/ppt/slides/slide55.xml" Id="Re3ede8b6a0694863" /><Relationship Type="http://schemas.openxmlformats.org/officeDocument/2006/relationships/slide" Target="/ppt/slides/slide56.xml" Id="R24bc108c3c3f47b4" /><Relationship Type="http://schemas.openxmlformats.org/officeDocument/2006/relationships/slide" Target="/ppt/slides/slide57.xml" Id="Ra5199193262d4168" /><Relationship Type="http://schemas.openxmlformats.org/officeDocument/2006/relationships/slide" Target="/ppt/slides/slide58.xml" Id="R3badc188b6dd4c50" /><Relationship Type="http://schemas.openxmlformats.org/officeDocument/2006/relationships/slide" Target="/ppt/slides/slide59.xml" Id="Rfdfe820ac7fb4990" /><Relationship Type="http://schemas.openxmlformats.org/officeDocument/2006/relationships/slide" Target="/ppt/slides/slide60.xml" Id="R5479820b2dee4044" /><Relationship Type="http://schemas.openxmlformats.org/officeDocument/2006/relationships/slide" Target="/ppt/slides/slide61.xml" Id="R4ffee90790a6460f" /><Relationship Type="http://schemas.openxmlformats.org/officeDocument/2006/relationships/slide" Target="/ppt/slides/slide62.xml" Id="Rd20b9fa2b1654e5f" /><Relationship Type="http://schemas.openxmlformats.org/officeDocument/2006/relationships/slide" Target="/ppt/slides/slide63.xml" Id="R11c2d7db19ab4815" /><Relationship Type="http://schemas.openxmlformats.org/officeDocument/2006/relationships/slide" Target="/ppt/slides/slide64.xml" Id="R2e07228f17114f9c" /><Relationship Type="http://schemas.openxmlformats.org/officeDocument/2006/relationships/slide" Target="/ppt/slides/slide65.xml" Id="Rb0e8901eaa2f4937" /><Relationship Type="http://schemas.openxmlformats.org/officeDocument/2006/relationships/slide" Target="/ppt/slides/slide66.xml" Id="Rb5d540e04b37429a" /><Relationship Type="http://schemas.openxmlformats.org/officeDocument/2006/relationships/slide" Target="/ppt/slides/slide67.xml" Id="R75a9e97278ca47d5" /><Relationship Type="http://schemas.openxmlformats.org/officeDocument/2006/relationships/slide" Target="/ppt/slides/slide68.xml" Id="Rca50cd78d08346f4" /><Relationship Type="http://schemas.openxmlformats.org/officeDocument/2006/relationships/slide" Target="/ppt/slides/slide69.xml" Id="Ra7cc90d9819247d8" /><Relationship Type="http://schemas.openxmlformats.org/officeDocument/2006/relationships/slide" Target="/ppt/slides/slide70.xml" Id="R5549449d7c134c8c" /><Relationship Type="http://schemas.openxmlformats.org/officeDocument/2006/relationships/slide" Target="/ppt/slides/slide71.xml" Id="R51d8d1806ee348d8" /><Relationship Type="http://schemas.openxmlformats.org/officeDocument/2006/relationships/slide" Target="/ppt/slides/slide72.xml" Id="Rd5af8dda8fbf4210" /><Relationship Type="http://schemas.openxmlformats.org/officeDocument/2006/relationships/slide" Target="/ppt/slides/slide73.xml" Id="R2b79f896d812473a" /><Relationship Type="http://schemas.openxmlformats.org/officeDocument/2006/relationships/slide" Target="/ppt/slides/slide74.xml" Id="R5c38039b9d88454b" /><Relationship Type="http://schemas.openxmlformats.org/officeDocument/2006/relationships/slide" Target="/ppt/slides/slide75.xml" Id="R7720b9e2339443b8" /><Relationship Type="http://schemas.openxmlformats.org/officeDocument/2006/relationships/slide" Target="/ppt/slides/slide76.xml" Id="Rb8681a4e8f4a4eb9" /><Relationship Type="http://schemas.openxmlformats.org/officeDocument/2006/relationships/slide" Target="/ppt/slides/slide77.xml" Id="Rb0c20e9c51e34e77" /><Relationship Type="http://schemas.openxmlformats.org/officeDocument/2006/relationships/slide" Target="/ppt/slides/slide78.xml" Id="Rb02c4c7d0f35409c" /><Relationship Type="http://schemas.openxmlformats.org/officeDocument/2006/relationships/slide" Target="/ppt/slides/slide79.xml" Id="R2939411c5dbf4dcc" /><Relationship Type="http://schemas.openxmlformats.org/officeDocument/2006/relationships/slide" Target="/ppt/slides/slide80.xml" Id="Rbba3055ce5f44bac" /><Relationship Type="http://schemas.openxmlformats.org/officeDocument/2006/relationships/slide" Target="/ppt/slides/slide81.xml" Id="R280ff6d2c6114574" /><Relationship Type="http://schemas.openxmlformats.org/officeDocument/2006/relationships/slide" Target="/ppt/slides/slide82.xml" Id="R3ce4bebcde654b9c" /><Relationship Type="http://schemas.openxmlformats.org/officeDocument/2006/relationships/slide" Target="/ppt/slides/slide83.xml" Id="Re43c7aad72a24421" /><Relationship Type="http://schemas.openxmlformats.org/officeDocument/2006/relationships/slide" Target="/ppt/slides/slide84.xml" Id="R3837797e2d134998" /><Relationship Type="http://schemas.openxmlformats.org/officeDocument/2006/relationships/slide" Target="/ppt/slides/slide85.xml" Id="Rafd148d173a24793" /><Relationship Type="http://schemas.openxmlformats.org/officeDocument/2006/relationships/slide" Target="/ppt/slides/slide86.xml" Id="Reb991bcd867545c8" /><Relationship Type="http://schemas.openxmlformats.org/officeDocument/2006/relationships/slide" Target="/ppt/slides/slide87.xml" Id="Rd3464cc7fe434dba" /><Relationship Type="http://schemas.openxmlformats.org/officeDocument/2006/relationships/slide" Target="/ppt/slides/slide88.xml" Id="Raa632d86c1194d3e" /><Relationship Type="http://schemas.openxmlformats.org/officeDocument/2006/relationships/slide" Target="/ppt/slides/slide89.xml" Id="R842a55d17c524253" /><Relationship Type="http://schemas.openxmlformats.org/officeDocument/2006/relationships/slide" Target="/ppt/slides/slide90.xml" Id="R1c39238bcb084c2c" /><Relationship Type="http://schemas.openxmlformats.org/officeDocument/2006/relationships/slide" Target="/ppt/slides/slide91.xml" Id="R120536ca86744472" /><Relationship Type="http://schemas.openxmlformats.org/officeDocument/2006/relationships/slide" Target="/ppt/slides/slide92.xml" Id="R2c1bf68b79ba413a" /><Relationship Type="http://schemas.openxmlformats.org/officeDocument/2006/relationships/slide" Target="/ppt/slides/slide93.xml" Id="R7a81cf5c77df430a" /><Relationship Type="http://schemas.openxmlformats.org/officeDocument/2006/relationships/slide" Target="/ppt/slides/slide94.xml" Id="R3b3bedabd6e240cb" /><Relationship Type="http://schemas.openxmlformats.org/officeDocument/2006/relationships/slide" Target="/ppt/slides/slide95.xml" Id="R7012737d3aee4708" /><Relationship Type="http://schemas.openxmlformats.org/officeDocument/2006/relationships/slide" Target="/ppt/slides/slide96.xml" Id="Ra70269074ba24446" /><Relationship Type="http://schemas.openxmlformats.org/officeDocument/2006/relationships/slide" Target="/ppt/slides/slide97.xml" Id="R05823dd5b4744fb4" /><Relationship Type="http://schemas.openxmlformats.org/officeDocument/2006/relationships/slide" Target="/ppt/slides/slide98.xml" Id="Re8bcac89cb9045d1" /><Relationship Type="http://schemas.openxmlformats.org/officeDocument/2006/relationships/slide" Target="/ppt/slides/slide99.xml" Id="Rdfba104ac5b54ac1" /><Relationship Type="http://schemas.openxmlformats.org/officeDocument/2006/relationships/slide" Target="/ppt/slides/slide100.xml" Id="Rb2dff9773481431f" /><Relationship Type="http://schemas.openxmlformats.org/officeDocument/2006/relationships/slide" Target="/ppt/slides/slide101.xml" Id="R927bb63b1eda4900" /><Relationship Type="http://schemas.openxmlformats.org/officeDocument/2006/relationships/slide" Target="/ppt/slides/slide102.xml" Id="R69e99f72f9b6414e" /><Relationship Type="http://schemas.openxmlformats.org/officeDocument/2006/relationships/slide" Target="/ppt/slides/slide103.xml" Id="R2c7a3a387a5f41e1" /><Relationship Type="http://schemas.openxmlformats.org/officeDocument/2006/relationships/slide" Target="/ppt/slides/slide104.xml" Id="R07f1fc102e6d4b37" /><Relationship Type="http://schemas.openxmlformats.org/officeDocument/2006/relationships/slide" Target="/ppt/slides/slide105.xml" Id="Rd82e5ab4e9a846c4" /><Relationship Type="http://schemas.openxmlformats.org/officeDocument/2006/relationships/slide" Target="/ppt/slides/slide106.xml" Id="R8cfb41166a1a4bd4" /><Relationship Type="http://schemas.openxmlformats.org/officeDocument/2006/relationships/slide" Target="/ppt/slides/slide107.xml" Id="R7f60711a35e64838" /><Relationship Type="http://schemas.openxmlformats.org/officeDocument/2006/relationships/slide" Target="/ppt/slides/slide108.xml" Id="Rfd65b63606384c00" /><Relationship Type="http://schemas.openxmlformats.org/officeDocument/2006/relationships/slide" Target="/ppt/slides/slide109.xml" Id="Rafcdb1a2cb9f45ea" /><Relationship Type="http://schemas.openxmlformats.org/officeDocument/2006/relationships/slide" Target="/ppt/slides/slide110.xml" Id="R7bc1d0ce4a264056" /><Relationship Type="http://schemas.openxmlformats.org/officeDocument/2006/relationships/slide" Target="/ppt/slides/slide111.xml" Id="R8b13242ef328473c" /><Relationship Type="http://schemas.openxmlformats.org/officeDocument/2006/relationships/slide" Target="/ppt/slides/slide112.xml" Id="Re5252378cd4249bf" /><Relationship Type="http://schemas.openxmlformats.org/officeDocument/2006/relationships/slide" Target="/ppt/slides/slide113.xml" Id="R3caac21ce13f4a73" /><Relationship Type="http://schemas.openxmlformats.org/officeDocument/2006/relationships/slide" Target="/ppt/slides/slide114.xml" Id="R8f11708253444f71" /><Relationship Type="http://schemas.openxmlformats.org/officeDocument/2006/relationships/slide" Target="/ppt/slides/slide115.xml" Id="R5508b380e2c3433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75807ac53344be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da1cf773c264b89" /><Relationship Type="http://schemas.openxmlformats.org/officeDocument/2006/relationships/notesMaster" Target="/ppt/notesMasters/notesMaster1.xml" Id="R0d7984d045b54aaf" /></Relationships>
</file>

<file path=ppt/notesSlides/_rels/notesSlide2.xml.rels>&#65279;<?xml version="1.0" encoding="utf-8"?><Relationships xmlns="http://schemas.openxmlformats.org/package/2006/relationships"><Relationship Type="http://schemas.openxmlformats.org/officeDocument/2006/relationships/slide" Target="/ppt/slides/slide2.xml" Id="Rbf8be8367a214738" /><Relationship Type="http://schemas.openxmlformats.org/officeDocument/2006/relationships/notesMaster" Target="/ppt/notesMasters/notesMaster1.xml" Id="R9ffc16699ebd4faf" /></Relationships>
</file>

<file path=ppt/notesSlides/_rels/notesSlide3.xml.rels>&#65279;<?xml version="1.0" encoding="utf-8"?><Relationships xmlns="http://schemas.openxmlformats.org/package/2006/relationships"><Relationship Type="http://schemas.openxmlformats.org/officeDocument/2006/relationships/slide" Target="/ppt/slides/slide3.xml" Id="Rd036f3bd1bea4ff0" /><Relationship Type="http://schemas.openxmlformats.org/officeDocument/2006/relationships/notesMaster" Target="/ppt/notesMasters/notesMaster1.xml" Id="Rd1c98ecb31f44bef" /></Relationships>
</file>

<file path=ppt/notesSlides/_rels/notesSlide4.xml.rels>&#65279;<?xml version="1.0" encoding="utf-8"?><Relationships xmlns="http://schemas.openxmlformats.org/package/2006/relationships"><Relationship Type="http://schemas.openxmlformats.org/officeDocument/2006/relationships/slide" Target="/ppt/slides/slide4.xml" Id="R5ec74aded8d147d6" /><Relationship Type="http://schemas.openxmlformats.org/officeDocument/2006/relationships/notesMaster" Target="/ppt/notesMasters/notesMaster1.xml" Id="R5cfc9d5b407f415f" /></Relationships>
</file>

<file path=ppt/notesSlides/_rels/notesSlide5.xml.rels>&#65279;<?xml version="1.0" encoding="utf-8"?><Relationships xmlns="http://schemas.openxmlformats.org/package/2006/relationships"><Relationship Type="http://schemas.openxmlformats.org/officeDocument/2006/relationships/slide" Target="/ppt/slides/slide5.xml" Id="Rfb67e89c3e7a413d" /><Relationship Type="http://schemas.openxmlformats.org/officeDocument/2006/relationships/notesMaster" Target="/ppt/notesMasters/notesMaster1.xml" Id="R6d76c52dec694c62" /></Relationships>
</file>

<file path=ppt/notesSlides/_rels/notesSlide6.xml.rels>&#65279;<?xml version="1.0" encoding="utf-8"?><Relationships xmlns="http://schemas.openxmlformats.org/package/2006/relationships"><Relationship Type="http://schemas.openxmlformats.org/officeDocument/2006/relationships/slide" Target="/ppt/slides/slide6.xml" Id="R6bb3551017bb4973" /><Relationship Type="http://schemas.openxmlformats.org/officeDocument/2006/relationships/notesMaster" Target="/ppt/notesMasters/notesMaster1.xml" Id="R4fb546cd7fde4eff" /></Relationships>
</file>

<file path=ppt/notesSlides/_rels/notesSlide7.xml.rels>&#65279;<?xml version="1.0" encoding="utf-8"?><Relationships xmlns="http://schemas.openxmlformats.org/package/2006/relationships"><Relationship Type="http://schemas.openxmlformats.org/officeDocument/2006/relationships/slide" Target="/ppt/slides/slide7.xml" Id="Ra7f012ff3c1d48a1" /><Relationship Type="http://schemas.openxmlformats.org/officeDocument/2006/relationships/notesMaster" Target="/ppt/notesMasters/notesMaster1.xml" Id="Red358202077d4ba5" /></Relationships>
</file>

<file path=ppt/notesSlides/_rels/notesSlide8.xml.rels>&#65279;<?xml version="1.0" encoding="utf-8"?><Relationships xmlns="http://schemas.openxmlformats.org/package/2006/relationships"><Relationship Type="http://schemas.openxmlformats.org/officeDocument/2006/relationships/slide" Target="/ppt/slides/slide8.xml" Id="Rbe87d18e4de04b9e" /><Relationship Type="http://schemas.openxmlformats.org/officeDocument/2006/relationships/notesMaster" Target="/ppt/notesMasters/notesMaster1.xml" Id="R9b7fa93653a14c98" /></Relationships>
</file>

<file path=ppt/notesSlides/_rels/notesSlide9.xml.rels>&#65279;<?xml version="1.0" encoding="utf-8"?><Relationships xmlns="http://schemas.openxmlformats.org/package/2006/relationships"><Relationship Type="http://schemas.openxmlformats.org/officeDocument/2006/relationships/slide" Target="/ppt/slides/slide9.xml" Id="R3a138f8420d04fb7" /><Relationship Type="http://schemas.openxmlformats.org/officeDocument/2006/relationships/notesMaster" Target="/ppt/notesMasters/notesMaster1.xml" Id="R0081b3587d4b409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57237f8bb7947d6" /><Relationship Type="http://schemas.openxmlformats.org/officeDocument/2006/relationships/notesMaster" Target="/ppt/notesMasters/notesMaster1.xml" Id="Rd814d138a3f9433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0ddc79c96f745b5" /><Relationship Type="http://schemas.openxmlformats.org/officeDocument/2006/relationships/notesMaster" Target="/ppt/notesMasters/notesMaster1.xml" Id="Ra972773e5f224fa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fa87ea1de09401d" /><Relationship Type="http://schemas.openxmlformats.org/officeDocument/2006/relationships/notesMaster" Target="/ppt/notesMasters/notesMaster1.xml" Id="R335a0c08a6f24a4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cd866212fd645c9" /><Relationship Type="http://schemas.openxmlformats.org/officeDocument/2006/relationships/notesMaster" Target="/ppt/notesMasters/notesMaster1.xml" Id="R7a9f3ef9702e45f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a9becf635084050" /><Relationship Type="http://schemas.openxmlformats.org/officeDocument/2006/relationships/notesMaster" Target="/ppt/notesMasters/notesMaster1.xml" Id="Re786902507134eb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f6fc164dc1048cd" /><Relationship Type="http://schemas.openxmlformats.org/officeDocument/2006/relationships/notesMaster" Target="/ppt/notesMasters/notesMaster1.xml" Id="R8f93bc76173f474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45d29ac22ae498b" /><Relationship Type="http://schemas.openxmlformats.org/officeDocument/2006/relationships/notesMaster" Target="/ppt/notesMasters/notesMaster1.xml" Id="R0ee456a49e87469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4eeafe060f94ac3" /><Relationship Type="http://schemas.openxmlformats.org/officeDocument/2006/relationships/notesMaster" Target="/ppt/notesMasters/notesMaster1.xml" Id="R6108821d7ede41a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958c1984e3d4712" /><Relationship Type="http://schemas.openxmlformats.org/officeDocument/2006/relationships/notesMaster" Target="/ppt/notesMasters/notesMaster1.xml" Id="R4a3ed2afd89247f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208a4d67bca4f9c" /><Relationship Type="http://schemas.openxmlformats.org/officeDocument/2006/relationships/notesMaster" Target="/ppt/notesMasters/notesMaster1.xml" Id="Rbe3464fcbf3c496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7296b543a0f49b3" /><Relationship Type="http://schemas.openxmlformats.org/officeDocument/2006/relationships/notesMaster" Target="/ppt/notesMasters/notesMaster1.xml" Id="Ra8443e7a06c547b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c8e3c81be464481" /><Relationship Type="http://schemas.openxmlformats.org/officeDocument/2006/relationships/notesMaster" Target="/ppt/notesMasters/notesMaster1.xml" Id="Rbb78bdc068c54c6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3cc2b41738c49d0" /><Relationship Type="http://schemas.openxmlformats.org/officeDocument/2006/relationships/notesMaster" Target="/ppt/notesMasters/notesMaster1.xml" Id="R76708de641354ba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56e45c607a04bca" /><Relationship Type="http://schemas.openxmlformats.org/officeDocument/2006/relationships/notesMaster" Target="/ppt/notesMasters/notesMaster1.xml" Id="R9c3e20c51f7947e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0a6246b9ef54abf" /><Relationship Type="http://schemas.openxmlformats.org/officeDocument/2006/relationships/notesMaster" Target="/ppt/notesMasters/notesMaster1.xml" Id="R853a4d60e557461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4f83f3932204baf" /><Relationship Type="http://schemas.openxmlformats.org/officeDocument/2006/relationships/notesMaster" Target="/ppt/notesMasters/notesMaster1.xml" Id="R8535ced64d354ea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a7413ddc4bf408f" /><Relationship Type="http://schemas.openxmlformats.org/officeDocument/2006/relationships/notesMaster" Target="/ppt/notesMasters/notesMaster1.xml" Id="Rbafd35729fad414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dc18a8e21504355" /><Relationship Type="http://schemas.openxmlformats.org/officeDocument/2006/relationships/notesMaster" Target="/ppt/notesMasters/notesMaster1.xml" Id="R34a33c0384b4404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af52286484b43aa" /><Relationship Type="http://schemas.openxmlformats.org/officeDocument/2006/relationships/notesMaster" Target="/ppt/notesMasters/notesMaster1.xml" Id="R5e535eaad500423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71e977f2fcf4411" /><Relationship Type="http://schemas.openxmlformats.org/officeDocument/2006/relationships/notesMaster" Target="/ppt/notesMasters/notesMaster1.xml" Id="R62483b80314d4b8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dda74fdacab41c0" /><Relationship Type="http://schemas.openxmlformats.org/officeDocument/2006/relationships/notesMaster" Target="/ppt/notesMasters/notesMaster1.xml" Id="Rd952e3eb85f2459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5e072d8d4684fc1" /><Relationship Type="http://schemas.openxmlformats.org/officeDocument/2006/relationships/notesMaster" Target="/ppt/notesMasters/notesMaster1.xml" Id="R8168a5ff833843b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04889af0ee24790" /><Relationship Type="http://schemas.openxmlformats.org/officeDocument/2006/relationships/notesMaster" Target="/ppt/notesMasters/notesMaster1.xml" Id="R692d7c30c0b84d16"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5786a92673845fe" /><Relationship Type="http://schemas.openxmlformats.org/officeDocument/2006/relationships/notesMaster" Target="/ppt/notesMasters/notesMaster1.xml" Id="R8b22600156be46e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11abf72fbc44348" /><Relationship Type="http://schemas.openxmlformats.org/officeDocument/2006/relationships/notesMaster" Target="/ppt/notesMasters/notesMaster1.xml" Id="Rbb9d6900ee3e44e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e21e5d117824dc3" /><Relationship Type="http://schemas.openxmlformats.org/officeDocument/2006/relationships/notesMaster" Target="/ppt/notesMasters/notesMaster1.xml" Id="R1de332c186c94d0a"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59b2e7cbfad46ac" /><Relationship Type="http://schemas.openxmlformats.org/officeDocument/2006/relationships/notesMaster" Target="/ppt/notesMasters/notesMaster1.xml" Id="Rd02ac37d6252433e"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53fd3ebcfc66478c" /><Relationship Type="http://schemas.openxmlformats.org/officeDocument/2006/relationships/notesMaster" Target="/ppt/notesMasters/notesMaster1.xml" Id="R827970e9f08d419f"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a7c4369964974104" /><Relationship Type="http://schemas.openxmlformats.org/officeDocument/2006/relationships/notesMaster" Target="/ppt/notesMasters/notesMaster1.xml" Id="R78fe8f390e994393"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238070149d81411f" /><Relationship Type="http://schemas.openxmlformats.org/officeDocument/2006/relationships/notesMaster" Target="/ppt/notesMasters/notesMaster1.xml" Id="R4b871e0b6fd44a8f"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9a493115e0c34799" /><Relationship Type="http://schemas.openxmlformats.org/officeDocument/2006/relationships/notesMaster" Target="/ppt/notesMasters/notesMaster1.xml" Id="R4be798c1255d48f4"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c4a04d4af0c464f" /><Relationship Type="http://schemas.openxmlformats.org/officeDocument/2006/relationships/notesMaster" Target="/ppt/notesMasters/notesMaster1.xml" Id="Rbe4325aeebe649c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307f3cfd2b74227" /><Relationship Type="http://schemas.openxmlformats.org/officeDocument/2006/relationships/notesMaster" Target="/ppt/notesMasters/notesMaster1.xml" Id="R57b4542af878402c"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806f90c44c14f53" /><Relationship Type="http://schemas.openxmlformats.org/officeDocument/2006/relationships/notesMaster" Target="/ppt/notesMasters/notesMaster1.xml" Id="R7922d162ada34c2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ba1f0a7bc961415b" /><Relationship Type="http://schemas.openxmlformats.org/officeDocument/2006/relationships/notesMaster" Target="/ppt/notesMasters/notesMaster1.xml" Id="R01c4e46d5d82404c"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23ce556ffd548fb" /><Relationship Type="http://schemas.openxmlformats.org/officeDocument/2006/relationships/notesMaster" Target="/ppt/notesMasters/notesMaster1.xml" Id="Rf2d942ba1d73423a"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539d73401a9642d9" /><Relationship Type="http://schemas.openxmlformats.org/officeDocument/2006/relationships/notesMaster" Target="/ppt/notesMasters/notesMaster1.xml" Id="Rbb9eca29bcc848e3"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44e91c50f8f49f5" /><Relationship Type="http://schemas.openxmlformats.org/officeDocument/2006/relationships/notesMaster" Target="/ppt/notesMasters/notesMaster1.xml" Id="R66b08c33f14b4ab2"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e0a37c3200d14a5b" /><Relationship Type="http://schemas.openxmlformats.org/officeDocument/2006/relationships/notesMaster" Target="/ppt/notesMasters/notesMaster1.xml" Id="Rb10214097a9d46ba"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e0e6d78e6a1646c9" /><Relationship Type="http://schemas.openxmlformats.org/officeDocument/2006/relationships/notesMaster" Target="/ppt/notesMasters/notesMaster1.xml" Id="R884f9a0f55bd4d50"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a6b4b2c7449141b9" /><Relationship Type="http://schemas.openxmlformats.org/officeDocument/2006/relationships/notesMaster" Target="/ppt/notesMasters/notesMaster1.xml" Id="R6eb1d5a4e8d54d2e"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173b77c1e32b4a2b" /><Relationship Type="http://schemas.openxmlformats.org/officeDocument/2006/relationships/notesMaster" Target="/ppt/notesMasters/notesMaster1.xml" Id="Rc304f5e500584cf4"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ce45d092cc0b41ab" /><Relationship Type="http://schemas.openxmlformats.org/officeDocument/2006/relationships/notesMaster" Target="/ppt/notesMasters/notesMaster1.xml" Id="R64ce058cf35b455f"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2ad32399110b44e0" /><Relationship Type="http://schemas.openxmlformats.org/officeDocument/2006/relationships/notesMaster" Target="/ppt/notesMasters/notesMaster1.xml" Id="R501b1bb6aa9c42ab"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2cc607f457fe4085" /><Relationship Type="http://schemas.openxmlformats.org/officeDocument/2006/relationships/notesMaster" Target="/ppt/notesMasters/notesMaster1.xml" Id="R6d7bd9530d95481b"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4ad3fb36a1354ff5" /><Relationship Type="http://schemas.openxmlformats.org/officeDocument/2006/relationships/notesMaster" Target="/ppt/notesMasters/notesMaster1.xml" Id="R76c480220e2b466a"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0335773d2c584b33" /><Relationship Type="http://schemas.openxmlformats.org/officeDocument/2006/relationships/notesMaster" Target="/ppt/notesMasters/notesMaster1.xml" Id="R2be0d673100a48b3"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083e302c4fbc4a12" /><Relationship Type="http://schemas.openxmlformats.org/officeDocument/2006/relationships/notesMaster" Target="/ppt/notesMasters/notesMaster1.xml" Id="R6e1cffdcfcb144e5"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96aeb6141e5e4989" /><Relationship Type="http://schemas.openxmlformats.org/officeDocument/2006/relationships/notesMaster" Target="/ppt/notesMasters/notesMaster1.xml" Id="R4369cf87dc704e64"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1f4c00b2fa7343c7" /><Relationship Type="http://schemas.openxmlformats.org/officeDocument/2006/relationships/notesMaster" Target="/ppt/notesMasters/notesMaster1.xml" Id="Rd51443852189432b"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639b3e24882a471c" /><Relationship Type="http://schemas.openxmlformats.org/officeDocument/2006/relationships/notesMaster" Target="/ppt/notesMasters/notesMaster1.xml" Id="Rda9a2eb9083040b8"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6454b8c45b6d4c7d" /><Relationship Type="http://schemas.openxmlformats.org/officeDocument/2006/relationships/notesMaster" Target="/ppt/notesMasters/notesMaster1.xml" Id="Ra39d23cfd86344c9"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b8d5ba2e7663408d" /><Relationship Type="http://schemas.openxmlformats.org/officeDocument/2006/relationships/notesMaster" Target="/ppt/notesMasters/notesMaster1.xml" Id="Rcdac6fb983c64f1a"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2aa08304e5da41fb" /><Relationship Type="http://schemas.openxmlformats.org/officeDocument/2006/relationships/notesMaster" Target="/ppt/notesMasters/notesMaster1.xml" Id="R7661b3f67c654fc2"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7d5f1bbb36494ab3" /><Relationship Type="http://schemas.openxmlformats.org/officeDocument/2006/relationships/notesMaster" Target="/ppt/notesMasters/notesMaster1.xml" Id="R69986afcfbe74cdc"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df6a458299634c53" /><Relationship Type="http://schemas.openxmlformats.org/officeDocument/2006/relationships/notesMaster" Target="/ppt/notesMasters/notesMaster1.xml" Id="R54e83e08714b47ef"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579b25f4a5c94a82" /><Relationship Type="http://schemas.openxmlformats.org/officeDocument/2006/relationships/notesMaster" Target="/ppt/notesMasters/notesMaster1.xml" Id="Rc9bc749afe5c4ad9"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6dcc083774934a93" /><Relationship Type="http://schemas.openxmlformats.org/officeDocument/2006/relationships/notesMaster" Target="/ppt/notesMasters/notesMaster1.xml" Id="R659a2b9039b54552"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f538754078ab4dbd" /><Relationship Type="http://schemas.openxmlformats.org/officeDocument/2006/relationships/notesMaster" Target="/ppt/notesMasters/notesMaster1.xml" Id="R183c76ef75594f8b"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fca247a3f8ea49cf" /><Relationship Type="http://schemas.openxmlformats.org/officeDocument/2006/relationships/notesMaster" Target="/ppt/notesMasters/notesMaster1.xml" Id="R9f9c1277a3f141ad"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7167c561b1f94a95" /><Relationship Type="http://schemas.openxmlformats.org/officeDocument/2006/relationships/notesMaster" Target="/ppt/notesMasters/notesMaster1.xml" Id="Ra681c308e1434ae3"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6223409f11dd4a26" /><Relationship Type="http://schemas.openxmlformats.org/officeDocument/2006/relationships/notesMaster" Target="/ppt/notesMasters/notesMaster1.xml" Id="R7e93c53782714a0d"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498745dcaf914e50" /><Relationship Type="http://schemas.openxmlformats.org/officeDocument/2006/relationships/notesMaster" Target="/ppt/notesMasters/notesMaster1.xml" Id="Raea3667a983f42d9"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8512cefc675d477a" /><Relationship Type="http://schemas.openxmlformats.org/officeDocument/2006/relationships/notesMaster" Target="/ppt/notesMasters/notesMaster1.xml" Id="R2fd3cbf2822a4970"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4f752f54ebf043ba" /><Relationship Type="http://schemas.openxmlformats.org/officeDocument/2006/relationships/notesMaster" Target="/ppt/notesMasters/notesMaster1.xml" Id="R75ac48eda58a4d63"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0b71a536ab774cb2" /><Relationship Type="http://schemas.openxmlformats.org/officeDocument/2006/relationships/notesMaster" Target="/ppt/notesMasters/notesMaster1.xml" Id="Rf39ce245d4b64b8f"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f2851447e54f4701" /><Relationship Type="http://schemas.openxmlformats.org/officeDocument/2006/relationships/notesMaster" Target="/ppt/notesMasters/notesMaster1.xml" Id="Rb49830f51eb84fd7"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3d052c4504584c95" /><Relationship Type="http://schemas.openxmlformats.org/officeDocument/2006/relationships/notesMaster" Target="/ppt/notesMasters/notesMaster1.xml" Id="Ra92368224c154c30"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8c25c081943e4ee5" /><Relationship Type="http://schemas.openxmlformats.org/officeDocument/2006/relationships/notesMaster" Target="/ppt/notesMasters/notesMaster1.xml" Id="R2219545a5ca8460d"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6ca7bd212f1a4c96" /><Relationship Type="http://schemas.openxmlformats.org/officeDocument/2006/relationships/notesMaster" Target="/ppt/notesMasters/notesMaster1.xml" Id="R26a66dba6a4542f2"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4157c3546db04a09" /><Relationship Type="http://schemas.openxmlformats.org/officeDocument/2006/relationships/notesMaster" Target="/ppt/notesMasters/notesMaster1.xml" Id="R39b7cafb2ea54c68"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2f2bd52f06694244" /><Relationship Type="http://schemas.openxmlformats.org/officeDocument/2006/relationships/notesMaster" Target="/ppt/notesMasters/notesMaster1.xml" Id="R32b83fc3c6914533"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9a7f5a8fef124ce4" /><Relationship Type="http://schemas.openxmlformats.org/officeDocument/2006/relationships/notesMaster" Target="/ppt/notesMasters/notesMaster1.xml" Id="Rc568bbfeaed24e42"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1238edec55b64d31" /><Relationship Type="http://schemas.openxmlformats.org/officeDocument/2006/relationships/notesMaster" Target="/ppt/notesMasters/notesMaster1.xml" Id="R2a6ddb7b3c0444d9"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c3bbc43778b04285" /><Relationship Type="http://schemas.openxmlformats.org/officeDocument/2006/relationships/notesMaster" Target="/ppt/notesMasters/notesMaster1.xml" Id="Ra7156df1736e4d2f"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56592f7d0388421d" /><Relationship Type="http://schemas.openxmlformats.org/officeDocument/2006/relationships/notesMaster" Target="/ppt/notesMasters/notesMaster1.xml" Id="R52dc5b5f41b545d4"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00ceb90377a34957" /><Relationship Type="http://schemas.openxmlformats.org/officeDocument/2006/relationships/notesMaster" Target="/ppt/notesMasters/notesMaster1.xml" Id="R93fcffad4d4b4971"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a2b4c56655db4c37" /><Relationship Type="http://schemas.openxmlformats.org/officeDocument/2006/relationships/notesMaster" Target="/ppt/notesMasters/notesMaster1.xml" Id="Rf18ff64d259b4064"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2ae89c3c75e34e3b" /><Relationship Type="http://schemas.openxmlformats.org/officeDocument/2006/relationships/notesMaster" Target="/ppt/notesMasters/notesMaster1.xml" Id="Re5c061a0ebaa4c11"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5bbb8928d4f940c9" /><Relationship Type="http://schemas.openxmlformats.org/officeDocument/2006/relationships/notesMaster" Target="/ppt/notesMasters/notesMaster1.xml" Id="R6ad3b34ecb5147c9"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a850ad77220c4542" /><Relationship Type="http://schemas.openxmlformats.org/officeDocument/2006/relationships/notesMaster" Target="/ppt/notesMasters/notesMaster1.xml" Id="R014fe991dfe74e24"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77333628ae1e45d4" /><Relationship Type="http://schemas.openxmlformats.org/officeDocument/2006/relationships/notesMaster" Target="/ppt/notesMasters/notesMaster1.xml" Id="R9a52a796a8874e56"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fa57e32794a14726" /><Relationship Type="http://schemas.openxmlformats.org/officeDocument/2006/relationships/notesMaster" Target="/ppt/notesMasters/notesMaster1.xml" Id="Rbad31859a3084712"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ab604b30393c4fd2" /><Relationship Type="http://schemas.openxmlformats.org/officeDocument/2006/relationships/notesMaster" Target="/ppt/notesMasters/notesMaster1.xml" Id="R71d79ab338ff4734"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49abbe428dc04b11" /><Relationship Type="http://schemas.openxmlformats.org/officeDocument/2006/relationships/notesMaster" Target="/ppt/notesMasters/notesMaster1.xml" Id="R212c405383ec4b52"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ac2d902eb54e46f6" /><Relationship Type="http://schemas.openxmlformats.org/officeDocument/2006/relationships/notesMaster" Target="/ppt/notesMasters/notesMaster1.xml" Id="R63dfc3156b344699"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32cbad481a664ca0" /><Relationship Type="http://schemas.openxmlformats.org/officeDocument/2006/relationships/notesMaster" Target="/ppt/notesMasters/notesMaster1.xml" Id="R9e6667a248b74359"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b3614842054f4b8c" /><Relationship Type="http://schemas.openxmlformats.org/officeDocument/2006/relationships/notesMaster" Target="/ppt/notesMasters/notesMaster1.xml" Id="R05ee03bd77ca4649"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996d4e2eb4fd42f7" /><Relationship Type="http://schemas.openxmlformats.org/officeDocument/2006/relationships/notesMaster" Target="/ppt/notesMasters/notesMaster1.xml" Id="R969b3645968e4ec6"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c2e9bf62df304721" /><Relationship Type="http://schemas.openxmlformats.org/officeDocument/2006/relationships/notesMaster" Target="/ppt/notesMasters/notesMaster1.xml" Id="Rfd285d4cafcc49d5"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6634fccca3354837" /><Relationship Type="http://schemas.openxmlformats.org/officeDocument/2006/relationships/notesMaster" Target="/ppt/notesMasters/notesMaster1.xml" Id="R410f511509cf402c"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50bc4bab15fe4246" /><Relationship Type="http://schemas.openxmlformats.org/officeDocument/2006/relationships/notesMaster" Target="/ppt/notesMasters/notesMaster1.xml" Id="R7484816ec3a24215"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608e060170a64db2" /><Relationship Type="http://schemas.openxmlformats.org/officeDocument/2006/relationships/notesMaster" Target="/ppt/notesMasters/notesMaster1.xml" Id="R1ddf8f4f0e544c12"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1740bc08b94146e6" /><Relationship Type="http://schemas.openxmlformats.org/officeDocument/2006/relationships/notesMaster" Target="/ppt/notesMasters/notesMaster1.xml" Id="Rb08ac9516a9a4b01"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83c0a8cbebf24e37" /><Relationship Type="http://schemas.openxmlformats.org/officeDocument/2006/relationships/notesMaster" Target="/ppt/notesMasters/notesMaster1.xml" Id="R671985e37d814388"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10af3a511d5a4597" /><Relationship Type="http://schemas.openxmlformats.org/officeDocument/2006/relationships/notesMaster" Target="/ppt/notesMasters/notesMaster1.xml" Id="R562e115b99274db9"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fccaba91ac3d4739" /><Relationship Type="http://schemas.openxmlformats.org/officeDocument/2006/relationships/notesMaster" Target="/ppt/notesMasters/notesMaster1.xml" Id="R0711d08c5c134566"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c55246b15c4541fc" /><Relationship Type="http://schemas.openxmlformats.org/officeDocument/2006/relationships/notesMaster" Target="/ppt/notesMasters/notesMaster1.xml" Id="Racca5999acea413c"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a154ab1c21724e9c" /><Relationship Type="http://schemas.openxmlformats.org/officeDocument/2006/relationships/notesMaster" Target="/ppt/notesMasters/notesMaster1.xml" Id="R48e6bfe1d0234e3e"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954cae5a18c94e69" /><Relationship Type="http://schemas.openxmlformats.org/officeDocument/2006/relationships/notesMaster" Target="/ppt/notesMasters/notesMaster1.xml" Id="R3649c0c17ef84066"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8ea7c33bb9974aae" /><Relationship Type="http://schemas.openxmlformats.org/officeDocument/2006/relationships/notesMaster" Target="/ppt/notesMasters/notesMaster1.xml" Id="R604ec73699444c3d"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7d4e925cd69041ba" /><Relationship Type="http://schemas.openxmlformats.org/officeDocument/2006/relationships/notesMaster" Target="/ppt/notesMasters/notesMaster1.xml" Id="Rd0549dfa9e7748c8"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6161d884fab84dfa" /><Relationship Type="http://schemas.openxmlformats.org/officeDocument/2006/relationships/notesMaster" Target="/ppt/notesMasters/notesMaster1.xml" Id="R2a7c57ecc0344bda" /></Relationships>
</file>

<file path=ppt/notesSlides/_rels/notesSlide113.xml.rels>&#65279;<?xml version="1.0" encoding="utf-8"?><Relationships xmlns="http://schemas.openxmlformats.org/package/2006/relationships"><Relationship Type="http://schemas.openxmlformats.org/officeDocument/2006/relationships/slide" Target="/ppt/slides/slide113.xml" Id="R04f869d93b6c4c81" /><Relationship Type="http://schemas.openxmlformats.org/officeDocument/2006/relationships/notesMaster" Target="/ppt/notesMasters/notesMaster1.xml" Id="R40c3bc450d514d37" /></Relationships>
</file>

<file path=ppt/notesSlides/_rels/notesSlide114.xml.rels>&#65279;<?xml version="1.0" encoding="utf-8"?><Relationships xmlns="http://schemas.openxmlformats.org/package/2006/relationships"><Relationship Type="http://schemas.openxmlformats.org/officeDocument/2006/relationships/slide" Target="/ppt/slides/slide114.xml" Id="Rb0e905808c594289" /><Relationship Type="http://schemas.openxmlformats.org/officeDocument/2006/relationships/notesMaster" Target="/ppt/notesMasters/notesMaster1.xml" Id="Ra1b93e6cb90b4729" /></Relationships>
</file>

<file path=ppt/notesSlides/_rels/notesSlide115.xml.rels>&#65279;<?xml version="1.0" encoding="utf-8"?><Relationships xmlns="http://schemas.openxmlformats.org/package/2006/relationships"><Relationship Type="http://schemas.openxmlformats.org/officeDocument/2006/relationships/slide" Target="/ppt/slides/slide115.xml" Id="R0c1ae2efd6e5491d" /><Relationship Type="http://schemas.openxmlformats.org/officeDocument/2006/relationships/notesMaster" Target="/ppt/notesMasters/notesMaster1.xml" Id="Ra086cd8ee1e441f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AI를 Repository로 데려가기</a:t>
            </a:r>
          </a:p>
          <a:p xmlns:a="http://schemas.openxmlformats.org/drawingml/2006/main">
            <a:r>
              <a:t/>
            </a:r>
          </a:p>
          <a:p xmlns:a="http://schemas.openxmlformats.org/drawingml/2006/main">
            <a:r>
              <a:t>**Slide ID:**</a:t>
            </a:r>
          </a:p>
          <a:p xmlns:a="http://schemas.openxmlformats.org/drawingml/2006/main">
            <a:r>
              <a:t>S01</a:t>
            </a:r>
          </a:p>
          <a:p xmlns:a="http://schemas.openxmlformats.org/drawingml/2006/main">
            <a:r>
              <a:t/>
            </a:r>
          </a:p>
          <a:p xmlns:a="http://schemas.openxmlformats.org/drawingml/2006/main">
            <a:r>
              <a:t>**Working Title:**</a:t>
            </a:r>
          </a:p>
          <a:p xmlns:a="http://schemas.openxmlformats.org/drawingml/2006/main">
            <a:r>
              <a:t>AI를 Repository로 데려가기</a:t>
            </a:r>
          </a:p>
          <a:p xmlns:a="http://schemas.openxmlformats.org/drawingml/2006/main">
            <a:r>
              <a:t/>
            </a:r>
          </a:p>
          <a:p xmlns:a="http://schemas.openxmlformats.org/drawingml/2006/main">
            <a:r>
              <a:t>**ACT / Section:**</a:t>
            </a:r>
          </a:p>
          <a:p xmlns:a="http://schemas.openxmlformats.org/drawingml/2006/main">
            <a:r>
              <a:t>ACT 0 / 0A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AI를 Repository로 데려가기 — Chatbot → Repository Agent</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0의 제목 “AI를 Repository로 데려가기”을 가리키며 구간을 연다.</a:t>
            </a:r>
          </a:p>
          <a:p xmlns:a="http://schemas.openxmlformats.org/drawingml/2006/main">
            <a:r>
              <a:t>2. (0:20–0:40 / Transition) 부제 “Chatbot → Repository Agent”는 이번 구간의 관점만 안내한다. 구체적 기능·해결 방법·결과는 앞서 설명하지 않는다.</a:t>
            </a:r>
          </a:p>
          <a:p xmlns:a="http://schemas.openxmlformats.org/drawingml/2006/main">
            <a:r>
              <a:t>3. (0:40–1:00 / Transition) S02의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S02 — AI에게 지금 무엇을 맡기고 있는가?로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0 총43분, 전체406분이다. 제목·부제만 안내하고1분에 S02로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production/preview/full/S01.png 또는 production/ACT_0.pptx의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AI에게 지금 무엇을 맡기고 있는가?</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S03로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작은 질문에는 Chatbot이 유용하다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S04으로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S04에서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S04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질문이 커지면 Context를 모으는 일이 생긴다</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S05의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S05의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S05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`production/preview/full/S04.png` 또는 `production/preview/act0/S04.png`의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파일명을 주지 않으면 Agent는 어디부터 볼까?</a:t>
            </a:r>
          </a:p>
          <a:p xmlns:a="http://schemas.openxmlformats.org/drawingml/2006/main">
            <a:r>
              <a:t/>
            </a:r>
          </a:p>
          <a:p xmlns:a="http://schemas.openxmlformats.org/drawingml/2006/main">
            <a:r>
              <a:t>**Slide ID:**</a:t>
            </a:r>
          </a:p>
          <a:p xmlns:a="http://schemas.openxmlformats.org/drawingml/2006/main">
            <a:r>
              <a:t>S05</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S06–S07에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S06–S07로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S06–S07에서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S05–S08–S09의 정적 발표다. S05에서는 좌측 실제 요청의 재구성, 우측 가상 GoogleTest UI의 경계, 세 관찰 대상을 설명하고 S06–S07로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S06/S06에4분씩 나뉘며 S08/S08은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S06–S07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S05 또는 `production/preview/act0/S05.png`. 이번 수정본과 PNG의 일치 여부는 제작 단계에서 확인한다. 화면 사용이 불가능하면 실제 요청의 조건과 세 관찰 항목을 말로 제시하고 S06–S07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Crop은 기대한 폭보다 한 열을 더 포함했다</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S05에서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S07에서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S03의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S06 / production/preview/act0/S06.png.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production/preview/full/S06.png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테스트·명세·구현을 연결해 원인을 설명했다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S06의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S08로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S07 / production/preview/act0/S07.png.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S08 / production/preview/act0/S08.png.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S10로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S09 / production/preview/act0/S09.png.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Chatbot에 이 자료를 직접 전달한다면?</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S09의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S11에서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S08에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S09의 같은 다섯 자료 이름·색을 왼쪽에 유지하고 사람의 찾기/선택/전달을 거쳐 교육용 대화창으로 들어가는 흐름으로 보여준다. 누락된 자료를 도구 능력 부족으로 표현하지 않는다. 정적 경로 production/ACT_0.pptx의 S10 / production/preview/act0/S10.png. 실제 실행 Screenshot이나 새 Live 결과로 표시하지 않는다. S06/S06만 Demo 각4분이며 S08/S08은 Case, S10/S10은 Lecture다. 기존 도식을 먼저 따라가며, 우측 상단의 왼쪽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Agent가 자료를 직접 찾아 연결했다</a:t>
            </a:r>
          </a:p>
          <a:p xmlns:a="http://schemas.openxmlformats.org/drawingml/2006/main">
            <a:r>
              <a:t/>
            </a:r>
          </a:p>
          <a:p xmlns:a="http://schemas.openxmlformats.org/drawingml/2006/main">
            <a:r>
              <a:t>**Slide ID:**</a:t>
            </a:r>
          </a:p>
          <a:p xmlns:a="http://schemas.openxmlformats.org/drawingml/2006/main">
            <a:r>
              <a:t>S11</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S10의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S12의 기존 Codex 진입 안내를 연다. Task 의도와 접근의 차이는 S13에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S08에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S10와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S11 / production/preview/act0/S11.png. 실제 실행 Screenshot이나 새 Live 결과로 표시하지 않는다. S06/S06만 Demo 각4분이며 S08/S08은 Case, S10/S10은 Lecture다. 기존 도식을 먼저 따라가며, 우측 상단의 오른쪽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production/preview/full/S11.png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Repository 작업은 Codex에서 시작한다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S05의 조사 태도를 회수한다. “들어가는 곳을 알았으니, 무엇을 볼 수 있고 누가 최종 결정할지 나눠 보겠습니다”라며 S13로 간다.</a:t>
            </a:r>
          </a:p>
          <a:p xmlns:a="http://schemas.openxmlformats.org/drawingml/2006/main">
            <a:r>
              <a:t>운영 표시: “실무 적용 팁 · 사용 환경”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S13에 간다.</a:t>
            </a:r>
          </a:p>
          <a:p xmlns:a="http://schemas.openxmlformats.org/drawingml/2006/main">
            <a:r>
              <a:t/>
            </a:r>
          </a:p>
          <a:p xmlns:a="http://schemas.openxmlformats.org/drawingml/2006/main">
            <a:r>
              <a:t>**Time Management:**</a:t>
            </a:r>
          </a:p>
          <a:p xmlns:a="http://schemas.openxmlformats.org/drawingml/2006/main">
            <a:r>
              <a:t>Lecture 1분. 메뉴 위치 15초, Codex 선택 15초, 허용 폴더 15초, 조사 요청·S13 연결 15초다. 이 장의1분은 보존한다. 현재 ACT0 43분·전체406분·Lecture160분이며 마지막 팁 찾아보기3분은 ACT5의 별도 배정이다. 설정 tutorial을 추가하지 않는다. 제목6장의 Transition6분은 각 ACT의 별도 배정이다.</a:t>
            </a:r>
          </a:p>
          <a:p xmlns:a="http://schemas.openxmlformats.org/drawingml/2006/main">
            <a:r>
              <a:t/>
            </a:r>
          </a:p>
          <a:p xmlns:a="http://schemas.openxmlformats.org/drawingml/2006/main">
            <a:r>
              <a:t>Fallback: 제작 완료 후 production/preview/act0/S12.png 또는 production/preview/full/S12.png의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S13로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 접근과 Task 의도는 별개다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1. **OPEN (0:00–0:20):** 왼쪽 “볼 수 있는 것”과 오른쪽 “최종 정해야 하는 것”을 나눈다. 바로 앞 S12은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S14 질문으로 이동하며 ACT 1의 요청 구조는 미리 설명하지 않는다.</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a:t>
            </a:r>
          </a:p>
          <a:p xmlns:a="http://schemas.openxmlformats.org/drawingml/2006/main">
            <a:r>
              <a:t>“이 구분을 여러분이 지금 맡기고 싶은 일에 대입해 보겠습니다.”라고 S14의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정리·S14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S14으로 간다. Agent의 제안 가능성을 부정하지 않는다. 정적 경로는 production/preview/act0/S13.png 및 production/preview/full/S13.png이며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Repository를 보면 내가 원하는 것까지 알까?</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1. **CALLBACK (0:00–0:25 / Transition):** S13에서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S16의 모호한 요청에 연결한다.</a:t>
            </a:r>
          </a:p>
          <a:p xmlns:a="http://schemas.openxmlformats.org/drawingml/2006/main">
            <a:r>
              <a:t>기존 연결 질문을 유지한 채 ACT 1 제목 S15를 거쳐 S16의 첫 문제로 이어간다. 제목의 Transition1분은 다음 ACT에 별도로 배정한다.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a:t>
            </a:r>
          </a:p>
          <a:p xmlns:a="http://schemas.openxmlformats.org/drawingml/2006/main">
            <a:r>
              <a:t>“방금 떠올린 원하는 결과를 작업 요청으로 전달하려면 무엇이 더 필요할까요?”라는 질문으로 `Chatbot → Prompt`를 handoff한다. ACT 1의 내부 구조는 소개하지 않는다.</a:t>
            </a:r>
          </a:p>
          <a:p xmlns:a="http://schemas.openxmlformats.org/drawingml/2006/main">
            <a:r>
              <a:t>기존 연결 질문을 유지한 채 ACT 1 제목 S15를 거쳐 S16의 첫 문제로 이어간다. 제목의 Transition1분은 다음 ACT에 별도로 배정한다.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S14 또는 production/preview/act0/S14.png의 동일 도식을 사용한다. 질문이 없으면 판정의 ?와 두 질문을 남긴 채 기존 Transition으로 S16에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Prompt를 작업 명세로 만들기</a:t>
            </a:r>
          </a:p>
          <a:p xmlns:a="http://schemas.openxmlformats.org/drawingml/2006/main">
            <a:r>
              <a:t/>
            </a:r>
          </a:p>
          <a:p xmlns:a="http://schemas.openxmlformats.org/drawingml/2006/main">
            <a:r>
              <a:t>**Slide ID:**</a:t>
            </a:r>
          </a:p>
          <a:p xmlns:a="http://schemas.openxmlformats.org/drawingml/2006/main">
            <a:r>
              <a:t>S15</a:t>
            </a:r>
          </a:p>
          <a:p xmlns:a="http://schemas.openxmlformats.org/drawingml/2006/main">
            <a:r>
              <a:t/>
            </a:r>
          </a:p>
          <a:p xmlns:a="http://schemas.openxmlformats.org/drawingml/2006/main">
            <a:r>
              <a:t>**Working Title:**</a:t>
            </a:r>
          </a:p>
          <a:p xmlns:a="http://schemas.openxmlformats.org/drawingml/2006/main">
            <a:r>
              <a:t>Prompt를 작업 명세로 만들기</a:t>
            </a:r>
          </a:p>
          <a:p xmlns:a="http://schemas.openxmlformats.org/drawingml/2006/main">
            <a:r>
              <a:t/>
            </a:r>
          </a:p>
          <a:p xmlns:a="http://schemas.openxmlformats.org/drawingml/2006/main">
            <a:r>
              <a:t>**ACT / Section:**</a:t>
            </a:r>
          </a:p>
          <a:p xmlns:a="http://schemas.openxmlformats.org/drawingml/2006/main">
            <a:r>
              <a:t>ACT 1 / 1A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Prompt를 작업 명세로 만들기 — Prompt Engineering · 요청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1의 제목 “Prompt를 작업 명세로 만들기”을 가리키며 구간을 연다.</a:t>
            </a:r>
          </a:p>
          <a:p xmlns:a="http://schemas.openxmlformats.org/drawingml/2006/main">
            <a:r>
              <a:t>2. (0:20–0:40 / Transition) 부제 “Prompt Engineering · 요청 설계”는 이번 구간의 관점만 안내한다. 구체적 기능·해결 방법·결과는 앞서 설명하지 않는다.</a:t>
            </a:r>
          </a:p>
          <a:p xmlns:a="http://schemas.openxmlformats.org/drawingml/2006/main">
            <a:r>
              <a:t>3. (0:40–1:00 / Transition) S16의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S16 — Task에는 무엇이 아직 정해지지 않았을까?로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1 총64분, 전체406분이다. 제목·부제만 안내하고1분에 S16로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production/preview/full/S15.png 또는 production/ACT_1.pptx의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Task에는 무엇이 아직 정해지지 않았을까?</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S14의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S17로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요청만으로는 의도가 보이지 않는다</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S18의 교육용 구체화 예시로 이동한다.</a:t>
            </a:r>
          </a:p>
          <a:p xmlns:a="http://schemas.openxmlformats.org/drawingml/2006/main">
            <a:r>
              <a:t/>
            </a:r>
          </a:p>
          <a:p xmlns:a="http://schemas.openxmlformats.org/drawingml/2006/main">
            <a:r>
              <a:t>Time Management: 원래 Case 4분을 S17 Case 2분 + 새 S18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원하는 작업 경로를 Prompt에 담는다</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S19로 연결한다.</a:t>
            </a:r>
          </a:p>
          <a:p xmlns:a="http://schemas.openxmlformats.org/drawingml/2006/main">
            <a:r>
              <a:t/>
            </a:r>
          </a:p>
          <a:p xmlns:a="http://schemas.openxmlformats.org/drawingml/2006/main">
            <a:r>
              <a:t>Time Management: Case 2분. 다섯 줄 요청 45초, 목표 경로와 검증 경계 45초, 다음 질문 연결 30초. S17와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개발자가 정해야 하는 경계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S20로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Task Specification의 다섯 책임</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S19의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S21의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더 긴 Prompt보다 분명한 경계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S22의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요청한 과정은 기록에도 남았을까?</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S21은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S23, 05 확인·보고 결과는 S24로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S21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S23, 05 실제 검증 결과는 S24에서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S23로 이동한다. 05 확인·보고 결과는 S24에서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xmlns:a="http://schemas.openxmlformats.org/drawingml/2006/main">
            <a:r>
              <a:t/>
            </a:r>
          </a:p>
          <a:p xmlns:a="http://schemas.openxmlformats.org/drawingml/2006/main">
            <a:r>
              <a:t>Fallback: production/ACT_1.pptx S22 또는 production/preview/act1/S22.png의 정적 대응 표를 사용한다. 원시 CLI 이벤트 파일이 없어도 확인된 관찰 요약이라는 한계를 밝히고 진행한다. 상세한 변경·검증은 기존 S23/S22로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대응·S23/S22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조사에서 한 줄 변경까지</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S06–S07의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S22의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S22의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S24로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변경 결과와 확인 증거</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S21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S25으로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S25으로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Generated ≠ Done</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S26의 승인된 ON-SCREEN SUPPORTING vector·GoogleTest 도식으로 완료 조건과 검사 범위를 연결한다. 주요 C++ 패턴 전이는 S72에서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S26의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Check마다 확인하는 범위</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S25의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S72에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S27로 이동한다. 기존 반복 Context 질문은 새8장 뒤의 S35–S36에서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지시와 참고 자료의 구분</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입력과 기대 결과의 작은 예시</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바로 검토할 수 있는 결과 형식</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근거가 있는 설명과 미확인의 구분</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결과를 바꾸는 결정에서 확인 질문</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큰 작업을 검토할 결과물로 나누기</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기준을 지정한 코드 리뷰 요청</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S33 또는 production/preview/act1/S33.png.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구체적인 근거로 수정 방향 피드백</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S27–S28의 반복 Context 질문으로 연결한다. 현재 기존 두 장은 S35–S36이다.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a:t>
            </a:r>
          </a:p>
          <a:p xmlns:a="http://schemas.openxmlformats.org/drawingml/2006/main">
            <a:r>
              <a:t>“이 조건 중 다음 작업에도 다시 적게 될 것은 무엇일까요?”라고 기존 S27–S28의 반복 Context 질문으로 연결한다. 현재 기존 두 장은 S35–S36이다.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S34 또는 production/preview/act1/S34.png.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이번 Task인가, 계속 유지할 Project 정보인가?</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S26에서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S36에서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S36으로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S35 또는 `production/preview/act1/S35.png`를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반복하는 설명을 두 범주로 나누기</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S38의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기존 연결 질문을 유지한 채 ACT 2 제목 S37를 거쳐 S38의 첫 문제로 이어간다. 제목의 Transition1분은 다음 ACT에 별도로 배정한다.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a:t>
            </a:r>
          </a:p>
          <a:p xmlns:a="http://schemas.openxmlformats.org/drawingml/2006/main">
            <a:r>
              <a:t>“요청은 구체화했지만, 같은 테스트 명령과 보존 조건은 다음 작업에도 다시 적게 됩니다. Project 설명을 왜 매번 Prompt에 다시 쓰고 있을까요?”라고 S38의 반복 Project Context 문제로 연결한다.</a:t>
            </a:r>
          </a:p>
          <a:p xmlns:a="http://schemas.openxmlformats.org/drawingml/2006/main">
            <a:r>
              <a:t>기존 연결 질문을 유지한 채 ACT 2 제목 S37를 거쳐 S38의 첫 문제로 이어간다. 제목의 Transition1분은 다음 ACT에 별도로 배정한다.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필요한 정보를 찾아 쓰게 하기</a:t>
            </a:r>
          </a:p>
          <a:p xmlns:a="http://schemas.openxmlformats.org/drawingml/2006/main">
            <a:r>
              <a:t/>
            </a:r>
          </a:p>
          <a:p xmlns:a="http://schemas.openxmlformats.org/drawingml/2006/main">
            <a:r>
              <a:t>**Slide ID:**</a:t>
            </a:r>
          </a:p>
          <a:p xmlns:a="http://schemas.openxmlformats.org/drawingml/2006/main">
            <a:r>
              <a:t>S37</a:t>
            </a:r>
          </a:p>
          <a:p xmlns:a="http://schemas.openxmlformats.org/drawingml/2006/main">
            <a:r>
              <a:t/>
            </a:r>
          </a:p>
          <a:p xmlns:a="http://schemas.openxmlformats.org/drawingml/2006/main">
            <a:r>
              <a:t>**Working Title:**</a:t>
            </a:r>
          </a:p>
          <a:p xmlns:a="http://schemas.openxmlformats.org/drawingml/2006/main">
            <a:r>
              <a:t>필요한 정보를 찾아 쓰게 하기</a:t>
            </a:r>
          </a:p>
          <a:p xmlns:a="http://schemas.openxmlformats.org/drawingml/2006/main">
            <a:r>
              <a:t/>
            </a:r>
          </a:p>
          <a:p xmlns:a="http://schemas.openxmlformats.org/drawingml/2006/main">
            <a:r>
              <a:t>**ACT / Section:**</a:t>
            </a:r>
          </a:p>
          <a:p xmlns:a="http://schemas.openxmlformats.org/drawingml/2006/main">
            <a:r>
              <a:t>ACT 2 / 2A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필요한 정보를 찾아 쓰게 하기 — Context Engineering · 정보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2의 제목 “필요한 정보를 찾아 쓰게 하기”을 가리키며 구간을 연다.</a:t>
            </a:r>
          </a:p>
          <a:p xmlns:a="http://schemas.openxmlformats.org/drawingml/2006/main">
            <a:r>
              <a:t>2. (0:20–0:40 / Transition) 부제 “Context Engineering · 정보 설계”는 이번 구간의 관점만 안내한다. 구체적 기능·해결 방법·결과는 앞서 설명하지 않는다.</a:t>
            </a:r>
          </a:p>
          <a:p xmlns:a="http://schemas.openxmlformats.org/drawingml/2006/main">
            <a:r>
              <a:t>3. (0:40–1:00 / Transition) S38의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S38 — 다른 Task에 같은 설명이 반복된다로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2 총82분, 전체406분이다. 제목·부제만 안내하고1분에 S38로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production/preview/full/S37.png 또는 production/ACT_2.pptx의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다른 Task에 같은 설명이 반복된다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작은 Project Context의 첫 기록</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S40로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S40의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S39 및 `production/preview/act2/S39.png`에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S40 handoff. 명령어 옵션별 설명은 생략한다.</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AGENTS.md의 지침대로 검증했다</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S41로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S41 연결. Demo4분·기존 Mode는 유지하며 실측 리허설은 UNVERIFIED다.</a:t>
            </a:r>
          </a:p>
          <a:p xmlns:a="http://schemas.openxmlformats.org/drawingml/2006/main">
            <a:r>
              <a:t/>
            </a:r>
          </a:p>
          <a:p xmlns:a="http://schemas.openxmlformats.org/drawingml/2006/main">
            <a:r>
              <a:t>Fallback: production/ACT_2.pptx S40 또는 production/preview/act2/S40.png를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Task Prompt와 Project Context</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S38–S37.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정확한 정보도 계속 늘어난다</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S43의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정확하지만 이번 작업에는 불필요한 정보</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S42의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S44에서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정보의 범위와 제공 시점</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S43/TRIAL-004의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S43의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S43 회수30초, 공통 안내1분, 요청별 상세1분, 재사용 절차1분, 경계·S45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많이 담아도 같은 근거를 똑같이 쓰는가?</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S46으로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S45; production/preview/act2/S45.png.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AI가 필요한 코드를 찾았다는 것을 무엇으로 확인할까?</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S45에서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S47의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S47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필요한 상세 정보로 가는 길</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a:t>
            </a:r>
          </a:p>
          <a:p xmlns:a="http://schemas.openxmlformats.org/drawingml/2006/main">
            <a:r>
              <a:t>FROZEN — 93장 구조·Story·시간·Demo 범위; TEACHING_MODEL; REQUIRES PRODUCT CHECK — 구체적 Windows·shell·IDE·hardware 지시를 추가하는 경우; CONCEPTUAL. Routing으로 성능 향상이나 Token 절약이 입증됐다고 주장하지 않는다. S45–S46의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AGENTS.md에는 무엇을 남길까?</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S49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a:t>
            </a:r>
          </a:p>
          <a:p xmlns:a="http://schemas.openxmlformats.org/drawingml/2006/main">
            <a:r>
              <a:t>N/A. 이 장은 native 정보 배치 모델이다. 실제 문서 분리 전후는 S49, 문서 접근의 관찰과 한계는 S51–S53에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S48 또는 production/preview/act2/S48.png를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정보를 지우지 않고 위치를 나누기</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a:t>
            </a:r>
          </a:p>
          <a:p xmlns:a="http://schemas.openxmlformats.org/drawingml/2006/main">
            <a:r>
              <a:t>CAPTURED / RECONSTRUCTED EVIDENCE — 고정된 STATE-02→STATE-03 문서 구조 기록의 native 재구성 도식을2분간 비교한다. 원본 Screenshot이나 현재 제품 실행이 아니다. 실제 문서 접근 결과는 S51–S53에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S49 또는 production/preview/full/S49.png, production/preview/act2/S49.png를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서로 다른 두 Task가 무엇을 읽을까?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a:t>
            </a:r>
          </a:p>
          <a:p xmlns:a="http://schemas.openxmlformats.org/drawingml/2006/main">
            <a:r>
              <a:t>OBSERVED_PRODUCT setup; outcomes remain on S51–S53.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a:t>
            </a:r>
          </a:p>
          <a:p xmlns:a="http://schemas.openxmlformats.org/drawingml/2006/main">
            <a:r>
              <a:t>N/A — TRIAL-005A/B 관찰 준비 장이다. 새 요청을 입력하거나 실행하지 않고 정적 프롬프트창2개로 실제 요청의 의미를 비교한다. S51–S53의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S50 또는 production/preview/act2/S50.png를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Crop Task에서 관찰한 접근</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S51 정적 화면으로 보여준다. 입력창 Screenshot이나 실행 로그처럼 꾸미지 않는다. 현재 제품에서 명령을 실행하지 않고 전체 접근 로그를 읽지 않는다. Task B의 접근 차이는 S53에서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회수·S53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S51 또는 production/preview/act2/S51.png가 발표 기본 경로다. 동일한 Full S51·ACT2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의존성 질문은 설정과 소스로 답했다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S50의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S52; production/preview/act2/S52.png.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Task별 접근은 달랐지만 완벽하지는 않다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S53 또는 production/preview/full/S53.png를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Context 정리에서 확인한 네 가지</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a:t>
            </a:r>
          </a:p>
          <a:p xmlns:a="http://schemas.openxmlformats.org/drawingml/2006/main">
            <a:r>
              <a:t>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a:t>
            </a:r>
          </a:p>
          <a:p xmlns:a="http://schemas.openxmlformats.org/drawingml/2006/main">
            <a:r>
              <a:t>“정보를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S54; production/preview/act2/S54.png.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지식은 정리됐지만 절차는 반복된다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S57으로 넘긴다.</a:t>
            </a:r>
          </a:p>
          <a:p xmlns:a="http://schemas.openxmlformats.org/drawingml/2006/main">
            <a:r>
              <a:t>기존 연결 질문을 유지한 채 ACT 3 제목 S56를 거쳐 S57의 첫 문제로 이어간다. 제목의 Transition1분은 다음 ACT에 별도로 배정한다.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S54의 성과를 반복 해설하지 않고 수행 방법을 누가 유지할지 질문한다. Transition4 뒤 Q&amp;A6은 팀의 반복되는 방법을 묻고 마지막20초에 다음 기록으로 넘어간다. 두 실제 요청의 대응 기록은 S57에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S57에서 기록의 반복 구조를 확인한다.</a:t>
            </a:r>
          </a:p>
          <a:p xmlns:a="http://schemas.openxmlformats.org/drawingml/2006/main">
            <a:r>
              <a:t/>
            </a:r>
          </a:p>
          <a:p xmlns:a="http://schemas.openxmlformats.org/drawingml/2006/main">
            <a:r>
              <a:t>Audience Interaction: Q&amp;A6分은 팀에서 반복하는 작업 방법을 묻는다. S53의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a:t>
            </a:r>
          </a:p>
          <a:p xmlns:a="http://schemas.openxmlformats.org/drawingml/2006/main">
            <a:r>
              <a:t>“우리 팀은 어떤 절차를 매번 다시 요청합니까? 다음에는 두 성능 Task의 실제 요청 기록에서 반복된 지시를 확인합니다.”</a:t>
            </a:r>
          </a:p>
          <a:p xmlns:a="http://schemas.openxmlformats.org/drawingml/2006/main">
            <a:r>
              <a:t>기존 연결 질문을 유지한 채 ACT 3 제목 S56를 거쳐 S57의 첫 문제로 이어간다. 제목의 Transition1분은 다음 ACT에 별도로 배정한다.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S57으로 handoff한다.</a:t>
            </a:r>
          </a:p>
          <a:p xmlns:a="http://schemas.openxmlformats.org/drawingml/2006/main">
            <a:r>
              <a:t/>
            </a:r>
          </a:p>
          <a:p xmlns:a="http://schemas.openxmlformats.org/drawingml/2006/main">
            <a:r>
              <a:t>Fallback: LOCAL STATIC ARTIFACT — production/ACT_2.pptx의 S55 또는 production/preview/act2/S55.png를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AI가 일할 방법과 환경 설계하기</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AI가 일할 방법과 환경 설계하기</a:t>
            </a:r>
          </a:p>
          <a:p xmlns:a="http://schemas.openxmlformats.org/drawingml/2006/main">
            <a:r>
              <a:t/>
            </a:r>
          </a:p>
          <a:p xmlns:a="http://schemas.openxmlformats.org/drawingml/2006/main">
            <a:r>
              <a:t>**ACT / Section:**</a:t>
            </a:r>
          </a:p>
          <a:p xmlns:a="http://schemas.openxmlformats.org/drawingml/2006/main">
            <a:r>
              <a:t>ACT 3 / 3A Repeated Procedure</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AI가 일할 방법과 환경 설계하기 — Harness Engineering · 수행 체계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3의 제목 “AI가 일할 방법과 환경 설계하기”을 가리키며 구간을 연다.</a:t>
            </a:r>
          </a:p>
          <a:p xmlns:a="http://schemas.openxmlformats.org/drawingml/2006/main">
            <a:r>
              <a:t>2. (0:20–0:40 / Transition) 부제 “Harness Engineering · 수행 체계 설계”는 이번 구간의 관점만 안내한다. 구체적 기능·해결 방법·결과는 앞서 설명하지 않는다.</a:t>
            </a:r>
          </a:p>
          <a:p xmlns:a="http://schemas.openxmlformats.org/drawingml/2006/main">
            <a:r>
              <a:t>3. (0:40–1:00 / Transition) S57의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S57 — 두 실제 요청에 같은 절차가 반복됐다로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3 총96분, 전체406분이다. 제목·부제만 안내하고1분에 S57로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production/preview/full/S56.png 또는 production/ACT_3.pptx의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두 실제 요청에 같은 절차가 반복됐다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S55의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S57, production/preview/act3/S57.png 및 production/preview/full/S57.png.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테스트 명령을 언제 쓰고 무엇을 판단할까?</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S57의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S59의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S59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S58, production/preview/act3/S58.png 및 production/preview/full/S58.png.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목표·기준·방법을 한 작업에 적용한다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S58에서 명령의 사용 시점·판단 기준까지 정한 방법을 봤음을 한 문장으로 회수한다. 상단 이번 목표 ‘normalize 성능을 조사해줘’를 읽고, 아래 작업 영역으로 들어가는 연결을 짚는다. S58의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S60에서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S58 회수·목표1, 기준·한 작업1.5, 방법 적용1.5, S60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S59, production/preview/act3/S59.png 및 production/preview/full/S59.png.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반복 절차를 Skill로 모으는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S59의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S59의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S58에서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S61의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S61에서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S59 회수0.75, 요청/기준 구분1, 공통 Skill과 관리 이유1.25, 선택 범위/S57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S60, production/preview/act3/S60.png 및 production/preview/full/S60.png.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Skill 발견·호출·본문 포함의 근거</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S62에서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S62로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S60 회수·업무 목적0.75, 목록1, 요청1, trace1.5, 범위·S62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S61, production/preview/act3/S61.png 및 production/preview/full/S61.png.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Skill 지침과 실제 작업 기록의 대응</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S61의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S64에서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S61의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S65–S66로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a:t>
            </a:r>
          </a:p>
          <a:p xmlns:a="http://schemas.openxmlformats.org/drawingml/2006/main">
            <a:r>
              <a:t>“지침과 실제 작업 기록을 대응했습니다. 우리 절차도 Codex와 대화하며 Skill로 만들 수 있는지 짧게 보겠습니다.” S63 팁 뒤 S64에서 절차와 작업별 답의 경계를 회수한다.</a:t>
            </a:r>
          </a:p>
          <a:p xmlns:a="http://schemas.openxmlformats.org/drawingml/2006/main">
            <a:r>
              <a:t/>
            </a:r>
          </a:p>
          <a:p xmlns:a="http://schemas.openxmlformats.org/drawingml/2006/main">
            <a:r>
              <a:t>Time Management: Demo3분(본문 포함 회수0.5, 기준선0.75, 계획·diff0.75, 검증1) + Case3분(근거 구분·요청 책임1.5, 범위·S64 연결1.5). 지연 시 명령과 테스트 이름을 낭독하지 않고 행별 대응을 짚는다. 조건부 계획, 입력/수행 구분, 단독 효과 미입증은 생략하지 않는다. 6분에 S64으로 이동한다.</a:t>
            </a:r>
          </a:p>
          <a:p xmlns:a="http://schemas.openxmlformats.org/drawingml/2006/main">
            <a:r>
              <a:t/>
            </a:r>
          </a:p>
          <a:p xmlns:a="http://schemas.openxmlformats.org/drawingml/2006/main">
            <a:r>
              <a:t>Fallback: LOCAL STATIC ARTIFACT — production/ACT_3.pptx의 S62, production/preview/act3/S62.png 및 production/preview/full/S62.png.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대화로 재사용할 Skill 만들기</a:t>
            </a:r>
          </a:p>
          <a:p xmlns:a="http://schemas.openxmlformats.org/drawingml/2006/main">
            <a:r>
              <a:t/>
            </a:r>
          </a:p>
          <a:p xmlns:a="http://schemas.openxmlformats.org/drawingml/2006/main">
            <a:r>
              <a:t>**Slide ID:**</a:t>
            </a:r>
          </a:p>
          <a:p xmlns:a="http://schemas.openxmlformats.org/drawingml/2006/main">
            <a:r>
              <a:t>S63</a:t>
            </a:r>
          </a:p>
          <a:p xmlns:a="http://schemas.openxmlformats.org/drawingml/2006/main">
            <a:r>
              <a:t/>
            </a:r>
          </a:p>
          <a:p xmlns:a="http://schemas.openxmlformats.org/drawingml/2006/main">
            <a:r>
              <a:t>**Working Title:**</a:t>
            </a:r>
          </a:p>
          <a:p xmlns:a="http://schemas.openxmlformats.org/drawingml/2006/main">
            <a:r>
              <a:t>대화로 재사용할 Skill 만들기</a:t>
            </a:r>
          </a:p>
          <a:p xmlns:a="http://schemas.openxmlformats.org/drawingml/2006/main">
            <a:r>
              <a:t/>
            </a:r>
          </a:p>
          <a:p xmlns:a="http://schemas.openxmlformats.org/drawingml/2006/main">
            <a:r>
              <a:t>**ACT / Section:**</a:t>
            </a:r>
          </a:p>
          <a:p xmlns:a="http://schemas.openxmlformats.org/drawingml/2006/main">
            <a:r>
              <a:t>ACT 3 / 3C Reusable Skill</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Codex의 $skill-creator에 반복할 작업과 사용 조건을 대화로 설명해 Skill 초안을 만들 수 있다. 생성된 지침을 확인하고 대표 요청에 사용해 다듬는다.</a:t>
            </a:r>
          </a:p>
          <a:p xmlns:a="http://schemas.openxmlformats.org/drawingml/2006/main">
            <a:r>
              <a:t/>
            </a:r>
          </a:p>
          <a:p xmlns:a="http://schemas.openxmlformats.org/drawingml/2006/main">
            <a:r>
              <a:t>**Opening Question:**</a:t>
            </a:r>
          </a:p>
          <a:p xmlns:a="http://schemas.openxmlformats.org/drawingml/2006/main">
            <a:r>
              <a:t>“우리 작업 절차도 파일 문법부터 배우지 않고 Skill로 만들 수 있을까요?”</a:t>
            </a:r>
          </a:p>
          <a:p xmlns:a="http://schemas.openxmlformats.org/drawingml/2006/main">
            <a:r>
              <a:t/>
            </a:r>
          </a:p>
          <a:p xmlns:a="http://schemas.openxmlformats.org/drawingml/2006/main">
            <a:r>
              <a:t>**Speaker Flow:**</a:t>
            </a:r>
          </a:p>
          <a:p xmlns:a="http://schemas.openxmlformats.org/drawingml/2006/main">
            <a:r>
              <a:t>1. (0:00–0:30 / Lecture) 실제 지침/기록 대응을 본 S62에서 제작 방법이라는 짧은 실무 팁으로 전환한다. 새 Trial이나 기존 Skill 제작 과정을 재현하는 Demo가 아니다.</a:t>
            </a:r>
          </a:p>
          <a:p xmlns:a="http://schemas.openxmlformats.org/drawingml/2006/main">
            <a:r>
              <a:t>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xmlns:a="http://schemas.openxmlformats.org/drawingml/2006/main">
            <a:r>
              <a:t>3. (1:25–2:00 / Lecture) 오른쪽은 생성 문서의 역할을 보여주는 도식이다. 지침을 검토하고 대표 요청으로 시험해야 한다. 절차와 고정 답을 어떻게 나눌지는 S64의 기존 설명으로 회수한다.</a:t>
            </a:r>
          </a:p>
          <a:p xmlns:a="http://schemas.openxmlformats.org/drawingml/2006/main">
            <a:r>
              <a:t/>
            </a:r>
          </a:p>
          <a:p xmlns:a="http://schemas.openxmlformats.org/drawingml/2006/main">
            <a:r>
              <a:t>**Evidence / Source:**</a:t>
            </a:r>
          </a:p>
          <a:p xmlns:a="http://schemas.openxmlformats.org/drawingml/2006/main">
            <a:r>
              <a:t>SRC-0111 / CLM-0041; https://learn.chatgpt.com/docs/build-skills; 2026-10-25 재확인; DEC-0093. 명시 호출과 초안 제작 안내를 바탕으로 각색한 요청·문서 도식이다.</a:t>
            </a:r>
          </a:p>
          <a:p xmlns:a="http://schemas.openxmlformats.org/drawingml/2006/main">
            <a:r>
              <a:t/>
            </a:r>
          </a:p>
          <a:p xmlns:a="http://schemas.openxmlformats.org/drawingml/2006/main">
            <a:r>
              <a:t>**Claim Boundary:**</a:t>
            </a:r>
          </a:p>
          <a:p xmlns:a="http://schemas.openxmlformats.org/drawingml/2006/main">
            <a:r>
              <a:t>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xmlns:a="http://schemas.openxmlformats.org/drawingml/2006/main">
            <a:r>
              <a:t/>
            </a:r>
          </a:p>
          <a:p xmlns:a="http://schemas.openxmlformats.org/drawingml/2006/main">
            <a:r>
              <a:t>**Beginner Explanation:**</a:t>
            </a:r>
          </a:p>
          <a:p xmlns:a="http://schemas.openxmlformats.org/drawingml/2006/main">
            <a:r>
              <a:t>Skill 파일의 문법부터 직접 외울 필요 없이 Codex에 원하는 작업 방법을 설명해 제작을 시작할 수 있다.</a:t>
            </a:r>
          </a:p>
          <a:p xmlns:a="http://schemas.openxmlformats.org/drawingml/2006/main">
            <a:r>
              <a:t/>
            </a:r>
          </a:p>
          <a:p xmlns:a="http://schemas.openxmlformats.org/drawingml/2006/main">
            <a:r>
              <a:t>**Advanced Insight:**</a:t>
            </a:r>
          </a:p>
          <a:p xmlns:a="http://schemas.openxmlformats.org/drawingml/2006/main">
            <a:r>
              <a:t>사용 조건·입출력·수행 방법의 범위를 좁히고 생성 지침의 검토와 대표 요청 평가를 구분한다. 좋은 실행 결과·정확성·효율을 자동 보장하지 않는다.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“만드는 시작은 대화로 할 수 있습니다. 그러면 이 Skill에는 어떤 절차를 고정하고 어떤 답을 남겨 둬야 할까요?” 기존 S63이 이동한 S64로 이어간다.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S63 / production/preview/full/S63.png.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절차는 재사용하고, 답은 근거로 정한다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1. (0:00–0:35) S63에서 대화로 Skill 초안을 만들 수 있음을 봤다. 이제 그 지침 안에서 다음 작업에도 유지할 수행 절차와 이번 Task의 근거로 결정할 답을 나눈다. 앞의 S62 실제 지침/기록 대응을 짧게 회수하되 제작 방법을 반복하지 않는다.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S65에서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S65/S61보다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S62 회수0.5, 재사용 방법0.75, 이번 근거·답1, 채택/보류와 S65 연결0.75. 지연 시 지침 원문과 세 질문을 전부 낭독하지 않는다. 허용된 보류와 실제 결과의 구분은 생략하지 않고3분에 S65으로 이동한다.</a:t>
            </a:r>
          </a:p>
          <a:p xmlns:a="http://schemas.openxmlformats.org/drawingml/2006/main">
            <a:r>
              <a:t/>
            </a:r>
          </a:p>
          <a:p xmlns:a="http://schemas.openxmlformats.org/drawingml/2006/main">
            <a:r>
              <a:t>Fallback: LOCAL STATIC ARTIFACT — production/ACT_3.pptx의 S64, production/preview/act3/S64.png 및 production/preview/full/S64.png.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밝기 통계 계산의 성능 개선 후보</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S64의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S66은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S65에는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S66의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S65, production/preview/act3/S65.png 및 production/preview/full/S65.png.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선택한 변경의 시간·메모리·동작 확인</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S65에서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S66, production/preview/act3/S66.png 및 production/preview/full/S66.png.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한 Agent 조사와 Subagent 역할 분리</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S66의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S69의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S69에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a:t>
            </a:r>
          </a:p>
          <a:p xmlns:a="http://schemas.openxmlformats.org/drawingml/2006/main">
            <a:r>
              <a:t>“독립 조사 역할을 나눌 수 있다면, 그 역할은 Codex에서 어떻게 만들어 다시 쓸까요?” S68 제작 팁을 거친 뒤 S69의 실제 밝기 통계 판단으로 돌아온다.</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S69으로 이동한다.</a:t>
            </a:r>
          </a:p>
          <a:p xmlns:a="http://schemas.openxmlformats.org/drawingml/2006/main">
            <a:r>
              <a:t/>
            </a:r>
          </a:p>
          <a:p xmlns:a="http://schemas.openxmlformats.org/drawingml/2006/main">
            <a:r>
              <a:t>Fallback: LOCAL STATIC ARTIFACT — production/ACT_3.pptx의 S67, production/preview/act3/S67.png 및 production/preview/full/S67.png.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대화로 조사 Agent 만들기</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대화로 조사 Agent 만들기</a:t>
            </a:r>
          </a:p>
          <a:p xmlns:a="http://schemas.openxmlformats.org/drawingml/2006/main">
            <a:r>
              <a:t/>
            </a:r>
          </a:p>
          <a:p xmlns:a="http://schemas.openxmlformats.org/drawingml/2006/main">
            <a:r>
              <a:t>**ACT / Section:**</a:t>
            </a:r>
          </a:p>
          <a:p xmlns:a="http://schemas.openxmlformats.org/drawingml/2006/main">
            <a:r>
              <a:t>ACT 3 / 3E Conditional Subagent Decision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Codex에 역할·사용 조건·보고 범위를 설명해 프로젝트용 Custom Agent TOML 작성을 요청할 수 있다. 파일의 역할 지침을 확인하고 다음 요청에서 그 이름의 Subagent로 조사를 명시한다.</a:t>
            </a:r>
          </a:p>
          <a:p xmlns:a="http://schemas.openxmlformats.org/drawingml/2006/main">
            <a:r>
              <a:t/>
            </a:r>
          </a:p>
          <a:p xmlns:a="http://schemas.openxmlformats.org/drawingml/2006/main">
            <a:r>
              <a:t>**Opening Question:**</a:t>
            </a:r>
          </a:p>
          <a:p xmlns:a="http://schemas.openxmlformats.org/drawingml/2006/main">
            <a:r>
              <a:t>“반복해서 맡기는 조사 역할을 Codex에서 어떻게 만들어 다시 쓸까요?”</a:t>
            </a:r>
          </a:p>
          <a:p xmlns:a="http://schemas.openxmlformats.org/drawingml/2006/main">
            <a:r>
              <a:t/>
            </a:r>
          </a:p>
          <a:p xmlns:a="http://schemas.openxmlformats.org/drawingml/2006/main">
            <a:r>
              <a:t>**Speaker Flow:**</a:t>
            </a:r>
          </a:p>
          <a:p xmlns:a="http://schemas.openxmlformats.org/drawingml/2006/main">
            <a:r>
              <a:t>1. (0:00–0:30 / Lecture) S67의 독립 조사 분담 가정에서 실제 Codex 활용 방법으로 잠시 전환한다. 일회성 분담은 요청만으로 시작할 수 있고 이 장은 같은 역할을 다시 쓰려는 Custom Agent 설정 예시임을 설명한다.</a:t>
            </a:r>
          </a:p>
          <a:p xmlns:a="http://schemas.openxmlformats.org/drawingml/2006/main">
            <a:r>
              <a:t>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xmlns:a="http://schemas.openxmlformats.org/drawingml/2006/main">
            <a:r>
              <a:t>3. (1:25–2:00 / Lecture) 하단 요청에서 이름과 Subagent 분담을 명시하고 주 Agent가 결과를 기다려 근거를 확인·종합한다. 권한은 부모 설정을 따르며 코드 수정 금지 지침 자체가 권한 격리는 아니다. 실제 실행은 하지 않고 S69의 왜 분담하지 않았는지로 돌아온다.</a:t>
            </a:r>
          </a:p>
          <a:p xmlns:a="http://schemas.openxmlformats.org/drawingml/2006/main">
            <a:r>
              <a:t/>
            </a:r>
          </a:p>
          <a:p xmlns:a="http://schemas.openxmlformats.org/drawingml/2006/main">
            <a:r>
              <a:t>**Evidence / Source:**</a:t>
            </a:r>
          </a:p>
          <a:p xmlns:a="http://schemas.openxmlformats.org/drawingml/2006/main">
            <a:r>
              <a:t>SRC-0112 / CLM-0042; https://learn.chatgpt.com/docs/agent-configuration/subagents; 2026-10-25 재확인; DEC-0093. 공식 Custom agents의 프로젝트 .codex/agents/*.toml 및 name/description/developer_instructions와 명시적 분담 요청을 바탕으로 각색했다.</a:t>
            </a:r>
          </a:p>
          <a:p xmlns:a="http://schemas.openxmlformats.org/drawingml/2006/main">
            <a:r>
              <a:t/>
            </a:r>
          </a:p>
          <a:p xmlns:a="http://schemas.openxmlformats.org/drawingml/2006/main">
            <a:r>
              <a:t>**Claim Boundary:**</a:t>
            </a:r>
          </a:p>
          <a:p xmlns:a="http://schemas.openxmlformats.org/drawingml/2006/main">
            <a:r>
              <a:t>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xmlns:a="http://schemas.openxmlformats.org/drawingml/2006/main">
            <a:r>
              <a:t/>
            </a:r>
          </a:p>
          <a:p xmlns:a="http://schemas.openxmlformats.org/drawingml/2006/main">
            <a:r>
              <a:t>**Beginner Explanation:**</a:t>
            </a:r>
          </a:p>
          <a:p xmlns:a="http://schemas.openxmlformats.org/drawingml/2006/main">
            <a:r>
              <a:t>어떤 조사를 언제 맡기고 무엇을 받으려는지 Codex에 설명하면 재사용할 역할 설정부터 작성하도록 요청할 수 있다.</a:t>
            </a:r>
          </a:p>
          <a:p xmlns:a="http://schemas.openxmlformats.org/drawingml/2006/main">
            <a:r>
              <a:t/>
            </a:r>
          </a:p>
          <a:p xmlns:a="http://schemas.openxmlformats.org/drawingml/2006/main">
            <a:r>
              <a:t>**Advanced Insight:**</a:t>
            </a:r>
          </a:p>
          <a:p xmlns:a="http://schemas.openxmlformats.org/drawingml/2006/main">
            <a:r>
              <a:t>임시 분담과 재사용 가능한 역할 정의를 구분한다. 설정 파일의 필수 필드·역할 범위와 부모 권한의 상속, 주 Agent의 근거 검토·통합 책임을 분리한다.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“필요할 때 역할을 만들어 쓸 수 있습니다. 하지만 이 밝기 통계 작업에서도 나눌 필요가 있었을까요?” 이전 S67이 이동한 S69에서 실제 보류 판단을 회수한다.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S68 / production/preview/full/S68.png.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밝기 통계 작업을 나누지 않은 이유</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“S67의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S67에서는 성능·빌드·테스트 조사가 서로 기다리지 않아도 된다고 가정했다. 이제 S65/S61의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S65에서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S66에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S67의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S67의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Lecture1분(S67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S70로 이동한다.</a:t>
            </a:r>
          </a:p>
          <a:p xmlns:a="http://schemas.openxmlformats.org/drawingml/2006/main">
            <a:r>
              <a:t/>
            </a:r>
          </a:p>
          <a:p xmlns:a="http://schemas.openxmlformats.org/drawingml/2006/main">
            <a:r>
              <a:t>Fallback: LOCAL STATIC ARTIFACT — production/ACT_3.pptx의 S69, production/preview/act3/S69.png 및 production/preview/full/S69.png.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이번 Context와 다시 쓸 지식</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S69에서는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S71에서는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S71에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S69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S71로 이동한다.</a:t>
            </a:r>
          </a:p>
          <a:p xmlns:a="http://schemas.openxmlformats.org/drawingml/2006/main">
            <a:r>
              <a:t/>
            </a:r>
          </a:p>
          <a:p xmlns:a="http://schemas.openxmlformats.org/drawingml/2006/main">
            <a:r>
              <a:t>Fallback: LOCAL STATIC ARTIFACT — production/ACT_3.pptx의 S70, production/preview/act3/S70.png 및 production/preview/full/S70.png.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실제 Demo 지식의 원래 출처</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“S70의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S70의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S72으로 이동한다.</a:t>
            </a:r>
          </a:p>
          <a:p xmlns:a="http://schemas.openxmlformats.org/drawingml/2006/main">
            <a:r>
              <a:t/>
            </a:r>
          </a:p>
          <a:p xmlns:a="http://schemas.openxmlformats.org/drawingml/2006/main">
            <a:r>
              <a:t>Fallback: LOCAL STATIC ARTIFACT — production/ACT_3.pptx의 S71, production/preview/act3/S71.png 및 production/preview/full/S71.png.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밝기 통계 작업에 쓰인 구성의 역할</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“S71에서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S71의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S61/S58에서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S66처럼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a:t>
            </a:r>
          </a:p>
          <a:p xmlns:a="http://schemas.openxmlformats.org/drawingml/2006/main">
            <a:r>
              <a:t>N/A — 이전 독립 C++ 전이 장은 DEC-0091에서 삭제했다. 실제 구성 회고와 Harness 재사용 설명으로 연결한다.</a:t>
            </a:r>
          </a:p>
          <a:p xmlns:a="http://schemas.openxmlformats.org/drawingml/2006/main">
            <a:r>
              <a:t/>
            </a:r>
          </a:p>
          <a:p xmlns:a="http://schemas.openxmlformats.org/drawingml/2006/main">
            <a:r>
              <a:t>Demo Operation: CAPTURED 정적 기본 경로 — S71의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S73에서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S61–S66의 지침·수치 설명을 반복하지 않는다. 실제3분 리허설은 UNVERIFIED다.</a:t>
            </a:r>
          </a:p>
          <a:p xmlns:a="http://schemas.openxmlformats.org/drawingml/2006/main">
            <a:r>
              <a:t/>
            </a:r>
          </a:p>
          <a:p xmlns:a="http://schemas.openxmlformats.org/drawingml/2006/main">
            <a:r>
              <a:t>Fallback: LOCAL STATIC ARTIFACT — production/ACT_3.pptx의 S72, production/preview/act3/S72.png 및 production/preview/full/S72.png.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함께 작동하는 작업 환경, Harness</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“S72의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1. (0:00–0:30 / Lecture) S72의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‘만든 작업 체계를 다음 프로젝트에서도 쓸 수 있을까요?’로 S74–S75를 연다. 제품이나 새 명령을 실행하지 않는다.</a:t>
            </a:r>
          </a:p>
          <a:p xmlns:a="http://schemas.openxmlformats.org/drawingml/2006/main">
            <a:r>
              <a:t>마지막 연결은 다음 프로젝트에서도 사용할 기반의 가치다. 실행 조건의 세부는 S76–S80에서 단계별로 다룬다.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S72의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a:t>
            </a:r>
          </a:p>
          <a:p xmlns:a="http://schemas.openxmlformats.org/drawingml/2006/main">
            <a:r>
              <a:t>N/A — 다음 S74–S75은 여러 프로젝트에 적용할 공통 기반과 프로젝트별 조건의 교육용 설계다.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S72/STATE-04-PERF의 AGENTS.md·docs·Skill·tests·benchmark와 기록된 입력/실행 조건을 같은 도식에 대응하는 CAPTURED 정적 요약이다. 실제 실행 캡처가 아니며 제품·Agent·benchmark·Demo repository를 실행하거나 새 Trial을 만들지 않는다. S72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a:t>
            </a:r>
          </a:p>
          <a:p xmlns:a="http://schemas.openxmlformats.org/drawingml/2006/main">
            <a:r>
              <a:t>“이렇게 만든 작업 체계를 다음 프로젝트에서도 출발점으로 쓸 수 있을까요?”</a:t>
            </a:r>
          </a:p>
          <a:p xmlns:a="http://schemas.openxmlformats.org/drawingml/2006/main">
            <a:r>
              <a:t/>
            </a:r>
          </a:p>
          <a:p xmlns:a="http://schemas.openxmlformats.org/drawingml/2006/main">
            <a:r>
              <a:t>**Time Management:**</a:t>
            </a:r>
          </a:p>
          <a:p xmlns:a="http://schemas.openxmlformats.org/drawingml/2006/main">
            <a:r>
              <a:t>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S73, production/preview/act3/S73.png 및 production/preview/full/S73.png.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만든 Harness를 다음 프로젝트의 기반으로</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만든 Harness를 다음 프로젝트의 기반으로</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검토해 둔 조사·변경·검증 절차와 도구 연결·보고 방식을 공통 기반으로 남겨 다음 프로젝트의 출발점으로 쓸 수 있다.</a:t>
            </a:r>
          </a:p>
          <a:p xmlns:a="http://schemas.openxmlformats.org/drawingml/2006/main">
            <a:r>
              <a:t/>
            </a:r>
          </a:p>
          <a:p xmlns:a="http://schemas.openxmlformats.org/drawingml/2006/main">
            <a:r>
              <a:t>**Opening Question:**</a:t>
            </a:r>
          </a:p>
          <a:p xmlns:a="http://schemas.openxmlformats.org/drawingml/2006/main">
            <a:r>
              <a:t>“프로젝트가 바뀔 때마다 작업 방법까지 처음부터 다시 만들 필요가 있을까요?”</a:t>
            </a:r>
          </a:p>
          <a:p xmlns:a="http://schemas.openxmlformats.org/drawingml/2006/main">
            <a:r>
              <a:t/>
            </a:r>
          </a:p>
          <a:p xmlns:a="http://schemas.openxmlformats.org/drawingml/2006/main">
            <a:r>
              <a:t>**Speaker Flow:**</a:t>
            </a:r>
          </a:p>
          <a:p xmlns:a="http://schemas.openxmlformats.org/drawingml/2006/main">
            <a:r>
              <a:t>1. (0:00–0:35 / Lecture) S73의 전체 작업 환경에서 검토해 둔 수행 체계라는 왼쪽 기반을 짚는다.</a:t>
            </a:r>
          </a:p>
          <a:p xmlns:a="http://schemas.openxmlformats.org/drawingml/2006/main">
            <a:r>
              <a:t>2. (0:35–1:25 / Lecture) 같은 기반이 A/B/C로 이어지는 가지를 가리킨다. 각 프로젝트에서 사용 가능한 출발점의 설계이며 실제 이식 시험 결과가 아니다.</a:t>
            </a:r>
          </a:p>
          <a:p xmlns:a="http://schemas.openxmlformats.org/drawingml/2006/main">
            <a:r>
              <a:t>3. (1:25–2:00 / Lecture) 어떤 부분은 공통이고 어떤 부분은 달라지는지 다음 장으로 넘긴다.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재사용의 설계 가치다. 다른 프로젝트에서 실행·검증한 Demo나 시간·성능 개선 성과가 아니다.</a:t>
            </a:r>
          </a:p>
          <a:p xmlns:a="http://schemas.openxmlformats.org/drawingml/2006/main">
            <a:r>
              <a:t/>
            </a:r>
          </a:p>
          <a:p xmlns:a="http://schemas.openxmlformats.org/drawingml/2006/main">
            <a:r>
              <a:t>**Beginner Explanation:**</a:t>
            </a:r>
          </a:p>
          <a:p xmlns:a="http://schemas.openxmlformats.org/drawingml/2006/main">
            <a:r>
              <a:t>한 번 정리한 일하는 방법을 다음 프로젝트에서 출발점으로 삼을 수 있다.</a:t>
            </a:r>
          </a:p>
          <a:p xmlns:a="http://schemas.openxmlformats.org/drawingml/2006/main">
            <a:r>
              <a:t/>
            </a:r>
          </a:p>
          <a:p xmlns:a="http://schemas.openxmlformats.org/drawingml/2006/main">
            <a:r>
              <a:t>**Advanced Insight:**</a:t>
            </a:r>
          </a:p>
          <a:p xmlns:a="http://schemas.openxmlformats.org/drawingml/2006/main">
            <a:r>
              <a:t>공통 수행 틀을 축적하고 프로젝트별 명세·도구·권한의 연결을 분리한다.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“그 기반에서 무엇을 다시 쓰고, 무엇을 프로젝트에 맞게 연결해야 할까요?”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S74 또는 production/preview/full/S74.png.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공통 기반에 프로젝트 기준을 연결한다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공통 기반에 프로젝트 기준을 연결한다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조사·변경·검증의 흐름과 도구 연결·보고 틀은 재사용하고, 목표·명세·Context·실제 명령·허용 권한은 새 프로젝트에 맞춘다.</a:t>
            </a:r>
          </a:p>
          <a:p xmlns:a="http://schemas.openxmlformats.org/drawingml/2006/main">
            <a:r>
              <a:t/>
            </a:r>
          </a:p>
          <a:p xmlns:a="http://schemas.openxmlformats.org/drawingml/2006/main">
            <a:r>
              <a:t>**Opening Question:**</a:t>
            </a:r>
          </a:p>
          <a:p xmlns:a="http://schemas.openxmlformats.org/drawingml/2006/main">
            <a:r>
              <a:t>“같은 작업 체계를 쓰더라도, 새 프로젝트에서 무엇을 연결해야 할까요?”</a:t>
            </a:r>
          </a:p>
          <a:p xmlns:a="http://schemas.openxmlformats.org/drawingml/2006/main">
            <a:r>
              <a:t/>
            </a:r>
          </a:p>
          <a:p xmlns:a="http://schemas.openxmlformats.org/drawingml/2006/main">
            <a:r>
              <a:t>**Speaker Flow:**</a:t>
            </a:r>
          </a:p>
          <a:p xmlns:a="http://schemas.openxmlformats.org/drawingml/2006/main">
            <a:r>
              <a:t>1. (0:00–0:35 / Lecture) 왼쪽은 조사·변경·검증 흐름, 도구 연결 방식, 기록 항목이라는 공통 틀이다.</a:t>
            </a:r>
          </a:p>
          <a:p xmlns:a="http://schemas.openxmlformats.org/drawingml/2006/main">
            <a:r>
              <a:t>2. (0:35–1:25 / Lecture) 오른쪽은 새 프로젝트의 목표·명세·Context, 실제 명령, 허용 범위다. 프로젝트 사실 전체를 공통 지침으로 복사하지 않는다.</a:t>
            </a:r>
          </a:p>
          <a:p xmlns:a="http://schemas.openxmlformats.org/drawingml/2006/main">
            <a:r>
              <a:t>3. (1:25–2:00 / Lecture) 공통 기반과 프로젝트 기준 연결의 가치를 유지한다. 운영 중 사람이 새로 확인·보정할 점을 발견하면 그 경험이 다음 작업에 남는지 S76의 질문으로 넘긴다. 외부 권한 오류를 다음 중심 사례로 예고하지 않는다.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공통 틀과 프로젝트별 조건을 나누는 설계다. 전체 Harness를 그대로 복사하면 작동한다는 보장·이식 성공·절감 측정은 없다.</a:t>
            </a:r>
          </a:p>
          <a:p xmlns:a="http://schemas.openxmlformats.org/drawingml/2006/main">
            <a:r>
              <a:t/>
            </a:r>
          </a:p>
          <a:p xmlns:a="http://schemas.openxmlformats.org/drawingml/2006/main">
            <a:r>
              <a:t>**Beginner Explanation:**</a:t>
            </a:r>
          </a:p>
          <a:p xmlns:a="http://schemas.openxmlformats.org/drawingml/2006/main">
            <a:r>
              <a:t>방법은 가져오되 프로젝트의 사실과 사용할 명령은 다시 연결한다.</a:t>
            </a:r>
          </a:p>
          <a:p xmlns:a="http://schemas.openxmlformats.org/drawingml/2006/main">
            <a:r>
              <a:t/>
            </a:r>
          </a:p>
          <a:p xmlns:a="http://schemas.openxmlformats.org/drawingml/2006/main">
            <a:r>
              <a:t>**Advanced Insight:**</a:t>
            </a:r>
          </a:p>
          <a:p xmlns:a="http://schemas.openxmlformats.org/drawingml/2006/main">
            <a:r>
              <a:t>재사용 단위와 프로젝트 결합 지점을 나누고 실제 명령·권한·검증 기준을 확인한다.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“이 기반으로 작업하는 동안 사람이 새로 확인할 부분을 찾는다면, 그 경험은 다음 작업에 어떻게 남을까요?”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S75 또는 production/preview/full/S75.png.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이번 성공만으로 다음 작업까지 확인되지는 않는다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이번 성공만으로 다음 작업까지 확인되지는 않는다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밝기 통계 작업의 성공은 기록된 명세·코드·입력·환경에서 확인한 결과다. 그 성공만으로 이후 모든 작업의 요구와 검증 범위를 확인한 것은 아니다.</a:t>
            </a:r>
          </a:p>
          <a:p xmlns:a="http://schemas.openxmlformats.org/drawingml/2006/main">
            <a:r>
              <a:t/>
            </a:r>
          </a:p>
          <a:p xmlns:a="http://schemas.openxmlformats.org/drawingml/2006/main">
            <a:r>
              <a:t>**Opening Question:**</a:t>
            </a:r>
          </a:p>
          <a:p xmlns:a="http://schemas.openxmlformats.org/drawingml/2006/main">
            <a:r>
              <a:t>“검증한 Harness를 다시 쓰면, 이후 작업에서 사람이 확인할 점은 모두 사라질까요?”</a:t>
            </a:r>
          </a:p>
          <a:p xmlns:a="http://schemas.openxmlformats.org/drawingml/2006/main">
            <a:r>
              <a:t/>
            </a:r>
          </a:p>
          <a:p xmlns:a="http://schemas.openxmlformats.org/drawingml/2006/main">
            <a:r>
              <a:t>**Speaker Flow:**</a:t>
            </a:r>
          </a:p>
          <a:p xmlns:a="http://schemas.openxmlformats.org/drawingml/2006/main">
            <a:r>
              <a:t>1. (0:00–0:35 / Lecture) S75의 공통 기반과 프로젝트 기준 연결을 받아, 실제 밝기 통계 작업의 확인한 성공을 왼쪽에서 짚는다. 숫자·검증 절차를 다시 강의하지 않는다.</a:t>
            </a:r>
          </a:p>
          <a:p xmlns:a="http://schemas.openxmlformats.org/drawingml/2006/main">
            <a:r>
              <a:t>2. (0:35–1:25 / Lecture) 오른쪽 다음 작업은 관찰 결과가 아니라 질문이다. 새 요구·입력·확인 범위가 있을 수 있으며 현재 성공으로 모든 후속 작업을 검증했다고 말할 수 없음을 설명한다.</a:t>
            </a:r>
          </a:p>
          <a:p xmlns:a="http://schemas.openxmlformats.org/drawingml/2006/main">
            <a:r>
              <a:t>3. (1:25–2:00 / Lecture) 운영 중 사람이 추가 확인할 점을 발견하는 교육용 상황으로 전환한다. Harness가 이미 실패했다거나 외부 설정이 원인이라고 예고하지 않는다.</a:t>
            </a:r>
          </a:p>
          <a:p xmlns:a="http://schemas.openxmlformats.org/drawingml/2006/main">
            <a:r>
              <a:t/>
            </a:r>
          </a:p>
          <a:p xmlns:a="http://schemas.openxmlformats.org/drawingml/2006/main">
            <a:r>
              <a:t>**Evidence / Source:**</a:t>
            </a:r>
          </a:p>
          <a:p xmlns:a="http://schemas.openxmlformats.org/drawingml/2006/main">
            <a:r>
              <a:t>plan/MASTER_PLAN.md §§5.7–5.9; plan/DEMO_MATRIX.md STATE-04-PERF의 검증 결과; DEC-0092. 실제 Product endpoint의 성공을 보존한다. 과거 TRIAL-001의 권한 오류는 S08과 원기록에 유지하며 새 보정 시나리오의 원인으로 사용하지 않는다.</a:t>
            </a:r>
          </a:p>
          <a:p xmlns:a="http://schemas.openxmlformats.org/drawingml/2006/main">
            <a:r>
              <a:t/>
            </a:r>
          </a:p>
          <a:p xmlns:a="http://schemas.openxmlformats.org/drawingml/2006/main">
            <a:r>
              <a:t>**Claim Boundary:**</a:t>
            </a:r>
          </a:p>
          <a:p xmlns:a="http://schemas.openxmlformats.org/drawingml/2006/main">
            <a:r>
              <a:t>FROZEN WITH SCOPE / TEACHING MODEL — STATE-04-PERF의 성공 범위만 회수한다. 오른쪽 다음 작업은 질문이며 실제 후속 실패·반복 보정·새 Product State가 아니다.</a:t>
            </a:r>
          </a:p>
          <a:p xmlns:a="http://schemas.openxmlformats.org/drawingml/2006/main">
            <a:r>
              <a:t/>
            </a:r>
          </a:p>
          <a:p xmlns:a="http://schemas.openxmlformats.org/drawingml/2006/main">
            <a:r>
              <a:t>**Beginner Explanation:**</a:t>
            </a:r>
          </a:p>
          <a:p xmlns:a="http://schemas.openxmlformats.org/drawingml/2006/main">
            <a:r>
              <a:t>작동하는 기반을 만들었어도, 다음 작업에서 새로 확인할 점은 생길 수 있다.</a:t>
            </a:r>
          </a:p>
          <a:p xmlns:a="http://schemas.openxmlformats.org/drawingml/2006/main">
            <a:r>
              <a:t/>
            </a:r>
          </a:p>
          <a:p xmlns:a="http://schemas.openxmlformats.org/drawingml/2006/main">
            <a:r>
              <a:t>**Advanced Insight:**</a:t>
            </a:r>
          </a:p>
          <a:p xmlns:a="http://schemas.openxmlformats.org/drawingml/2006/main">
            <a:r>
              <a:t>한정된 성공과 보편적인 수행 적합성 보장을 구분하고, 운영에서 얻을 추가 관찰의 필요를 연다.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“그 기반으로 실제 작업을 하다가 사람이 추가로 확인할 부분을 찾는다면, 그 보정은 어디에 남을까요?”</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S76 또는 production/preview/full/S76.png.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작업 중 사람이 보정할 일이 생긴다면?</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작업 중 사람이 보정할 일이 생긴다면?</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추가 확인이 필요하다는 점을 사람이 발견해 이번 요청을 보정하는 상황을 가정한다. 무엇이 이 빈틈을 만들었는지와 어느 출처를 바꿔야 하는지는 아직 판단하지 않는다.</a:t>
            </a:r>
          </a:p>
          <a:p xmlns:a="http://schemas.openxmlformats.org/drawingml/2006/main">
            <a:r>
              <a:t/>
            </a:r>
          </a:p>
          <a:p xmlns:a="http://schemas.openxmlformats.org/drawingml/2006/main">
            <a:r>
              <a:t>**Opening Question:**</a:t>
            </a:r>
          </a:p>
          <a:p xmlns:a="http://schemas.openxmlformats.org/drawingml/2006/main">
            <a:r>
              <a:t>“변경한 부분은 확인했지만, 사람이 관련 동작도 확인해 달라고 해야 한다면?”</a:t>
            </a:r>
          </a:p>
          <a:p xmlns:a="http://schemas.openxmlformats.org/drawingml/2006/main">
            <a:r>
              <a:t/>
            </a:r>
          </a:p>
          <a:p xmlns:a="http://schemas.openxmlformats.org/drawingml/2006/main">
            <a:r>
              <a:t>**Speaker Flow:**</a:t>
            </a:r>
          </a:p>
          <a:p xmlns:a="http://schemas.openxmlformats.org/drawingml/2006/main">
            <a:r>
              <a:t>1. (0:00–0:35 / Lecture) 교육용 상황 라벨을 먼저 읽는다. 실제 Demo의 후속 실패를 재현한 장면이 아니라 운영 중 추가 확인이 필요할 수 있다는 가정이다.</a:t>
            </a:r>
          </a:p>
          <a:p xmlns:a="http://schemas.openxmlformats.org/drawingml/2006/main">
            <a:r>
              <a:t>2. (0:35–1:25 / Lecture) 왼쪽은 변경한 부분 확인, 가운데는 관련 동작에 대한 사람의 검토 질문, 오른쪽은 추가 요청이다. 검증 결과나 누락 원인은 보여주지 않는다.</a:t>
            </a:r>
          </a:p>
          <a:p xmlns:a="http://schemas.openxmlformats.org/drawingml/2006/main">
            <a:r>
              <a:t>3. (1:25–2:00 / Lecture) 이 보정이 현재 대화에만 남는지, 다음 작업의 수행 체계로 반영되는지를 다음 장의 질문으로 넘긴다.</a:t>
            </a:r>
          </a:p>
          <a:p xmlns:a="http://schemas.openxmlformats.org/drawingml/2006/main">
            <a:r>
              <a:t/>
            </a:r>
          </a:p>
          <a:p xmlns:a="http://schemas.openxmlformats.org/drawingml/2006/main">
            <a:r>
              <a:t>**Evidence / Source:**</a:t>
            </a:r>
          </a:p>
          <a:p xmlns:a="http://schemas.openxmlformats.org/drawingml/2006/main">
            <a:r>
              <a:t>plan/MASTER_PLAN.md §5.9의 반복 보정을 다음 작업의 개선으로 전환하는 교육 의도; DEC-0092. 장면은 설명용 가정이며 실제 TRIAL-001/006/008에서 관찰한 새로운 누락이 아니다.</a:t>
            </a:r>
          </a:p>
          <a:p xmlns:a="http://schemas.openxmlformats.org/drawingml/2006/main">
            <a:r>
              <a:t/>
            </a:r>
          </a:p>
          <a:p xmlns:a="http://schemas.openxmlformats.org/drawingml/2006/main">
            <a:r>
              <a:t>**Claim Boundary:**</a:t>
            </a:r>
          </a:p>
          <a:p xmlns:a="http://schemas.openxmlformats.org/drawingml/2006/main">
            <a:r>
              <a:t>CONCEPTUAL — 추가 확인을 요청한다는 교육용 가정이다. 실제 graypipe의 검증 누락·실패나 새 Trial이 아니며 Agent·지침·제품 코드 중 어느 것이 원인인지 확정하지 않는다.</a:t>
            </a:r>
          </a:p>
          <a:p xmlns:a="http://schemas.openxmlformats.org/drawingml/2006/main">
            <a:r>
              <a:t/>
            </a:r>
          </a:p>
          <a:p xmlns:a="http://schemas.openxmlformats.org/drawingml/2006/main">
            <a:r>
              <a:t>**Beginner Explanation:**</a:t>
            </a:r>
          </a:p>
          <a:p xmlns:a="http://schemas.openxmlformats.org/drawingml/2006/main">
            <a:r>
              <a:t>사람이 한 번 더 확인을 요청하는 장면에서 이야기를 시작한다.</a:t>
            </a:r>
          </a:p>
          <a:p xmlns:a="http://schemas.openxmlformats.org/drawingml/2006/main">
            <a:r>
              <a:t/>
            </a:r>
          </a:p>
          <a:p xmlns:a="http://schemas.openxmlformats.org/drawingml/2006/main">
            <a:r>
              <a:t>**Advanced Insight:**</a:t>
            </a:r>
          </a:p>
          <a:p xmlns:a="http://schemas.openxmlformats.org/drawingml/2006/main">
            <a:r>
              <a:t>관찰할 빈틈과 원인 가설·변경 대상의 확정을 구분한다. 이후 ACT4에서 원인 확인과 평가 범위를 다룬다.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“이번 요청에 그 말을 더하면, 다음에도 읽을 공통 수행 지침까지 바뀔까요?”</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S77 또는 production/preview/full/S77.png.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이번 요청은 보정해도, 공통 지침은 그대로다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이번 요청은 보정해도, 공통 지침은 그대로다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이번 요청의 검증 범위를 보정해도 공통 지침을 따로 갱신하지 않은 상황이라면, 다음 작업이 읽는 수행 방법은 이전 상태로 남는다. 현재 Task 보정과 재사용 체계 개선은 별도다.</a:t>
            </a:r>
          </a:p>
          <a:p xmlns:a="http://schemas.openxmlformats.org/drawingml/2006/main">
            <a:r>
              <a:t/>
            </a:r>
          </a:p>
          <a:p xmlns:a="http://schemas.openxmlformats.org/drawingml/2006/main">
            <a:r>
              <a:t>**Opening Question:**</a:t>
            </a:r>
          </a:p>
          <a:p xmlns:a="http://schemas.openxmlformats.org/drawingml/2006/main">
            <a:r>
              <a:t>“대화에서 관련 동작도 확인하라고 더한 것이, 공통 수행 방법을 갱신한 것과 같을까요?”</a:t>
            </a:r>
          </a:p>
          <a:p xmlns:a="http://schemas.openxmlformats.org/drawingml/2006/main">
            <a:r>
              <a:t/>
            </a:r>
          </a:p>
          <a:p xmlns:a="http://schemas.openxmlformats.org/drawingml/2006/main">
            <a:r>
              <a:t>**Speaker Flow:**</a:t>
            </a:r>
          </a:p>
          <a:p xmlns:a="http://schemas.openxmlformats.org/drawingml/2006/main">
            <a:r>
              <a:t>1. (0:00–0:35 / Lecture) 왼쪽 이번 작업의 요청에서 관련 동작도 확인해 달라는 보정을 읽는다. 실제 검증 실행·통과 결과는 제시하지 않는다.</a:t>
            </a:r>
          </a:p>
          <a:p xmlns:a="http://schemas.openxmlformats.org/drawingml/2006/main">
            <a:r>
              <a:t>2. (0:35–1:25 / Lecture) 오른쪽은 공통 지침을 갱신하지 않은 상황이라는 가정이다. 대화가 수정됐다는 사실과 재사용 출처가 바뀌었다는 사실이 다름을 설명한다.</a:t>
            </a:r>
          </a:p>
          <a:p xmlns:a="http://schemas.openxmlformats.org/drawingml/2006/main">
            <a:r>
              <a:t>3. (1:25–2:00 / Lecture) 원본 지침이 원인이라는 결론이나 지침을 무조건 추가하라는 처방은 내리지 않는다. 다음 작업으로 보정이 이어지는지 묻는다.</a:t>
            </a:r>
          </a:p>
          <a:p xmlns:a="http://schemas.openxmlformats.org/drawingml/2006/main">
            <a:r>
              <a:t/>
            </a:r>
          </a:p>
          <a:p xmlns:a="http://schemas.openxmlformats.org/drawingml/2006/main">
            <a:r>
              <a:t>**Evidence / Source:**</a:t>
            </a:r>
          </a:p>
          <a:p xmlns:a="http://schemas.openxmlformats.org/drawingml/2006/main">
            <a:r>
              <a:t>plan/MASTER_PLAN.md §§5.8–5.9 및 §14의 현재 작업 수정과 Harness Improvement Loop 구분; DEC-0092. 실제 stale workflow의 원인·수정 결과를 앞에서 확정하지 않는다.</a:t>
            </a:r>
          </a:p>
          <a:p xmlns:a="http://schemas.openxmlformats.org/drawingml/2006/main">
            <a:r>
              <a:t/>
            </a:r>
          </a:p>
          <a:p xmlns:a="http://schemas.openxmlformats.org/drawingml/2006/main">
            <a:r>
              <a:t>**Claim Boundary:**</a:t>
            </a:r>
          </a:p>
          <a:p xmlns:a="http://schemas.openxmlformats.org/drawingml/2006/main">
            <a:r>
              <a:t>CONCEPTUAL — 공통 지침을 갱신하지 않은 경우의 비교다. 실제 요청·원본 지침 변경 이력이 아니며 지침이 누락 원인이라고 단정하거나 보정 성공을 주장하지 않는다.</a:t>
            </a:r>
          </a:p>
          <a:p xmlns:a="http://schemas.openxmlformats.org/drawingml/2006/main">
            <a:r>
              <a:t/>
            </a:r>
          </a:p>
          <a:p xmlns:a="http://schemas.openxmlformats.org/drawingml/2006/main">
            <a:r>
              <a:t>**Beginner Explanation:**</a:t>
            </a:r>
          </a:p>
          <a:p xmlns:a="http://schemas.openxmlformats.org/drawingml/2006/main">
            <a:r>
              <a:t>이번 대화에 더한 말과 다음 작업이 다시 읽는 지침은 다르다.</a:t>
            </a:r>
          </a:p>
          <a:p xmlns:a="http://schemas.openxmlformats.org/drawingml/2006/main">
            <a:r>
              <a:t/>
            </a:r>
          </a:p>
          <a:p xmlns:a="http://schemas.openxmlformats.org/drawingml/2006/main">
            <a:r>
              <a:t>**Advanced Insight:**</a:t>
            </a:r>
          </a:p>
          <a:p xmlns:a="http://schemas.openxmlformats.org/drawingml/2006/main">
            <a:r>
              <a:t>일회 요청의 수정이 시스템의 영속적 출처 변경을 뜻하지 않는다. 어떤 출처를 바꿀지는 후속 원인 확인으로 결정해야 한다.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“공통 지침은 그대로인데, 다음 작업에서도 비슷한 확인이 필요하면 어떻게 될까요?”</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S78 또는 production/preview/full/S78.png.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다음 작업에서도 같은 보정이 반복된다면?</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다음 작업에서도 같은 보정이 반복된다면?</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공통 수행 지침을 갱신하지 않은 교육용 상황에서 작업 A/B/C마다 사람이 같은 확인을 추가로 요청한다. 사람의 경험이 다음 작업에 쓸 체계의 개선으로 돌아오지 않는 문제가 남는다.</a:t>
            </a:r>
          </a:p>
          <a:p xmlns:a="http://schemas.openxmlformats.org/drawingml/2006/main">
            <a:r>
              <a:t/>
            </a:r>
          </a:p>
          <a:p xmlns:a="http://schemas.openxmlformats.org/drawingml/2006/main">
            <a:r>
              <a:t>**Opening Question:**</a:t>
            </a:r>
          </a:p>
          <a:p xmlns:a="http://schemas.openxmlformats.org/drawingml/2006/main">
            <a:r>
              <a:t>“작업이 바뀔 때마다 같은 보정을 사람이 다시 해야 한다면, 무엇이 축적되지 않은 걸까요?”</a:t>
            </a:r>
          </a:p>
          <a:p xmlns:a="http://schemas.openxmlformats.org/drawingml/2006/main">
            <a:r>
              <a:t/>
            </a:r>
          </a:p>
          <a:p xmlns:a="http://schemas.openxmlformats.org/drawingml/2006/main">
            <a:r>
              <a:t>**Speaker Flow:**</a:t>
            </a:r>
          </a:p>
          <a:p xmlns:a="http://schemas.openxmlformats.org/drawingml/2006/main">
            <a:r>
              <a:t>1. (0:00–0:35 / Lecture) 같은 공통 지침 아래 순서대로 이어지는 작업 A/B/C를 읽는다. 실제 세 번의 실험·Subagent 실행·제품 상태가 아니다.</a:t>
            </a:r>
          </a:p>
          <a:p xmlns:a="http://schemas.openxmlformats.org/drawingml/2006/main">
            <a:r>
              <a:t>2. (0:35–1:25 / Lecture) 각 작업 아래에서 사람이 관련 동작도 확인해 달라고 같은 보정을 반복하는 부분을 가리킨다. 그림의 반복은 설명 도식이며 비용·토큰 증가를 측정한 그래프가 아니다.</a:t>
            </a:r>
          </a:p>
          <a:p xmlns:a="http://schemas.openxmlformats.org/drawingml/2006/main">
            <a:r>
              <a:t>3. (1:25–2:00 / Lecture) 사람은 경험을 얻었지만 다음 작업의 수행 체계는 그대로라는 문제를 회수한다. 이 문제를 어떤 근거로 개선할지가 다음 질문이다.</a:t>
            </a:r>
          </a:p>
          <a:p xmlns:a="http://schemas.openxmlformats.org/drawingml/2006/main">
            <a:r>
              <a:t/>
            </a:r>
          </a:p>
          <a:p xmlns:a="http://schemas.openxmlformats.org/drawingml/2006/main">
            <a:r>
              <a:t>**Evidence / Source:**</a:t>
            </a:r>
          </a:p>
          <a:p xmlns:a="http://schemas.openxmlformats.org/drawingml/2006/main">
            <a:r>
              <a:t>plan/MASTER_PLAN.md §5.9의 매번 사람이 같은 지시를 다시 알려주는 반복 실패·보정 예와 고정 Insight; DEC-0092. 가상의 순차 작업이며 실제 Product 반복 이력이나 TRIAL-006의 관측 횟수가 아니다.</a:t>
            </a:r>
          </a:p>
          <a:p xmlns:a="http://schemas.openxmlformats.org/drawingml/2006/main">
            <a:r>
              <a:t/>
            </a:r>
          </a:p>
          <a:p xmlns:a="http://schemas.openxmlformats.org/drawingml/2006/main">
            <a:r>
              <a:t>**Claim Boundary:**</a:t>
            </a:r>
          </a:p>
          <a:p xmlns:a="http://schemas.openxmlformats.org/drawingml/2006/main">
            <a:r>
              <a:t>CONCEPTUAL — 작업 A/B/C는 반복을 설명하는 도식이며 실제 Trial·Subagent·비교 실험이 아니다. 반복 횟수·토큰·시간·성과를 측정하지 않았고 원인은 미확정이다.</a:t>
            </a:r>
          </a:p>
          <a:p xmlns:a="http://schemas.openxmlformats.org/drawingml/2006/main">
            <a:r>
              <a:t/>
            </a:r>
          </a:p>
          <a:p xmlns:a="http://schemas.openxmlformats.org/drawingml/2006/main">
            <a:r>
              <a:t>**Beginner Explanation:**</a:t>
            </a:r>
          </a:p>
          <a:p xmlns:a="http://schemas.openxmlformats.org/drawingml/2006/main">
            <a:r>
              <a:t>매번 사람이 같은 말을 다시 해야 하는 문제가 눈에 보인다.</a:t>
            </a:r>
          </a:p>
          <a:p xmlns:a="http://schemas.openxmlformats.org/drawingml/2006/main">
            <a:r>
              <a:t/>
            </a:r>
          </a:p>
          <a:p xmlns:a="http://schemas.openxmlformats.org/drawingml/2006/main">
            <a:r>
              <a:t>**Advanced Insight:**</a:t>
            </a:r>
          </a:p>
          <a:p xmlns:a="http://schemas.openxmlformats.org/drawingml/2006/main">
            <a:r>
              <a:t>Task 간에 개선 지식이 전달되지 않는 구조적 빈틈을 식별한다. 원인·지속 출처·평가 대상은 아직 열어 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“이 경험으로 다음 작업의 체계를 바꾸려면, 무엇을 근거로 어디를 고칠지 판단해야 할까요?”</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S79 또는 production/preview/full/S79.png.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반복 보정을 개선으로 잇는 기록</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반복 보정을 개선으로 잇는 기록</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원래 기준과 적용 지침, 실제 수행·검증 범위, 사람이 보정한 내용을 함께 남겨야 무엇이 달랐는지 비교할 수 있다. 그 기록을 근거로 원인과 변경 대상을 판단하고 다시 확인할 필요가 생긴다.</a:t>
            </a:r>
          </a:p>
          <a:p xmlns:a="http://schemas.openxmlformats.org/drawingml/2006/main">
            <a:r>
              <a:t/>
            </a:r>
          </a:p>
          <a:p xmlns:a="http://schemas.openxmlformats.org/drawingml/2006/main">
            <a:r>
              <a:t>**Opening Question:**</a:t>
            </a:r>
          </a:p>
          <a:p xmlns:a="http://schemas.openxmlformats.org/drawingml/2006/main">
            <a:r>
              <a:t>“보정한 문장만으로, 코드·지침·도구·검증 중 무엇을 고칠지 알 수 있을까요?”</a:t>
            </a:r>
          </a:p>
          <a:p xmlns:a="http://schemas.openxmlformats.org/drawingml/2006/main">
            <a:r>
              <a:t/>
            </a:r>
          </a:p>
          <a:p xmlns:a="http://schemas.openxmlformats.org/drawingml/2006/main">
            <a:r>
              <a:t>**Speaker Flow:**</a:t>
            </a:r>
          </a:p>
          <a:p xmlns:a="http://schemas.openxmlformats.org/drawingml/2006/main">
            <a:r>
              <a:t>1. (0:00–0:35 / Lecture) 왼쪽 기록 틀은 실제 보고서가 아닌 교육용 항목이다. 원래 기준과 지침을 실제 수행·검증 범위에 대조하고 사람의 보정을 함께 남긴다.</a:t>
            </a:r>
          </a:p>
          <a:p xmlns:a="http://schemas.openxmlformats.org/drawingml/2006/main">
            <a:r>
              <a:t>2. (0:35–1:25 / Lecture) 오른쪽의 원인·변경 위치·재확인은 아직 답하지 않은 질문이다. 지침을 늘리는 것이 항상 답이 아니며 코드·도구·평가 기준 등 다른 원인도 확인해야 한다.</a:t>
            </a:r>
          </a:p>
          <a:p xmlns:a="http://schemas.openxmlformats.org/drawingml/2006/main">
            <a:r>
              <a:t>3. (1:25–2:00 / Lecture) 기록은 다음 작업에 쓸 체계를 검토할 입력이라는 필요만 고정한다. 구체적 원인 확인·갱신·재평가는 ACT4의 기존 사례에서 다룬다.</a:t>
            </a:r>
          </a:p>
          <a:p xmlns:a="http://schemas.openxmlformats.org/drawingml/2006/main">
            <a:r>
              <a:t/>
            </a:r>
          </a:p>
          <a:p xmlns:a="http://schemas.openxmlformats.org/drawingml/2006/main">
            <a:r>
              <a:t>**Evidence / Source:**</a:t>
            </a:r>
          </a:p>
          <a:p xmlns:a="http://schemas.openxmlformats.org/drawingml/2006/main">
            <a:r>
              <a:t>plan/MASTER_PLAN.md §5.9 및 §14; DEC-0092. 실제 교육 제작의 평가·보고 기준 변경과 후속 기록은 기존 ACT4 S95–S99에 보존하며, 이 장의 기록 틀을 실제 실행 보고서로 쓰지 않는다.</a:t>
            </a:r>
          </a:p>
          <a:p xmlns:a="http://schemas.openxmlformats.org/drawingml/2006/main">
            <a:r>
              <a:t/>
            </a:r>
          </a:p>
          <a:p xmlns:a="http://schemas.openxmlformats.org/drawingml/2006/main">
            <a:r>
              <a:t>**Claim Boundary:**</a:t>
            </a:r>
          </a:p>
          <a:p xmlns:a="http://schemas.openxmlformats.org/drawingml/2006/main">
            <a:r>
              <a:t>TEACHING MODEL — 개선 검토에 필요한 기록 틀이다. 실제 새 보고서·원인 확정·지침 갱신·재평가·품질 향상을 입증하지 않으며 AI 모델의 자동 학습을 뜻하지 않는다.</a:t>
            </a:r>
          </a:p>
          <a:p xmlns:a="http://schemas.openxmlformats.org/drawingml/2006/main">
            <a:r>
              <a:t/>
            </a:r>
          </a:p>
          <a:p xmlns:a="http://schemas.openxmlformats.org/drawingml/2006/main">
            <a:r>
              <a:t>**Beginner Explanation:**</a:t>
            </a:r>
          </a:p>
          <a:p xmlns:a="http://schemas.openxmlformats.org/drawingml/2006/main">
            <a:r>
              <a:t>누가 무엇을 보정했는지뿐 아니라 원래 기준과 실제 수행도 함께 보아야 한다.</a:t>
            </a:r>
          </a:p>
          <a:p xmlns:a="http://schemas.openxmlformats.org/drawingml/2006/main">
            <a:r>
              <a:t/>
            </a:r>
          </a:p>
          <a:p xmlns:a="http://schemas.openxmlformats.org/drawingml/2006/main">
            <a:r>
              <a:t>**Advanced Insight:**</a:t>
            </a:r>
          </a:p>
          <a:p xmlns:a="http://schemas.openxmlformats.org/drawingml/2006/main">
            <a:r>
              <a:t>사람의 보정을 바로 새 규칙으로 바꾸지 않고, 원인을 가려 적절한 출처를 변경하고 재평가할 증거로 다룬다.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“우리 업무에서 매번 사람이 보정하는 하나를 골라, 어떤 근거와 담당이 필요한지 생각해 보겠습니다.”</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S80 또는 production/preview/full/S80.png.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같은 보정을 되풀이하지 않으려면?</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같은 보정을 되풀이하지 않으려면?</a:t>
            </a:r>
          </a:p>
          <a:p xmlns:a="http://schemas.openxmlformats.org/drawingml/2006/main">
            <a:r>
              <a:t/>
            </a:r>
          </a:p>
          <a:p xmlns:a="http://schemas.openxmlformats.org/drawingml/2006/main">
            <a:r>
              <a:t>**ACT / Section:**</a:t>
            </a:r>
          </a:p>
          <a:p xmlns:a="http://schemas.openxmlformats.org/drawingml/2006/main">
            <a:r>
              <a:t>ACT 3 / 3I Discussion / Reflection / Transition</a:t>
            </a:r>
          </a:p>
          <a:p xmlns:a="http://schemas.openxmlformats.org/drawingml/2006/main">
            <a:r>
              <a:t/>
            </a:r>
          </a:p>
          <a:p xmlns:a="http://schemas.openxmlformats.org/drawingml/2006/main">
            <a:r>
              <a:t>**Allocated Time:**</a:t>
            </a:r>
          </a:p>
          <a:p xmlns:a="http://schemas.openxmlformats.org/drawingml/2006/main">
            <a:r>
              <a:t>10 minutes</a:t>
            </a:r>
          </a:p>
          <a:p xmlns:a="http://schemas.openxmlformats.org/drawingml/2006/main">
            <a:r>
              <a:t/>
            </a:r>
          </a:p>
          <a:p xmlns:a="http://schemas.openxmlformats.org/drawingml/2006/main">
            <a:r>
              <a:t>**Mode Split:**</a:t>
            </a:r>
          </a:p>
          <a:p xmlns:a="http://schemas.openxmlformats.org/drawingml/2006/main">
            <a:r>
              <a:t>Reflection 3 minutes + Q&amp;A 5 minutes + Transition 2 minutes</a:t>
            </a:r>
          </a:p>
          <a:p xmlns:a="http://schemas.openxmlformats.org/drawingml/2006/main">
            <a:r>
              <a:t/>
            </a:r>
          </a:p>
          <a:p xmlns:a="http://schemas.openxmlformats.org/drawingml/2006/main">
            <a:r>
              <a:t>**Primary Message:**</a:t>
            </a:r>
          </a:p>
          <a:p xmlns:a="http://schemas.openxmlformats.org/drawingml/2006/main">
            <a:r>
              <a:t>다시 알려주는 정보·다시 지시하는 절차·빠뜨린 확인 기준 중 반복 보정 하나를 고른다. 그 근거와 원래 출처, 검토·갱신·재확인 책임을 생각하고 다음 작업에 반영할 개선 과정이 필요한 이유를 회수한다.</a:t>
            </a:r>
          </a:p>
          <a:p xmlns:a="http://schemas.openxmlformats.org/drawingml/2006/main">
            <a:r>
              <a:t/>
            </a:r>
          </a:p>
          <a:p xmlns:a="http://schemas.openxmlformats.org/drawingml/2006/main">
            <a:r>
              <a:t>**Opening Question:**</a:t>
            </a:r>
          </a:p>
          <a:p xmlns:a="http://schemas.openxmlformats.org/drawingml/2006/main">
            <a:r>
              <a:t>“우리 팀에서 사람이 되풀이하는 보정 하나는 무엇이며, 무엇을 근거로 누가 다시 확인해야 할까요?”</a:t>
            </a:r>
          </a:p>
          <a:p xmlns:a="http://schemas.openxmlformats.org/drawingml/2006/main">
            <a:r>
              <a:t/>
            </a:r>
          </a:p>
          <a:p xmlns:a="http://schemas.openxmlformats.org/drawingml/2006/main">
            <a:r>
              <a:t>**Speaker Flow:**</a:t>
            </a:r>
          </a:p>
          <a:p xmlns:a="http://schemas.openxmlformats.org/drawingml/2006/main">
            <a:r>
              <a:t>1. (0:00–3:00 / Reflection) 다시 알려주는 정보·다시 지시하는 절차·빠뜨린 확인 기준 중 사람이 반복 보정하는 하나를 생각한다. 실제 작성·발표는 요구하지 않는다. 고른 내용이 현재 대화에만 남는지, 다음 작업에도 적용될 필요가 있는지 묻는다.</a:t>
            </a:r>
          </a:p>
          <a:p xmlns:a="http://schemas.openxmlformats.org/drawingml/2006/main">
            <a:r>
              <a:t>2. (3:00–8:00 / Q&amp;A) 선택적으로 질문을 받는다. 어떤 기준·실행 기록·보정 내용을 볼지, 원래 출처가 어디인지, 누가 검토·갱신·재확인을 맡을지 생각한다. 한 원인이나 새 규칙을 미리 확정하지 않는다. 질문이 없으면 “이번 대화에서만 보정했다면 다음 작업은 무엇을 다시 읽을까요?”를 보조 질문으로 사용한다.</a:t>
            </a:r>
          </a:p>
          <a:p xmlns:a="http://schemas.openxmlformats.org/drawingml/2006/main">
            <a:r>
              <a:t>3. (8:00–10:00 / Transition) 하단 다음 ACT 문장을 읽는다. 사람의 반복 보정이 다음 작업의 개선으로 이어지게 하려면 기록·원인 확인·적절한 변경·재평가가 필요하다는 문제를 닫고 ACT4 제목 S82으로 이동한다. S83에서 실제 성공은 보존하고 별도의 가상 유지 사례를 연다. ACT4의 설명·순서·시간을 미리 소진하거나 축소하지 않는다.</a:t>
            </a:r>
          </a:p>
          <a:p xmlns:a="http://schemas.openxmlformats.org/drawingml/2006/main">
            <a:r>
              <a:t/>
            </a:r>
          </a:p>
          <a:p xmlns:a="http://schemas.openxmlformats.org/drawingml/2006/main">
            <a:r>
              <a:t>**Evidence / Source:**</a:t>
            </a:r>
          </a:p>
          <a:p xmlns:a="http://schemas.openxmlformats.org/drawingml/2006/main">
            <a:r>
              <a:t>plan/MASTER_PLAN.md §§5.8–5.9, §14; 기존 BEAT-035–038 및 DEC-0079/0080/0092. 검증된 STATE-04-PERF의 성공은 유지하고, ACT4의 별도 가상 변화와 실제 Meta 사례를 그대로 둔다.</a:t>
            </a:r>
          </a:p>
          <a:p xmlns:a="http://schemas.openxmlformats.org/drawingml/2006/main">
            <a:r>
              <a:t/>
            </a:r>
          </a:p>
          <a:p xmlns:a="http://schemas.openxmlformats.org/drawingml/2006/main">
            <a:r>
              <a:t>**Claim Boundary:**</a:t>
            </a:r>
          </a:p>
          <a:p xmlns:a="http://schemas.openxmlformats.org/drawingml/2006/main">
            <a:r>
              <a:t>TEACHING MODEL — 개인 성찰이며 작성·실습·공개 답변을 요구하지 않는다. 실제 누락 원인·수정 대상·담당·재평가 결과를 확정하지 않는다. ACT4의 구성·시간·관찰/가상 경계를 유지한다.</a:t>
            </a:r>
          </a:p>
          <a:p xmlns:a="http://schemas.openxmlformats.org/drawingml/2006/main">
            <a:r>
              <a:t/>
            </a:r>
          </a:p>
          <a:p xmlns:a="http://schemas.openxmlformats.org/drawingml/2006/main">
            <a:r>
              <a:t>**Beginner Explanation:**</a:t>
            </a:r>
          </a:p>
          <a:p xmlns:a="http://schemas.openxmlformats.org/drawingml/2006/main">
            <a:r>
              <a:t>매번 사람이 다시 하는 보정 한 가지를 자기 업무에서 떠올린다.</a:t>
            </a:r>
          </a:p>
          <a:p xmlns:a="http://schemas.openxmlformats.org/drawingml/2006/main">
            <a:r>
              <a:t/>
            </a:r>
          </a:p>
          <a:p xmlns:a="http://schemas.openxmlformats.org/drawingml/2006/main">
            <a:r>
              <a:t>**Advanced Insight:**</a:t>
            </a:r>
          </a:p>
          <a:p xmlns:a="http://schemas.openxmlformats.org/drawingml/2006/main">
            <a:r>
              <a:t>반복 보정의 근거·적용 범위·원래 출처와 검토·재평가 책임을 분리해 생각한다.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정적 성찰 화면. R1 세 후보→R2 반복 보정 하나 선택→R3 근거·출처/검토·재확인 책임의 순서로 발표자 초점을 옮긴다. 새 실행이나 실제 원인·담당 배정은 없다.</a:t>
            </a:r>
          </a:p>
          <a:p xmlns:a="http://schemas.openxmlformats.org/drawingml/2006/main">
            <a:r>
              <a:t/>
            </a:r>
          </a:p>
          <a:p xmlns:a="http://schemas.openxmlformats.org/drawingml/2006/main">
            <a:r>
              <a:t>**Audience Interaction:**</a:t>
            </a:r>
          </a:p>
          <a:p xmlns:a="http://schemas.openxmlformats.org/drawingml/2006/main">
            <a:r>
              <a:t>Reflection3분→선택 Q&amp;A5분→Transition2분. 공개 답변과 작성은 요구하지 않는다. 질문이 없으면 현재 대화에만 남은 보정과 다음 작업이 읽을 출처를 묻는다.</a:t>
            </a:r>
          </a:p>
          <a:p xmlns:a="http://schemas.openxmlformats.org/drawingml/2006/main">
            <a:r>
              <a:t/>
            </a:r>
          </a:p>
          <a:p xmlns:a="http://schemas.openxmlformats.org/drawingml/2006/main">
            <a:r>
              <a:t>**Transition:**</a:t>
            </a:r>
          </a:p>
          <a:p xmlns:a="http://schemas.openxmlformats.org/drawingml/2006/main">
            <a:r>
              <a:t>“만든 기반은 재사용할 수 있습니다. 이제 사람이 반복해서 보정한 경험을 다음 작업의 개선으로 되돌리는 방법을 보겠습니다.” ACT4 제목 S82을 거쳐 S83의 기존 실제 성공 회수와 별도 가상 유지 사례로 이어간다.</a:t>
            </a:r>
          </a:p>
          <a:p xmlns:a="http://schemas.openxmlformats.org/drawingml/2006/main">
            <a:r>
              <a:t/>
            </a:r>
          </a:p>
          <a:p xmlns:a="http://schemas.openxmlformats.org/drawingml/2006/main">
            <a:r>
              <a:t>**Time Management:**</a:t>
            </a:r>
          </a:p>
          <a:p xmlns:a="http://schemas.openxmlformats.org/drawingml/2006/main">
            <a:r>
              <a:t>총10분:0–3 Reflection,3–8 Q&amp;A,8–10 Transition.8분에 질문을 닫고 하단의 다음 ACT 문장으로 이동한다. 지연 시 부연·도구 예시를 줄이되 반복 보정 문제와 근거·책임 질문을 유지한다.10분에 S82 제목으로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S81 또는 production/preview/full/S81.png.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기록과 피드백으로 시스템 개선하기</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기록과 피드백으로 시스템 개선하기</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기록과 피드백으로 시스템 개선하기 — Loop Engineering · 개선 과정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4의 제목 “기록과 피드백으로 시스템 개선하기”을 가리키며 구간을 연다.</a:t>
            </a:r>
          </a:p>
          <a:p xmlns:a="http://schemas.openxmlformats.org/drawingml/2006/main">
            <a:r>
              <a:t>2. (0:20–0:40 / Transition) 부제 “Loop Engineering · 개선 과정 설계”는 이번 구간의 관점만 안내한다. 구체적 기능·해결 방법·결과는 앞서 설명하지 않는다.</a:t>
            </a:r>
          </a:p>
          <a:p xmlns:a="http://schemas.openxmlformats.org/drawingml/2006/main">
            <a:r>
              <a:t>3. (0:40–1:00 / Transition) S83의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S83 — 확인한 성공을 유지하려면로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4 총81분, 전체406분이다. 제목·부제만 안내하고1분에 S83로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production/preview/full/S82.png 또는 production/ACT_4.pptx의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확인한 성공을 유지하려면</a:t>
            </a:r>
          </a:p>
          <a:p xmlns:a="http://schemas.openxmlformats.org/drawingml/2006/main">
            <a:r>
              <a:t/>
            </a:r>
          </a:p>
          <a:p xmlns:a="http://schemas.openxmlformats.org/drawingml/2006/main">
            <a:r>
              <a:t>Slide ID: S83</a:t>
            </a:r>
          </a:p>
          <a:p xmlns:a="http://schemas.openxmlformats.org/drawingml/2006/main">
            <a:r>
              <a:t/>
            </a:r>
          </a:p>
          <a:p xmlns:a="http://schemas.openxmlformats.org/drawingml/2006/main">
            <a:r>
              <a:t>**Working Title:**</a:t>
            </a:r>
          </a:p>
          <a:p xmlns:a="http://schemas.openxmlformats.org/drawingml/2006/main">
            <a:r>
              <a:t>확인한 성공을 유지하려면</a:t>
            </a:r>
          </a:p>
          <a:p xmlns:a="http://schemas.openxmlformats.org/drawingml/2006/main">
            <a:r>
              <a:t/>
            </a:r>
          </a:p>
          <a:p xmlns:a="http://schemas.openxmlformats.org/drawingml/2006/main">
            <a:r>
              <a:t>ACT / Section: ACT 4 / 4A  WORKING HARNESS CALLBACK</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3분 + Reflection 1분</a:t>
            </a:r>
          </a:p>
          <a:p xmlns:a="http://schemas.openxmlformats.org/drawingml/2006/main">
            <a:r>
              <a:t/>
            </a:r>
          </a:p>
          <a:p xmlns:a="http://schemas.openxmlformats.org/drawingml/2006/main">
            <a:r>
              <a:t>**Primary Message:**</a:t>
            </a:r>
          </a:p>
          <a:p xmlns:a="http://schemas.openxmlformats.org/drawingml/2006/main">
            <a:r>
              <a:t>STATE-04-PERF의 확인한 성공을 보존하고, 이번 목표를 완료하는 작업 수행 루프와 다음 작업의 방법을 개선하는 체계 개선 루프를 구분한다. 이 ACT는 반복 보정을 다음 작업이 읽을 기준으로 연결하는 데 집중한다.</a:t>
            </a:r>
          </a:p>
          <a:p xmlns:a="http://schemas.openxmlformats.org/drawingml/2006/main">
            <a:r>
              <a:t/>
            </a:r>
          </a:p>
          <a:p xmlns:a="http://schemas.openxmlformats.org/drawingml/2006/main">
            <a:r>
              <a:t>**Opening Question:**</a:t>
            </a:r>
          </a:p>
          <a:p xmlns:a="http://schemas.openxmlformats.org/drawingml/2006/main">
            <a:r>
              <a:t>이번 작업을 완료한 경험은 다음 작업의 수행 체계를 어떻게 바꿀 수 있을까?</a:t>
            </a:r>
          </a:p>
          <a:p xmlns:a="http://schemas.openxmlformats.org/drawingml/2006/main">
            <a:r>
              <a:t/>
            </a:r>
          </a:p>
          <a:p xmlns:a="http://schemas.openxmlformats.org/drawingml/2006/main">
            <a:r>
              <a:t>**Speaker Flow:**</a:t>
            </a:r>
          </a:p>
          <a:p xmlns:a="http://schemas.openxmlformats.org/drawingml/2006/main">
            <a:r>
              <a:t>1. (0:00–0:40 / Lecture) S81의 같은 보정을 되풀이하지 않으려면이라는 질문을 회수한다. 실제 밝기 통계는 출력6항목·전체11/11·같은 조건 성능 측정으로 확인한 성공이며 이후 실패나 개선을 관찰한 결과는 아니다.</a:t>
            </a:r>
          </a:p>
          <a:p xmlns:a="http://schemas.openxmlformats.org/drawingml/2006/main">
            <a:r>
              <a:t>2. (0:40–1:40 / Lecture) 위쪽 작업 수행 루프는 이번 목표를 실행·검증하고 필요한 수정 후 완료하는 범위다. 모든 실행이 반드시 수정 단계로 가는 고정 순서가 아니며 평가에 따라 완료할 수 있다고 설명한다.</a:t>
            </a:r>
          </a:p>
          <a:p xmlns:a="http://schemas.openxmlformats.org/drawingml/2006/main">
            <a:r>
              <a:t>3. (1:40–3:00 / Lecture) 아래 체계 개선 루프는 여러 실행에서 얻은 기록·사람의 보정을 재사용할 지침과 평가 기준에 연결하는 범위다. 이 ACT는 후자에 집중한다. 모델 가중치의 자동 학습이나 완전자율 운영을 뜻하지 않는다. S94에서 평가 후의 분기를 묶는다.</a:t>
            </a:r>
          </a:p>
          <a:p xmlns:a="http://schemas.openxmlformats.org/drawingml/2006/main">
            <a:r>
              <a:t>4. (3:00–4:00 / Reflection) 앞에서 고른 반복 보정 하나가 이번 요청에서만 끝나는지, 다음 작업이 읽을 기준에도 필요한지 생각하게 한다. 답변이나 실습은 요구하지 않는다. S84부터 실제 성공과 별개인 가상 사례를 시작한다.</a:t>
            </a:r>
          </a:p>
          <a:p xmlns:a="http://schemas.openxmlformats.org/drawingml/2006/main">
            <a:r>
              <a:t/>
            </a:r>
          </a:p>
          <a:p xmlns:a="http://schemas.openxmlformats.org/drawingml/2006/main">
            <a:r>
              <a:t>**Evidence / Source:**</a:t>
            </a:r>
          </a:p>
          <a:p xmlns:a="http://schemas.openxmlformats.org/drawingml/2006/main">
            <a:r>
              <a:t>STATE-04-PERF / bounded image_statistics evidence; DEC-0021/0062/0080; BEAT-037/038. 설계 참고(2026-10-25 확인): Addy Osmani, https://addyosmani.com/blog/loop-engineering/ ; OpenAI, https://developers.openai.com/cookbook/examples/agents_sdk/agent_improvement_loop . 용어의 일반 용례와 이 교육의 체계 개선 중심 모델을 구분한다. 제품 기능·계정·자동 실행을 확인한 근거가 아니다.</a:t>
            </a:r>
          </a:p>
          <a:p xmlns:a="http://schemas.openxmlformats.org/drawingml/2006/main">
            <a:r>
              <a:t/>
            </a:r>
          </a:p>
          <a:p xmlns:a="http://schemas.openxmlformats.org/drawingml/2006/main">
            <a:r>
              <a:t>**Claim Boundary:**</a:t>
            </a:r>
          </a:p>
          <a:p xmlns:a="http://schemas.openxmlformats.org/drawingml/2006/main">
            <a:r>
              <a:t>OBSERVED_PRODUCT callback이다. 기록된 task·코드·입력·runtime·host·검증 조건에 한정한다. 이후 변화/실패를 관찰한 것이 아니며 유지 문제의 질문과 실제 결과를 구분한다. DEC-0094의 루프 구분·평가 후 선택·다음 작업 연결은 교육용 설계다. 실제 새 실행·자동 제어·개선 성과·제품 기능을 확인한 것이 아니다.</a:t>
            </a:r>
          </a:p>
          <a:p xmlns:a="http://schemas.openxmlformats.org/drawingml/2006/main">
            <a:r>
              <a:t/>
            </a:r>
          </a:p>
          <a:p xmlns:a="http://schemas.openxmlformats.org/drawingml/2006/main">
            <a:r>
              <a:t>**Beginner Explanation:**</a:t>
            </a:r>
          </a:p>
          <a:p xmlns:a="http://schemas.openxmlformats.org/drawingml/2006/main">
            <a:r>
              <a:t>이번 일의 답을 고치는 것과 다음 일에서도 사용할 방법을 고치는 것은 범위가 다르다.</a:t>
            </a:r>
          </a:p>
          <a:p xmlns:a="http://schemas.openxmlformats.org/drawingml/2006/main">
            <a:r>
              <a:t/>
            </a:r>
          </a:p>
          <a:p xmlns:a="http://schemas.openxmlformats.org/drawingml/2006/main">
            <a:r>
              <a:t>**Advanced Insight:**</a:t>
            </a:r>
          </a:p>
          <a:p xmlns:a="http://schemas.openxmlformats.org/drawingml/2006/main">
            <a:r>
              <a:t>Inner execution control and outer system improvement overlap in practice. This course emphasizes evidence-led Harness improvement without claiming an industry-wide replacement or fully automated execution.</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a:t>
            </a:r>
          </a:p>
          <a:p xmlns:a="http://schemas.openxmlformats.org/drawingml/2006/main">
            <a:r>
              <a:t>N/A — Lecture/Reflection 유지. 위 첫 줄의 실제 성공 범위와 아래 교육용 두 흐름을 분리해서 짚는다. 새 실행·Demo 시간은 추가하지 않는다.</a:t>
            </a:r>
          </a:p>
          <a:p xmlns:a="http://schemas.openxmlformats.org/drawingml/2006/main">
            <a:r>
              <a:t/>
            </a:r>
          </a:p>
          <a:p xmlns:a="http://schemas.openxmlformats.org/drawingml/2006/main">
            <a:r>
              <a:t>Audience Interaction: Reflection1분: 앞에서 고른 자료에 어떤 변화가 생기면 다시 확인할지 생각한다. 기록·공개 답변은 요구하지 않는다.</a:t>
            </a:r>
          </a:p>
          <a:p xmlns:a="http://schemas.openxmlformats.org/drawingml/2006/main">
            <a:r>
              <a:t/>
            </a:r>
          </a:p>
          <a:p xmlns:a="http://schemas.openxmlformats.org/drawingml/2006/main">
            <a:r>
              <a:t>**Transition:**</a:t>
            </a:r>
          </a:p>
          <a:p xmlns:a="http://schemas.openxmlformats.org/drawingml/2006/main">
            <a:r>
              <a:t>“이번 작업을 마치는 것과 다음 작업의 방법을 바꾸는 것을 구분했습니다. 가상 사례에서 기준과 재사용 절차가 처음에는 맞았던 상태부터 보겠습니다.”</a:t>
            </a:r>
          </a:p>
          <a:p xmlns:a="http://schemas.openxmlformats.org/drawingml/2006/main">
            <a:r>
              <a:t/>
            </a:r>
          </a:p>
          <a:p xmlns:a="http://schemas.openxmlformats.org/drawingml/2006/main">
            <a:r>
              <a:t>**Time Management:**</a:t>
            </a:r>
          </a:p>
          <a:p xmlns:a="http://schemas.openxmlformats.org/drawingml/2006/main">
            <a:r>
              <a:t>Lecture3분+Reflection1분=4분 유지. 실제 성공40초, 작업 수행 루프1분, 체계 개선의 범위1분20초, 성찰1분. 4분에 가상 사례로 넘긴다. 실제 리허설 UNVERIFIED.</a:t>
            </a:r>
          </a:p>
          <a:p xmlns:a="http://schemas.openxmlformats.org/drawingml/2006/main">
            <a:r>
              <a:t/>
            </a:r>
          </a:p>
          <a:p xmlns:a="http://schemas.openxmlformats.org/drawingml/2006/main">
            <a:r>
              <a:t>Fallback: LOCAL STATIC ARTIFACT — production/ACT_4.pptx의 S83, production/preview/act4/S83.png 및 production/preview/full/S83.png.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a:t>
            </a:r>
          </a:p>
          <a:p xmlns:a="http://schemas.openxmlformats.org/drawingml/2006/main">
            <a:r>
              <a:t>ALIGNED — DEC-0094. Final package/render/Notes audit: production/evaluation/ACT_4_LOOP_CONTROL_REVISION.md. Windows PowerPoint / room / actual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처음에는 기준과 재사용 절차가 맞았다</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처음에는 기준과 재사용 절차가 맞았다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(VISUAL)</a:t>
            </a:r>
          </a:p>
          <a:p xmlns:a="http://schemas.openxmlformats.org/drawingml/2006/main">
            <a:r>
              <a:t/>
            </a:r>
          </a:p>
          <a:p xmlns:a="http://schemas.openxmlformats.org/drawingml/2006/main">
            <a:r>
              <a:t>Primary Message: 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 “프로젝트 기준과 다시 읽을 작업 지침은 현재 같은 범위를 말하고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VISUAL Demo) 실제 graypipe 이력과 별개인 가상 사례를 시작한다. Workflow는 재사용할 수행 절차이며 앞에서는 그 역할을 Skill로 관리했다고 연결한다. 같은 graypipe Skill 파일이나 같은 사건이라는 뜻은 아니다.</a:t>
            </a:r>
          </a:p>
          <a:p xmlns:a="http://schemas.openxmlformats.org/drawingml/2006/main">
            <a:r>
              <a:t>2. (0:30–1:30 / VISUAL Demo) 왼쪽 프로젝트 문서의 현재 기준과 오른쪽 다음 작업이 읽을 재사용 지침을 각각 짚는다. 둘 다 단위 테스트를 대상으로 한다는 정상 출발 가정이다. 두 소제목은 서로 다른 출처이며 하나의 문장으로 읽지 않는다.</a:t>
            </a:r>
          </a:p>
          <a:p xmlns:a="http://schemas.openxmlformats.org/drawingml/2006/main">
            <a:r>
              <a:t>3. (1:30–2:00 / VISUAL Demo) 현재 기준에 맞춰 검토해 둔 절차라는 가정을 남긴다. 누가 실제로 파일을 검토했다는 사건을 만들어 넣지 않고 다음 프로젝트 변화로 넘긴다.</a:t>
            </a:r>
          </a:p>
          <a:p xmlns:a="http://schemas.openxmlformats.org/drawingml/2006/main">
            <a:r>
              <a:t/>
            </a:r>
          </a:p>
          <a:p xmlns:a="http://schemas.openxmlformats.org/drawingml/2006/main">
            <a:r>
              <a:t>Evidence / Source: DEMO-04A / constructed starting condition / DEC-0021/0027/0080 / BEAT-038; no Trial.</a:t>
            </a:r>
          </a:p>
          <a:p xmlns:a="http://schemas.openxmlformats.org/drawingml/2006/main">
            <a:r>
              <a:t/>
            </a:r>
          </a:p>
          <a:p xmlns:a="http://schemas.openxmlformats.org/drawingml/2006/main">
            <a:r>
              <a:t>Claim Boundary: CONCEPTUAL. 앞선 Skill과 역할을 연결한 설명이며 동일 파일·동일 사건·실제 검토/실행/테스트 결과가 아니다.</a:t>
            </a:r>
          </a:p>
          <a:p xmlns:a="http://schemas.openxmlformats.org/drawingml/2006/main">
            <a:r>
              <a:t/>
            </a:r>
          </a:p>
          <a:p xmlns:a="http://schemas.openxmlformats.org/drawingml/2006/main">
            <a:r>
              <a:t>Beginner Explanation: 프로젝트에서 지금 요구하는 범위와 다음 작업에 다시 쓸 지침을 나란히 비교한다.</a:t>
            </a:r>
          </a:p>
          <a:p xmlns:a="http://schemas.openxmlformats.org/drawingml/2006/main">
            <a:r>
              <a:t/>
            </a:r>
          </a:p>
          <a:p xmlns:a="http://schemas.openxmlformats.org/drawingml/2006/main">
            <a:r>
              <a:t>Advanced Insight: 구현으로서의 Skill과 일반적인 재사용 Workflow를 구분한다. 원래 맞던 지침도 프로젝트 기준이 바뀌면 다시 검토해야 한다.</a:t>
            </a:r>
          </a:p>
          <a:p xmlns:a="http://schemas.openxmlformats.org/drawingml/2006/main">
            <a:r>
              <a:t/>
            </a:r>
          </a:p>
          <a:p xmlns:a="http://schemas.openxmlformats.org/drawingml/2006/main">
            <a:r>
              <a:t>C++ Vision Bridge: 실제 C++ 프로젝트에서도 검증 기준/구조가 바뀔 수 있다는 맥락만 유지한다. 별도 구현/명령을 추가하지 않는다.</a:t>
            </a:r>
          </a:p>
          <a:p xmlns:a="http://schemas.openxmlformats.org/drawingml/2006/main">
            <a:r>
              <a:t/>
            </a:r>
          </a:p>
          <a:p xmlns:a="http://schemas.openxmlformats.org/drawingml/2006/main">
            <a:r>
              <a:t>Demo Operation: CONCEPTUAL 정적 도식. 용어 연결 한 줄→왼쪽 현재 기준→오른쪽 지침→같다는 관계 순으로 가리킨다. 명령·실행 결과는 없다.</a:t>
            </a:r>
          </a:p>
          <a:p xmlns:a="http://schemas.openxmlformats.org/drawingml/2006/main">
            <a:r>
              <a:t/>
            </a:r>
          </a:p>
          <a:p xmlns:a="http://schemas.openxmlformats.org/drawingml/2006/main">
            <a:r>
              <a:t>Audience Interaction: 두 범위의 일치만 눈으로 비교한다. 응답·실습을 요구하지 않는다.</a:t>
            </a:r>
          </a:p>
          <a:p xmlns:a="http://schemas.openxmlformats.org/drawingml/2006/main">
            <a:r>
              <a:t/>
            </a:r>
          </a:p>
          <a:p xmlns:a="http://schemas.openxmlformats.org/drawingml/2006/main">
            <a:r>
              <a:t>Transition: “현재 기준에 맞춰 둔 절차입니다. 프로젝트의 검증 기준이 넓어지면, 검토·갱신 담당은 무엇을 다시 봐야 할까요?”</a:t>
            </a:r>
          </a:p>
          <a:p xmlns:a="http://schemas.openxmlformats.org/drawingml/2006/main">
            <a:r>
              <a:t/>
            </a:r>
          </a:p>
          <a:p xmlns:a="http://schemas.openxmlformats.org/drawingml/2006/main">
            <a:r>
              <a:t>Time Management: VISUAL Demo2분: 사례/용어0.5, 두 출처와 범위1, 정상 출발/변화 질문0.5. 실제 리허설은 UNVERIFIED다.</a:t>
            </a:r>
          </a:p>
          <a:p xmlns:a="http://schemas.openxmlformats.org/drawingml/2006/main">
            <a:r>
              <a:t/>
            </a:r>
          </a:p>
          <a:p xmlns:a="http://schemas.openxmlformats.org/drawingml/2006/main">
            <a:r>
              <a:t>Fallback: LOCAL STATIC ARTIFACT — production/ACT_4.pptx의 S84, production/preview/act4/S84.png 및 production/preview/full/S84.png.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Project는 바뀌고 Workflow는 남았다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“프로젝트 기준이 바뀌면, 검토·갱신 담당은 어떤 지침을 다시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정당한 요구 변화와 재사용 지침의 미갱신을 구분한다. S81의 검토·갱신 역할을 회수한다. 기준이 바뀌었다는 신호를 받은 담당이 원래 프로젝트 문서와 이 지침을 대조해야 하는 상황을 생각한다. 실제 회사의 담당자나 발생 사건을 확정하지 않는다.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 DEC-0080.</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S85와 production/preview/act4/S85.png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“차이는 확인했습니다. 이번 요청만 보정하는 것과, 다음 작업이 읽을 지침까지 바꾸는 것은 어떻게 다를까요?”</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S85와 production/preview/act4/S85.png를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이번 요청과 다음 작업의 지침</a:t>
            </a:r>
          </a:p>
          <a:p xmlns:a="http://schemas.openxmlformats.org/drawingml/2006/main">
            <a:r>
              <a:t/>
            </a:r>
          </a:p>
          <a:p xmlns:a="http://schemas.openxmlformats.org/drawingml/2006/main">
            <a:r>
              <a:t>Slide ID: S86</a:t>
            </a:r>
          </a:p>
          <a:p xmlns:a="http://schemas.openxmlformats.org/drawingml/2006/main">
            <a:r>
              <a:t/>
            </a:r>
          </a:p>
          <a:p xmlns:a="http://schemas.openxmlformats.org/drawingml/2006/main">
            <a:r>
              <a:t>**Working Title:**</a:t>
            </a:r>
          </a:p>
          <a:p xmlns:a="http://schemas.openxmlformats.org/drawingml/2006/main">
            <a:r>
              <a:t>이번 요청과 다음 작업의 지침</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Case 3분</a:t>
            </a:r>
          </a:p>
          <a:p xmlns:a="http://schemas.openxmlformats.org/drawingml/2006/main">
            <a:r>
              <a:t/>
            </a:r>
          </a:p>
          <a:p xmlns:a="http://schemas.openxmlformats.org/drawingml/2006/main">
            <a:r>
              <a:t>**Primary Message:**</a:t>
            </a:r>
          </a:p>
          <a:p xmlns:a="http://schemas.openxmlformats.org/drawingml/2006/main">
            <a:r>
              <a:t>현재 요청에 통합 검증을 추가해 이번 작업을 완료하도록 보정해도, 다음 작업이 읽을 재사용 지침은 자동으로 바뀌지 않는다. 다음에도 필요한 보정이라면 원인을 확인하고 체계 개선 루프의 대상으로 검토한다.</a:t>
            </a:r>
          </a:p>
          <a:p xmlns:a="http://schemas.openxmlformats.org/drawingml/2006/main">
            <a:r>
              <a:t/>
            </a:r>
          </a:p>
          <a:p xmlns:a="http://schemas.openxmlformats.org/drawingml/2006/main">
            <a:r>
              <a:t>**Opening Question:**</a:t>
            </a:r>
          </a:p>
          <a:p xmlns:a="http://schemas.openxmlformats.org/drawingml/2006/main">
            <a:r>
              <a:t>이번 요청이 완료되면, 다음 작업의 지침도 함께 바뀌었을까?</a:t>
            </a:r>
          </a:p>
          <a:p xmlns:a="http://schemas.openxmlformats.org/drawingml/2006/main">
            <a:r>
              <a:t/>
            </a:r>
          </a:p>
          <a:p xmlns:a="http://schemas.openxmlformats.org/drawingml/2006/main">
            <a:r>
              <a:t>**Speaker Flow:**</a:t>
            </a:r>
          </a:p>
          <a:p xmlns:a="http://schemas.openxmlformats.org/drawingml/2006/main">
            <a:r>
              <a:t>1. (0:00–0:50 / Case) 왼쪽 요청 상자의 통합 테스트도 확인해 줘를 읽는다. 아래 세 단계는 이렇게 이번 작업을 마칠 수 있다는 교육용 설계이며 실행·완료 기록이 아니다.</a:t>
            </a:r>
          </a:p>
          <a:p xmlns:a="http://schemas.openxmlformats.org/drawingml/2006/main">
            <a:r>
              <a:t>2. (0:50–1:50 / Case) 오른쪽 다음 작업의 Workflow에는 단위 테스트만 지시하는 가정을 비교한다. 작업 수행 루프의 완료와 체계 개선 루프에서 다룰 출처는 다르다. 요청 보정이 공통 지침에 자동 반영되지 않는다.</a:t>
            </a:r>
          </a:p>
          <a:p xmlns:a="http://schemas.openxmlformats.org/drawingml/2006/main">
            <a:r>
              <a:t>3. (1:50–3:00 / Case) 다음에도 필요한 보정인지, 원인이 이 지침인지 먼저 확인해야 한다고 회수한다. 변경이 항상 필요하거나 Workflow가 항상 정답인 것은 아니다. S87의 기록 대조로 연결한다.</a:t>
            </a:r>
          </a:p>
          <a:p xmlns:a="http://schemas.openxmlformats.org/drawingml/2006/main">
            <a:r>
              <a:t/>
            </a:r>
          </a:p>
          <a:p xmlns:a="http://schemas.openxmlformats.org/drawingml/2006/main">
            <a:r>
              <a:t>Evidence / Source: DEMO-04A / conceptual response comparison / DEC-0080; no execution result.</a:t>
            </a:r>
          </a:p>
          <a:p xmlns:a="http://schemas.openxmlformats.org/drawingml/2006/main">
            <a:r>
              <a:t/>
            </a:r>
          </a:p>
          <a:p xmlns:a="http://schemas.openxmlformats.org/drawingml/2006/main">
            <a:r>
              <a:t>**Claim Boundary:**</a:t>
            </a:r>
          </a:p>
          <a:p xmlns:a="http://schemas.openxmlformats.org/drawingml/2006/main">
            <a:r>
              <a:t>가능한 요청 보정과 남아 있는 지침의 가상 비교다. 실제 실행·복구·누락·PASS/FAIL 결과가 아니다. DEC-0094의 루프 구분·평가 후 선택·다음 작업 연결은 교육용 설계다. 실제 새 실행·자동 제어·개선 성과·제품 기능을 확인한 것이 아니다.</a:t>
            </a:r>
          </a:p>
          <a:p xmlns:a="http://schemas.openxmlformats.org/drawingml/2006/main">
            <a:r>
              <a:t/>
            </a:r>
          </a:p>
          <a:p xmlns:a="http://schemas.openxmlformats.org/drawingml/2006/main">
            <a:r>
              <a:t>Beginner Explanation: 이번 요청에 더 쓴 내용은 다른 작업의 기본 지침을 자동으로 고치지 않는다.</a:t>
            </a:r>
          </a:p>
          <a:p xmlns:a="http://schemas.openxmlformats.org/drawingml/2006/main">
            <a:r>
              <a:t/>
            </a:r>
          </a:p>
          <a:p xmlns:a="http://schemas.openxmlformats.org/drawingml/2006/main">
            <a:r>
              <a:t>Advanced Insight: Task-level workaround와 durable instruction change를 구분하고, 원인 확인 없이 파일을 고치지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a:t>
            </a:r>
          </a:p>
          <a:p xmlns:a="http://schemas.openxmlformats.org/drawingml/2006/main">
            <a:r>
              <a:t>Case3분의 정적 교육용 비교. 왼쪽 요청/가능한 완료 흐름과 오른쪽 변하지 않은 지침을 비교한다. 실제 Prompt 입력창·실행·완료 기록이 아니다.</a:t>
            </a:r>
          </a:p>
          <a:p xmlns:a="http://schemas.openxmlformats.org/drawingml/2006/main">
            <a:r>
              <a:t/>
            </a:r>
          </a:p>
          <a:p xmlns:a="http://schemas.openxmlformats.org/drawingml/2006/main">
            <a:r>
              <a:t>Audience Interaction: 이번 요청과 다음 지침의 차이를 눈으로 비교한다. 별도 응답·실습은 요구하지 않는다.</a:t>
            </a:r>
          </a:p>
          <a:p xmlns:a="http://schemas.openxmlformats.org/drawingml/2006/main">
            <a:r>
              <a:t/>
            </a:r>
          </a:p>
          <a:p xmlns:a="http://schemas.openxmlformats.org/drawingml/2006/main">
            <a:r>
              <a:t>**Transition:**</a:t>
            </a:r>
          </a:p>
          <a:p xmlns:a="http://schemas.openxmlformats.org/drawingml/2006/main">
            <a:r>
              <a:t>“다음 작업에도 필요한 보정이라면 출처를 검토해야 합니다. 다만 지침이 원인인지는 어떤 기록으로 확인할까요?”</a:t>
            </a:r>
          </a:p>
          <a:p xmlns:a="http://schemas.openxmlformats.org/drawingml/2006/main">
            <a:r>
              <a:t/>
            </a:r>
          </a:p>
          <a:p xmlns:a="http://schemas.openxmlformats.org/drawingml/2006/main">
            <a:r>
              <a:t>**Time Management:**</a:t>
            </a:r>
          </a:p>
          <a:p xmlns:a="http://schemas.openxmlformats.org/drawingml/2006/main">
            <a:r>
              <a:t>Case3분 유지. 요청과 가능한 완료 흐름50초, 다음 지침과의 차이1분, 원인 확인 질문1분10초. 새 완료 결과를 만들지 않는다.</a:t>
            </a:r>
          </a:p>
          <a:p xmlns:a="http://schemas.openxmlformats.org/drawingml/2006/main">
            <a:r>
              <a:t/>
            </a:r>
          </a:p>
          <a:p xmlns:a="http://schemas.openxmlformats.org/drawingml/2006/main">
            <a:r>
              <a:t>Fallback: LOCAL STATIC ARTIFACT — production/ACT_4.pptx의 S86, production/preview/act4/S86.png 및 production/preview/full/S86.png.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a:t>
            </a:r>
          </a:p>
          <a:p xmlns:a="http://schemas.openxmlformats.org/drawingml/2006/main">
            <a:r>
              <a:t>ALIGNED — DEC-0094. Final package/render/Notes audit: production/evaluation/ACT_4_LOOP_CONTROL_REVISION.md. Windows PowerPoint / room / actual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원인을 고르기 전에 확인할 기록</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원인을 고르기 전에 확인할 기록</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현재 프로젝트 기준·참조한 재사용 지침·실행 환경/권한·제품 코드/검사 기록을 먼저 확인하고 원인을 선택한다. 증상만으로 수정 대상을 확정하지 않는다.</a:t>
            </a:r>
          </a:p>
          <a:p xmlns:a="http://schemas.openxmlformats.org/drawingml/2006/main">
            <a:r>
              <a:t/>
            </a:r>
          </a:p>
          <a:p xmlns:a="http://schemas.openxmlformats.org/drawingml/2006/main">
            <a:r>
              <a:t>Opening Question: “검증이 충분한지 판단하려면 어떤 기록이 필요할까요?”</a:t>
            </a:r>
          </a:p>
          <a:p xmlns:a="http://schemas.openxmlformats.org/drawingml/2006/main">
            <a:r>
              <a:t/>
            </a:r>
          </a:p>
          <a:p xmlns:a="http://schemas.openxmlformats.org/drawingml/2006/main">
            <a:r>
              <a:t>**Speaker Flow:**</a:t>
            </a:r>
          </a:p>
          <a:p xmlns:a="http://schemas.openxmlformats.org/drawingml/2006/main">
            <a:r>
              <a:t>1. (0:00–0:30 / CAPTURED Demo) S86의 요청 보정에서 원인 확인으로 이동한다. 화면은 실제 문제라면 확인할 기록을 설계한 개념 도식이며 실행 증거가 아니다.</a:t>
            </a:r>
          </a:p>
          <a:p xmlns:a="http://schemas.openxmlformats.org/drawingml/2006/main">
            <a:r>
              <a:t>2. (0:30–1:30 / CAPTURED Demo) 현재 프로젝트 문서/명세, 실제로 읽은 재사용 지침, 명령·권한·실행 조건, 코드 변경과 검사 결과를 네 조사 대상으로 짚는다. Tool의 실행·실패 여부도 실제 기록이 있어야 판단한다. 고정 진단표나 한 증상/한 원인의 대응표가 아니다.</a:t>
            </a:r>
          </a:p>
          <a:p xmlns:a="http://schemas.openxmlformats.org/drawingml/2006/main">
            <a:r>
              <a:t>3. (1:30–2:00 / CAPTURED Demo) 현재 기준과 실제 실행 경로를 대조해야 한다고 회수한다. 원인이나 변경 대상을 선택하지 않고 S88에서 가정과 원인 가설을 분리한다.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DEMO-11 / DEMO-04A; BEAT-043/044; CLM-0020/0029; INV-LOOP-001; DEC-0080.</a:t>
            </a:r>
          </a:p>
          <a:p xmlns:a="http://schemas.openxmlformats.org/drawingml/2006/main">
            <a:r>
              <a:t/>
            </a:r>
          </a:p>
          <a:p xmlns:a="http://schemas.openxmlformats.org/drawingml/2006/main">
            <a:r>
              <a:t>Claim Boundary: CONCEPTUAL / TEACHING_MODEL. 확인 대상의 설계이며 실제 실패·실행 로그·관찰 결과가 아니다. 원인은 기록을 대조해 확인해야 한다.</a:t>
            </a:r>
          </a:p>
          <a:p xmlns:a="http://schemas.openxmlformats.org/drawingml/2006/main">
            <a:r>
              <a:t/>
            </a:r>
          </a:p>
          <a:p xmlns:a="http://schemas.openxmlformats.org/drawingml/2006/main">
            <a:r>
              <a:t>Beginner Explanation: 어디를 고칠지 먼저 고르지 않고, 현재 기준과 실제 작업이 참고한 것을 확인한다.</a:t>
            </a:r>
          </a:p>
          <a:p xmlns:a="http://schemas.openxmlformats.org/drawingml/2006/main">
            <a:r>
              <a:t/>
            </a:r>
          </a:p>
          <a:p xmlns:a="http://schemas.openxmlformats.org/drawingml/2006/main">
            <a:r>
              <a:t>Advanced Insight: Context·Workflow·Environment/Permission·Tool·Product code가 각각 원인 후보일 수 있다. 목록 자체가 원인을 판정하지 않는다.</a:t>
            </a:r>
          </a:p>
          <a:p xmlns:a="http://schemas.openxmlformats.org/drawingml/2006/main">
            <a:r>
              <a:t/>
            </a:r>
          </a:p>
          <a:p xmlns:a="http://schemas.openxmlformats.org/drawingml/2006/main">
            <a:r>
              <a:t>C++ Vision Bridge: 빌드·환경·권한·프로젝트 코드도 서로 다른 조사 대상으로 확인하는 맥락만 유지한다.</a:t>
            </a:r>
          </a:p>
          <a:p xmlns:a="http://schemas.openxmlformats.org/drawingml/2006/main">
            <a:r>
              <a:t/>
            </a:r>
          </a:p>
          <a:p xmlns:a="http://schemas.openxmlformats.org/drawingml/2006/main">
            <a:r>
              <a:t>Demo Operation: DEMO-11의2분 정적 설명이다. 왼쪽 판단 질문에서 오른쪽 확인 대상 네 행으로 이동한다. CAPTURED는 보존된 교육용 설명 화면이며 raw execution capture가 아니다. 새 실행은 없다.</a:t>
            </a:r>
          </a:p>
          <a:p xmlns:a="http://schemas.openxmlformats.org/drawingml/2006/main">
            <a:r>
              <a:t/>
            </a:r>
          </a:p>
          <a:p xmlns:a="http://schemas.openxmlformats.org/drawingml/2006/main">
            <a:r>
              <a:t>Audience Interaction: 발표자가 질문을 회수한다. 추가 Q&amp;A·실습 시간을 만들지 않는다.</a:t>
            </a:r>
          </a:p>
          <a:p xmlns:a="http://schemas.openxmlformats.org/drawingml/2006/main">
            <a:r>
              <a:t/>
            </a:r>
          </a:p>
          <a:p xmlns:a="http://schemas.openxmlformats.org/drawingml/2006/main">
            <a:r>
              <a:t>Transition: “확인할 대상은 정했습니다. 이제 사례에 주어진 정보와 아직 확인하지 않은 원인 가설을 나누겠습니다.”</a:t>
            </a:r>
          </a:p>
          <a:p xmlns:a="http://schemas.openxmlformats.org/drawingml/2006/main">
            <a:r>
              <a:t/>
            </a:r>
          </a:p>
          <a:p xmlns:a="http://schemas.openxmlformats.org/drawingml/2006/main">
            <a:r>
              <a:t>Time Management: Demo2분: 조사로 전환0.5, 확인할 네 대상1, 정보/가설 구분으로 연결0.5. 기존 Demo 배정을 유지하며 실제 리허설은 UNVERIFIED다.</a:t>
            </a:r>
          </a:p>
          <a:p xmlns:a="http://schemas.openxmlformats.org/drawingml/2006/main">
            <a:r>
              <a:t/>
            </a:r>
          </a:p>
          <a:p xmlns:a="http://schemas.openxmlformats.org/drawingml/2006/main">
            <a:r>
              <a:t>Fallback: LOCAL STATIC ARTIFACT — production/ACT_4.pptx의 S87, production/preview/act4/S87.png 및 production/preview/full/S87.png.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주어진 정보와 원인 가설을 나눈다</a:t>
            </a:r>
          </a:p>
          <a:p xmlns:a="http://schemas.openxmlformats.org/drawingml/2006/main">
            <a:r>
              <a:t/>
            </a:r>
          </a:p>
          <a:p xmlns:a="http://schemas.openxmlformats.org/drawingml/2006/main">
            <a:r>
              <a:t>Slide ID: S88</a:t>
            </a:r>
          </a:p>
          <a:p xmlns:a="http://schemas.openxmlformats.org/drawingml/2006/main">
            <a:r>
              <a:t/>
            </a:r>
          </a:p>
          <a:p xmlns:a="http://schemas.openxmlformats.org/drawingml/2006/main">
            <a:r>
              <a:t>Working Title: 주어진 정보와 원인 가설을 나눈다</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Demo 1분 (CAPTURED)</a:t>
            </a:r>
          </a:p>
          <a:p xmlns:a="http://schemas.openxmlformats.org/drawingml/2006/main">
            <a:r>
              <a:t/>
            </a:r>
          </a:p>
          <a:p xmlns:a="http://schemas.openxmlformats.org/drawingml/2006/main">
            <a:r>
              <a:t>Primary Message: 가상 사례의 현재 기준과 재사용 지침 차이는 주어진 정보다. 그것이 실제 작업의 원인이라는 가설은 실행 경로와 참조 지침을 대조해 확인해야 한다.</a:t>
            </a:r>
          </a:p>
          <a:p xmlns:a="http://schemas.openxmlformats.org/drawingml/2006/main">
            <a:r>
              <a:t/>
            </a:r>
          </a:p>
          <a:p xmlns:a="http://schemas.openxmlformats.org/drawingml/2006/main">
            <a:r>
              <a:t>Opening Question: “지침이 다르다는 사실만으로 실제 문제의 원인까지 알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S87의 확인 대상 중 현재 기준과 재사용 지침을 사례에 대입한다. 왼쪽 단위+통합 기준과 단위만 지시하는 Workflow는 가상 설정에 주어진 정보다. 실제 Trial을 관찰한 결과가 아니다. 오른쪽 오래된 지침이 원인일 수 있다는 말은 아직 확인할 가설이다.</a:t>
            </a:r>
          </a:p>
          <a:p xmlns:a="http://schemas.openxmlformats.org/drawingml/2006/main">
            <a:r>
              <a:t>2. (1:00–2:00 / CAPTURED Demo) 두 출처의 차이와 원인 판단을 좌우로 분리해 짚는다. 실제 문제에서는 실행 경로와 실제로 읽은 지침을 대조해야 한다. 이 사례의 실행 기록을 만들거나 원인 확인이 끝났다고 주장하지 않는다. 다음 장은 원인이 확인됐다고 가정했을 때의 선택이다.</a:t>
            </a:r>
          </a:p>
          <a:p xmlns:a="http://schemas.openxmlformats.org/drawingml/2006/main">
            <a:r>
              <a:t/>
            </a:r>
          </a:p>
          <a:p xmlns:a="http://schemas.openxmlformats.org/drawingml/2006/main">
            <a:r>
              <a:t>Evidence / Source: DEMO-04A / DEMO-11; BEAT-043/044; CLM-0020/0029; INV-LOOP-001; DEC-0080.</a:t>
            </a:r>
          </a:p>
          <a:p xmlns:a="http://schemas.openxmlformats.org/drawingml/2006/main">
            <a:r>
              <a:t/>
            </a:r>
          </a:p>
          <a:p xmlns:a="http://schemas.openxmlformats.org/drawingml/2006/main">
            <a:r>
              <a:t>Claim Boundary: CONCEPTUAL / TEACHING_MODEL. 가상 전제·원인 가설·실제 확인을 분리한다. 원인 확인 결과나 확정 실패는 없다.</a:t>
            </a:r>
          </a:p>
          <a:p xmlns:a="http://schemas.openxmlformats.org/drawingml/2006/main">
            <a:r>
              <a:t/>
            </a:r>
          </a:p>
          <a:p xmlns:a="http://schemas.openxmlformats.org/drawingml/2006/main">
            <a:r>
              <a:t>Beginner Explanation: 기준이 다르다는 것과, 그것이 이번 작업의 원인이라는 것은 다른 질문이다.</a:t>
            </a:r>
          </a:p>
          <a:p xmlns:a="http://schemas.openxmlformats.org/drawingml/2006/main">
            <a:r>
              <a:t/>
            </a:r>
          </a:p>
          <a:p xmlns:a="http://schemas.openxmlformats.org/drawingml/2006/main">
            <a:r>
              <a:t>Advanced Insight: 증상·출처 간 차이·실제 선택된 instruction의 실행 기여를 구분한다. 확신 수준을 근거에 맞춰 남긴다.</a:t>
            </a:r>
          </a:p>
          <a:p xmlns:a="http://schemas.openxmlformats.org/drawingml/2006/main">
            <a:r>
              <a:t/>
            </a:r>
          </a:p>
          <a:p xmlns:a="http://schemas.openxmlformats.org/drawingml/2006/main">
            <a:r>
              <a:t>C++ Vision Bridge: 환경/권한/코드 문제도 별도 후보로 남긴다. 회사 장비나 제품의 원인을 판정하지 않는다.</a:t>
            </a:r>
          </a:p>
          <a:p xmlns:a="http://schemas.openxmlformats.org/drawingml/2006/main">
            <a:r>
              <a:t/>
            </a:r>
          </a:p>
          <a:p xmlns:a="http://schemas.openxmlformats.org/drawingml/2006/main">
            <a:r>
              <a:t>Demo Operation: Lecture1분 뒤 같은 정적 화면에서 DEMO-11의1분을 사용한다. 원인 확인을 실제로 실행하지 않는다.</a:t>
            </a:r>
          </a:p>
          <a:p xmlns:a="http://schemas.openxmlformats.org/drawingml/2006/main">
            <a:r>
              <a:t/>
            </a:r>
          </a:p>
          <a:p xmlns:a="http://schemas.openxmlformats.org/drawingml/2006/main">
            <a:r>
              <a:t>Audience Interaction: 발표자가 왼쪽 정보와 오른쪽 가설의 차이를 짧게 묻고 회수한다. 응답/실습은 요구하지 않는다.</a:t>
            </a:r>
          </a:p>
          <a:p xmlns:a="http://schemas.openxmlformats.org/drawingml/2006/main">
            <a:r>
              <a:t/>
            </a:r>
          </a:p>
          <a:p xmlns:a="http://schemas.openxmlformats.org/drawingml/2006/main">
            <a:r>
              <a:t>Transition: “실제로 조사해 Workflow가 원인임을 확인했다고 가정하면, 어느 출처를 바꾸는 편이 맞을까요?”</a:t>
            </a:r>
          </a:p>
          <a:p xmlns:a="http://schemas.openxmlformats.org/drawingml/2006/main">
            <a:r>
              <a:t/>
            </a:r>
          </a:p>
          <a:p xmlns:a="http://schemas.openxmlformats.org/drawingml/2006/main">
            <a:r>
              <a:t>Time Management: Lecture1분 + Demo1분(CAPTURED 정적 도식).2분에 다음 Case로 이동하며 실제 리허설은 UNVERIFIED다.</a:t>
            </a:r>
          </a:p>
          <a:p xmlns:a="http://schemas.openxmlformats.org/drawingml/2006/main">
            <a:r>
              <a:t/>
            </a:r>
          </a:p>
          <a:p xmlns:a="http://schemas.openxmlformats.org/drawingml/2006/main">
            <a:r>
              <a:t>Fallback: LOCAL STATIC ARTIFACT — production/ACT_4.pptx의 S88, production/preview/act4/S88.png 및 production/preview/full/S88.png.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확인한 원인에 맞춰 변경 대상을 고른다</a:t>
            </a:r>
          </a:p>
          <a:p xmlns:a="http://schemas.openxmlformats.org/drawingml/2006/main">
            <a:r>
              <a:t/>
            </a:r>
          </a:p>
          <a:p xmlns:a="http://schemas.openxmlformats.org/drawingml/2006/main">
            <a:r>
              <a:t>Slide ID: S89</a:t>
            </a:r>
          </a:p>
          <a:p xmlns:a="http://schemas.openxmlformats.org/drawingml/2006/main">
            <a:r>
              <a:t/>
            </a:r>
          </a:p>
          <a:p xmlns:a="http://schemas.openxmlformats.org/drawingml/2006/main">
            <a:r>
              <a:t>Working Title: 확인한 원인에 맞춰 변경 대상을 고른다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2분</a:t>
            </a:r>
          </a:p>
          <a:p xmlns:a="http://schemas.openxmlformats.org/drawingml/2006/main">
            <a:r>
              <a:t/>
            </a:r>
          </a:p>
          <a:p xmlns:a="http://schemas.openxmlformats.org/drawingml/2006/main">
            <a:r>
              <a:t>Primary Message: Workflow가 원인으로 확인됐다고 가정한 경우, 이번 요청 보정·전역 규칙 추가·원인 Workflow 갱신의 영향 범위를 비교해 원인에 맞는 출처를 선택한다.</a:t>
            </a:r>
          </a:p>
          <a:p xmlns:a="http://schemas.openxmlformats.org/drawingml/2006/main">
            <a:r>
              <a:t/>
            </a:r>
          </a:p>
          <a:p xmlns:a="http://schemas.openxmlformats.org/drawingml/2006/main">
            <a:r>
              <a:t>Opening Question: “원인이 확인됐다면, 어느 위치를 바꿔야 다음 작업에도 반영될까요?”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Case) ‘재사용 Workflow가 원인으로 확인됐다면’이라는 조건을 먼저 읽는다. 앞 장에서 실제 확인 결과를 얻었다는 뜻이 아니며 확인됐다는 조건의 대응 설계다.</a:t>
            </a:r>
          </a:p>
          <a:p xmlns:a="http://schemas.openxmlformats.org/drawingml/2006/main">
            <a:r>
              <a:t>2. (0:30–1:30 / Case) 이번 요청 보정은 현재 Task의 범위, 전역 규칙 추가는 넓은 중복/충돌 가능성, 원인 Workflow 갱신은 다음 작업이 읽을 절차를 바꾸는 조치임을 비교한다. Workflow가 항상 정답이라는 규칙을 만들지 않는다.</a:t>
            </a:r>
          </a:p>
          <a:p xmlns:a="http://schemas.openxmlformats.org/drawingml/2006/main">
            <a:r>
              <a:t>3. (1:30–2:00 / Case) 검토 담당은 확인한 원인과 수정 위치가 맞는지 본다. 그 조건이 지지하는 범위를 S90에서 구체적으로 검토·갱신한다.</a:t>
            </a:r>
          </a:p>
          <a:p xmlns:a="http://schemas.openxmlformats.org/drawingml/2006/main">
            <a:r>
              <a:t/>
            </a:r>
          </a:p>
          <a:p xmlns:a="http://schemas.openxmlformats.org/drawingml/2006/main">
            <a:r>
              <a:t>Evidence / Source: DEMO-04A / DEMO-11 teaching context outside its3 Demo minutes; BEAT-044/045; INV-LOOP-001; CLM-0020/0029; DEC-0080.</a:t>
            </a:r>
          </a:p>
          <a:p xmlns:a="http://schemas.openxmlformats.org/drawingml/2006/main">
            <a:r>
              <a:t/>
            </a:r>
          </a:p>
          <a:p xmlns:a="http://schemas.openxmlformats.org/drawingml/2006/main">
            <a:r>
              <a:t>Claim Boundary: CONCEPTUAL / TEACHING_MODEL. 조건부 대응의 선택 논리다. 실제 Product 수정·원인 확인·일반 정답이 아니다.</a:t>
            </a:r>
          </a:p>
          <a:p xmlns:a="http://schemas.openxmlformats.org/drawingml/2006/main">
            <a:r>
              <a:t/>
            </a:r>
          </a:p>
          <a:p xmlns:a="http://schemas.openxmlformats.org/drawingml/2006/main">
            <a:r>
              <a:t>Beginner Explanation: 이번 요청만 고칠지, 다음 작업도 읽는 지침을 고칠지 수정의 위치를 비교한다.</a:t>
            </a:r>
          </a:p>
          <a:p xmlns:a="http://schemas.openxmlformats.org/drawingml/2006/main">
            <a:r>
              <a:t/>
            </a:r>
          </a:p>
          <a:p xmlns:a="http://schemas.openxmlformats.org/drawingml/2006/main">
            <a:r>
              <a:t>Advanced Insight: 최소한의 원인 일치 변경을 선택한다. 전역 규칙과 stale 지침의 중복은 원인이 지지할 때만 다룬다.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기존 세 대응 비교를 Case2분으로 설명한다. DEMO-11은 S87 2분/S76 1분 그대로이며 S89는 추가 Demo가 아니다.</a:t>
            </a:r>
          </a:p>
          <a:p xmlns:a="http://schemas.openxmlformats.org/drawingml/2006/main">
            <a:r>
              <a:t/>
            </a:r>
          </a:p>
          <a:p xmlns:a="http://schemas.openxmlformats.org/drawingml/2006/main">
            <a:r>
              <a:t>Audience Interaction: 가정과 영향 범위를 가리킨다. 공개 답변이나 실제 수정은 요구하지 않는다.</a:t>
            </a:r>
          </a:p>
          <a:p xmlns:a="http://schemas.openxmlformats.org/drawingml/2006/main">
            <a:r>
              <a:t/>
            </a:r>
          </a:p>
          <a:p xmlns:a="http://schemas.openxmlformats.org/drawingml/2006/main">
            <a:r>
              <a:t>Transition: “바꿀 출처를 골랐다면, 담당자는 어떤 범위까지 수정하고 검토해야 할까요?”</a:t>
            </a:r>
          </a:p>
          <a:p xmlns:a="http://schemas.openxmlformats.org/drawingml/2006/main">
            <a:r>
              <a:t/>
            </a:r>
          </a:p>
          <a:p xmlns:a="http://schemas.openxmlformats.org/drawingml/2006/main">
            <a:r>
              <a:t>Time Management: Case2분: 원인 확인 조건0.5, 세 대응 범위1, 검토/갱신 책임0.5. 실제 리허설은 UNVERIFIED다.</a:t>
            </a:r>
          </a:p>
          <a:p xmlns:a="http://schemas.openxmlformats.org/drawingml/2006/main">
            <a:r>
              <a:t/>
            </a:r>
          </a:p>
          <a:p xmlns:a="http://schemas.openxmlformats.org/drawingml/2006/main">
            <a:r>
              <a:t>Fallback: LOCAL STATIC ARTIFACT — production/ACT_4.pptx의 S89, production/preview/act4/S89.png 및 production/preview/full/S89.png.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확인된 범위만 검토하고 갱신한다</a:t>
            </a:r>
          </a:p>
          <a:p xmlns:a="http://schemas.openxmlformats.org/drawingml/2006/main">
            <a:r>
              <a:t/>
            </a:r>
          </a:p>
          <a:p xmlns:a="http://schemas.openxmlformats.org/drawingml/2006/main">
            <a:r>
              <a:t>Slide ID: S90</a:t>
            </a:r>
          </a:p>
          <a:p xmlns:a="http://schemas.openxmlformats.org/drawingml/2006/main">
            <a:r>
              <a:t/>
            </a:r>
          </a:p>
          <a:p xmlns:a="http://schemas.openxmlformats.org/drawingml/2006/main">
            <a:r>
              <a:t>**Working Title:**</a:t>
            </a:r>
          </a:p>
          <a:p xmlns:a="http://schemas.openxmlformats.org/drawingml/2006/main">
            <a:r>
              <a:t>확인된 범위만 검토하고 갱신한다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Case 1분</a:t>
            </a:r>
          </a:p>
          <a:p xmlns:a="http://schemas.openxmlformats.org/drawingml/2006/main">
            <a:r>
              <a:t/>
            </a:r>
          </a:p>
          <a:p xmlns:a="http://schemas.openxmlformats.org/drawingml/2006/main">
            <a:r>
              <a:t>**Primary Message:**</a:t>
            </a:r>
          </a:p>
          <a:p xmlns:a="http://schemas.openxmlformats.org/drawingml/2006/main">
            <a:r>
              <a:t>Workflow가 원인으로 확인됐다는 가정에서 현재 기준에 맞는 변경 후보를 만들고 검토한다. 같은 작업과 대표 작업의 재평가를 거쳐 채택·재수정을 판단하며, 파일 갱신만으로 적용을 완료했다고 보지 않는다.</a:t>
            </a:r>
          </a:p>
          <a:p xmlns:a="http://schemas.openxmlformats.org/drawingml/2006/main">
            <a:r>
              <a:t/>
            </a:r>
          </a:p>
          <a:p xmlns:a="http://schemas.openxmlformats.org/drawingml/2006/main">
            <a:r>
              <a:t>**Opening Question:**</a:t>
            </a:r>
          </a:p>
          <a:p xmlns:a="http://schemas.openxmlformats.org/drawingml/2006/main">
            <a:r>
              <a:t>지침을 고쳤다는 사실만으로 다음 작업에 적용해도 될까?</a:t>
            </a:r>
          </a:p>
          <a:p xmlns:a="http://schemas.openxmlformats.org/drawingml/2006/main">
            <a:r>
              <a:t/>
            </a:r>
          </a:p>
          <a:p xmlns:a="http://schemas.openxmlformats.org/drawingml/2006/main">
            <a:r>
              <a:t>**Speaker Flow:**</a:t>
            </a:r>
          </a:p>
          <a:p xmlns:a="http://schemas.openxmlformats.org/drawingml/2006/main">
            <a:r>
              <a:t>1. (0:00–1:00 / Lecture) 재사용 Workflow가 원인으로 확인됐다는 가정 안에서 현재 기준인 단위+통합으로 변경 후보를 만드는 범위를 짚는다. 관련 없는 규칙은 유지하고 오래된 중복도 원인과 범위가 뒷받침할 때만 정리한다.</a:t>
            </a:r>
          </a:p>
          <a:p xmlns:a="http://schemas.openxmlformats.org/drawingml/2006/main">
            <a:r>
              <a:t>2. (1:00–1:40 / Case) 갱신 담당은 후보를 수정하고 검토 담당은 원인·현재 기준·변경 범위를 확인한다. 같은 사람이 맡을 수도 있다. 마지막 채택 전 확인은 같은 작업과 대표 작업으로 재평가하고 후보를 채택할지 재수정할지 판단하는 단계다.</a:t>
            </a:r>
          </a:p>
          <a:p xmlns:a="http://schemas.openxmlformats.org/drawingml/2006/main">
            <a:r>
              <a:t>3. (1:40–2:00 / Case) 변경과 채택을 분리한다. 실제 변경·검토·재평가·채택을 관찰한 결과가 아니며 S91에서 판단에 필요한 자료를 설계한다.</a:t>
            </a:r>
          </a:p>
          <a:p xmlns:a="http://schemas.openxmlformats.org/drawingml/2006/main">
            <a:r>
              <a:t/>
            </a:r>
          </a:p>
          <a:p xmlns:a="http://schemas.openxmlformats.org/drawingml/2006/main">
            <a:r>
              <a:t>Evidence / Source: DEMO-04A / BEAT-045/046 / INV-LOOP-001 / CLM-0020/0029 / DEC-0080.</a:t>
            </a:r>
          </a:p>
          <a:p xmlns:a="http://schemas.openxmlformats.org/drawingml/2006/main">
            <a:r>
              <a:t/>
            </a:r>
          </a:p>
          <a:p xmlns:a="http://schemas.openxmlformats.org/drawingml/2006/main">
            <a:r>
              <a:t>**Claim Boundary:**</a:t>
            </a:r>
          </a:p>
          <a:p xmlns:a="http://schemas.openxmlformats.org/drawingml/2006/main">
            <a:r>
              <a:t>CONCEPTUAL / TEACHING_MODEL. 원인 확인을 가정한 지침 갱신과 역할의 예시다. 실제 담당 배정·Product/Skill 변경·재평가 성공을 만들지 않는다. DEC-0094의 루프 구분·평가 후 선택·다음 작업 연결은 교육용 설계다. 실제 새 실행·자동 제어·개선 성과·제품 기능을 확인한 것이 아니다.</a:t>
            </a:r>
          </a:p>
          <a:p xmlns:a="http://schemas.openxmlformats.org/drawingml/2006/main">
            <a:r>
              <a:t/>
            </a:r>
          </a:p>
          <a:p xmlns:a="http://schemas.openxmlformats.org/drawingml/2006/main">
            <a:r>
              <a:t>Beginner Explanation: 바꿀 지침과 바꿀 범위를 정하고, 누가 수정·검토하며 무엇으로 다시 확인할지 연결한다.</a:t>
            </a:r>
          </a:p>
          <a:p xmlns:a="http://schemas.openxmlformats.org/drawingml/2006/main">
            <a:r>
              <a:t/>
            </a:r>
          </a:p>
          <a:p xmlns:a="http://schemas.openxmlformats.org/drawingml/2006/main">
            <a:r>
              <a:t>Advanced Insight: 원인과 변경 범위를 일치시키며 사람의 유지 책임을 남긴다. 도구가 수정에 도움을 주더라도 갱신·검토·수용 책임이 자동으로 사라지지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a:t>
            </a:r>
          </a:p>
          <a:p xmlns:a="http://schemas.openxmlformats.org/drawingml/2006/main">
            <a:r>
              <a:t>가상 지침 후보와 갱신/검토/채택 전 확인 역할을 정적으로 짚는다. 실제 diff·담당 배정·재평가 결과는 없다.</a:t>
            </a:r>
          </a:p>
          <a:p xmlns:a="http://schemas.openxmlformats.org/drawingml/2006/main">
            <a:r>
              <a:t/>
            </a:r>
          </a:p>
          <a:p xmlns:a="http://schemas.openxmlformats.org/drawingml/2006/main">
            <a:r>
              <a:t>Audience Interaction: 담당을 직접 정하거나 문서를 작성하게 하지 않는다. 역할 관계만 설명한다.</a:t>
            </a:r>
          </a:p>
          <a:p xmlns:a="http://schemas.openxmlformats.org/drawingml/2006/main">
            <a:r>
              <a:t/>
            </a:r>
          </a:p>
          <a:p xmlns:a="http://schemas.openxmlformats.org/drawingml/2006/main">
            <a:r>
              <a:t>**Transition:**</a:t>
            </a:r>
          </a:p>
          <a:p xmlns:a="http://schemas.openxmlformats.org/drawingml/2006/main">
            <a:r>
              <a:t>“변경 후보를 만들었다면, 어떤 기록을 보고 채택하거나 다시 수정할지 판단할까요?”</a:t>
            </a:r>
          </a:p>
          <a:p xmlns:a="http://schemas.openxmlformats.org/drawingml/2006/main">
            <a:r>
              <a:t/>
            </a:r>
          </a:p>
          <a:p xmlns:a="http://schemas.openxmlformats.org/drawingml/2006/main">
            <a:r>
              <a:t>**Time Management:**</a:t>
            </a:r>
          </a:p>
          <a:p xmlns:a="http://schemas.openxmlformats.org/drawingml/2006/main">
            <a:r>
              <a:t>Lecture1분+Case1분=2분 유지. 원인·후보 범위1분, 역할과 평가40초, 다음 확인 질문20초.</a:t>
            </a:r>
          </a:p>
          <a:p xmlns:a="http://schemas.openxmlformats.org/drawingml/2006/main">
            <a:r>
              <a:t/>
            </a:r>
          </a:p>
          <a:p xmlns:a="http://schemas.openxmlformats.org/drawingml/2006/main">
            <a:r>
              <a:t>Fallback: LOCAL STATIC ARTIFACT — production/ACT_4.pptx의 S90, production/preview/act4/S90.png 및 production/preview/full/S90.png.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a:t>
            </a:r>
          </a:p>
          <a:p xmlns:a="http://schemas.openxmlformats.org/drawingml/2006/main">
            <a:r>
              <a:t>ALIGNED — DEC-0094. Final package/render/Notes audit: production/evaluation/ACT_4_LOOP_CONTROL_REVISION.md. Windows PowerPoint / room / actual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지침을 고친 뒤, 무엇을 다시 확인할까?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지침을 고친 뒤, 무엇을 다시 확인할까?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변경 후보는 같은 작업의 검증 범위와 다른 작업의 불필요한 절차를 나눠 평가한다. 실행 명령·검사 로그·최종 보고를 요청/지침과 대조하고 그 근거로 채택·재수정·판단 보류를 결정하도록 설계한다.</a:t>
            </a:r>
          </a:p>
          <a:p xmlns:a="http://schemas.openxmlformats.org/drawingml/2006/main">
            <a:r>
              <a:t/>
            </a:r>
          </a:p>
          <a:p xmlns:a="http://schemas.openxmlformats.org/drawingml/2006/main">
            <a:r>
              <a:t>**Opening Question:**</a:t>
            </a:r>
          </a:p>
          <a:p xmlns:a="http://schemas.openxmlformats.org/drawingml/2006/main">
            <a:r>
              <a:t>무슨 기록을 확인해야 지침 변경 후보를 채택하거나 재수정할 수 있을까?</a:t>
            </a:r>
          </a:p>
          <a:p xmlns:a="http://schemas.openxmlformats.org/drawingml/2006/main">
            <a:r>
              <a:t/>
            </a:r>
          </a:p>
          <a:p xmlns:a="http://schemas.openxmlformats.org/drawingml/2006/main">
            <a:r>
              <a:t>**Speaker Flow:**</a:t>
            </a:r>
          </a:p>
          <a:p xmlns:a="http://schemas.openxmlformats.org/drawingml/2006/main">
            <a:r>
              <a:t>1. (0:00–1:00 / Lecture) S90의 변경 후보를 회수한다. 단위+통합으로 지침을 바꿨다는 가정이며 실제 변경이나 재실행은 아니다. 후보와 채택된 기준을 구분한다.</a:t>
            </a:r>
          </a:p>
          <a:p xmlns:a="http://schemas.openxmlformats.org/drawingml/2006/main">
            <a:r>
              <a:t>2. (1:00–2:20 / Case) 왼쪽 질문과 아래 기록을 연결한다. 검사 결과가 통과했다는 문장만으로 지침 수행 전체를 판단하지 않고 요청한 범위를 실제 실행 명령·검사 로그·최종 보고가 다루는지 대조하도록 설계한다.</a:t>
            </a:r>
          </a:p>
          <a:p xmlns:a="http://schemas.openxmlformats.org/drawingml/2006/main">
            <a:r>
              <a:t>3. (2:20–3:30 / Case) 오른쪽 문서 작업은 요청 범위·적용 지침·실행 기록을 비교한다. 불필요한 통합 검증이 요구되는지 확인하기 위한 평가이며 실제 낭비·실패가 발생했다는 결과는 없다.</a:t>
            </a:r>
          </a:p>
          <a:p xmlns:a="http://schemas.openxmlformats.org/drawingml/2006/main">
            <a:r>
              <a:t>4. (3:30–4:00 / Case) 충분한 근거로 채택하거나 미충족이면 재수정하고 판단 근거가 부족하면 보류한다는 선택을 회수한다. S92는 이 대조에 사용할 대표 작업의 종류를 맡는다.</a:t>
            </a:r>
          </a:p>
          <a:p xmlns:a="http://schemas.openxmlformats.org/drawingml/2006/main">
            <a:r>
              <a:t>운영 표시: 실무 적용 팁 · 검증·개선. 기존4분 안에서 설명하며 추가 실습·실행은 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designed rerun and system evaluation path; DEC-0080.; DEC-0081 (presentation/operation alignment).</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 DEC-0094의 루프 구분·평가 후 선택·다음 작업 연결은 교육용 설계다. 실제 새 실행·자동 제어·개선 성과·제품 기능을 확인한 것이 아니다.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지침 변경이 이번 문제를 다루는지 확인하고, 다른 작업에 불필요한 일을 요구하지 않는지도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Task recovery의 재확인과 Harness 변경의 대표 작업·회귀 위험 평가를 분리한다.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질문과 아래 대조할 기록을 좌우로 짚는다. 지침 수행과 제품 검사 결과를 구분하며 실제 실행·PASS/FAIL은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영역이 서로 다른 위험을 묻는다는 점을 비교한다. 답변·작업 제출은 요구하지 않는다.</a:t>
            </a:r>
          </a:p>
          <a:p xmlns:a="http://schemas.openxmlformats.org/drawingml/2006/main">
            <a:r>
              <a:t/>
            </a:r>
          </a:p>
          <a:p xmlns:a="http://schemas.openxmlformats.org/drawingml/2006/main">
            <a:r>
              <a:t>**Transition:**</a:t>
            </a:r>
          </a:p>
          <a:p xmlns:a="http://schemas.openxmlformats.org/drawingml/2006/main">
            <a:r>
              <a:t>“이 대조를 한 종류의 작업에만 적용하면 충분할까요? 서로 다른 위험을 확인할 대표 작업을 고르겠습니다.”</a:t>
            </a:r>
          </a:p>
          <a:p xmlns:a="http://schemas.openxmlformats.org/drawingml/2006/main">
            <a:r>
              <a:t/>
            </a:r>
          </a:p>
          <a:p xmlns:a="http://schemas.openxmlformats.org/drawingml/2006/main">
            <a:r>
              <a:t>**Time Management:**</a:t>
            </a:r>
          </a:p>
          <a:p xmlns:a="http://schemas.openxmlformats.org/drawingml/2006/main">
            <a:r>
              <a:t>Lecture1분+Case3분=4분 유지. 배경1분, 같은 작업1분20초, 다른 작업1분10초, 평가 후 선택30초. 새 평가 점수·PASS/FAIL을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S91와 production/preview/act4/S91.png를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ALIGNED — DEC-0094. Final package/render/Notes audit: production/evaluation/ACT_4_LOOP_CONTROL_REVISION.md. Windows PowerPoint / room / actual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대표 작업은 서로 다른 위험을 확인한다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대표 작업은 서로 다른 위험을 확인한다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대표 작업별로 요청과 실제 수행에서 대조할 기록을 정한다. 버그는 명세/검사, 성능은 측정 조건/결과, 문서는 요청 범위/불필요 절차, 리팩터링은 보존 조건/변경·검사 기록을 본다. 네 작업 모두 이 가상 변경 후 실행한 결과는 없다.</a:t>
            </a:r>
          </a:p>
          <a:p xmlns:a="http://schemas.openxmlformats.org/drawingml/2006/main">
            <a:r>
              <a:t/>
            </a:r>
          </a:p>
          <a:p xmlns:a="http://schemas.openxmlformats.org/drawingml/2006/main">
            <a:r>
              <a:t>**Opening Question:**</a:t>
            </a:r>
          </a:p>
          <a:p xmlns:a="http://schemas.openxmlformats.org/drawingml/2006/main">
            <a:r>
              <a:t>각 대표 작업에서 어떤 요청과 수행 기록을 대조할까?</a:t>
            </a:r>
          </a:p>
          <a:p xmlns:a="http://schemas.openxmlformats.org/drawingml/2006/main">
            <a:r>
              <a:t/>
            </a:r>
          </a:p>
          <a:p xmlns:a="http://schemas.openxmlformats.org/drawingml/2006/main">
            <a:r>
              <a:t>**Speaker Flow:**</a:t>
            </a:r>
          </a:p>
          <a:p xmlns:a="http://schemas.openxmlformats.org/drawingml/2006/main">
            <a:r>
              <a:t>1. (0:00–1:00 / VISUAL Demo) S91의 질문/기록 쌍을 네 종류의 작업으로 넓힌다. 표는 평가 설계이며 네 작업 모두 이 가상 Workflow 변경 후 실행 결과가 없음을 짚는다.</a:t>
            </a:r>
          </a:p>
          <a:p xmlns:a="http://schemas.openxmlformats.org/drawingml/2006/main">
            <a:r>
              <a:t>2. (1:00–2:15 / VISUAL Demo) 버그 수정은 명세와 검사 범위·결과, 성능 변경은 측정 조건과 결과·동작 확인을 대조하도록 설계한다. EVAL-01/02의 별도 과거 참고는 TRIAL-002/STATE-04-PERF이며 새 지침 평가 결과가 아니다.</a:t>
            </a:r>
          </a:p>
          <a:p xmlns:a="http://schemas.openxmlformats.org/drawingml/2006/main">
            <a:r>
              <a:t>3. (2:15–4:00 / VISUAL Demo) 문서만 수정은 요청 범위와 불필요한 검증 요구, 작은 리팩터링은 보존 조건과 변경·검사 기록을 대조한다. EVAL-03/04는 설계만 있다. 모든 작업에 같은 절차를 강요하지 않도록 선정한 서로 다른 위험이다.</a:t>
            </a:r>
          </a:p>
          <a:p xmlns:a="http://schemas.openxmlformats.org/drawingml/2006/main">
            <a:r>
              <a:t>4. (4:00–5:00 / VISUAL Demo) 고정 네 가지가 모든 프로젝트의 정답은 아니다. 변경 범위·흔한 작업·회귀 위험에 맞춰 대표 작업과 대조 근거를 고르고 평가 뒤 채택·재수정·보류로 잇는다. 실제 실행·PASS/FAIL 수치는 없다.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DEMO-10  ·  EVAL-01/02 prior Product references; EVAL-03/04 designed; DEC-0081 (presentation/operation alignment).</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 DEC-0094의 루프 구분·평가 후 선택·다음 작업 연결은 교육용 설계다. 실제 새 실행·자동 제어·개선 성과·제품 기능을 확인한 것이 아니다.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작업을 많이 모으기보다, 바뀐 지침이 서로 다른 업무에 미칠 영향을 확인하도록 고른다.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영향 표면과 알려진 회귀 위험에 따라 평가 집합을 구성하고 비교 근거가 없는 작업도 설계 대상으로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기존5분의 정적 Native 평가 표. 네 작업과 대조할 근거/기존 근거 상태를 읽으며 EVAL-01/02의 별도 과거 참고를 이번 지침 평가 결과에 합치지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가운데 확인 질문이 왜 다른 작업을 필요로 하는지 생각하게 한다. 실제 평가나 응답 제출은 하지 않는다.</a:t>
            </a:r>
          </a:p>
          <a:p xmlns:a="http://schemas.openxmlformats.org/drawingml/2006/main">
            <a:r>
              <a:t/>
            </a:r>
          </a:p>
          <a:p xmlns:a="http://schemas.openxmlformats.org/drawingml/2006/main">
            <a:r>
              <a:t>**Transition:**</a:t>
            </a:r>
          </a:p>
          <a:p xmlns:a="http://schemas.openxmlformats.org/drawingml/2006/main">
            <a:r>
              <a:t>“문서 작업도 넣은 이유는, 한 작업을 위해 넓힌 규칙이 다른 작업을 방해할 수 있기 때문입니다.”</a:t>
            </a:r>
          </a:p>
          <a:p xmlns:a="http://schemas.openxmlformats.org/drawingml/2006/main">
            <a:r>
              <a:t/>
            </a:r>
          </a:p>
          <a:p xmlns:a="http://schemas.openxmlformats.org/drawingml/2006/main">
            <a:r>
              <a:t>**Time Management:**</a:t>
            </a:r>
          </a:p>
          <a:p xmlns:a="http://schemas.openxmlformats.org/drawingml/2006/main">
            <a:r>
              <a:t>기존 VISUAL Demo5분 유지. 평가 설계1분, 버그/성능1분15초, 문서/리팩터링1분45초, 선정·판단 기준1분. 실제 네 EVAL 실행 없음.</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S92와 production/preview/act4/S92.png를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ALIGNED — DEC-0094. Final package/render/Notes audit: production/evaluation/ACT_4_LOOP_CONTROL_REVISION.md. Windows PowerPoint / room / actual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한 작업에 맞춘 규칙, 다른 작업에도 맞을까?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한 작업에 맞춘 규칙, 다른 작업에도 맞을까?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가상으로 모든 작업에 통합 테스트를 요구하도록 전역 규칙을 넓히면 문서 수정 같은 작업에 불필요한 절차가 될 수 있다. 규칙의 누적·충돌·특정 작업 편중을 평가하고 원인과 범위에 맞춰 정리한다.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“코드 작업 때문에 넓힌 규칙이 문서만 고치는 작업에도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S92의 문서 작업을 회수해 모든 작업에 통합 테스트를 요구하도록 넓혔다는 가정을 읽는다. 실제 전역 지침 변경·Agent 실행·비용 측정은 없다.</a:t>
            </a:r>
          </a:p>
          <a:p xmlns:a="http://schemas.openxmlformats.org/drawingml/2006/main">
            <a:r>
              <a:t>2. (1:00–2:30 / Lecture) 왼쪽 지침에서 오른쪽 코드 변경과 문서 수정으로 갈라지는 관계를 읽는다. 코드 변경은 필요한 검증 범위를 확인하는 대상이며 문서 수정에서는 불필요한 절차가 될 가능성을 묻는다. 코드가 PASS하거나 문서 작업이 실제로 실패한 그림이 아니다.</a:t>
            </a:r>
          </a:p>
          <a:p xmlns:a="http://schemas.openxmlformats.org/drawingml/2006/main">
            <a:r>
              <a:t>3. (2:30–4:00 / Lecture) S89의 수정 위치 선택을 다시 강의하지 않고 변경 후의 규칙 누적·충돌·특정 작업 편중과 유지 비용에 집중한다. 원인을 확인하고 대표 작업으로 평가하며 불필요하거나 오래된 규칙을 제거·단순화한다. 과적합은 보조 비유이며 ML 통계적 과적합과 같다고 설명하지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conceptual regression / maintenance model;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한 작업에서 필요했던 규칙을 모든 작업에 적용하면 불필요한 절차가 생길 수 있다.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변경의 적용 범위, 다른 지침과의 충돌, 읽기·유지 비용과 회귀 위험을 함께 평가한다.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가상 전역 지침에서 두 작업 종류로 갈라지는 교육용 관계도다. 지침이 실제 실행됐거나 비용이 측정됐다는 결과를 만들지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문서만 수정하는 작업에도 같은 절차가 필요한지 생각하게 한다. 고정된 정답·새 규칙을 제시하지 않는다.</a:t>
            </a:r>
          </a:p>
          <a:p xmlns:a="http://schemas.openxmlformats.org/drawingml/2006/main">
            <a:r>
              <a:t/>
            </a:r>
          </a:p>
          <a:p xmlns:a="http://schemas.openxmlformats.org/drawingml/2006/main">
            <a:r>
              <a:t>**Transition:**</a:t>
            </a:r>
          </a:p>
          <a:p xmlns:a="http://schemas.openxmlformats.org/drawingml/2006/main">
            <a:r>
              <a:t>“평가에서 기준을 충족했는지, 수정이 필요한지, 판단할 근거가 부족한지에 따라 다음 행동을 어떻게 고를까요?”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Lecture4분. 가정1분, 두 작업의 영향1분30초, 유지 비용과 정리1분30초. 통계적 과적합 강의와 S89의 세 선택지 설명은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S93와 production/preview/act4/S93.png를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평가한 뒤, 다음 행동을 결정한다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평가한 뒤, 다음 행동을 결정한다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체계 개선은 실행→관찰→원인 판단→변경 후보→재평가를 근거로 연결한다. 평가 뒤 기준 충족은 완료/채택, 수정 가능하면 재시도, 근거 부족이나 반복·시간·비용 한도 도달은 중단/사람 확인으로 나누며 검토된 체계만 다음 작업에 적용한다. 매 실행마다 Harness를 바꿀 필요는 없다.</a:t>
            </a:r>
          </a:p>
          <a:p xmlns:a="http://schemas.openxmlformats.org/drawingml/2006/main">
            <a:r>
              <a:t/>
            </a:r>
          </a:p>
          <a:p xmlns:a="http://schemas.openxmlformats.org/drawingml/2006/main">
            <a:r>
              <a:t>**Opening Question:**</a:t>
            </a:r>
          </a:p>
          <a:p xmlns:a="http://schemas.openxmlformats.org/drawingml/2006/main">
            <a:r>
              <a:t>평가한 결과에 따라 언제 다시 시도하고, 언제 끝내거나 사람에게 넘길까?</a:t>
            </a:r>
          </a:p>
          <a:p xmlns:a="http://schemas.openxmlformats.org/drawingml/2006/main">
            <a:r>
              <a:t/>
            </a:r>
          </a:p>
          <a:p xmlns:a="http://schemas.openxmlformats.org/drawingml/2006/main">
            <a:r>
              <a:t>**Speaker Flow:**</a:t>
            </a:r>
          </a:p>
          <a:p xmlns:a="http://schemas.openxmlformats.org/drawingml/2006/main">
            <a:r>
              <a:t>1. (0:00–2:00 / Lecture, R1) S83의 두 범위를 회수한다. 작업 수행 루프는 이번 목표의 실행·검증·필요한 수정·완료를, 체계 개선 루프는 실행 기록과 보정을 다음 작업의 수행 체계로 연결한다. 위5단계는 후자의 교육용 모델이며 매 실행마다 시스템을 바꾸라는 고정 명령이 아니다.</a:t>
            </a:r>
          </a:p>
          <a:p xmlns:a="http://schemas.openxmlformats.org/drawingml/2006/main">
            <a:r>
              <a:t>2. (2:00–4:00 / Lecture, R2) 실행 기록을 현재 기준과 대조하고 원인 가설과 확인한 내용을 구분한다. 근거가 있는 범위에서만 변경 후보를 만들고 같은 작업·대표 작업으로 재평가한다. 판단 자료가 부족하면 원인 확인과 변경을 서두르지 않는다.</a:t>
            </a:r>
          </a:p>
          <a:p xmlns:a="http://schemas.openxmlformats.org/drawingml/2006/main">
            <a:r>
              <a:t>3. (4:00–5:30 / Lecture, R3) 왼쪽 기준 충족→완료·채택을 읽는다. 작업 목표 충족은 해당 작업을 끝내는 판단이며 체계 개선에서는 검토한 변경만 다음 작업의 지침/검증 기준에 반영한다. 기존 방식이 충분하면 유지하고 불필요한 Harness 변경을 하지 않는다.</a:t>
            </a:r>
          </a:p>
          <a:p xmlns:a="http://schemas.openxmlformats.org/drawingml/2006/main">
            <a:r>
              <a:t>4. (5:30–7:00 / Lecture, R4) 가운데 미충족·수정 가능→수정 후 재시도를 읽는다. 원인과 후보 범위를 다시 보고 무엇을 바꿨고 무엇을 확인했는지 남겨 재평가한다. 실패할 때마다 새 규칙을 무조건 추가하지 않는다.</a:t>
            </a:r>
          </a:p>
          <a:p xmlns:a="http://schemas.openxmlformats.org/drawingml/2006/main">
            <a:r>
              <a:t>5. (7:00–9:00 / Lecture, R5) 오른쪽 근거 부족·한도 도달→중단·사람 확인을 읽는다. 설계 시 반복·시간·비용 한도와 넘길 책임을 정해야 한다. 여기서는 숫자나 특정 제품의 자동 기능을 확정하지 않는다. 시도·검증 결과·미해결 사항·실행 조건을 보존해 이어받는 사람이 같은 일을 되풀이하지 않도록 설계한다.</a:t>
            </a:r>
          </a:p>
          <a:p xmlns:a="http://schemas.openxmlformats.org/drawingml/2006/main">
            <a:r>
              <a:t>6. (9:00–11:00 / VISUAL Demo) 위 단계에서 아래 세 판단으로 한 번 내려 읽는다. 완료는 다음 작업에 검토된 기준을 넘기고, 재시도는 새 기록으로 재평가하며, 중단은 기록과 남은 문제를 사람에게 넘기는 경로다. 정적 설명 도식이고 실제 자동 반복·종료·채택 결과가 아니다. 다음은 실제 제작 기록의 부분적 적용 사례다.</a:t>
            </a:r>
          </a:p>
          <a:p xmlns:a="http://schemas.openxmlformats.org/drawingml/2006/main">
            <a:r>
              <a:t/>
            </a:r>
          </a:p>
          <a:p xmlns:a="http://schemas.openxmlformats.org/drawingml/2006/main">
            <a:r>
              <a:t>**Evidence / Source:**</a:t>
            </a:r>
          </a:p>
          <a:p xmlns:a="http://schemas.openxmlformats.org/drawingml/2006/main">
            <a:r>
              <a:t>DEC-0023  ·  course operational model  ·  no product loop; DEC-0080.; DEC-0081 (presentation/operation alignment). 설계 참고(2026-10-25 확인): Addy Osmani, https://addyosmani.com/blog/loop-engineering/ ; OpenAI, https://developers.openai.com/cookbook/examples/agents_sdk/agent_improvement_loop . 용어의 일반 용례와 이 교육의 체계 개선 중심 모델을 구분한다. 제품 기능·계정·자동 실행을 확인한 근거가 아니다.</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 DEC-0094의 루프 구분·평가 후 선택·다음 작업 연결은 교육용 설계다. 실제 새 실행·자동 제어·개선 성과·제품 기능을 확인한 것이 아니다.</a:t>
            </a:r>
          </a:p>
          <a:p xmlns:a="http://schemas.openxmlformats.org/drawingml/2006/main">
            <a:r>
              <a:t/>
            </a:r>
          </a:p>
          <a:p xmlns:a="http://schemas.openxmlformats.org/drawingml/2006/main">
            <a:r>
              <a:t>**Beginner Explanation:**</a:t>
            </a:r>
          </a:p>
          <a:p xmlns:a="http://schemas.openxmlformats.org/drawingml/2006/main">
            <a:r>
              <a:t>평가가 끝나면 무조건 또 실행하는 것이 아니라, 완료·다시 시도·멈추고 확인 중 하나를 근거로 고른다.</a:t>
            </a:r>
          </a:p>
          <a:p xmlns:a="http://schemas.openxmlformats.org/drawingml/2006/main">
            <a:r>
              <a:t/>
            </a:r>
          </a:p>
          <a:p xmlns:a="http://schemas.openxmlformats.org/drawingml/2006/main">
            <a:r>
              <a:t>**Advanced Insight:**</a:t>
            </a:r>
          </a:p>
          <a:p xmlns:a="http://schemas.openxmlformats.org/drawingml/2006/main">
            <a:r>
              <a:t>Specify feedback-dependent transitions, retained state, review responsibility and bounded retries. Neither changing the Harness on every run nor claiming that a model has learned is required.</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기존 LOOP-VISUAL2분. 위5단계에서 아래 세 조건/행동/남길 기록으로 한 번 연결한다. 재시도·완료·중단은 교육용 제어 설계이며 실제 자동 실행·종료 기록이나 새 Demo가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“근거가 부족하면 어느 판단을 보류해야 할까요?”를 수사적 질문으로 사용한다. 별도 Reflection/Q&amp;A 시간을 추가하거나 응답·실습을 요구하지 않는다.</a:t>
            </a:r>
          </a:p>
          <a:p xmlns:a="http://schemas.openxmlformats.org/drawingml/2006/main">
            <a:r>
              <a:t/>
            </a:r>
          </a:p>
          <a:p xmlns:a="http://schemas.openxmlformats.org/drawingml/2006/main">
            <a:r>
              <a:t>**Transition:**</a:t>
            </a:r>
          </a:p>
          <a:p xmlns:a="http://schemas.openxmlformats.org/drawingml/2006/main">
            <a:r>
              <a:t>“이 모델에서 실제로 바뀐 것은 무엇이었을까요? 별도의 Resize 제작 기록에서 평가·보고 기준을 바꾸고도 남은 문제를 보겠습니다.”</a:t>
            </a:r>
          </a:p>
          <a:p xmlns:a="http://schemas.openxmlformats.org/drawingml/2006/main">
            <a:r>
              <a:t/>
            </a:r>
          </a:p>
          <a:p xmlns:a="http://schemas.openxmlformats.org/drawingml/2006/main">
            <a:r>
              <a:t>**Time Management:**</a:t>
            </a:r>
          </a:p>
          <a:p xmlns:a="http://schemas.openxmlformats.org/drawingml/2006/main">
            <a:r>
              <a:t>Lecture9분+기존 VISUAL Demo2분=11분 유지. 두 루프와 모델2분, 기록/원인/후보2분, 완료1분30초, 재시도1분30초, 중단·사람 확인2분, 정적 경로 회수2분. 실제11분 리허설 UNVERIFIED.</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S94와 production/preview/act4/S94.png를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ALIGNED — DEC-0094. Final package/render/Notes audit: production/evaluation/ACT_4_LOOP_CONTROL_REVISION.md. Windows PowerPoint / room / actual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평가·보고 기준도 개선 대상이다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평가·보고 기준도 개선 대상이다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교육 Demo 제작 중의 Resize 성능 조사에서는 전역 Skill과 시작 경고가 관찰되어 전체 결과를 Prompt만의 효과로 분리할 수 없었다. 이번 개선 대상은 그 조건과 해석 범위를 남길 평가·보고 기준이다.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“성능 조사 결과를 설명하는 보고 기준도 다시 볼 필요가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CAPTURED Demo) OBSERVED_META 표식·이중선으로 실제 교육 Demo 제작 기록을 연다. 당시 작업은 이미지 크기 변경인 Resize 성능 조사이며 밝기 통계나 앞의 가상 지침 복구와 별개다. S76–S80를 기억해야만 이해하도록 넘기지 않는다.</a:t>
            </a:r>
          </a:p>
          <a:p xmlns:a="http://schemas.openxmlformats.org/drawingml/2006/main">
            <a:r>
              <a:t>2. (0:40–1:20 / CAPTURED Demo) 세 영역을 관찰 조건→판단의 한계→바꿀 대상으로 읽는다. 전역 Skill 포함과 시작 경고는 보존됐지만, 경고만으로 도구 실행·결과 기여가 증명되는 것은 아니다. 전체 결과를 Prompt 하나로 설명할 수 없다는 평가의 한계다.</a:t>
            </a:r>
          </a:p>
          <a:p xmlns:a="http://schemas.openxmlformats.org/drawingml/2006/main">
            <a:r>
              <a:t>3. (1:20–2:00 / CAPTURED Demo) 지침의 유지에서 결과를 판단·보고할 기준의 유지로 대상이 넓어졌음을 회수한다. S96은 결과와 원인 해석의 구분, S97는 실제 기록 기준 변경을 맡는다. Product 코드·Demo Skill의 복구 이력으로 합치지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나와도 어떤 조건에서 무엇을 확인했고 무엇은 모르는지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관찰한 실행 조건과 결과의 사용 범위를 기록하는 평가·보고 체계 자체도 Feedback의 변경 대상이 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제작 기록을 재구성한 정적 요약이다. Resize 작업 맥락을 먼저 읽고 세 열을 연결한다. 과거 CLI 관찰이며 새로운 제품 실행·통제 환경 비교·가상 Workflow 수리가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개선 대상이 재사용 지침에서 평가·보고 기준으로 넓어진 이유를 확인한다. 별도 답변은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“측정한 결과의 확인 범위와, 무엇의 효과인지에 대한 해석은 어떻게 따로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CAPTURED Demo2분. 배경40초, 관찰·해석40초, 평가·보고로의 확장40초. 환경 오류 목록과 이전 Harness 강의를 다시 열지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S95와 production/preview/act4/S95.png를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결과 확인과 원인 해석을 따로 기록한다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결과 확인과 원인 해석을 따로 기록한다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TRIAL-006 Resize 측정은 기록된 코드·입력·환경 범위의 결과다. 전역 Skill이 평가 절차에 관여했으므로 전체 Workflow를 Prompt만의 효과로 분리할 수 없다. 결과의 확인 범위와 원인 해석의 한계를 각각 기록한다.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“숫자를 확인했다면, 무엇이 그 결과를 만들었는지도 안다고 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CAPTURED Demo) 상단의 Resize 성능 조사라는 맥락을 짚는다. S66의 밝기 통계 Benchmark와 다른 TRIAL-006 기록이다. 왼쪽 측정 결과의 확인과 오른쪽 무엇의 효과인지의 해석을 나눈다.</a:t>
            </a:r>
          </a:p>
          <a:p xmlns:a="http://schemas.openxmlformats.org/drawingml/2006/main">
            <a:r>
              <a:t>2. (1:00–2:00 / CAPTURED Demo) 왼쪽 input/output hash와 같은 조건의7회 one-call 측정 기록을 확인한다. 144.2→33.5 ms/call median은 보조 근거다. 합성640×480 grayscale(max4095)→960×720, CPython3.9.6, macOS26.6.2 arm64의 단일 변경 전후 쌍이라는 범위를 유지한다.</a:t>
            </a:r>
          </a:p>
          <a:p xmlns:a="http://schemas.openxmlformats.org/drawingml/2006/main">
            <a:r>
              <a:t>3. (2:00–3:15 / CAPTURED Demo) 오른쪽 전역 performance-goal Skill이 evaluator·ledger·threshold에 관여한 기록을 설명한다. 수치 변화의 직접 원인이나 Skill 우월성을 입증한 것은 아니다. PARTIAL은 Prompt만의 효과로 분리하는 인과 해석의 한계이며 모든 결과가 무효라는 판정이 아니다.</a:t>
            </a:r>
          </a:p>
          <a:p xmlns:a="http://schemas.openxmlformats.org/drawingml/2006/main">
            <a:r>
              <a:t>4. (3:15–4:00 / CAPTURED Demo) 결과 확인 범위와 원인 해석 한계를 함께 남긴다고 닫는다. Hook 경고와 실행 효과, MCP 시작 오류와 작업 결과를 분리하는 원칙만 회수하고 오류 목록은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7 one-call samples  ·  disposable worktree;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확인됐다는 것과 무엇의 효과인지 안다는 것은 다른 질문이다.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측정의 입력·출력·설정 범위와 인과 주장의 확신 수준을 별도로 보고한다.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왼쪽의 hash/같은 조건/7회 측정과 오른쪽의 전역 Skill 관여/PARTIAL을 따로 읽는다. 수치는 resize_nearest의 과거 기록이며 밝기 통계·현재 Desktop·일반 성능 결과로 확대하지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왼쪽 질문에 답할 근거와 오른쪽 질문에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“그렇다면 다음 조사에서는 어떤 조건과 해석 범위를 보고에 더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CAPTURED Demo4분. 숫자는 작은 보조 근거로 다루며 효과 배수·비율을 새 Hero metric으로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S96와 production/preview/act4/S96.png를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다음 조사에 남길 기록을 바꿨다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다음 조사에 남길 기록을 바꿨다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DEC-0016은 TRIAL-006을 PARTIAL로 보존하고 환경 격리를 진행 선행조건으로 요구하지 않으며, 후속 조사에 관찰된 지침·실행 조건·경고와 실제 사용 여부·해석 범위를 함께 기록하도록 했다.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“작업과 코드 외에, 다음 보고에는 무엇을 더 남겨야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상단 기존 작업·저장소 중심의 보고와 변경된 실행 조건·해석 범위 기록을 비교한다. Decision ID를 먼저 외우게 하지 않고 실제 변경 내용을 연다.</a:t>
            </a:r>
          </a:p>
          <a:p xmlns:a="http://schemas.openxmlformats.org/drawingml/2006/main">
            <a:r>
              <a:t>2. (1:00–2:15 / CAPTURED Demo) 아래 세 병렬 항목을 위에서 아래로 읽는다. 적용된 Skill/환경 조건, 경고와 실제 실행·결과의 구분, 확인된 결과와 원인 불확실성을 후속 기록에 남기는 기준이다. 세 항목은 순차 실행 절차가 아니다.</a:t>
            </a:r>
          </a:p>
          <a:p xmlns:a="http://schemas.openxmlformats.org/drawingml/2006/main">
            <a:r>
              <a:t>3. (2:15–3:00 / CAPTURED Demo) 하단의 당시 결정을 회수한다. TRIAL-006은 PARTIAL로 보존했고 환경 격리를 진행의 선행조건으로 두지 않았다. 이는 해당 제작 조건에서의 진행 결정이며 격리가 일반적으로 불필요하거나 인과 검증을 완료했다는 뜻이 아니다. Product 코드/Skill 변경이나 격리 환경 구축으로 표현하지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evaluation / reporting policy;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무슨 작업을 했는지에 더해 어떤 지침·조건을 썼고 어디까지 해석할 수 있는지도 기록한다.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작업 진행의 환경 결정과 인과 주장의 검증 요건을 구분하며, 미통제 조건을 숨기지 않고 사용 범위를 제한한다.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평가·보고 기준의 의미 요약이다. 위의 기존/변경 대비 다음 세 기록 항목을 읽고, 하단의 PARTIAL 보존·당시 환경 진행 결정을 보조 맥락으로 다룬다. 실제 원문 Screenshot·인용·코드 diff로 표현하지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다음 기록에 새로 남길 정보가 무엇인지 확인한다. 환경 격리의 보편적 찬반으로 토론을 넓히지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“기록 기준을 바꾼 뒤에도, 다음 기록이 원문과 맞는지 다시 확인해야 합니다.”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Lecture1분+CAPTURED Demo2분=3분. 변경 의미1분, 세 기록 항목1분15초, 당시 진행 결정과 한계45초. 기술 설정 강의는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S97와 production/preview/act4/S97.png를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후속 기록도 원문과 다시 대조했다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후속 기록도 원문과 다시 대조했다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후속 기록 대조에서 TRIAL-007의 보고와 보존된 진단 메시지에 불일치가 남았고, TRIAL-008에서는 저장소 Skill 호출과 전역 영향을 구분해 기록했다. 서로 다른 확인 내용이며 완전한 목록·품질 향상은 입증되지 않았다.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“새 기록 기준이 있어도 보고서와 원문을 다시 봐야 하는 이유는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왼쪽 TRIAL-007의 보고서 MCP 경고 없음과 원문 진단 기록의 인증 필요 경고가 맞지 않음을 짚는다. Nimble AuthRequired는 원문 식별을 위한 작은 근거이며 인증 설정 tutorial로 설명하지 않는다. 경고는 MCP 작업 결과가 아니다.</a:t>
            </a:r>
          </a:p>
          <a:p xmlns:a="http://schemas.openxmlformats.org/drawingml/2006/main">
            <a:r>
              <a:t>2. (1:00–2:00 / Case) 오른쪽 TRIAL-008은 저장소 graypipe-performance Skill의 명시 호출과 전역 지침·Skill의 영향을 서로 구분해 기록했다는 다른 확인 내용이다. 두 Trial을 같은 조건의 개선 전후 실험이나 실패→성공 비교로 읽지 않는다.</a:t>
            </a:r>
          </a:p>
          <a:p xmlns:a="http://schemas.openxmlformats.org/drawingml/2006/main">
            <a:r>
              <a:t>3. (2:00–3:00 / Case) 기록을 나눈 점과 보고/원문 불일치가 남은 점을 모두 보존한다. 원문 대조를 했어도 완전한 환경 목록·품질 효과를 얻었다고 결론 내리지 않는다. 다음 장은 상세를 반복하지 않고 Loop와 실제 기록의 대응만 회수한다.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TRIAL-007 / TRIAL-008  ·  DEC-0016;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보고가 놓친 조건은 원문에 남을 수 있고, 사용한 지침의 출처도 구분해서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보고·진단 기록·지침 사용 경로를 대조하되, 서로 다른 Trial의 기록 특성을 통제 비교나 정량 품질 향상으로 확대하지 않는다.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왼쪽은 TRIAL-007의 보고서와 원문 진단 기록 대조, 오른쪽은 TRIAL-008의 두 지침 사용 경로 구분이다. 위쪽/아래쪽 행으로 안내하지 않는다. 화면은 원문 의미의 재구성 도식이며 실제 로그 Screenshot이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영역에서 확인한 내용이 서로 다르다는 점과 남은 불확실성을 비교한다.</a:t>
            </a:r>
          </a:p>
          <a:p xmlns:a="http://schemas.openxmlformats.org/drawingml/2006/main">
            <a:r>
              <a:t/>
            </a:r>
          </a:p>
          <a:p xmlns:a="http://schemas.openxmlformats.org/drawingml/2006/main">
            <a:r>
              <a:t>**Transition:**</a:t>
            </a:r>
          </a:p>
          <a:p xmlns:a="http://schemas.openxmlformats.org/drawingml/2006/main">
            <a:r>
              <a:t>“보고 기준을 바꾼 사실과 남은 불일치를 나눠 보겠습니다. 남은 질문을 다음 개선 대상으로 넘기는 연결은 후속 제안으로 표시하겠습니다.”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왼쪽 대조1분, 오른쪽 사용 경로1분, 한계·대응 예고1분. 오류명·인증 해결법 설명은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S98와 production/preview/act4/S98.png를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실제 기록을 Loop의 단계에 대응하면</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실제 기록을 Loop의 단계에 대응하면</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실제 Resize 조사에서 해석 한계를 확인하고 평가·보고 기준을 바꿨으며 후속 대조에는 불일치가 남았다. 원인을 확정한 완료된 개선 성과가 아니다. 남은 불일치를 다음 원문 대조/검사 방법의 검토 대상으로 삼는 것은 후속 제안이며 미실행이다.</a:t>
            </a:r>
          </a:p>
          <a:p xmlns:a="http://schemas.openxmlformats.org/drawingml/2006/main">
            <a:r>
              <a:t/>
            </a:r>
          </a:p>
          <a:p xmlns:a="http://schemas.openxmlformats.org/drawingml/2006/main">
            <a:r>
              <a:t>**Opening Question:**</a:t>
            </a:r>
          </a:p>
          <a:p xmlns:a="http://schemas.openxmlformats.org/drawingml/2006/main">
            <a:r>
              <a:t>실제로 바뀐 기준과 아직 풀지 못한 문제는 무엇이며, 다음에 무엇을 확인할까?</a:t>
            </a:r>
          </a:p>
          <a:p xmlns:a="http://schemas.openxmlformats.org/drawingml/2006/main">
            <a:r>
              <a:t/>
            </a:r>
          </a:p>
          <a:p xmlns:a="http://schemas.openxmlformats.org/drawingml/2006/main">
            <a:r>
              <a:t>**Speaker Flow:**</a:t>
            </a:r>
          </a:p>
          <a:p xmlns:a="http://schemas.openxmlformats.org/drawingml/2006/main">
            <a:r>
              <a:t>1. (0:00–1:00 / Lecture) 위5열은 S94의 모델에 실제 기록을 대응한 것이다. Resize 조사, 전역 Skill/시작 경고, Prompt만의 효과를 분리할 수 없다는 해석 판단, 평가·보고 기준 변경, 후속 대조와 남은 불일치를 읽는다. 해석 판단은 성능 변화의 원인을 확정한 것이 아니다.</a:t>
            </a:r>
          </a:p>
          <a:p xmlns:a="http://schemas.openxmlformats.org/drawingml/2006/main">
            <a:r>
              <a:t>2. (1:00–2:00 / Case) 왼쪽 확인한 변화는 DEC-0016의 평가·보고 기준 변경이다. 오른쪽 왜 보고와 원문이 달랐을까는 남은 불일치를 다음 개선 질문으로 넘기는 제안이다. 원문 대조·검사 방법 재검토는 아직 수행한 새로운 후속 작업이 아니며 검증 성공·보고 품질 향상을 만들지 않는다.</a:t>
            </a:r>
          </a:p>
          <a:p xmlns:a="http://schemas.openxmlformats.org/drawingml/2006/main">
            <a:r>
              <a:t>3. (2:00–3:00 / Case) 이번 기록의 대조를 끝내는 것과 시스템 문제가 모두 해결되는 것은 다르다. 남은 문제·근거·범위를 보존해 다음 조사/사람의 판단에 넘기는 연결을 회수한다. 실제 기록에 없는 중단·자동 재시도·후속 수정 결과를 붙이지 않는다. 가상 GPU 업무 적용으로 연결한다.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DEC-0081 (presentation/operation alignment).</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 DEC-0094의 루프 구분·평가 후 선택·다음 작업 연결은 교육용 설계다. 실제 새 실행·자동 제어·개선 성과·제품 기능을 확인한 것이 아니다.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피드백을 받아 바뀌는 대상에는 지침뿐 아니라 평가·보고 기준도 포함된다. 바꾼 뒤에도 모르는 점을 남긴다.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운영 모델과 실제 기록을 대응하되 원인 해석의 제한과 후속 적용 점검의 강도를 보존한다.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Resize 제작 기록의5열을 읽고 확인한 변화와 다음 개선 질문(제안/미실행)을 분리한다. 후속 검토를 이미 수행했거나 시스템 문제가 해결됐다고 말하지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가상 모델의 단계와 실제 기록을 대응해 본다. 성공한 모든 단계를 채우거나 결과 제출을 요구하지 않는다.</a:t>
            </a:r>
          </a:p>
          <a:p xmlns:a="http://schemas.openxmlformats.org/drawingml/2006/main">
            <a:r>
              <a:t/>
            </a:r>
          </a:p>
          <a:p xmlns:a="http://schemas.openxmlformats.org/drawingml/2006/main">
            <a:r>
              <a:t>**Transition:**</a:t>
            </a:r>
          </a:p>
          <a:p xmlns:a="http://schemas.openxmlformats.org/drawingml/2006/main">
            <a:r>
              <a:t>“확인한 변화와 남은 질문을 나눠 다음 작업으로 넘겼습니다. GPU가 바뀐 검사 업무에서도, 반복할 확인 기준을 어떻게 남기고 다시 적용할지 보겠습니다.”</a:t>
            </a:r>
          </a:p>
          <a:p xmlns:a="http://schemas.openxmlformats.org/drawingml/2006/main">
            <a:r>
              <a:t/>
            </a:r>
          </a:p>
          <a:p xmlns:a="http://schemas.openxmlformats.org/drawingml/2006/main">
            <a:r>
              <a:t>**Time Management:**</a:t>
            </a:r>
          </a:p>
          <a:p xmlns:a="http://schemas.openxmlformats.org/drawingml/2006/main">
            <a:r>
              <a:t>Lecture1분+Case2분=3분 유지. 실제 대응1분, 확인한 변화/후속 제안1분, 남길 문제와 C++ 연결1분. 성능 수치나 오류 세부 목록을 다시 강의하지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S99와 production/preview/act4/S99.png를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ALIGNED — DEC-0094. Final package/render/Notes audit: production/evaluation/ACT_4_LOOP_CONTROL_REVISION.md. Windows PowerPoint / room / actual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S100 — GPU 변경 뒤, 검증 조건을 다시 본다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S100</a:t>
            </a:r>
          </a:p>
          <a:p xmlns:a="http://schemas.openxmlformats.org/drawingml/2006/main">
            <a:r>
              <a:t/>
            </a:r>
          </a:p>
          <a:p xmlns:a="http://schemas.openxmlformats.org/drawingml/2006/main">
            <a:r>
              <a:t>**Working Title:**</a:t>
            </a:r>
          </a:p>
          <a:p xmlns:a="http://schemas.openxmlformats.org/drawingml/2006/main">
            <a:r>
              <a:t>GPU 변경 뒤, 검증 조건을 다시 본다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4G  C++ VISION TRANSFER  /  4H DISCUSSION &amp; TRANSITION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20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Case 7분 + Reflection 2분 + Q&amp;A 7분 + Transition 4분</a:t>
            </a:r>
          </a:p>
          <a:p xmlns:a="http://schemas.openxmlformats.org/drawingml/2006/main">
            <a:r>
              <a:t/>
            </a:r>
          </a:p>
          <a:p xmlns:a="http://schemas.openxmlformats.org/drawingml/2006/main">
            <a:r>
              <a:t>**Primary Message:**</a:t>
            </a:r>
          </a:p>
          <a:p xmlns:a="http://schemas.openxmlformats.org/drawingml/2006/main">
            <a:r>
              <a:t>같은 검사 코드가 새 GPU에서 실행된다는 가정에서 기존 판단의 조건·측정 조건·동작 명세를 확인한다. 반복할 확인은 기록하고 원인·근거에 맞춰 기준 후보를 검토·갱신한 뒤 재평가해 다음 작업에 적용하도록 설계한다. 평가 결과에 따른 유지·재수정·중단 판단을 함께 회수한다.</a:t>
            </a:r>
          </a:p>
          <a:p xmlns:a="http://schemas.openxmlformats.org/drawingml/2006/main">
            <a:r>
              <a:t/>
            </a:r>
          </a:p>
          <a:p xmlns:a="http://schemas.openxmlformats.org/drawingml/2006/main">
            <a:r>
              <a:t>**Opening Question:**</a:t>
            </a:r>
          </a:p>
          <a:p xmlns:a="http://schemas.openxmlformats.org/drawingml/2006/main">
            <a:r>
              <a:t>이번에 확인한 장치·측정·명세 조건을 다음 작업에서도 쓰려면 무엇을 남겨야 할까?</a:t>
            </a:r>
          </a:p>
          <a:p xmlns:a="http://schemas.openxmlformats.org/drawingml/2006/main">
            <a:r>
              <a:t/>
            </a:r>
          </a:p>
          <a:p xmlns:a="http://schemas.openxmlformats.org/drawingml/2006/main">
            <a:r>
              <a:t>**Speaker Flow:**</a:t>
            </a:r>
          </a:p>
          <a:p xmlns:a="http://schemas.openxmlformats.org/drawingml/2006/main">
            <a:r>
              <a:t>1. (0:00–2:00 / Case) S99에서 남긴 후속 질문을 업무 적용으로 옮긴다. 같은 검사 코드가 새 GPU에서 실행된다는 가정 하나만 읽고 기존 삽화의 변경 조건을 짚는다. 실제 GPU 오류·성능 변화는 관찰한 일이 아니다.</a:t>
            </a:r>
          </a:p>
          <a:p xmlns:a="http://schemas.openxmlformats.org/drawingml/2006/main">
            <a:r>
              <a:t>2. (2:00–4:00 / Case) 오른쪽 기존 가정과 측정 조건을 본다. 예전 판단이 유효했던 조건, 입력·빌드·측정 비교 조건을 기록하도록 설계한다. 실제 장비 버전·수치·원인을 만들어 넣지 않는다.</a:t>
            </a:r>
          </a:p>
          <a:p xmlns:a="http://schemas.openxmlformats.org/drawingml/2006/main">
            <a:r>
              <a:t>3. (4:00–5:30 / Case) 장치가 달라도 지킬 출력·동작 명세를 확인한다. 이 작업의 실행·검증·필요한 수정·완료와 다음 작업의 지침 개선은 범위가 다르다고 짚는다.</a:t>
            </a:r>
          </a:p>
          <a:p xmlns:a="http://schemas.openxmlformats.org/drawingml/2006/main">
            <a:r>
              <a:t>4. (5:30–7:00 / Case) 하단 조건 기록→기준 검토·갱신→재평가→다음 작업 적용을 연결한다. 반복할 조건의 출처와 검토 책임을 정하고 필요한 변경 후보만 평가한다. 기준 충족이면 완료/채택, 수정 가능하면 재시도, 근거 부족·한도 도달이면 중단/사람 확인으로 이어지는 설계다. 실제 실행 결과가 아니다.</a:t>
            </a:r>
          </a:p>
          <a:p xmlns:a="http://schemas.openxmlformats.org/drawingml/2006/main">
            <a:r>
              <a:t>5. (7:00–9:00 / Reflection) 자기 업무에서 반복 확인할 조건 하나, 남길 출처·검토 책임, 다음 실행에서 무엇으로 확인할지를 생각하게 한다. 답변·파일 작성·실습은 요구하지 않는다.</a:t>
            </a:r>
          </a:p>
          <a:p xmlns:a="http://schemas.openxmlformats.org/drawingml/2006/main">
            <a:r>
              <a:t>6. (9:00–16:00 / Q&amp;A) 질문을 받는다. 없으면 Fallback의 조건 기록/평가/다음 작업 질문을 선택한다. 검증하지 않은 회사 환경이나 특정 도구의 동작을 단정하지 않는다.</a:t>
            </a:r>
          </a:p>
          <a:p xmlns:a="http://schemas.openxmlformats.org/drawingml/2006/main">
            <a:r>
              <a:t>7. (16:00–20:00 / Transition)16분에 질문을 마감한다.16–18분에는 이번 수행 루프에서 확인한 조건이 다음 작업의 체계 개선 근거가 된다는 연결을 회수한다.18–19분에는 평가 뒤 유지/재시도/중단 판단과 남길 기록을 닫는다.19–20분에는 S101 제목을 거쳐 S102의 전체 여정 회수로 넘긴다. 전체 교육 내용을 여기서 먼저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BEAT-059 / TRANS-012  ·  teaching transfer, not observed C++ incident 삽화 출처: prototype/image-illustration-pilot/assets/S72.png, built-in image_gen, 2026-10-18. 생성 프롬프트: prototype/image-illustration-pilot/PROMPTS.md. 실제 화면·현장 사진·관찰 자료가 아니다.; DEC-0081 (presentation/operation alignment).</a:t>
            </a:r>
          </a:p>
          <a:p xmlns:a="http://schemas.openxmlformats.org/drawingml/2006/main">
            <a:r>
              <a:t/>
            </a:r>
          </a:p>
          <a:p xmlns:a="http://schemas.openxmlformats.org/drawingml/2006/main">
            <a:r>
              <a:t>**Claim Boundary:**</a:t>
            </a:r>
          </a:p>
          <a:p xmlns:a="http://schemas.openxmlformats.org/drawingml/2006/main">
            <a:r>
              <a:t>COURSE MODEL / C++ VISION TRANSFER. Toolchain, CUDA/GPU architecture, build/benchmark configuration은 hypothetical teaching context이며 실제 Demo history가 아니다. 구체적인 Windows/shell/IDE/hardware setup을 주장하지 않는다. DEC-0094의 루프 구분·평가 후 선택·다음 작업 연결은 교육용 설계다. 실제 새 실행·자동 제어·개선 성과·제품 기능을 확인한 것이 아니다.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장치가 바뀌면 예전 검증 조건을 다시 확인하고, 반복해서 필요한 기준을 다음 작업에서도 찾을 수 있게 유지한다.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프로젝트·실행 조건 변화에 따라 성능 비교 가정과 동작 명세·검증 절차의 유효성을 재검토하고 원인이 지지하는 출처만 갱신한다.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Primary bridge. 같은 검사 코드가 새 GPU에서 실행된다는 가정으로 기존 가정·측정 조건·동작 명세를 연결한다. GPU/도구 버전·실제 성능 변화·회사 사례는 만들지 않는다.</a:t>
            </a:r>
          </a:p>
          <a:p xmlns:a="http://schemas.openxmlformats.org/drawingml/2006/main">
            <a:r>
              <a:t/>
            </a:r>
          </a:p>
          <a:p xmlns:a="http://schemas.openxmlformats.org/drawingml/2006/main">
            <a:r>
              <a:t>**Demo Operation:**</a:t>
            </a:r>
          </a:p>
          <a:p xmlns:a="http://schemas.openxmlformats.org/drawingml/2006/main">
            <a:r>
              <a:t>기존 가상 GPU 그림과3질문을 순서대로 짚고 하단의 다음 작업 연결로 닫는다. 같은 그림 bytes/crop/배치를 보존한다. 실제 하드웨어·Benchmark·지침 변경·재평가·적용은 수행하지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7–9분은 마음속 성찰, 9–16분은 선택적 Q&amp;A다. 조건과 근거를 확인하는 질문으로 답하고 특정 도구 추가나 담당 배정을 정답으로 주지 않는다.</a:t>
            </a:r>
          </a:p>
          <a:p xmlns:a="http://schemas.openxmlformats.org/drawingml/2006/main">
            <a:r>
              <a:t/>
            </a:r>
          </a:p>
          <a:p xmlns:a="http://schemas.openxmlformats.org/drawingml/2006/main">
            <a:r>
              <a:t>**Transition:**</a:t>
            </a:r>
          </a:p>
          <a:p xmlns:a="http://schemas.openxmlformats.org/drawingml/2006/main">
            <a:r>
              <a:t>“이번 목표를 검증해 마치는 루프와, 그 경험을 다음 작업의 체계로 돌리는 루프를 구분했습니다. 이제 S101을 거쳐 S102에서 전체 여정을 연결하겠습니다.”</a:t>
            </a:r>
          </a:p>
          <a:p xmlns:a="http://schemas.openxmlformats.org/drawingml/2006/main">
            <a:r>
              <a:t/>
            </a:r>
          </a:p>
          <a:p xmlns:a="http://schemas.openxmlformats.org/drawingml/2006/main">
            <a:r>
              <a:t>**Time Management:**</a:t>
            </a:r>
          </a:p>
          <a:p xmlns:a="http://schemas.openxmlformats.org/drawingml/2006/main">
            <a:r>
              <a:t>Case7→Reflection2→Q&amp;A7→Transition4=20분 유지. Case는2+2+1.5+1.5분,7분에 성찰,9분에 질의,16분에 질문 마감,20분에 ACT5로 넘긴다. 실제20분 리허설 UNVERIFIED.</a:t>
            </a:r>
          </a:p>
          <a:p xmlns:a="http://schemas.openxmlformats.org/drawingml/2006/main">
            <a:r>
              <a:t/>
            </a:r>
          </a:p>
          <a:p xmlns:a="http://schemas.openxmlformats.org/drawingml/2006/main">
            <a:r>
              <a:t>**Fallback:**</a:t>
            </a:r>
          </a:p>
          <a:p xmlns:a="http://schemas.openxmlformats.org/drawingml/2006/main">
            <a:r>
              <a:t>정적 PPT/PNG가 기본 경로다. Q&amp;A가 없으면 ①장치가 달라졌을 때 이번 판단의 어떤 조건을 기록할까요? ②변경한 검증 기준이 적절한지는 무엇으로 평가할까요? ③이 근거와 기준을 다음 작업이 읽도록 어디에 두고 누가 확인할까요?를 선택한다. 무한 반복 대신 완료/재시도/중단과 기록 인계를 회수한다. 실제 원인·명령·결과를 만들지 않는다. production/preview/act4/S100.png 및 production/preview/full/S100.png.</a:t>
            </a:r>
          </a:p>
          <a:p xmlns:a="http://schemas.openxmlformats.org/drawingml/2006/main">
            <a:r>
              <a:t/>
            </a:r>
          </a:p>
          <a:p xmlns:a="http://schemas.openxmlformats.org/drawingml/2006/main">
            <a:r>
              <a:t>**Validation Status:**</a:t>
            </a:r>
          </a:p>
          <a:p xmlns:a="http://schemas.openxmlformats.org/drawingml/2006/main">
            <a:r>
              <a:t>ALIGNED — DEC-0094. Final package/render/Notes audit: production/evaluation/ACT_4_LOOP_CONTROL_REVISION.md. Windows PowerPoint / room / actual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S101 — 내 업무에 맞게 조합하고 덜어내기</a:t>
            </a:r>
          </a:p>
          <a:p xmlns:a="http://schemas.openxmlformats.org/drawingml/2006/main">
            <a:r>
              <a:t/>
            </a:r>
          </a:p>
          <a:p xmlns:a="http://schemas.openxmlformats.org/drawingml/2006/main">
            <a:r>
              <a:t>**Slide ID:**</a:t>
            </a:r>
          </a:p>
          <a:p xmlns:a="http://schemas.openxmlformats.org/drawingml/2006/main">
            <a:r>
              <a:t>S101</a:t>
            </a:r>
          </a:p>
          <a:p xmlns:a="http://schemas.openxmlformats.org/drawingml/2006/main">
            <a:r>
              <a:t/>
            </a:r>
          </a:p>
          <a:p xmlns:a="http://schemas.openxmlformats.org/drawingml/2006/main">
            <a:r>
              <a:t>**Working Title:**</a:t>
            </a:r>
          </a:p>
          <a:p xmlns:a="http://schemas.openxmlformats.org/drawingml/2006/main">
            <a:r>
              <a:t>내 업무에 맞게 조합하고 덜어내기</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내 업무에 맞게 조합하고 덜어내기 — AI-Native Development · 업무 방식의 재설계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5의 제목 “내 업무에 맞게 조합하고 덜어내기”을 가리키며 구간을 연다.</a:t>
            </a:r>
          </a:p>
          <a:p xmlns:a="http://schemas.openxmlformats.org/drawingml/2006/main">
            <a:r>
              <a:t>2. (0:20–0:40 / Transition) 부제 “AI-Native Development · 업무 방식의 재설계”는 이번 구간의 관점만 안내한다. 구체적 기능·해결 방법·결과는 앞서 설명하지 않는다.</a:t>
            </a:r>
          </a:p>
          <a:p xmlns:a="http://schemas.openxmlformats.org/drawingml/2006/main">
            <a:r>
              <a:t>3. (0:40–1:00 / Transition) S102의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S102 — 문제에 맞춰, 일하는 방식을 넓혔다로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5 총40분, 전체406분이다. 제목·부제만 안내하고1분에 S102로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production/preview/full/S101.png 또는 production/ACT_5.pptx의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S102 — 문제에 맞춰, 일하는 방식을 넓혔다</a:t>
            </a:r>
          </a:p>
          <a:p xmlns:a="http://schemas.openxmlformats.org/drawingml/2006/main">
            <a:r>
              <a:t/>
            </a:r>
          </a:p>
          <a:p xmlns:a="http://schemas.openxmlformats.org/drawingml/2006/main">
            <a:r>
              <a:t>**Slide ID:**</a:t>
            </a:r>
          </a:p>
          <a:p xmlns:a="http://schemas.openxmlformats.org/drawingml/2006/main">
            <a:r>
              <a:t>S102</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답을 구하던 출발점에서 요청의 모호함, 프로젝트 설명 반복, 수행 절차 반복, 조건 변화에 대응하며 Prompt·Context·Harness·Loop를 필요에 따라 더했다. 앞의 방식이 사라지는 필수 성숙도 순서가 아니다.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S100가 닫은 검증 조건·유지 판단에서 전체 여정으로 시야를 넓힌다. 이번 장은 학습자 수준 평가나 새 성찰 시간이 아니라 문제와 대응의 회수다.</a:t>
            </a:r>
          </a:p>
          <a:p xmlns:a="http://schemas.openxmlformats.org/drawingml/2006/main">
            <a:r>
              <a:t>2. (0:30–2:45 / Lecture) 다섯 열을 왼쪽부터 읽는다. Chatbot은 답을 구하던 출발점, 요청이 모호하면 이번 작업 구체화, 설명을 반복하면 프로젝트 지식 출처, 절차를 반복하면 일하는 환경, 조건이 달라지면 근거를 확인한 시스템 개선이다. 이미 다룬 문제만 한 문장씩 회수한다.</a:t>
            </a:r>
          </a:p>
          <a:p xmlns:a="http://schemas.openxmlformats.org/drawingml/2006/main">
            <a:r>
              <a:t>3. (2:45–4:00 / Lecture) 필요한 대응이 더해졌고 모든 프로젝트가 같은 순서로 이동하거나 모든 구성요소를 도입할 필요는 없다고 한정한다. 다음 S103은 이 전체 모델 가운데 실제 Product 이력만 별도로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문제 범위에 맞춘 대응과 고정된 기능 성숙도 평가를 구분한다.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S110/S100에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S102와 production/preview/act5/S102.png를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S103 — 실제 Demo는 문제에 맞춰 바뀌었다</a:t>
            </a:r>
          </a:p>
          <a:p xmlns:a="http://schemas.openxmlformats.org/drawingml/2006/main">
            <a:r>
              <a:t/>
            </a:r>
          </a:p>
          <a:p xmlns:a="http://schemas.openxmlformats.org/drawingml/2006/main">
            <a:r>
              <a:t>**Slide ID:**</a:t>
            </a:r>
          </a:p>
          <a:p xmlns:a="http://schemas.openxmlformats.org/drawingml/2006/main">
            <a:r>
              <a:t>S103</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제품 변경을 crop 경계 수정, 프로젝트 지침·상세 문서 정리, 재사용 Skill·검증의 세 시간순 묶음으로 회고한다. 일곱 Git State는 모두 유지하며 Loop의 가상 사례·실제 제작 기록은 Product 이력에 합치지 않는다.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상단의 제품 저장소에서 확인한 변화만이라는 범위를 읽는다. 왼쪽 문제와 오른쪽 변경을 위에서 아래로 세 묶음으로 연결한다. 세 묶음은 새 Git State가 아니라 일곱 기존 State를 읽기 쉽게 모은 설명이다.</a:t>
            </a:r>
          </a:p>
          <a:p xmlns:a="http://schemas.openxmlformats.org/drawingml/2006/main">
            <a:r>
              <a:t>2. (1:00–2:30 / VISUAL Demo) 첫째 crop 경계 오류를 끝 좌표 제외 명세에 맞게 고쳤다(STATE-00→STATE-00-FIXED, TRIAL-002/S21). 둘째 지침의 반복·증가를 기본 안내와 상세 문서로 정리했다(STATE-01→STATE-02→STATE-03, TRIAL-003/004/005A/B 및 S49). 셋째 반복 절차를 Skill로 재사용하고 밝기 통계 제품 변경을 검증했다(STATE-04→STATE-04-PERF, TRIAL-008/S61). 각 변화와 문제의 연결만 회수하고 수치·전체 코드·개별 Trial을 다시 읽지 않는다.</a:t>
            </a:r>
          </a:p>
          <a:p xmlns:a="http://schemas.openxmlformats.org/drawingml/2006/main">
            <a:r>
              <a:t>3. (2:30–3:00 / VISUAL Demo) Product endpoint는 STATE-04-PERF다. Loop는 앞 ACT에서 분리한 가상 지침 사례와 실제 교육 제작의 평가·보고 기록에서 보았다. 새 Product State나 성공한 Product Loop를 덧붙이지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TRIAL-002/S21, 지침·문서 재구성은 TRIAL-003/004/005A/B 및 S49, Skill과 제품 성능 검증은 TRIAL-008·STATE-04-PERF/S61에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S23/S46/S61다.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 화면의 세 묶음은 기존 일곱 State의 시간순 요약이며 새 State·실행 캡처가 아니다. Routing 우월성·토큰 절감을 주장하지 않고 성능은 tracemalloc 피크와 해당 코드·입력·환경의 결과로 한정하며 RSS·Harness 단독 인과성으로 확대하지 않는다. 이전 세 발췌의 원본·provenance는 보존한다.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제품 변경 이력과 교육 모델·가상 사례·실제 Meta 이력의 범위를 나누고 bounded Product endpoint를 유지한다.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S103와 production/preview/act5/S103.png를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S104 — 이번 문제에 필요한 구성만 선택했다</a:t>
            </a:r>
          </a:p>
          <a:p xmlns:a="http://schemas.openxmlformats.org/drawingml/2006/main">
            <a:r>
              <a:t/>
            </a:r>
          </a:p>
          <a:p xmlns:a="http://schemas.openxmlformats.org/drawingml/2006/main">
            <a:r>
              <a:t>**Slide ID:**</a:t>
            </a:r>
          </a:p>
          <a:p xmlns:a="http://schemas.openxmlformats.org/drawingml/2006/main">
            <a:r>
              <a:t>S104</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S103의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S105로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S71에서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S104와 production/preview/act5/S104.png를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S105 — 결과를 수용할지는 사람이 판단한다</a:t>
            </a:r>
          </a:p>
          <a:p xmlns:a="http://schemas.openxmlformats.org/drawingml/2006/main">
            <a:r>
              <a:t/>
            </a:r>
          </a:p>
          <a:p xmlns:a="http://schemas.openxmlformats.org/drawingml/2006/main">
            <a:r>
              <a:t>**Slide ID:**</a:t>
            </a:r>
          </a:p>
          <a:p xmlns:a="http://schemas.openxmlformats.org/drawingml/2006/main">
            <a:r>
              <a:t>S105</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S104의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S106에서는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S105와 production/preview/act5/S105.png를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S106 — AI가 일할 조건과 확인 경로를 설계한다</a:t>
            </a:r>
          </a:p>
          <a:p xmlns:a="http://schemas.openxmlformats.org/drawingml/2006/main">
            <a:r>
              <a:t/>
            </a:r>
          </a:p>
          <a:p xmlns:a="http://schemas.openxmlformats.org/drawingml/2006/main">
            <a:r>
              <a:t>**Slide ID:**</a:t>
            </a:r>
          </a:p>
          <a:p xmlns:a="http://schemas.openxmlformats.org/drawingml/2006/main">
            <a:r>
              <a:t>S106</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맡길 범위, 프로젝트 지식·재사용 절차, 검증·피드백 경로를 의도적으로 설계·운영하는 방식을 이 교육에서는 AI-Native Development라고 부른다. 새 기능이나 보편 표준의 도입이 아니다.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S105의 사람이 판단할 질문을 이어 받는다. 이번 장은 판단 책임을 다시 나열하지 않고, 판단할 근거가 나올 작업 조건을 설계하는 관점이다.</a:t>
            </a:r>
          </a:p>
          <a:p xmlns:a="http://schemas.openxmlformats.org/drawingml/2006/main">
            <a:r>
              <a:t>2. (0:30–2:20 / Lecture) 가로 세 열을 읽는다. 맡길 범위는 Task boundary(목표·제약·변경 범위), 일할 조건은 Project Context와 Reusable Workflow(프로젝트 지식·재사용 수행 방법), 확인과 피드백은 Verification과 Feedback Loop(검증 근거·다음 작업의 개선)다. 앞에서 배운 다섯 요소를 세 질문으로 묶었으며 새 단계나 필수 도입 순서가 아니다.</a:t>
            </a:r>
          </a:p>
          <a:p xmlns:a="http://schemas.openxmlformats.org/drawingml/2006/main">
            <a:r>
              <a:t>3. (2:20–3:00 / Lecture) 이 설계·운영 방식을 이 과정의 AI-Native Development로 부른다고 이름만 회수한다. 공식·보편 정의 또는 모든 Task의 의무 목록이 아니다. 이제 이미 만든 환경도 모델·플랫폼·업무 조건이 달라지면 재평가해야 한다는 S107로 이동한다. 추가가 설계의 전부가 아니라는 질문만 열고3장 내용을 미리 설명하지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Model capability와 작업 System 설계를 구분하고, 필요한 근거·피드백 경로를 설계한다.</a:t>
            </a:r>
          </a:p>
          <a:p xmlns:a="http://schemas.openxmlformats.org/drawingml/2006/main">
            <a:r>
              <a:t/>
            </a:r>
          </a:p>
          <a:p xmlns:a="http://schemas.openxmlformats.org/drawingml/2006/main">
            <a:r>
              <a:t>**C++ Vision Bridge:**</a:t>
            </a:r>
          </a:p>
          <a:p xmlns:a="http://schemas.openxmlformats.org/drawingml/2006/main">
            <a:r>
              <a:t>재평가3장을 거쳐 S110에서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“설계는 추가에서 끝날까요? 모델·플랫폼이 바뀌면 이미 만든 구조도 다시 봐야 합니다.”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S106와 production/preview/act5/S106.png를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S107 — 모델·플랫폼이 바뀌면 Harness도 다시 본다</a:t>
            </a:r>
          </a:p>
          <a:p xmlns:a="http://schemas.openxmlformats.org/drawingml/2006/main">
            <a:r>
              <a:t/>
            </a:r>
          </a:p>
          <a:p xmlns:a="http://schemas.openxmlformats.org/drawingml/2006/main">
            <a:r>
              <a:t>**Slide ID:**</a:t>
            </a:r>
          </a:p>
          <a:p xmlns:a="http://schemas.openxmlformats.org/drawingml/2006/main">
            <a:r>
              <a:t>S107</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“그때 필요했던 보조 장치가 지금도 필요한가요?”</a:t>
            </a:r>
          </a:p>
          <a:p xmlns:a="http://schemas.openxmlformats.org/drawingml/2006/main">
            <a:r>
              <a:t/>
            </a:r>
          </a:p>
          <a:p xmlns:a="http://schemas.openxmlformats.org/drawingml/2006/main">
            <a:r>
              <a:t>**Speaker Flow:**</a:t>
            </a:r>
          </a:p>
          <a:p xmlns:a="http://schemas.openxmlformats.org/drawingml/2006/main">
            <a:r>
              <a:t>1. (0:00–0:25 / Lecture) S106의 설계 관점에서 “그때 필요했던 보조 장치가 지금도 필요한가?”를 묻는다. S104은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S108의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더 강한 모델·플랫폼 기능의 도입을 기존 구조의 자동 유지나 무조건 제거와 분리하고, 현재의 역할·경계를 재평가한다.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S110/S100에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S107와 production/preview/act5/S107.png.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S108 — 무엇을 남기고, 무엇을 덜어낼까?</a:t>
            </a:r>
          </a:p>
          <a:p xmlns:a="http://schemas.openxmlformats.org/drawingml/2006/main">
            <a:r>
              <a:t/>
            </a:r>
          </a:p>
          <a:p xmlns:a="http://schemas.openxmlformats.org/drawingml/2006/main">
            <a:r>
              <a:t>**Slide ID:**</a:t>
            </a:r>
          </a:p>
          <a:p xmlns:a="http://schemas.openxmlformats.org/drawingml/2006/main">
            <a:r>
              <a:t>S108</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S107의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S109으로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S110/S100에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S108와 production/preview/act5/S108.png.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S109 — 덜어낸 뒤에도 필요한 일을 하는가?</a:t>
            </a:r>
          </a:p>
          <a:p xmlns:a="http://schemas.openxmlformats.org/drawingml/2006/main">
            <a:r>
              <a:t/>
            </a:r>
          </a:p>
          <a:p xmlns:a="http://schemas.openxmlformats.org/drawingml/2006/main">
            <a:r>
              <a:t>**Slide ID:**</a:t>
            </a:r>
          </a:p>
          <a:p xmlns:a="http://schemas.openxmlformats.org/drawingml/2006/main">
            <a:r>
              <a:t>S109</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S108에서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S110에서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S110/S100에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S109와 production/preview/act5/S109.png.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S110 — 내 업무에서는 무엇이 반복해서 막힐까?</a:t>
            </a:r>
          </a:p>
          <a:p xmlns:a="http://schemas.openxmlformats.org/drawingml/2006/main">
            <a:r>
              <a:t/>
            </a:r>
          </a:p>
          <a:p xmlns:a="http://schemas.openxmlformats.org/drawingml/2006/main">
            <a:r>
              <a:t>**Slide ID:**</a:t>
            </a:r>
          </a:p>
          <a:p xmlns:a="http://schemas.openxmlformats.org/drawingml/2006/main">
            <a:r>
              <a:t>S110</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성능 조사·빌드·측정 업무의 반복 마찰과 겹쳐 쌓인 지침·절차·역할을 증상부터 읽고 Task/Context/Workflow/Verification/Feedback 중 가까운 문제 하나를 고른다. 원인 확인 없이 추가·통합·제거를 처방하지 않는다.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업무에 비춰 보는 교육용 질문임을 밝힌다. 성능 조사 범위, 빌드·동작 명세·장치 조건, 분석·변경·측정·회귀 확인을 앞의 Demo와 같은 engineering 관점으로 연결한다. 실제 회사 사건이나 검증된 절차가 아니다.</a:t>
            </a:r>
          </a:p>
          <a:p xmlns:a="http://schemas.openxmlformats.org/drawingml/2006/main">
            <a:r>
              <a:t>2. (1:00–3:00 / Transition) A–E의 가운데 증상을 먼저 읽고 오른쪽 분류를 보조로 연결한다. A 요청 범위, B 반복·중복되는 프로젝트 사실·지침, C 반복되거나 역할 간 겹치는 수행 방법, D 완료 판단의 검사 기준, E 반복 실패의 원인·기준 재검토다. 다섯 항목은 같은 수준의 적용 후보이지 순서가 아니다. B의 빌드·명세·장치 조건과 C의 분석·변경·측정·회귀 확인 예시는 보존한다. 부족한 안내를 보완하는 것뿐 아니라 이미 겹친 지침·절차·역할을 통합·제거할 필요도 볼 수 있다.</a:t>
            </a:r>
          </a:p>
          <a:p xmlns:a="http://schemas.openxmlformats.org/drawingml/2006/main">
            <a:r>
              <a:t>3. (3:00–5:00 / Transition) 자기 업무와 가까운 문제 하나만 마음속으로 떠올리게 한다. E는 실패가 반복됐으니 무조건 추가·통합·제거하라는 뜻이 아니라 기록·원인·기준을 다시 보는 출발점이다. S111에서 같은 글자의 다음 행동과 확인 근거를 생각하게 한다. 새 분류 이론·Demo를 열지 않는다.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반복 비용·중복 유지 부담·위험과 근거에 맞는 적용 후보를 고른다. 원인 확인과 시스템 변경을 분리한다.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S111의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S110와 production/preview/act5/S110.png를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S111 — 고른 문제에서, 다음 행동 하나로</a:t>
            </a:r>
          </a:p>
          <a:p xmlns:a="http://schemas.openxmlformats.org/drawingml/2006/main">
            <a:r>
              <a:t/>
            </a:r>
          </a:p>
          <a:p xmlns:a="http://schemas.openxmlformats.org/drawingml/2006/main">
            <a:r>
              <a:t>**Slide ID:**</a:t>
            </a:r>
          </a:p>
          <a:p xmlns:a="http://schemas.openxmlformats.org/drawingml/2006/main">
            <a:r>
              <a:t>S111</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S110에서 고른 A–E를 같은 글자의 작은 다음 행동으로 이어 받는다. B는 출처·검토자와 중복 지침 통합, C는 수행 절차·역할의 통합·제거 후보와 둘 위치·갱신 책임을 생각한다. 확인 근거 하나를 함께 고르되 다섯 행동을 모두 수행하거나 약속할 필요는 없다.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S110에서 마음속으로 고른 같은 글자의 행동만 생각하도록 안내한다. A 목표·변경 범위를 요청에 적기, B 출처·검토자를 정하고 중복 지침 통합, C 절차·역할의 통합·제거 후보와 둘 위치·갱신자, D 완료 판단 검사, E 반복 실패의 기록·원인 대조다. 모든 항목을 도입하는 목록이 아니다.</a:t>
            </a:r>
          </a:p>
          <a:p xmlns:a="http://schemas.openxmlformats.org/drawingml/2006/main">
            <a:r>
              <a:t>2. (1:00–2:00 / Lecture) 오른쪽의 확인 근거 질문을 읽는다. 무엇이 달라졌는지 어떤 기록으로 볼지 생각한다. 예를 들어 A 목표와 변경 범위 대조, B 원출처와 참조 경로, C 실제 적용 절차 기록, D 명세와 검사 결과, E 원문과 현재 기준을 볼 수 있다. B/C에서 통합·제거를 생각했다면 같은 대표 작업의 결과·회귀·남은 위험을 대조할 근거도 정한다. 이는 앞으로 확인할 자료 후보이며 이미 실행하거나 좋아진 결과가 아니다. 원인에 따라 그대로 유지하거나 후보를 되돌리는 선택도 가능하다.</a:t>
            </a:r>
          </a:p>
          <a:p xmlns:a="http://schemas.openxmlformats.org/drawingml/2006/main">
            <a:r>
              <a:t>3. (2:00–4:00 / Reflection) 두 분 동안 선택한 문제→작은 행동→확인 근거를 조용히 마음속으로 연결하게 한다. 답변·기록·발표·제출·실천 약속은 요구하지 않는다. 도구나 문서를 새로 만드는 과제가 아니며 기존 출처로 충분하면 그대로 쓸 수 있다. 2분 뒤 Q&amp;A로 이동한다.</a:t>
            </a:r>
          </a:p>
          <a:p xmlns:a="http://schemas.openxmlformats.org/drawingml/2006/main">
            <a:r>
              <a:t>마지막 연결: 다음 질문으로 이동하기 전에 S112–S114에서 팁 제목·현재 위치만 회수하고 S115의 기존 Q&amp;A/Closing으로 이어간다.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추가·통합·제거 후보를 확인 근거와 유지 위치·검토/갱신 책임에 연결한다. 원인 미확인 상태의 시스템 변경을 강요하지 않는다.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S110과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S112의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S110의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S111와 production/preview/act5/S111.png를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S112 — 실무 적용 팁 · 작업 환경과 기준</a:t>
            </a:r>
          </a:p>
          <a:p xmlns:a="http://schemas.openxmlformats.org/drawingml/2006/main">
            <a:r>
              <a:t/>
            </a:r>
          </a:p>
          <a:p xmlns:a="http://schemas.openxmlformats.org/drawingml/2006/main">
            <a:r>
              <a:t>**Slide ID:**</a:t>
            </a:r>
          </a:p>
          <a:p xmlns:a="http://schemas.openxmlformats.org/drawingml/2006/main">
            <a:r>
              <a:t>S112</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기준에 필요한 팁의 위치는 S12, S48, S58, S63, S68, S70, S80다. 새 제작 팁도 공식 안내 각색이며 실제 Trial 생성 이력이 아니다. 각 원래 장의 근거 범위를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마지막 통합 찾아보기이며 필요할 때 해당 장으로 돌아오는 목록임을 알린다.</a:t>
            </a:r>
          </a:p>
          <a:p xmlns:a="http://schemas.openxmlformats.org/drawingml/2006/main">
            <a:r>
              <a:t>2. (0:15–0:45 / Lecture) S12 Repository 작업은 Codex에서 시작한다 / S48 AGENTS.md에는 무엇을 남길까? / S58 테스트 명령을 언제 쓰고 무엇을 판단할까? / S63 대화로 재사용할 Skill 만들기 / S68 대화로 조사 Agent 만들기 / S70 이번 Context와 다시 쓸 지식 / S80 반복 보정을 개선으로 잇는 기록. 새 S63/S68을 포함해 제목·위치만 짚고 본문을 다시 강의하지 않는다.</a:t>
            </a:r>
          </a:p>
          <a:p xmlns:a="http://schemas.openxmlformats.org/drawingml/2006/main">
            <a:r>
              <a:t>3. (0:45–1:00 / Lecture) 요청 작성 팁 목록 S113으로 이어간다.</a:t>
            </a:r>
          </a:p>
          <a:p xmlns:a="http://schemas.openxmlformats.org/drawingml/2006/main">
            <a:r>
              <a:t/>
            </a:r>
          </a:p>
          <a:p xmlns:a="http://schemas.openxmlformats.org/drawingml/2006/main">
            <a:r>
              <a:t>**Evidence / Source:**</a:t>
            </a:r>
          </a:p>
          <a:p xmlns:a="http://schemas.openxmlformats.org/drawingml/2006/main">
            <a:r>
              <a:t>DEC-0088, DEC-0093. 현재 Slide Map의 제목·ID와 실무 팁 목록. S63/S68은 SRC-0111/0112와 CLM-0041/0042의 공식 안내 각색이며 모든 팁의 실제 관찰/연구/가상 경계는 해당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S113으로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production/preview/full/S112.png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S113 — 실무 적용 팁 · 요청 작성</a:t>
            </a:r>
          </a:p>
          <a:p xmlns:a="http://schemas.openxmlformats.org/drawingml/2006/main">
            <a:r>
              <a:t/>
            </a:r>
          </a:p>
          <a:p xmlns:a="http://schemas.openxmlformats.org/drawingml/2006/main">
            <a:r>
              <a:t>**Slide ID:**</a:t>
            </a:r>
          </a:p>
          <a:p xmlns:a="http://schemas.openxmlformats.org/drawingml/2006/main">
            <a:r>
              <a:t>S113</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S27, S28, S29, S30, S31, S32, S33, S34다.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S27 지시와 참고 자료의 구분 / S28 입력과 기대 결과의 작은 예시 / S29 바로 검토할 수 있는 결과 형식 / S30 근거가 있는 설명과 미확인의 구분 / S31 결과를 바꾸는 결정에서 확인 질문 / S32 큰 작업을 검토할 결과물로 나누기 / S33 기준을 지정한 코드 리뷰 요청 / S34 구체적인 근거로 수정 방향 피드백. 제목·위치만 짚고 본문을 다시 강의하지 않는다.</a:t>
            </a:r>
          </a:p>
          <a:p xmlns:a="http://schemas.openxmlformats.org/drawingml/2006/main">
            <a:r>
              <a:t>3. (0:45–1:00 / Lecture) S114로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S114로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production/preview/full/S113.png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S114 — 실무 적용 팁 · 검증과 개선</a:t>
            </a:r>
          </a:p>
          <a:p xmlns:a="http://schemas.openxmlformats.org/drawingml/2006/main">
            <a:r>
              <a:t/>
            </a:r>
          </a:p>
          <a:p xmlns:a="http://schemas.openxmlformats.org/drawingml/2006/main">
            <a:r>
              <a:t>**Slide ID:**</a:t>
            </a:r>
          </a:p>
          <a:p xmlns:a="http://schemas.openxmlformats.org/drawingml/2006/main">
            <a:r>
              <a:t>S114</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개선에 필요한 기존 팁의 위치는 S87, S91, S108, S109다.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S87 원인을 고르기 전에 확인할 기록 / S91 지침을 고친 뒤, 무엇을 다시 확인할까? / S108 무엇을 남기고, 무엇을 덜어낼까? / S109 덜어낸 뒤에도 필요한 일을 하는가?. 제목·위치만 짚고 본문을 다시 강의하지 않는다.</a:t>
            </a:r>
          </a:p>
          <a:p xmlns:a="http://schemas.openxmlformats.org/drawingml/2006/main">
            <a:r>
              <a:t>3. (0:45–1:00 / Lecture) S115로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production/preview/full/S114.png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S115 — Q&amp;A와 교육 마무리</a:t>
            </a:r>
          </a:p>
          <a:p xmlns:a="http://schemas.openxmlformats.org/drawingml/2006/main">
            <a:r>
              <a:t/>
            </a:r>
          </a:p>
          <a:p xmlns:a="http://schemas.openxmlformats.org/drawingml/2006/main">
            <a:r>
              <a:t>**Slide ID:**</a:t>
            </a:r>
          </a:p>
          <a:p xmlns:a="http://schemas.openxmlformats.org/drawingml/2006/main">
            <a:r>
              <a:t>S115</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S111에서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S102과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S111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S115와 production/preview/act5/S115.png를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60ab239abd547c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8a622de6c29472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d4756cd4183453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9ae7a64036d481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328ed072740412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1b67696538c43b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003E7CF-F346-4167-A5D9-ED0E807D1DE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765EF72-B219-4FBD-98A9-3DA97A940A6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9B013BE-12D1-4476-97E1-2AFD4EA0157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E47F827-1717-41C0-B742-DB317404A4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C75DDB8-D9E3-4027-BF32-915DE92C3BB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2F1CF5E-5225-44B0-A605-F2864739C5C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3C677BD-E824-48F5-9AE0-B0A692133A7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E82A7AA-C4C7-4F93-ACEB-545E918E012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664C640-4759-4514-AEED-DD4C5F1BB3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A48CAD9-7D8D-4CFE-BC07-96780C6B7A5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a512cfb3f2448bb" /><Relationship Type="http://schemas.openxmlformats.org/officeDocument/2006/relationships/slideLayout" Target="/ppt/slideLayouts/slideLayout1.xml" Id="R8a905db323a441c6" /><Relationship Type="http://schemas.openxmlformats.org/officeDocument/2006/relationships/slideLayout" Target="/ppt/slideLayouts/slideLayout2.xml" Id="R25a444c701c34c31" /><Relationship Type="http://schemas.openxmlformats.org/officeDocument/2006/relationships/slideLayout" Target="/ppt/slideLayouts/slideLayout3.xml" Id="R1fa281d6329a4c05" /><Relationship Type="http://schemas.openxmlformats.org/officeDocument/2006/relationships/slideLayout" Target="/ppt/slideLayouts/slideLayout4.xml" Id="Rd4e123d1868d4fc9" /><Relationship Type="http://schemas.openxmlformats.org/officeDocument/2006/relationships/slideLayout" Target="/ppt/slideLayouts/slideLayout5.xml" Id="Rd3694462f41b41cb" /><Relationship Type="http://schemas.openxmlformats.org/officeDocument/2006/relationships/slideLayout" Target="/ppt/slideLayouts/slideLayout6.xml" Id="R3df43f4d349c4cb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a905db323a441c6"/>
    <p:sldLayoutId xmlns:r="http://schemas.openxmlformats.org/officeDocument/2006/relationships" id="2147483650" r:id="R25a444c701c34c31"/>
    <p:sldLayoutId xmlns:r="http://schemas.openxmlformats.org/officeDocument/2006/relationships" id="2147483651" r:id="R1fa281d6329a4c05"/>
    <p:sldLayoutId xmlns:r="http://schemas.openxmlformats.org/officeDocument/2006/relationships" id="2147483652" r:id="Rd4e123d1868d4fc9"/>
    <p:sldLayoutId xmlns:r="http://schemas.openxmlformats.org/officeDocument/2006/relationships" id="2147483653" r:id="Rd3694462f41b41cb"/>
    <p:sldLayoutId xmlns:r="http://schemas.openxmlformats.org/officeDocument/2006/relationships" id="2147483654" r:id="R3df43f4d349c4cb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26cd7e9eb6348be" /><Relationship Type="http://schemas.openxmlformats.org/officeDocument/2006/relationships/notesSlide" Target="/ppt/notesSlides/notesSlide1.xml" Id="R03500a6e7219408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44736fc66094ece" /><Relationship Type="http://schemas.openxmlformats.org/officeDocument/2006/relationships/image" Target="/ppt/media/image.png" Id="R85244fc47ce84919" /><Relationship Type="http://schemas.openxmlformats.org/officeDocument/2006/relationships/notesSlide" Target="/ppt/notesSlides/notesSlide2.xml" Id="R719fb2c971614bf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14b370a4031403a" /><Relationship Type="http://schemas.openxmlformats.org/officeDocument/2006/relationships/notesSlide" Target="/ppt/notesSlides/notesSlide3.xml" Id="Rd8ea62ebd61c4dc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4517eac13de43b0" /><Relationship Type="http://schemas.openxmlformats.org/officeDocument/2006/relationships/notesSlide" Target="/ppt/notesSlides/notesSlide4.xml" Id="R7efe7cc327254ea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1569c9bf54241d3" /><Relationship Type="http://schemas.openxmlformats.org/officeDocument/2006/relationships/image" Target="/ppt/media/image2.png" Id="Ra7530001bbda4299" /><Relationship Type="http://schemas.openxmlformats.org/officeDocument/2006/relationships/notesSlide" Target="/ppt/notesSlides/notesSlide5.xml" Id="Rd8dd38082ab14b6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e7dca0200e44f19" /><Relationship Type="http://schemas.openxmlformats.org/officeDocument/2006/relationships/notesSlide" Target="/ppt/notesSlides/notesSlide6.xml" Id="Rbb1e7133e93c432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98b899013ce4197" /><Relationship Type="http://schemas.openxmlformats.org/officeDocument/2006/relationships/notesSlide" Target="/ppt/notesSlides/notesSlide7.xml" Id="R140d81a5f5044a5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8d03a293daf4582" /><Relationship Type="http://schemas.openxmlformats.org/officeDocument/2006/relationships/notesSlide" Target="/ppt/notesSlides/notesSlide8.xml" Id="R19e5e80717f4450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858630e944045fb" /><Relationship Type="http://schemas.openxmlformats.org/officeDocument/2006/relationships/notesSlide" Target="/ppt/notesSlides/notesSlide9.xml" Id="Rafbce0817228422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b334a9f11d34df8" /><Relationship Type="http://schemas.openxmlformats.org/officeDocument/2006/relationships/image" Target="/ppt/media/image3.png" Id="R6d5ead44808e43ff" /><Relationship Type="http://schemas.openxmlformats.org/officeDocument/2006/relationships/notesSlide" Target="/ppt/notesSlides/notesSlide10.xml" Id="R9fead491dbab472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936690d9e55477a" /><Relationship Type="http://schemas.openxmlformats.org/officeDocument/2006/relationships/image" Target="/ppt/media/image4.png" Id="R584d2bb2332146d1" /><Relationship Type="http://schemas.openxmlformats.org/officeDocument/2006/relationships/notesSlide" Target="/ppt/notesSlides/notesSlide11.xml" Id="Rf799627c427a424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0e47806d20b4aaa" /><Relationship Type="http://schemas.openxmlformats.org/officeDocument/2006/relationships/notesSlide" Target="/ppt/notesSlides/notesSlide12.xml" Id="R967286411548441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56f7a22c7694568" /><Relationship Type="http://schemas.openxmlformats.org/officeDocument/2006/relationships/image" Target="/ppt/media/image5.png" Id="R85ad6840022b40c3" /><Relationship Type="http://schemas.openxmlformats.org/officeDocument/2006/relationships/image" Target="/ppt/media/image6.png" Id="R7fc639775bca428c" /><Relationship Type="http://schemas.openxmlformats.org/officeDocument/2006/relationships/image" Target="/ppt/media/image7.png" Id="R7ffbc02ab15a4eef" /><Relationship Type="http://schemas.openxmlformats.org/officeDocument/2006/relationships/notesSlide" Target="/ppt/notesSlides/notesSlide13.xml" Id="Rd58af1b811b74d1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5fc99de642d4284" /><Relationship Type="http://schemas.openxmlformats.org/officeDocument/2006/relationships/notesSlide" Target="/ppt/notesSlides/notesSlide14.xml" Id="R2f79bcadadbc436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4d2c1c6377c430c" /><Relationship Type="http://schemas.openxmlformats.org/officeDocument/2006/relationships/notesSlide" Target="/ppt/notesSlides/notesSlide15.xml" Id="Raa5885dee1624ad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214cf909cda4a35" /><Relationship Type="http://schemas.openxmlformats.org/officeDocument/2006/relationships/image" Target="/ppt/media/image8.png" Id="Rb0e47fde177d46df" /><Relationship Type="http://schemas.openxmlformats.org/officeDocument/2006/relationships/image" Target="/ppt/media/image9.png" Id="R11731fd9239f49a4" /><Relationship Type="http://schemas.openxmlformats.org/officeDocument/2006/relationships/image" Target="/ppt/media/image10.png" Id="R43702c4ebff74edc" /><Relationship Type="http://schemas.openxmlformats.org/officeDocument/2006/relationships/notesSlide" Target="/ppt/notesSlides/notesSlide16.xml" Id="R56dcd04cef55423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7ed8089fa5440bd" /><Relationship Type="http://schemas.openxmlformats.org/officeDocument/2006/relationships/image" Target="/ppt/media/image11.png" Id="R651b30947529474e" /><Relationship Type="http://schemas.openxmlformats.org/officeDocument/2006/relationships/notesSlide" Target="/ppt/notesSlides/notesSlide17.xml" Id="R9a715f54b3a5472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17e99b419cba42d8" /><Relationship Type="http://schemas.openxmlformats.org/officeDocument/2006/relationships/image" Target="/ppt/media/image12.png" Id="Rbf3711032a734cbd" /><Relationship Type="http://schemas.openxmlformats.org/officeDocument/2006/relationships/notesSlide" Target="/ppt/notesSlides/notesSlide18.xml" Id="R4f49edeaa07547e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dbff58c3c344e48" /><Relationship Type="http://schemas.openxmlformats.org/officeDocument/2006/relationships/notesSlide" Target="/ppt/notesSlides/notesSlide19.xml" Id="R74fca084184c4e8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594d85b417814928" /><Relationship Type="http://schemas.openxmlformats.org/officeDocument/2006/relationships/notesSlide" Target="/ppt/notesSlides/notesSlide20.xml" Id="R3e7dd82a7376425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6928f4c2ce614553" /><Relationship Type="http://schemas.openxmlformats.org/officeDocument/2006/relationships/notesSlide" Target="/ppt/notesSlides/notesSlide21.xml" Id="Re9b6c507f33c48b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1b254dd207e4d8a" /><Relationship Type="http://schemas.openxmlformats.org/officeDocument/2006/relationships/notesSlide" Target="/ppt/notesSlides/notesSlide22.xml" Id="R93dfb0ebd9ef452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7e06f518883c446e" /><Relationship Type="http://schemas.openxmlformats.org/officeDocument/2006/relationships/notesSlide" Target="/ppt/notesSlides/notesSlide23.xml" Id="Rc215d5f934df470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87c8f778d94e4301" /><Relationship Type="http://schemas.openxmlformats.org/officeDocument/2006/relationships/notesSlide" Target="/ppt/notesSlides/notesSlide24.xml" Id="Rfc552b603b3a4a8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ecada42d20e46a8" /><Relationship Type="http://schemas.openxmlformats.org/officeDocument/2006/relationships/notesSlide" Target="/ppt/notesSlides/notesSlide25.xml" Id="R3f7be6fad42146e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3a6d0bc72eac47c8" /><Relationship Type="http://schemas.openxmlformats.org/officeDocument/2006/relationships/notesSlide" Target="/ppt/notesSlides/notesSlide26.xml" Id="Rd5438ae3bc28483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91824f0649c42b5" /><Relationship Type="http://schemas.openxmlformats.org/officeDocument/2006/relationships/notesSlide" Target="/ppt/notesSlides/notesSlide27.xml" Id="R5445a96e67eb4fd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0f48997bd226473d" /><Relationship Type="http://schemas.openxmlformats.org/officeDocument/2006/relationships/notesSlide" Target="/ppt/notesSlides/notesSlide28.xml" Id="R2972b051d60d4ec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63c7851c2d69455e" /><Relationship Type="http://schemas.openxmlformats.org/officeDocument/2006/relationships/notesSlide" Target="/ppt/notesSlides/notesSlide29.xml" Id="R39ad195818d34cf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4cdaa727feac4c13" /><Relationship Type="http://schemas.openxmlformats.org/officeDocument/2006/relationships/notesSlide" Target="/ppt/notesSlides/notesSlide30.xml" Id="Rfab2ab9b429e458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3be010870b934add" /><Relationship Type="http://schemas.openxmlformats.org/officeDocument/2006/relationships/notesSlide" Target="/ppt/notesSlides/notesSlide31.xml" Id="Re747add1163948a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839de9b4d0064459" /><Relationship Type="http://schemas.openxmlformats.org/officeDocument/2006/relationships/notesSlide" Target="/ppt/notesSlides/notesSlide32.xml" Id="R8872311942d1414e"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be9ec4d0715b4bf5" /><Relationship Type="http://schemas.openxmlformats.org/officeDocument/2006/relationships/notesSlide" Target="/ppt/notesSlides/notesSlide33.xml" Id="Ra03a02aa8168479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6ac83cafe9004c67" /><Relationship Type="http://schemas.openxmlformats.org/officeDocument/2006/relationships/notesSlide" Target="/ppt/notesSlides/notesSlide34.xml" Id="R59aafd3235d9429a"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66dcd394d2bc49c5" /><Relationship Type="http://schemas.openxmlformats.org/officeDocument/2006/relationships/notesSlide" Target="/ppt/notesSlides/notesSlide35.xml" Id="R45c4265300204381"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46ce55a9004b4864" /><Relationship Type="http://schemas.openxmlformats.org/officeDocument/2006/relationships/notesSlide" Target="/ppt/notesSlides/notesSlide36.xml" Id="R5ee4c171f13f492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c40c86d7a2374267" /><Relationship Type="http://schemas.openxmlformats.org/officeDocument/2006/relationships/notesSlide" Target="/ppt/notesSlides/notesSlide37.xml" Id="R37e3e029fc0d4ed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abefedf32df040f7" /><Relationship Type="http://schemas.openxmlformats.org/officeDocument/2006/relationships/notesSlide" Target="/ppt/notesSlides/notesSlide38.xml" Id="R8fafdb65bd3b4f3b"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a08454374aec4fa1" /><Relationship Type="http://schemas.openxmlformats.org/officeDocument/2006/relationships/notesSlide" Target="/ppt/notesSlides/notesSlide39.xml" Id="Rc3c706ca9b2943d8"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b312ebb1574f49a7" /><Relationship Type="http://schemas.openxmlformats.org/officeDocument/2006/relationships/notesSlide" Target="/ppt/notesSlides/notesSlide40.xml" Id="R84f123ca9a104ddc"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f5c0b41786214cc0" /><Relationship Type="http://schemas.openxmlformats.org/officeDocument/2006/relationships/image" Target="/ppt/media/image13.png" Id="Rb8bcfcfb4d1a4b48" /><Relationship Type="http://schemas.openxmlformats.org/officeDocument/2006/relationships/image" Target="/ppt/media/image14.png" Id="R5699511ce1be472a" /><Relationship Type="http://schemas.openxmlformats.org/officeDocument/2006/relationships/notesSlide" Target="/ppt/notesSlides/notesSlide41.xml" Id="R4d85140201c54377"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541b388b6b074101" /><Relationship Type="http://schemas.openxmlformats.org/officeDocument/2006/relationships/image" Target="/ppt/media/image15.png" Id="R394ba9808cd649db" /><Relationship Type="http://schemas.openxmlformats.org/officeDocument/2006/relationships/notesSlide" Target="/ppt/notesSlides/notesSlide42.xml" Id="Rda90a1034b0d4868"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515b36ad2f6943e6" /><Relationship Type="http://schemas.openxmlformats.org/officeDocument/2006/relationships/notesSlide" Target="/ppt/notesSlides/notesSlide43.xml" Id="Rf34f185073dd43e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c738e19646bd434b" /><Relationship Type="http://schemas.openxmlformats.org/officeDocument/2006/relationships/notesSlide" Target="/ppt/notesSlides/notesSlide44.xml" Id="R6396ffac30014dc6"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b654a091bdd0470d" /><Relationship Type="http://schemas.openxmlformats.org/officeDocument/2006/relationships/notesSlide" Target="/ppt/notesSlides/notesSlide45.xml" Id="Rf04681f1a6154728"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df8e947b9cbf42c7" /><Relationship Type="http://schemas.openxmlformats.org/officeDocument/2006/relationships/notesSlide" Target="/ppt/notesSlides/notesSlide46.xml" Id="Rf8f79153e6b3445f"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597e08231f1d4e8c" /><Relationship Type="http://schemas.openxmlformats.org/officeDocument/2006/relationships/notesSlide" Target="/ppt/notesSlides/notesSlide47.xml" Id="Rf3cde71accab4a74"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0d87d048fcc44363" /><Relationship Type="http://schemas.openxmlformats.org/officeDocument/2006/relationships/notesSlide" Target="/ppt/notesSlides/notesSlide48.xml" Id="Rfdc7c9bf531441ac"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af28dba7e27c40fe" /><Relationship Type="http://schemas.openxmlformats.org/officeDocument/2006/relationships/notesSlide" Target="/ppt/notesSlides/notesSlide49.xml" Id="R7ccdf770820c4535"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eec39d458e674a09" /><Relationship Type="http://schemas.openxmlformats.org/officeDocument/2006/relationships/notesSlide" Target="/ppt/notesSlides/notesSlide50.xml" Id="R419a4dd2690e4294"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dfda80205d824c6f" /><Relationship Type="http://schemas.openxmlformats.org/officeDocument/2006/relationships/notesSlide" Target="/ppt/notesSlides/notesSlide51.xml" Id="R51626a40efc342b2"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940e8848f4274d1b" /><Relationship Type="http://schemas.openxmlformats.org/officeDocument/2006/relationships/notesSlide" Target="/ppt/notesSlides/notesSlide52.xml" Id="R14e254fbfe32495a"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7460ac190aa047ca" /><Relationship Type="http://schemas.openxmlformats.org/officeDocument/2006/relationships/notesSlide" Target="/ppt/notesSlides/notesSlide53.xml" Id="R5769e243d16941af"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e8316e1f17464290" /><Relationship Type="http://schemas.openxmlformats.org/officeDocument/2006/relationships/notesSlide" Target="/ppt/notesSlides/notesSlide54.xml" Id="R180c69a2b39b4d9c"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ddb9be6d93234be9" /><Relationship Type="http://schemas.openxmlformats.org/officeDocument/2006/relationships/notesSlide" Target="/ppt/notesSlides/notesSlide55.xml" Id="Rbb260b3c8abe47be"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0df06b692381435d" /><Relationship Type="http://schemas.openxmlformats.org/officeDocument/2006/relationships/notesSlide" Target="/ppt/notesSlides/notesSlide56.xml" Id="R57723d8b77f44ac7"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21528f9fddd6409c" /><Relationship Type="http://schemas.openxmlformats.org/officeDocument/2006/relationships/image" Target="/ppt/media/image16.png" Id="Rf3a515b679f64baf" /><Relationship Type="http://schemas.openxmlformats.org/officeDocument/2006/relationships/image" Target="/ppt/media/image17.png" Id="R08160da2331344c1" /><Relationship Type="http://schemas.openxmlformats.org/officeDocument/2006/relationships/notesSlide" Target="/ppt/notesSlides/notesSlide57.xml" Id="R2169d9ecaeef4984"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d3ace791f5a34fb1" /><Relationship Type="http://schemas.openxmlformats.org/officeDocument/2006/relationships/notesSlide" Target="/ppt/notesSlides/notesSlide58.xml" Id="Re7eaee72957240d9"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9245ca6c97104626" /><Relationship Type="http://schemas.openxmlformats.org/officeDocument/2006/relationships/notesSlide" Target="/ppt/notesSlides/notesSlide59.xml" Id="Rc86fc45324374d56"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0170acfd8d0b46f4" /><Relationship Type="http://schemas.openxmlformats.org/officeDocument/2006/relationships/notesSlide" Target="/ppt/notesSlides/notesSlide60.xml" Id="Rf9c97882903c4c7b"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d9fb024f2740475e" /><Relationship Type="http://schemas.openxmlformats.org/officeDocument/2006/relationships/notesSlide" Target="/ppt/notesSlides/notesSlide61.xml" Id="R9934841012e4478c"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50f06b7c750e4ccb" /><Relationship Type="http://schemas.openxmlformats.org/officeDocument/2006/relationships/notesSlide" Target="/ppt/notesSlides/notesSlide62.xml" Id="R74f91869531d4797"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9917e8ca34d64dfd" /><Relationship Type="http://schemas.openxmlformats.org/officeDocument/2006/relationships/notesSlide" Target="/ppt/notesSlides/notesSlide63.xml" Id="R9916b5ba1f4b413c"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9066b0b171dc4540" /><Relationship Type="http://schemas.openxmlformats.org/officeDocument/2006/relationships/notesSlide" Target="/ppt/notesSlides/notesSlide64.xml" Id="R451a032934a74597"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37d65915f0a84f18" /><Relationship Type="http://schemas.openxmlformats.org/officeDocument/2006/relationships/notesSlide" Target="/ppt/notesSlides/notesSlide65.xml" Id="Re1b7d7271f9f4953"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bd942662ee324eee" /><Relationship Type="http://schemas.openxmlformats.org/officeDocument/2006/relationships/chart" Target="/ppt/slides/charts/chart1.xml" Id="R87b16094c4df45f7" /><Relationship Type="http://schemas.openxmlformats.org/officeDocument/2006/relationships/notesSlide" Target="/ppt/notesSlides/notesSlide66.xml" Id="Ra94c45c7e5e84790"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053c9b58ad174ade" /><Relationship Type="http://schemas.openxmlformats.org/officeDocument/2006/relationships/notesSlide" Target="/ppt/notesSlides/notesSlide67.xml" Id="Rdf6df9e77b8f4cb3"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bf034588f18249af" /><Relationship Type="http://schemas.openxmlformats.org/officeDocument/2006/relationships/notesSlide" Target="/ppt/notesSlides/notesSlide68.xml" Id="Rd0a7282f40fd4219"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f555fb672027466e" /><Relationship Type="http://schemas.openxmlformats.org/officeDocument/2006/relationships/notesSlide" Target="/ppt/notesSlides/notesSlide69.xml" Id="R06c1e98662724b23"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c44a0f893d854b53" /><Relationship Type="http://schemas.openxmlformats.org/officeDocument/2006/relationships/notesSlide" Target="/ppt/notesSlides/notesSlide70.xml" Id="Re8132d8c726d4d6f"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401b699ba753476b" /><Relationship Type="http://schemas.openxmlformats.org/officeDocument/2006/relationships/notesSlide" Target="/ppt/notesSlides/notesSlide71.xml" Id="Rf75caa721a7f4e67"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5329da936c194abf" /><Relationship Type="http://schemas.openxmlformats.org/officeDocument/2006/relationships/notesSlide" Target="/ppt/notesSlides/notesSlide72.xml" Id="R7c51ed51c4c34ebb"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099f3666144d4cba" /><Relationship Type="http://schemas.openxmlformats.org/officeDocument/2006/relationships/notesSlide" Target="/ppt/notesSlides/notesSlide73.xml" Id="Rd4008919047e4baa"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586b0619d2214b9c" /><Relationship Type="http://schemas.openxmlformats.org/officeDocument/2006/relationships/notesSlide" Target="/ppt/notesSlides/notesSlide74.xml" Id="R32d39fb69fe3460e"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dc7e43da9d9e44e6" /><Relationship Type="http://schemas.openxmlformats.org/officeDocument/2006/relationships/notesSlide" Target="/ppt/notesSlides/notesSlide75.xml" Id="Rf4797c78df5742df"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836653cb4e1549f8" /><Relationship Type="http://schemas.openxmlformats.org/officeDocument/2006/relationships/notesSlide" Target="/ppt/notesSlides/notesSlide76.xml" Id="Re562dfabc65b4b89"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c4ae4f0b6de44e5d" /><Relationship Type="http://schemas.openxmlformats.org/officeDocument/2006/relationships/notesSlide" Target="/ppt/notesSlides/notesSlide77.xml" Id="Rb9d4a76c241948dc"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5c97efd82c8744c3" /><Relationship Type="http://schemas.openxmlformats.org/officeDocument/2006/relationships/notesSlide" Target="/ppt/notesSlides/notesSlide78.xml" Id="Ra911174020754ce3"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bb534f36f6834336" /><Relationship Type="http://schemas.openxmlformats.org/officeDocument/2006/relationships/notesSlide" Target="/ppt/notesSlides/notesSlide79.xml" Id="R98db2d3bdc2c4adb"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b74827c332c74049" /><Relationship Type="http://schemas.openxmlformats.org/officeDocument/2006/relationships/notesSlide" Target="/ppt/notesSlides/notesSlide80.xml" Id="Rb4a14eeef4264339"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523bf94176e04af0" /><Relationship Type="http://schemas.openxmlformats.org/officeDocument/2006/relationships/notesSlide" Target="/ppt/notesSlides/notesSlide81.xml" Id="R6554ec2e34c045ca"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fba5caff66b14ed0" /><Relationship Type="http://schemas.openxmlformats.org/officeDocument/2006/relationships/notesSlide" Target="/ppt/notesSlides/notesSlide82.xml" Id="R112f35a2f9d947f2"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88c7962d8adc471c" /><Relationship Type="http://schemas.openxmlformats.org/officeDocument/2006/relationships/notesSlide" Target="/ppt/notesSlides/notesSlide83.xml" Id="Rc814b849b3514dba"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37b50b7d04494c85" /><Relationship Type="http://schemas.openxmlformats.org/officeDocument/2006/relationships/notesSlide" Target="/ppt/notesSlides/notesSlide84.xml" Id="Ra7bb7fa7b14a4958"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c8044168e63c4978" /><Relationship Type="http://schemas.openxmlformats.org/officeDocument/2006/relationships/notesSlide" Target="/ppt/notesSlides/notesSlide85.xml" Id="R3e3c0754cb394c4b"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657758fce59b4742" /><Relationship Type="http://schemas.openxmlformats.org/officeDocument/2006/relationships/notesSlide" Target="/ppt/notesSlides/notesSlide86.xml" Id="R06d399e8850b4e49"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491c44b0ca074ea2" /><Relationship Type="http://schemas.openxmlformats.org/officeDocument/2006/relationships/notesSlide" Target="/ppt/notesSlides/notesSlide87.xml" Id="R26958785424249d2"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1ebfba58289a407a" /><Relationship Type="http://schemas.openxmlformats.org/officeDocument/2006/relationships/notesSlide" Target="/ppt/notesSlides/notesSlide88.xml" Id="Rd218a4a376b24877"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04dc927c046d43b5" /><Relationship Type="http://schemas.openxmlformats.org/officeDocument/2006/relationships/notesSlide" Target="/ppt/notesSlides/notesSlide89.xml" Id="R74c26cb1c23441a7"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d6183b6bee7a42cb" /><Relationship Type="http://schemas.openxmlformats.org/officeDocument/2006/relationships/notesSlide" Target="/ppt/notesSlides/notesSlide90.xml" Id="Rdcdd9a61c59547a3"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8c2ade66bac94a51" /><Relationship Type="http://schemas.openxmlformats.org/officeDocument/2006/relationships/notesSlide" Target="/ppt/notesSlides/notesSlide91.xml" Id="R24d39bd21fca46e8"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4a8719c27e4342ff" /><Relationship Type="http://schemas.openxmlformats.org/officeDocument/2006/relationships/notesSlide" Target="/ppt/notesSlides/notesSlide92.xml" Id="R8caf1cef54ca476e"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f7a62e11f412428f" /><Relationship Type="http://schemas.openxmlformats.org/officeDocument/2006/relationships/notesSlide" Target="/ppt/notesSlides/notesSlide93.xml" Id="Rb6d7e4998ec74bc6" /></Relationships>
</file>

<file path=ppt/slides/_rels/slide94.xml.rels>&#65279;<?xml version="1.0" encoding="utf-8"?><Relationships xmlns="http://schemas.openxmlformats.org/package/2006/relationships"><Relationship Type="http://schemas.openxmlformats.org/officeDocument/2006/relationships/slideLayout" Target="/ppt/slideLayouts/slideLayout6.xml" Id="R49a378f21ae54428" /><Relationship Type="http://schemas.openxmlformats.org/officeDocument/2006/relationships/notesSlide" Target="/ppt/notesSlides/notesSlide94.xml" Id="Re57385570d6b4315" /></Relationships>
</file>

<file path=ppt/slides/_rels/slide95.xml.rels>&#65279;<?xml version="1.0" encoding="utf-8"?><Relationships xmlns="http://schemas.openxmlformats.org/package/2006/relationships"><Relationship Type="http://schemas.openxmlformats.org/officeDocument/2006/relationships/slideLayout" Target="/ppt/slideLayouts/slideLayout6.xml" Id="R4c70bfaafe2c4059" /><Relationship Type="http://schemas.openxmlformats.org/officeDocument/2006/relationships/notesSlide" Target="/ppt/notesSlides/notesSlide95.xml" Id="Rbe9d0dddd6a84cf3" /></Relationships>
</file>

<file path=ppt/slides/_rels/slide96.xml.rels>&#65279;<?xml version="1.0" encoding="utf-8"?><Relationships xmlns="http://schemas.openxmlformats.org/package/2006/relationships"><Relationship Type="http://schemas.openxmlformats.org/officeDocument/2006/relationships/slideLayout" Target="/ppt/slideLayouts/slideLayout6.xml" Id="Rf507f55718a44716" /><Relationship Type="http://schemas.openxmlformats.org/officeDocument/2006/relationships/notesSlide" Target="/ppt/notesSlides/notesSlide96.xml" Id="R9c94a48cf28648e6" /></Relationships>
</file>

<file path=ppt/slides/_rels/slide97.xml.rels>&#65279;<?xml version="1.0" encoding="utf-8"?><Relationships xmlns="http://schemas.openxmlformats.org/package/2006/relationships"><Relationship Type="http://schemas.openxmlformats.org/officeDocument/2006/relationships/slideLayout" Target="/ppt/slideLayouts/slideLayout6.xml" Id="R4ff97533bd144ac1" /><Relationship Type="http://schemas.openxmlformats.org/officeDocument/2006/relationships/notesSlide" Target="/ppt/notesSlides/notesSlide97.xml" Id="R09fba946147c4cc2" /></Relationships>
</file>

<file path=ppt/slides/_rels/slide98.xml.rels>&#65279;<?xml version="1.0" encoding="utf-8"?><Relationships xmlns="http://schemas.openxmlformats.org/package/2006/relationships"><Relationship Type="http://schemas.openxmlformats.org/officeDocument/2006/relationships/slideLayout" Target="/ppt/slideLayouts/slideLayout6.xml" Id="R83a90d5a7088472c" /><Relationship Type="http://schemas.openxmlformats.org/officeDocument/2006/relationships/notesSlide" Target="/ppt/notesSlides/notesSlide98.xml" Id="R060579aa2c524358" /></Relationships>
</file>

<file path=ppt/slides/_rels/slide99.xml.rels>&#65279;<?xml version="1.0" encoding="utf-8"?><Relationships xmlns="http://schemas.openxmlformats.org/package/2006/relationships"><Relationship Type="http://schemas.openxmlformats.org/officeDocument/2006/relationships/slideLayout" Target="/ppt/slideLayouts/slideLayout6.xml" Id="Rc1ab5574743f4393" /><Relationship Type="http://schemas.openxmlformats.org/officeDocument/2006/relationships/notesSlide" Target="/ppt/notesSlides/notesSlide99.xml" Id="Rfc21099ed1684f6e"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6.xml" Id="Rb7053c2dbbf64ed4" /><Relationship Type="http://schemas.openxmlformats.org/officeDocument/2006/relationships/image" Target="/ppt/media/image18.png" Id="R903fd2f2bcbf4613" /><Relationship Type="http://schemas.openxmlformats.org/officeDocument/2006/relationships/notesSlide" Target="/ppt/notesSlides/notesSlide100.xml" Id="R054eea1911234948"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6.xml" Id="R8828b95f2f0e4c4f" /><Relationship Type="http://schemas.openxmlformats.org/officeDocument/2006/relationships/notesSlide" Target="/ppt/notesSlides/notesSlide101.xml" Id="Rc63f381ab65e46ef"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6.xml" Id="Rad8acef5a3e74d03" /><Relationship Type="http://schemas.openxmlformats.org/officeDocument/2006/relationships/notesSlide" Target="/ppt/notesSlides/notesSlide102.xml" Id="R88c4795c9f904c06"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6.xml" Id="R64d18e896748442e" /><Relationship Type="http://schemas.openxmlformats.org/officeDocument/2006/relationships/notesSlide" Target="/ppt/notesSlides/notesSlide103.xml" Id="R8c72395cbb5d4e21"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6.xml" Id="R94dda27729244bff" /><Relationship Type="http://schemas.openxmlformats.org/officeDocument/2006/relationships/notesSlide" Target="/ppt/notesSlides/notesSlide104.xml" Id="Rd1757a94135d40ff"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6.xml" Id="R6938ecdf32cf400c" /><Relationship Type="http://schemas.openxmlformats.org/officeDocument/2006/relationships/notesSlide" Target="/ppt/notesSlides/notesSlide105.xml" Id="Rfcff933180904751"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6.xml" Id="R3e752092a0ac45d1" /><Relationship Type="http://schemas.openxmlformats.org/officeDocument/2006/relationships/notesSlide" Target="/ppt/notesSlides/notesSlide106.xml" Id="R911b842a2bdb49ab"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6.xml" Id="Rba7f1260ded64c5e" /><Relationship Type="http://schemas.openxmlformats.org/officeDocument/2006/relationships/notesSlide" Target="/ppt/notesSlides/notesSlide107.xml" Id="R5334e2d8c6824446"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6.xml" Id="Rab3d9740189f4c10" /><Relationship Type="http://schemas.openxmlformats.org/officeDocument/2006/relationships/notesSlide" Target="/ppt/notesSlides/notesSlide108.xml" Id="R53e40dcb3c294bc0"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6.xml" Id="Rde8c569cf97447d5" /><Relationship Type="http://schemas.openxmlformats.org/officeDocument/2006/relationships/notesSlide" Target="/ppt/notesSlides/notesSlide109.xml" Id="R30553dbe4aae450d"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6.xml" Id="Rbcc829820f254581" /><Relationship Type="http://schemas.openxmlformats.org/officeDocument/2006/relationships/notesSlide" Target="/ppt/notesSlides/notesSlide110.xml" Id="Rad5fea45ac9442f6"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6.xml" Id="Red30704c7d23498f" /><Relationship Type="http://schemas.openxmlformats.org/officeDocument/2006/relationships/notesSlide" Target="/ppt/notesSlides/notesSlide111.xml" Id="R586e5312388b4058"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6.xml" Id="R83bc17d9eb474b24" /><Relationship Type="http://schemas.openxmlformats.org/officeDocument/2006/relationships/notesSlide" Target="/ppt/notesSlides/notesSlide112.xml" Id="R5a093810e1fe4e38" /></Relationships>
</file>

<file path=ppt/slides/_rels/slide113.xml.rels>&#65279;<?xml version="1.0" encoding="utf-8"?><Relationships xmlns="http://schemas.openxmlformats.org/package/2006/relationships"><Relationship Type="http://schemas.openxmlformats.org/officeDocument/2006/relationships/slideLayout" Target="/ppt/slideLayouts/slideLayout6.xml" Id="R7dae84db00544cb2" /><Relationship Type="http://schemas.openxmlformats.org/officeDocument/2006/relationships/notesSlide" Target="/ppt/notesSlides/notesSlide113.xml" Id="R1ff5aad39dcd441b" /></Relationships>
</file>

<file path=ppt/slides/_rels/slide114.xml.rels>&#65279;<?xml version="1.0" encoding="utf-8"?><Relationships xmlns="http://schemas.openxmlformats.org/package/2006/relationships"><Relationship Type="http://schemas.openxmlformats.org/officeDocument/2006/relationships/slideLayout" Target="/ppt/slideLayouts/slideLayout6.xml" Id="R89c1283cbd1f4f73" /><Relationship Type="http://schemas.openxmlformats.org/officeDocument/2006/relationships/notesSlide" Target="/ppt/notesSlides/notesSlide114.xml" Id="R793af889b58e4a29" /></Relationships>
</file>

<file path=ppt/slides/_rels/slide115.xml.rels>&#65279;<?xml version="1.0" encoding="utf-8"?><Relationships xmlns="http://schemas.openxmlformats.org/package/2006/relationships"><Relationship Type="http://schemas.openxmlformats.org/officeDocument/2006/relationships/slideLayout" Target="/ppt/slideLayouts/slideLayout6.xml" Id="R8719285daf8f4c0a" /><Relationship Type="http://schemas.openxmlformats.org/officeDocument/2006/relationships/notesSlide" Target="/ppt/notesSlides/notesSlide115.xml" Id="R3e2fc2741dea4c2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7122BB1A-FA23-4685-8F1A-4FD8AED1D21A}"/>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48DE1EC4-438E-4FBE-8EE3-D7674456E9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897E76A3-A156-49D0-89E2-4BEA9BB7B4B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를 Repository로&#10;데려가기">
            <a:extLst xmlns:a="http://schemas.openxmlformats.org/drawingml/2006/main">
              <a:ext uri="{FF2B5EF4-FFF2-40B4-BE49-F238E27FC236}">
                <a16:creationId xmlns:a16="http://schemas.microsoft.com/office/drawing/2014/main" id="{8214AFA9-7AC3-4A66-8A49-2F6BE1CF0BCC}"/>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AI를 Repository로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데려가기</a:t>
            </a:r>
          </a:p>
        </p:txBody>
      </p:sp>
      <p:sp>
        <p:nvSpPr>
          <p:cNvPr id="5" name="Chatbot → Repository Agent">
            <a:extLst xmlns:a="http://schemas.openxmlformats.org/drawingml/2006/main">
              <a:ext uri="{FF2B5EF4-FFF2-40B4-BE49-F238E27FC236}">
                <a16:creationId xmlns:a16="http://schemas.microsoft.com/office/drawing/2014/main" id="{ADE59A5F-21ED-4F0D-90E4-AD5EF725766F}"/>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Repository Agent</a:t>
            </a:r>
          </a:p>
        </p:txBody>
      </p:sp>
      <p:sp>
        <p:nvSpPr>
          <p:cNvPr id="6" name="ChatGPT &amp; Codex · 개발자 교육">
            <a:extLst xmlns:a="http://schemas.openxmlformats.org/drawingml/2006/main">
              <a:ext uri="{FF2B5EF4-FFF2-40B4-BE49-F238E27FC236}">
                <a16:creationId xmlns:a16="http://schemas.microsoft.com/office/drawing/2014/main" id="{DF7DA10E-1F18-4394-9BFA-8EE9FF758E6D}"/>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8C2D8010-C09E-4667-8B36-C088BAC94F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2111070199"/>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E14A7C2E-B0CA-45C4-968D-0FA430594E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2385EE83-D01D-4346-A007-4A57C0B097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7E60C4D6-3999-4788-B717-9EB16ED06E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D64F45C-F6F9-49F3-A80B-12495CC1BD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02F60AE9-9841-489B-9DEF-5C50FC0400E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1A6244F0-8006-4906-93E5-17B32F60F1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B7C0B4B2-35B9-449D-A0F7-172E00B8A6D2}"/>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E17EE36C-3F86-43A1-A17A-B1B5B54F777F}"/>
              </a:ext>
            </a:extLst>
          </p:cNvPr>
          <p:cNvPicPr>
            <a:picLocks xmlns:a="http://schemas.openxmlformats.org/drawingml/2006/main" noChangeAspect="1"/>
          </p:cNvPicPr>
          <p:nvPr/>
        </p:nvPicPr>
        <p:blipFill>
          <a:blip xmlns:r="http://schemas.openxmlformats.org/officeDocument/2006/relationships" xmlns:a="http://schemas.openxmlformats.org/drawingml/2006/main" r:embed="R85244fc47ce84919"/>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08CDD49D-BCCE-4B89-A1D1-CA9DD165347E}"/>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FD6F1126-07A1-47F8-BCE8-AEE15C2C021E}"/>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363CA972-3A11-4893-B727-4266E2F9D06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92FE18D1-2EF1-418E-8C80-6F08B2FC3F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3249822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B7C2A87A-A3AB-4E53-9CA3-57E3BDB606A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A02E8A72-BD32-4CEF-AFD2-FB53302F1F3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D251768F-3E23-4634-AFEC-6C0A23C0B5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1065BC80-90E4-45C4-9E6D-1FA040BEFC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4E6EE7D4-336D-4010-9E1F-717CF4D3AB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606B0A47-95D6-4F6F-AA22-A78F6C9A5F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85F0B5D3-CAF1-49CC-A275-F0C57F8D05FE}"/>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2AC3D293-A353-48A1-9E06-31BC6AC6BD3F}"/>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514945D1-705A-4CF1-AE17-547466FF4A3D}"/>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21B1578-8034-487A-98B1-0E591F1F87CA}"/>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6573ED1-E436-4CC6-91A4-528A9145647C}"/>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C6057454-7E65-4910-BCDC-FDE424E0714F}"/>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DCB7BE36-EAE6-49F6-8CDC-56D96A50FEF5}"/>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527FAA16-95AB-45C1-9371-86B53DB49E79}"/>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10A59A37-2B25-40DE-A649-4AFDADAE4365}"/>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B8E47CA8-8F0F-4750-95E8-F85786D28933}"/>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FE70BAE3-8613-4520-816E-651E2D929A6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4550B36-3894-47A0-AFAE-ACB5B5AF18DE}"/>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77AEFF5E-F06B-4354-8CF8-5DE0B7D7A694}"/>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B2D3C266-7FB0-4AA2-BD53-7C124216CDE2}"/>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386AF56-4A93-49D4-8648-A1023B89D3AB}"/>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F3228972-599C-4069-9BE6-59B536C8AAFD}"/>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FF3A0ECC-395A-439F-9AAE-7DF5BC5A4129}"/>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62BF6728-A26F-4CFE-B130-178F76D5CEAC}"/>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A6B6BE90-C369-49AE-9C4D-CC43348DD200}"/>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D6E99931-340E-4E91-B3EB-A3817926B0FC}"/>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0D2C448C-BB73-4A38-B6C2-0AC3C871CA48}"/>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D232C481-CAAB-4DE0-9F32-DB54C8A15B7F}"/>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7D4FFA7B-7DF5-4C8D-9328-9EE81A4C425F}"/>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7ECF6B6-6DDE-431B-8E4B-31AD6048E67E}"/>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D0B95EE9-8502-4AB2-9162-C4CF1F2E1586}"/>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70894F6E-0B61-47D1-BB62-7FB113E4CA30}"/>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80E8EDE8-5B50-47ED-BE57-8ED6B1441420}"/>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7A47BA06-0EEC-42C1-89CC-200FBEE34BC5}"/>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0E38EFD1-2800-420D-B4C9-DA93E82B1BA9}"/>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74783EB-A815-416D-BDD2-5481E5274D35}"/>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F28ADB22-A6E3-4A81-8CA5-93EBADDD9D97}"/>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AEFB5DF1-903C-4EAB-8CAB-E229ACF696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25921640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D0322D7-C1C4-4B72-958F-7F6D7C141D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F887D697-847F-406D-99C4-30626CC4C7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질문이 커지면 Context를 모으는 일이 생긴다">
            <a:extLst xmlns:a="http://schemas.openxmlformats.org/drawingml/2006/main">
              <a:ext uri="{FF2B5EF4-FFF2-40B4-BE49-F238E27FC236}">
                <a16:creationId xmlns:a16="http://schemas.microsoft.com/office/drawing/2014/main" id="{8A4E41A9-3001-43D8-B5E0-404982FE02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C8422FB2-ED9F-4B55-9AF1-9EAF4F8EA7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81DBD48A-4A24-4B8F-AAB9-3A74EA3368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92414116-1CA7-4104-A9E7-B5F8CFAEC9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593848E0-051C-4ACD-A059-8566A5B1655E}"/>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F4C2AEB6-3D41-4B9E-92BB-98463E85F7EB}"/>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6ECA20BB-A8DA-447A-91C4-33FECB47F88A}"/>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64D068D1-DAF1-4F3A-A617-AB098C65DE00}"/>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3DA4E6E6-6F5B-4AEA-8E49-F8FCEE02A489}"/>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0D9A4B7C-2C00-4266-B4E7-2A4961B28B03}"/>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47802388-0E97-49E0-AE9D-DBC828855CBB}"/>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86D64AF2-326B-4BF8-824B-5E542DCDBEE2}"/>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592B340B-6F3A-4022-B717-70CAF57F9F7F}"/>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25F80AC7-87B1-4D53-8B99-8C069E608005}"/>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D6742B19-A9CD-4CF2-93B4-4744D3B83BCB}"/>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3B5D34F2-8258-43F8-B2CE-394A1FE337A7}"/>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6089FDBC-0E2D-4D5B-8BBB-BFA65A589886}"/>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0FFD7D2A-ED4B-47EF-B7C3-A679754D7714}"/>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E0E35AD1-D95A-4201-BA70-8B196582D981}"/>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25C4F624-FFDA-4850-8AF4-6B4C14E8FA46}"/>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DDF86889-EBE3-40DC-8B28-7D513638CDCA}"/>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84726317-9753-4B23-BFC8-B43E72FF5F33}"/>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91FB9AA3-3E6E-4386-AA5C-04FD055DB8F2}"/>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6430D51D-C498-4941-BA19-0FA899B5B7DD}"/>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8528D007-9B16-4C9A-9306-270E19A0CF66}"/>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E29D38C4-B2C3-4FF8-AA34-3E855CDFC310}"/>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BEAFD9FF-EA90-408A-B983-B69B3243ECFF}"/>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92BDBD82-8403-44FA-BD07-B02E91113F91}"/>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DE57EA1E-8B7F-4390-AFB3-924A0FAD040D}"/>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22D25307-9EFD-4AC4-B80B-A904855B8C74}"/>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7542ED05-5F76-40D4-906F-E376129DD3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193765986"/>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CC5D8966-0021-4D50-BEC7-E2E76265C3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5">
            <a:extLst xmlns:a="http://schemas.openxmlformats.org/drawingml/2006/main">
              <a:ext uri="{FF2B5EF4-FFF2-40B4-BE49-F238E27FC236}">
                <a16:creationId xmlns:a16="http://schemas.microsoft.com/office/drawing/2014/main" id="{33204EE2-8EBC-49B7-BCEA-E248B3CEA5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파일명을 주지 않으면 Agent는 어디부터 볼까?">
            <a:extLst xmlns:a="http://schemas.openxmlformats.org/drawingml/2006/main">
              <a:ext uri="{FF2B5EF4-FFF2-40B4-BE49-F238E27FC236}">
                <a16:creationId xmlns:a16="http://schemas.microsoft.com/office/drawing/2014/main" id="{58CBDD44-D67B-4957-9016-17AE7F650B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84B310A-7CFC-4FEB-87F1-C36DF4AF727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06521B3D-633B-4C90-9046-3F85454A90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29EB5C75-5FE6-4248-BAE4-EC9862A549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1B179687-5CA3-47E5-A801-98E0C87941A1}"/>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560955CC-87FA-462A-8106-3A8FED57997E}"/>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2B4C4CD0-9B1F-448D-A0CE-C7E703206420}"/>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61865653-601A-4224-ADCC-3E28C00B4793}"/>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600BEB98-3D2D-4B89-BC1D-92456064EF51}"/>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EAA1B982-CF73-4AC4-A4F6-4282EA5D2513}"/>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5F908E7B-B823-418E-851F-1C9CD1E2C0A7}"/>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4A6C0BCE-74F0-4152-92EA-D52A079B6C97}"/>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99319386-D4A8-479A-B291-3A825277CC01}"/>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D71A88E-36A4-4244-96C3-D59063993536}"/>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23C97C3B-79C4-4A2B-BB75-A85653C8402E}"/>
              </a:ext>
            </a:extLst>
          </p:cNvPr>
          <p:cNvPicPr>
            <a:picLocks xmlns:a="http://schemas.openxmlformats.org/drawingml/2006/main" noChangeAspect="1"/>
          </p:cNvPicPr>
          <p:nvPr/>
        </p:nvPicPr>
        <p:blipFill>
          <a:blip xmlns:r="http://schemas.openxmlformats.org/officeDocument/2006/relationships" xmlns:a="http://schemas.openxmlformats.org/drawingml/2006/main" r:embed="Ra7530001bbda4299"/>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A9957E60-C082-4CE3-969F-D2188E6B0638}"/>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83CFA814-9436-40C0-BC93-CBD32AAABB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55634482"/>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22E4B439-9973-4682-A9FE-3B9752DBF5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019187F9-D063-41D7-AF3F-4DAB168D2A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Crop은 기대한 폭보다 한 열을 더 포함했다">
            <a:extLst xmlns:a="http://schemas.openxmlformats.org/drawingml/2006/main">
              <a:ext uri="{FF2B5EF4-FFF2-40B4-BE49-F238E27FC236}">
                <a16:creationId xmlns:a16="http://schemas.microsoft.com/office/drawing/2014/main" id="{53A24678-A1FB-4E99-B74A-74C1F44BE47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EC84889E-EBA1-494D-A1BB-7834160A84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9FD85AF8-3E78-47B4-ADC8-4319160629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5F66271F-A5DA-4E69-8BDB-E9EF1B296B1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5A36DF4B-5948-476E-BD0D-7DBF64BE56D5}"/>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117FF49A-306F-406F-A182-01EACA4001F9}"/>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BEC276A3-4B73-41A8-ABAB-016FFF9A477C}"/>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00C12AF3-E224-42D6-B9AF-35AED4C27308}"/>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8A8E1CCE-F599-4A39-AD18-4880D2C000F9}"/>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0FC2281D-376A-49B2-8E0F-42C2931DB0E5}"/>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82F44450-E7CF-460E-84BD-18E83D5A1641}"/>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3192E1CB-0B4B-49AA-97DC-95C21002981E}"/>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45CC8236-0888-42C8-90B7-559793903871}"/>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7A1FA8B0-CCD9-4E12-B46E-54D6C9699CE6}"/>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AC62D3DA-000A-4BE1-821E-1FAA942CF386}"/>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DDF660B8-3951-484F-9CF7-EE31BA3F604B}"/>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59C0A066-3BA7-4D59-8039-01687FE8ABA5}"/>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087C8821-FEF4-4AE9-9968-F6182AB78A6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F030D69C-5EF9-48CD-AC34-70761D82772E}"/>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213DFF1E-9335-478F-9C10-24BE776C7D5A}"/>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1181B605-0B4A-4381-B4C4-CE5E7A9B23F4}"/>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34EBCB94-0A3F-4B28-A939-BF9C1846B621}"/>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C4FA90C6-5FD4-4A5B-A7D1-D56AE7990B9E}"/>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8CB3584F-F659-4244-B4B6-C1B563192BC7}"/>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49C43AB2-CDCE-4140-9943-CED49B0FAE25}"/>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AFF85825-2CAD-4587-AE3A-CE404D4BE59D}"/>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6CCEB55-FEDC-4D0E-A5E9-4D1243382F99}"/>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FCB0DC4B-B69E-4ABC-839B-73E4ABD5AE20}"/>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DD547EA9-D9C2-422B-8318-B9ED15CEC9C1}"/>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9DE644B3-8E59-4F22-BC53-F878E07188A8}"/>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CA74DAE-E615-4A6A-A5E5-6134E8261C98}"/>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073CA1B6-747D-447E-BC4D-FB7C13A3A5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48858372"/>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4C376D8D-B646-45B2-81E1-04A74F4CBC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0B2C634A-F230-47E3-88BE-D29ABEF8ED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테스트·명세·구현을 연결해 원인을 설명했다">
            <a:extLst xmlns:a="http://schemas.openxmlformats.org/drawingml/2006/main">
              <a:ext uri="{FF2B5EF4-FFF2-40B4-BE49-F238E27FC236}">
                <a16:creationId xmlns:a16="http://schemas.microsoft.com/office/drawing/2014/main" id="{C930A1BF-181C-4E82-9F06-2EDA47CDC2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A40446D2-1A4F-4325-82F8-42B288BDDC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BF2BE631-CEF2-4CCD-A7E7-15E746C76D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9639CF8E-E8B6-4C95-B3CE-95BD8DE4BF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EFA6B7BC-FFE7-4FD8-AFCA-A8B2C3E2E0B0}"/>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AF55C535-8936-45D7-82D7-975191B70935}"/>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482E7F6D-AF7E-4FC2-BBEC-5FE4C9F2BEA1}"/>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99ACB255-8A89-437A-9AA6-DA4AA896AC9A}"/>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ADA8D9F0-B37F-4CBE-8B7F-43643BBC556C}"/>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DBCD56C8-47AC-4160-98AC-7A986198E5A4}"/>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4C01B3CA-55D7-4659-A9FE-CBE00CE8E280}"/>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E122A018-17E8-42B6-89AA-EFDE4EC724E6}"/>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7509E373-B961-4370-B383-9614BD97A9F8}"/>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00F46D1A-1808-4DB4-AD74-FF29C9875E3B}"/>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5A3EBF3F-90B5-41E9-9E50-F6CF9C8F1905}"/>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4BDB8FBB-B157-43EA-AA6F-77C5AB935C07}"/>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695743F9-861C-45AD-A04E-B4AB0AD01AEC}"/>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BD5D856B-2161-4B7B-AD81-124220BC8BE6}"/>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B8FE5B87-A0B5-494E-974B-C25200196D2E}"/>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BCE8924B-A680-42DB-B56A-3D69674D8E9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1703689"/>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5D10A899-7273-4E5D-997D-E91069FD66B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45E7DC00-B4D0-4FAE-A221-66940E1892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C62B76F8-505B-4CBE-91D0-C1AE8109BA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F8CB96AC-0DD6-4BEF-896E-D2C5B10C9F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C8A6CD19-A52C-4E56-B745-2B28CAD14D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7E414476-0DD9-4991-B157-EA6CB6B424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5039B176-53FA-47A4-8463-FD5BE1646DC0}"/>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488C0FC9-3A77-43A9-8764-3104F11FE4D6}"/>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B6C1DD63-A29F-40F4-B428-C085AF9AD134}"/>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F97355A1-B704-44FE-823E-9618196C039D}"/>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80579097-B20D-4FCA-AECE-57D5E704921A}"/>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185EA71-8552-4B7E-8A1D-66F24FB7F4FF}"/>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6BDDF5A0-9EFC-4198-B6DE-610057E2796E}"/>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998FB0D5-981C-4DDE-8825-3A7218EE476A}"/>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F7A20E16-13B4-48B1-BE6B-6DDB9EED6840}"/>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E1284791-6D5E-412A-9A07-FCDFEDB2168E}"/>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12F90B6B-C12F-40C9-9C16-E58847EAEC26}"/>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7BA4B3F2-89AD-49A3-AD07-A8E31E5608CB}"/>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39B76A7A-9A0B-4A79-84D9-483B48124A22}"/>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C99BBFDF-6E9E-4BB4-96B7-D2A1FBBCD5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5111397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4EB02267-C628-48E5-A430-B5487D0F30F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DCD87708-325D-48B8-9D0F-E18014FDFC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484F2678-8379-4ADB-8B8B-34D998C9903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B826D7B2-B041-4D12-B9B0-7042048B9E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B4FE4C15-97FB-4D3F-A19B-5FDC6BF786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465505B7-7B24-4A24-B0C8-D4FC04844D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EF02706D-6104-456E-A834-CF2D8920F09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7524A177-5137-4B9E-9660-DFE84CA02A90}"/>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D136F30E-5AC2-4676-ADAB-98540A202DD5}"/>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87702678-1033-42A5-A853-67962B1E9D42}"/>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2496A132-3966-41F8-8DE0-03CE440BA655}"/>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3C94AB64-4A36-41B4-9BCA-B3CAB66284FB}"/>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EDBF0D51-3F7E-490D-9375-EA6B45E63C7A}"/>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15877E9C-6918-4275-BE5F-8EA5A5A0C279}"/>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F857F85E-D848-4023-BFC0-2A85B6BD4C35}"/>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B034185A-99FE-4D74-B00D-F8C8B84FDE79}"/>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C85229AB-2E4A-430C-B190-CFAF4D0A6E34}"/>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09432F91-9576-4F4B-9D1E-20131DA3D798}"/>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2B789646-D72D-47EB-8F17-75A53DA1666A}"/>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2C3CBE38-3C2C-4731-966B-F7DB9F734A5F}"/>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332A7309-54C0-46BC-9944-CFE69BC488C8}"/>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386846C3-0912-4B46-A1F3-A83FC21D1151}"/>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EA8F375B-2372-4B36-95D3-6B7A7FC1B2BC}"/>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633C4253-0D6C-4B5E-A49E-6D65F62FDA4B}"/>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F117AEF4-4044-48EB-862E-DCA64FEA43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45254511"/>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ED8663EE-F653-490E-8BF1-5EAA52CC36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7ADF60DC-2C3B-4694-9F26-66674039A3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Chatbot에 이 자료를 직접 전달한다면?">
            <a:extLst xmlns:a="http://schemas.openxmlformats.org/drawingml/2006/main">
              <a:ext uri="{FF2B5EF4-FFF2-40B4-BE49-F238E27FC236}">
                <a16:creationId xmlns:a16="http://schemas.microsoft.com/office/drawing/2014/main" id="{57770726-08DF-4F6C-B0F4-FF46F5BEC35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669F970-AEAA-4E54-94A4-C42F61497E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44382895-08F9-48B8-A47A-20D1D1EF31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00EBB23F-72C5-4ED3-BEB4-F97662BA82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D25CD1A2-4C4C-4E6E-B23E-8026616F6553}"/>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8145F4B5-CBD8-47D3-9E3A-51146285CAEA}"/>
              </a:ext>
            </a:extLst>
          </p:cNvPr>
          <p:cNvPicPr>
            <a:picLocks xmlns:a="http://schemas.openxmlformats.org/drawingml/2006/main" noChangeAspect="1"/>
          </p:cNvPicPr>
          <p:nvPr/>
        </p:nvPicPr>
        <p:blipFill>
          <a:blip xmlns:r="http://schemas.openxmlformats.org/officeDocument/2006/relationships" xmlns:a="http://schemas.openxmlformats.org/drawingml/2006/main" r:embed="R6d5ead44808e43ff"/>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E124B2C0-0146-468C-AD1C-4A0B5D55DCA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4499C56F-C139-4ECB-BAA1-535DD77EF5A2}"/>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6D044369-A38C-4800-80C1-4B39F9629E15}"/>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FB4D3CAB-C526-47D5-8E1C-366BBA296264}"/>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8012320F-87EA-45C3-B1BD-42C9B11F86CB}"/>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286AF253-6BF1-4297-B9CC-855C32780278}"/>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E92F0B8B-025F-4266-9849-22DE5156F855}"/>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50D99A9F-0A70-41A2-B68B-8F7332C40525}"/>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43779602-14D8-4724-8EF2-B1CBC75DA64A}"/>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7B7BE0A9-EA54-4458-BF7D-21BEFA25348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452B717B-FA77-46A7-8AB6-E5A46A477236}"/>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5617EC2F-5C29-4506-B8F1-4B8A05D21A93}"/>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FF5195E4-0DE9-4304-BDAB-5821822EEAE2}"/>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FF96F7B9-CD44-4CA3-A68C-182ECAA7CAD0}"/>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7ECE3520-BAA2-446C-A382-88505C44E89E}"/>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DB622477-D4C2-4F48-8F99-8BCF4ED47B9A}"/>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EB59E7B8-327A-4D7F-B417-A4FC8B4F4A87}"/>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4C5AA20E-463B-458F-A5FD-30E57330DEE0}"/>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CF02411-7742-49C5-AD9B-380D4403B559}"/>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9B6744D3-FE73-48B0-9789-18E598DFEFF5}"/>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EF04C4CE-4F95-445C-8BBC-C5DC49A67446}"/>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59A7B232-A9C3-42E5-B77D-9EFFAA4279EB}"/>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A5EFE74D-2496-48E7-8C28-B5238408034E}"/>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E1DD0086-04D5-45D9-8D4E-60F1FEFA309E}"/>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F3AB79D2-1F07-4BC1-9781-8EAD4129208C}"/>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86B82FAC-8A66-46F6-B5DD-F0117C15F6A9}"/>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29A4D7CE-6FD4-4372-8CC5-4E6E02784289}"/>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0FEBA39B-FE65-4A46-AA26-25A52AF157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64601813"/>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8A58D6BF-A2D7-4584-8674-761774E623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1B643BA7-655A-4452-9CCD-BC3ED18F48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Agent가 자료를 직접 찾아 연결했다">
            <a:extLst xmlns:a="http://schemas.openxmlformats.org/drawingml/2006/main">
              <a:ext uri="{FF2B5EF4-FFF2-40B4-BE49-F238E27FC236}">
                <a16:creationId xmlns:a16="http://schemas.microsoft.com/office/drawing/2014/main" id="{C57DA800-4873-45FE-8294-79A97371B9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16FFE46B-ED47-4BC9-A36E-55BE626D0C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26CEF518-35AC-4A5A-9195-8F69E47528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52E9743D-E260-4A78-A21C-04454C3159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D04CD8B8-F156-41CA-8C06-623BBBCF1B9D}"/>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27701309-05B3-4518-8B36-5FD8F8F41CD8}"/>
              </a:ext>
            </a:extLst>
          </p:cNvPr>
          <p:cNvPicPr>
            <a:picLocks xmlns:a="http://schemas.openxmlformats.org/drawingml/2006/main" noChangeAspect="1"/>
          </p:cNvPicPr>
          <p:nvPr/>
        </p:nvPicPr>
        <p:blipFill>
          <a:blip xmlns:r="http://schemas.openxmlformats.org/officeDocument/2006/relationships" xmlns:a="http://schemas.openxmlformats.org/drawingml/2006/main" r:embed="R584d2bb2332146d1"/>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035725BA-726F-46E6-A027-2CD2F0F28AF5}"/>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5E85DD1C-B778-41A2-A388-CAA27D4AEADC}"/>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514F1DC-59AF-439B-9870-E84E4204D436}"/>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4A8ACF17-6C30-49B6-B4EA-C6312A9C26BA}"/>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42E1A58-53FA-4117-A8DB-3A3AE66B5865}"/>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6945CC15-4E91-493F-91C9-12D397B75C3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2F6EE10B-A806-4DD2-A495-58CF01E6B8F4}"/>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23AB7DBD-70A6-454D-B8BA-80AC11EEBD2A}"/>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187F1AA2-3A10-4D95-8CE8-1E50715432AD}"/>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1F920693-00EC-479E-B6E5-1D285A6E1751}"/>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43C1AA4A-E2B7-41EB-AE76-78918C6E02A0}"/>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C224B436-1589-462E-81C1-D6F2FF33EA74}"/>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132A35FB-E995-4F9B-BC8C-257EAF926EDF}"/>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4E0DDCE5-ACFD-48D6-BFE4-A3CF453E350A}"/>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08F4E576-9726-467A-BD3F-6AC5BBE90131}"/>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9B6ADDDA-1F17-4617-8FA0-77503AA124F6}"/>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345EDDDF-17D2-4A28-9559-D26CFC8E2EEC}"/>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BDDADEEE-ABF7-44C5-8D7A-B6CFEC8F8E06}"/>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91117D01-B4FF-4B7B-81BD-B1AEFE780F5C}"/>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77568FFD-F8D8-48CC-852C-753D7EE3A2A5}"/>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943465E1-9E2A-44E3-A9F4-DD64B5DE5038}"/>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99085A76-4C3D-4425-932D-5C2467D35A55}"/>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1CFB471C-5444-4064-A2F5-7CD229CEACD8}"/>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19B5232A-35AA-4CA9-AE6D-99FF4147A8C8}"/>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6EF2DA39-0593-4712-8DD7-0C19B3C7E265}"/>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763EDCE8-D4EA-4E44-A523-7F6E488DEC32}"/>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0AF55852-BD15-4754-B803-34C056F4E72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C3CA1C22-024C-4C3F-9AA0-CE860BC7B0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847292650"/>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A7439CAE-2B2B-4A4E-B914-9B308B622E4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36F39E57-86B3-4F3E-BA65-D3AEABA116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Repository 작업은 Codex에서 시작한다">
            <a:extLst xmlns:a="http://schemas.openxmlformats.org/drawingml/2006/main">
              <a:ext uri="{FF2B5EF4-FFF2-40B4-BE49-F238E27FC236}">
                <a16:creationId xmlns:a16="http://schemas.microsoft.com/office/drawing/2014/main" id="{92E625F8-527E-490E-969F-F2A77CC707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9C89B722-0560-4C8C-85C1-53556C9003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78CBB3FF-B935-4AF0-A08E-48B77D7998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FE69E2DF-C064-4A6F-AAD0-D263334EB0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16DF65CC-3C50-4572-9BE1-4E94659DE660}"/>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D20ECE4E-FAC4-4ABF-8127-884CD008DE54}"/>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C88D7CCE-5193-4449-8CB3-4217A1AB4AD2}"/>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C86E900A-AFC6-42C9-B3B8-A9CC804F000F}"/>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36116EBD-25EA-4113-840F-E14AB9F5EEE9}"/>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20D5B869-76DD-4482-B803-031C7FA1E6AC}"/>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3AE7666D-583E-4727-8F52-B5D0B82FA84F}"/>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1F58FC46-19A4-439D-AE88-FC644D37FA6B}"/>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D65AEA18-AD21-4882-A2D3-A555638FA6A7}"/>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D4ED6BFF-85A4-4D0F-89B4-0C84CDA99169}"/>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5FB9687F-9D15-46FA-8994-E9FBDDEF8FEE}"/>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0C431AB6-2A85-44D3-B1D5-606022730B7A}"/>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461DC599-A076-41D0-9AD3-0CFE2E32967A}"/>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7C689EA1-555B-49D6-AA08-C3E756B95F62}"/>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FC52ECA-F72D-40DF-BEED-DDAEE86282E2}"/>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3A7D6BB0-B7D4-4C9E-8AA5-2130A81948C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43076223-4718-4BCB-9B2A-4A47CF388CE0}"/>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C5A80649-8542-4F4C-A1B4-CC4F4B30DA64}"/>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D7DD803B-AFCA-4346-BBD1-2EC3B65A337E}"/>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1C739B6D-4DA8-4656-B8C6-136626AA36D2}"/>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B379CDBD-A048-4962-BB20-B2D9D6FCAFB2}"/>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208E521A-19A3-42F3-8FB4-B799BE82281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A86D5EB0-7043-476D-82CB-6BEEB91EB75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944EC81B-CD94-462C-8E5A-6097950268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57909545"/>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2CF01ED7-9946-448A-8D3C-985342D3FB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67833FF5-F72F-4388-BFB0-CE8E7781F9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 접근과 Task 의도는 별개다">
            <a:extLst xmlns:a="http://schemas.openxmlformats.org/drawingml/2006/main">
              <a:ext uri="{FF2B5EF4-FFF2-40B4-BE49-F238E27FC236}">
                <a16:creationId xmlns:a16="http://schemas.microsoft.com/office/drawing/2014/main" id="{F3E34B4F-7652-48D7-B3FB-BB064BF7F2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D61FF3C2-D812-4EF3-BAEE-A4A357291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CEF6A2B5-3784-498A-BF36-8F01078438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7C576257-C435-4310-8464-F9D403479A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29180625-9925-4BF3-92B1-77C72707230E}"/>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394CC725-D8EC-4796-BD76-61AD76986400}"/>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68EB3490-D494-40AC-8FF0-865A31BDA86F}"/>
              </a:ext>
            </a:extLst>
          </p:cNvPr>
          <p:cNvPicPr>
            <a:picLocks xmlns:a="http://schemas.openxmlformats.org/drawingml/2006/main" noChangeAspect="1"/>
          </p:cNvPicPr>
          <p:nvPr/>
        </p:nvPicPr>
        <p:blipFill>
          <a:blip xmlns:r="http://schemas.openxmlformats.org/officeDocument/2006/relationships" xmlns:a="http://schemas.openxmlformats.org/drawingml/2006/main" r:embed="R85ad6840022b40c3"/>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0B68235B-32FF-471A-B12D-9BA2D3259DF0}"/>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161BDC14-16F9-4A01-8845-AA2491EA8775}"/>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131EAFC4-E420-46A2-9DBA-921CD06EA1BF}"/>
              </a:ext>
            </a:extLst>
          </p:cNvPr>
          <p:cNvPicPr>
            <a:picLocks xmlns:a="http://schemas.openxmlformats.org/drawingml/2006/main" noChangeAspect="1"/>
          </p:cNvPicPr>
          <p:nvPr/>
        </p:nvPicPr>
        <p:blipFill>
          <a:blip xmlns:r="http://schemas.openxmlformats.org/officeDocument/2006/relationships" xmlns:a="http://schemas.openxmlformats.org/drawingml/2006/main" r:embed="R7fc639775bca428c"/>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18B1D67D-D172-495E-87F2-BDBA77B569D0}"/>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E87BC598-6F78-4D6C-A4CB-66D1FD78A225}"/>
              </a:ext>
            </a:extLst>
          </p:cNvPr>
          <p:cNvPicPr>
            <a:picLocks xmlns:a="http://schemas.openxmlformats.org/drawingml/2006/main" noChangeAspect="1"/>
          </p:cNvPicPr>
          <p:nvPr/>
        </p:nvPicPr>
        <p:blipFill>
          <a:blip xmlns:r="http://schemas.openxmlformats.org/officeDocument/2006/relationships" xmlns:a="http://schemas.openxmlformats.org/drawingml/2006/main" r:embed="R7ffbc02ab15a4eef"/>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AB03F59B-D076-41EF-9219-22B172D2BA22}"/>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28AD4B5C-BFC0-40A5-8AD6-0F7CBED6F627}"/>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EE1558F0-4D4C-4382-96EE-9C99F3F6F119}"/>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1F67ADE0-F7CD-49D2-AA71-8364C8CA25BD}"/>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18F7EDF2-E5A4-4144-BAC7-5DD00FE0ADC7}"/>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6C4ABAAE-8514-4D4C-A395-B445DDF361FF}"/>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FEE4CECF-8D7A-49BE-BED4-D01EDF7BA638}"/>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8667922A-0E89-48F7-B670-0C8A155D2B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336725944"/>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EE4D670D-B562-4F08-8B29-23EE41DDF9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7ECF2B23-F70A-4C8D-B931-184F7B405F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Repository를 보면 내가 원하는 것까지 알까?">
            <a:extLst xmlns:a="http://schemas.openxmlformats.org/drawingml/2006/main">
              <a:ext uri="{FF2B5EF4-FFF2-40B4-BE49-F238E27FC236}">
                <a16:creationId xmlns:a16="http://schemas.microsoft.com/office/drawing/2014/main" id="{8D5D7C71-405F-4C8E-B2CD-6254F846E5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EB983B16-3CB9-4D99-BDAE-E41A578628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A669088A-B972-4CBE-B7C0-4B8B154707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AF076214-FEBD-47E8-A778-04C1E5E2BC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5511A3CC-88ED-4960-99BC-193A871FC572}"/>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F89A308A-89CA-4CF7-81C0-566396A5F556}"/>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9C3D0239-B972-438B-991C-8825BB14B398}"/>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B0BCC5ED-D8DC-4B03-B6F4-7469153A6E97}"/>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0D9E2E5C-255B-431F-A751-EA2B497EC129}"/>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46511447-DF4B-4375-A6B3-0D621376AD75}"/>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09972BB2-0501-4BCF-9839-77D0C13CA14A}"/>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58AD9DC-493A-4EE7-A6A6-00DA401A9DA1}"/>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E9425EFE-0AB0-4151-A69D-6B83CDD47F4D}"/>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89C049AC-889C-4FE9-AFDA-A6C2533F0F00}"/>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17FA0C6B-649A-4CB5-A689-47928253FF3C}"/>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76C3002C-845D-43E3-A095-AFECCA68A060}"/>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2997BDF8-92B4-41B4-9A54-E16E328CDB05}"/>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7F3FFA7F-AED2-43DE-A06B-5B6A4A539753}"/>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B5140C8F-C00A-449A-A2D9-BA77826CD848}"/>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8025721E-44EF-413D-8D57-50A407D27B6E}"/>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04E9DB67-CE5F-4D12-BF78-9D2E3D973F4B}"/>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CEDAA85E-1206-498D-BF14-4D211E96B26A}"/>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188381CC-BE7F-4821-9D6B-8EA5E446E798}"/>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2180D387-489C-474C-AA98-1F903866AF79}"/>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72E8C585-E73E-4BCA-ABDB-D5A4AFF60212}"/>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374832DE-B793-4F02-ADDC-FD6843AFF7F8}"/>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59F0677-C300-497F-A614-A96493CBBA0B}"/>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821E8D53-9AD8-481C-B8D1-BB1AA1C86215}"/>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86108F73-C7D5-4A30-B9A1-F749EEED87FF}"/>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A76E4D17-1E02-4C69-9576-1718D8CE5552}"/>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3B7BDE3E-D868-4B13-BDB8-6B0FE9CF09C9}"/>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E728C833-893E-42BE-A46D-2742340E9821}"/>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EA721A38-3FB0-428A-B35A-DC3A46991467}"/>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84D51346-6E18-4056-B665-0D88858A81ED}"/>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675FA9E5-210E-40B8-BB47-710DD8E05E10}"/>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4CCDECC2-C063-4211-8C1F-657405F6406D}"/>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D20D5587-3430-4E0B-AEBE-E3BC6BD39F5A}"/>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0FFBD474-C1EA-49D2-B2BB-C68F46C745A2}"/>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A1801CDE-A33E-46CA-9388-AA2C1846344A}"/>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4E9FB264-4466-4B54-84A9-0FB55E169828}"/>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509CF282-0BFF-4FA6-869A-7417F31F39C0}"/>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EE13991D-A834-4EBE-8F74-2FD4B478FF6A}"/>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A9A8BFE3-785D-45B5-829E-8FBC8BFAC290}"/>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33486833-1013-40EF-80F7-ED9765F1DD39}"/>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803E489A-5442-47F0-96BB-E37B7506A535}"/>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84E30826-893C-4B1C-BA82-CDC611B0F47A}"/>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E69CB13D-13E1-47E3-A1BF-4EBEF4881938}"/>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3474AA0E-3E00-4383-97C3-3B1662E856FD}"/>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FC8AB8EB-A034-47D7-99B1-391A1D54E8B1}"/>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3E44EB37-1F5C-4C69-84B4-8D303C92BDAB}"/>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F30A997A-7E77-4C6D-9C67-EAA63FA53DB4}"/>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82F0DB73-219D-4D07-B106-86508AE596C4}"/>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5C15F31A-2153-44BA-BC01-DB981A761ECD}"/>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E6FB9708-2D9C-4608-8117-09F57734E189}"/>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7A18B290-FB43-4503-9752-C2BBF3985CA5}"/>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BD1F33D1-C5DD-4B12-99AE-353857B04F94}"/>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73BB3901-FB1E-45C7-B784-D326BF85D967}"/>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33781B3D-5C80-4297-AF3F-FB4E7755987A}"/>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C9A2C862-C9F1-4BDF-8EFD-F2A5D07C87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880944188"/>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A660A315-4C0D-4D9F-8416-40BE9E047A5E}"/>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219C1187-F987-46CD-A355-A674CE1B17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4423C420-8BF1-489C-B6A5-BB27EB237E2D}"/>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AB18B603-00A0-47BC-AAB3-04A4AD8AD51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971369FB-623D-4226-874A-938D9D73ABE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961A46AE-0D86-487E-B91E-3F2CA810D8A4}"/>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DDB65DDD-9599-427E-ADAD-29948388102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076630599"/>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F9161D5F-43E9-4951-8EBD-7C6E059360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9793FBC2-7695-4936-94D1-FCAFABDE85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Task에는 무엇이 아직 정해지지 않았을까?">
            <a:extLst xmlns:a="http://schemas.openxmlformats.org/drawingml/2006/main">
              <a:ext uri="{FF2B5EF4-FFF2-40B4-BE49-F238E27FC236}">
                <a16:creationId xmlns:a16="http://schemas.microsoft.com/office/drawing/2014/main" id="{A18C4CD8-C530-4829-AAE4-F55B1CBFCB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9A1D5445-D8FB-4C34-953E-A18B601C59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372A7A5F-34B5-406A-8822-A52322B573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ACADC571-B285-4B5E-A32E-97DBC6582AE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4057D214-0939-42E1-955F-348552785DE7}"/>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351F3F61-6132-4505-9590-4366B7559E38}"/>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9E74F1D6-316E-4014-B68B-E07FCF0F367B}"/>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C336F566-A1D0-4EB8-ADA4-A0E71CFB5CEA}"/>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B0B4E1BA-9E5D-42D6-8D3E-860C599C6599}"/>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E1B719DB-E8F7-4A0F-B3E6-9223C82BAB6E}"/>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DA5F7570-6814-4638-BF95-7C45247BA6EC}"/>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7CDA13C-BA32-4770-9B3E-67CEFEF7ADB3}"/>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DCC553FC-5511-4BA6-9007-468DE4869107}"/>
              </a:ext>
            </a:extLst>
          </p:cNvPr>
          <p:cNvPicPr>
            <a:picLocks xmlns:a="http://schemas.openxmlformats.org/drawingml/2006/main" noChangeAspect="1"/>
          </p:cNvPicPr>
          <p:nvPr/>
        </p:nvPicPr>
        <p:blipFill>
          <a:blip xmlns:r="http://schemas.openxmlformats.org/officeDocument/2006/relationships" xmlns:a="http://schemas.openxmlformats.org/drawingml/2006/main" r:embed="Rb0e47fde177d46df"/>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AD4E0726-91DB-4DB2-8879-C0B5F8B36CF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4C7F5CEC-C4AC-45AC-86CE-DC223B7C98A3}"/>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CB4D9B48-DA48-43F6-A837-8002CEE6CA7F}"/>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CC137818-F1FE-4F5A-9382-098CF410B88B}"/>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FAD2F2D8-C2A0-4ED2-A384-DA8DE8DBB446}"/>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D7C19CA0-C6AA-4718-ABDB-CF1C66200D74}"/>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F8894F9E-4EE2-4E42-9266-F48A430C6C2B}"/>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A976919A-CF55-4A70-AA55-7065B7CDF4E3}"/>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C1524AF5-901B-4BC0-A741-C4EF827366CF}"/>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330E2EDC-A804-4A34-AD19-C68665905691}"/>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97430667-755B-4B2F-87AA-8BB3A698E932}"/>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B3AE90D1-15F4-48A1-BCF2-C2962A885232}"/>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73442864-3173-4331-8A88-5DD48CAF54F9}"/>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AAE2FDAD-29DF-4A13-A225-B30411691499}"/>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D20133B0-FC26-42D4-A439-AEA24C283898}"/>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E8A595E0-FF5D-4A91-827D-ABD6351AE62A}"/>
              </a:ext>
            </a:extLst>
          </p:cNvPr>
          <p:cNvPicPr>
            <a:picLocks xmlns:a="http://schemas.openxmlformats.org/drawingml/2006/main" noChangeAspect="1"/>
          </p:cNvPicPr>
          <p:nvPr/>
        </p:nvPicPr>
        <p:blipFill>
          <a:blip xmlns:r="http://schemas.openxmlformats.org/officeDocument/2006/relationships" xmlns:a="http://schemas.openxmlformats.org/drawingml/2006/main" r:embed="R11731fd9239f49a4"/>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29924788-085B-45EC-9CAB-35171F367E01}"/>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9F551A6B-98C9-476C-AF62-FE10753D13AA}"/>
              </a:ext>
            </a:extLst>
          </p:cNvPr>
          <p:cNvPicPr>
            <a:picLocks xmlns:a="http://schemas.openxmlformats.org/drawingml/2006/main" noChangeAspect="1"/>
          </p:cNvPicPr>
          <p:nvPr/>
        </p:nvPicPr>
        <p:blipFill>
          <a:blip xmlns:r="http://schemas.openxmlformats.org/officeDocument/2006/relationships" xmlns:a="http://schemas.openxmlformats.org/drawingml/2006/main" r:embed="R43702c4ebff74edc"/>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9979074C-9B0B-484F-8CB0-A5153F685E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81192369"/>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4FE7257E-B5E2-4018-8364-1C8EC71CF7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9ADEBF8F-7406-4C5E-83DA-B883C72B8B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만으로는 의도가 보이지 않는다">
            <a:extLst xmlns:a="http://schemas.openxmlformats.org/drawingml/2006/main">
              <a:ext uri="{FF2B5EF4-FFF2-40B4-BE49-F238E27FC236}">
                <a16:creationId xmlns:a16="http://schemas.microsoft.com/office/drawing/2014/main" id="{A255CC12-8139-4A6E-B9F2-506EA9F44E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074EF776-9504-4B30-A92B-E87563F928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D4A27153-8E33-4134-965D-5AB70AD064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F4239AF6-DD17-4E0C-9906-47FCD48B2B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B88D79B4-B1F6-46D7-B89B-1D08333EC266}"/>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36B942E3-4609-4FE3-87EA-0416618EE0AF}"/>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934AA166-FED7-495D-8D76-B19B77A47CAD}"/>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F7F6CEA9-77D4-430C-94F2-788EEC7A169B}"/>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23D51EE2-1C8D-4854-8E69-99C0F423A28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F71347C1-FB13-4652-9EEA-0CC3DD832C54}"/>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801568B3-B65E-42DA-845E-0BFB0A9A1DAF}"/>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B72EED0-5B68-4C36-AB5D-975E00CA2065}"/>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A7317883-56A7-4A17-83C1-4326447B6BC5}"/>
              </a:ext>
            </a:extLst>
          </p:cNvPr>
          <p:cNvPicPr>
            <a:picLocks xmlns:a="http://schemas.openxmlformats.org/drawingml/2006/main" noChangeAspect="1"/>
          </p:cNvPicPr>
          <p:nvPr/>
        </p:nvPicPr>
        <p:blipFill>
          <a:blip xmlns:r="http://schemas.openxmlformats.org/officeDocument/2006/relationships" xmlns:a="http://schemas.openxmlformats.org/drawingml/2006/main" r:embed="R651b30947529474e"/>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B3D9D928-728F-4921-AA44-1863ABF7B1A2}"/>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B6FD20AD-6BC0-4678-9D58-6452990C8D58}"/>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1EB66CE8-4C21-45C7-9828-859FADD71D66}"/>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80CFE275-CBAB-4611-89C1-AF93A7EE6E0C}"/>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9CC087F8-DF20-4331-AB9C-05FBA715B5F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1CCC7604-D830-45FC-A95D-207D36B94C14}"/>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6C220CC6-9497-4A41-A7C8-7D582B8A074D}"/>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A76C2809-DBC0-4E5B-9620-74E03AFE9E99}"/>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D6636851-240B-467B-9814-EE0F6ABF55FD}"/>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25AEBDA6-8FC0-42B5-89EF-7E98FB34769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6EE482EA-2244-43AB-A320-FC9A3907510F}"/>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4E521F14-A970-4706-B1DC-04A190E1F98E}"/>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5A369A53-5BD2-4FE2-8E34-9A6995BECD77}"/>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EE31C637-CE30-43D5-80A3-B41D850C9A39}"/>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0E2EC451-DBBE-4F54-AFA7-2CEF8924FDEE}"/>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5DAACC5E-D80C-4DC7-AFF8-779CCDA4481E}"/>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6536E300-1006-4E57-86B5-79F9EC1C5038}"/>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C6B828C5-4A92-4759-8ED3-8627A13203FD}"/>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AF6E0F74-6AC9-4363-A6B0-D3ACC4CD5D93}"/>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A3CDEF23-E810-45E7-B306-E9AD871BC595}"/>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E7D86A74-30FF-4691-8F63-412F11E2C5E9}"/>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EEF8CA3B-F912-4BAB-BA51-9E4F4593B17C}"/>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5B8DC0AA-97EA-4AE8-874A-87C3A7B4B9C9}"/>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AE0D38C4-82B9-4F9A-A362-0CBF69EC945F}"/>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6CCE73F7-03E2-4603-8041-5EB2965FE07E}"/>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F7006642-E237-4621-9680-BB3AEE75EB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24180290"/>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5A89D5F9-9D6B-4880-9D3C-1B24D03D19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C563C4DC-C912-4BAE-9A07-1DBB40A89F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작업 경로를 Prompt에 담는다">
            <a:extLst xmlns:a="http://schemas.openxmlformats.org/drawingml/2006/main">
              <a:ext uri="{FF2B5EF4-FFF2-40B4-BE49-F238E27FC236}">
                <a16:creationId xmlns:a16="http://schemas.microsoft.com/office/drawing/2014/main" id="{605F8563-1B3A-4AE3-8958-75D8A717F5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3FFABC60-601B-450C-99B0-9E7ECD9ADF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7AAFE956-56D8-47CF-B6A3-E3CA373091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B00060AF-6EF0-4C60-BFEA-9E402BE36B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D2B288E0-B66A-45F2-AD5F-11DE1689793B}"/>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F836E94B-9858-4650-B4F8-5691A7AB0D87}"/>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51CC292D-264D-4C9B-BE7F-7D69F029BDEB}"/>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3B0D36A2-3986-42ED-8A1F-B87BA74B2356}"/>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8FDD2B2A-F604-4054-9C97-703EB971E7E3}"/>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2C28EC7E-9EB0-46D0-8F89-F89B4F0DC0C3}"/>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A0193E2A-C296-4CBD-ABA5-14F9C08740B9}"/>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B5A79263-49DA-4230-AECE-F3AF902E4425}"/>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81C2D356-1CC3-4A4F-B131-CB1236DB9ADC}"/>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A6AB62D-9803-445B-876F-12B332BC793F}"/>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489C57C5-59A1-41B5-930A-4BD140677415}"/>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63674F14-7E73-4365-8773-2A35F638601C}"/>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2B07D31A-D215-4E27-9C92-BB62A5975170}"/>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47C21A55-71B8-4165-9CCE-FF90607C6836}"/>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901CE08C-66B3-4010-8D58-0E9FB64247CC}"/>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69C530C1-A178-47FB-8832-4BC905699BE2}"/>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3A33B03-F4F1-4762-9550-F88F5F85EFCD}"/>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14334C88-A4F5-4BFF-A320-434C54F31615}"/>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17E0F86F-037A-4981-8998-B09F19FC1A7C}"/>
              </a:ext>
            </a:extLst>
          </p:cNvPr>
          <p:cNvPicPr>
            <a:picLocks xmlns:a="http://schemas.openxmlformats.org/drawingml/2006/main" noChangeAspect="1"/>
          </p:cNvPicPr>
          <p:nvPr/>
        </p:nvPicPr>
        <p:blipFill>
          <a:blip xmlns:r="http://schemas.openxmlformats.org/officeDocument/2006/relationships" xmlns:a="http://schemas.openxmlformats.org/drawingml/2006/main" r:embed="Rbf3711032a734cbd"/>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72D9DEB7-2A97-4BD9-AF5D-2F3A9A2B2FED}"/>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84087777-656B-4789-84EF-3D3928ED514C}"/>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7BC389D9-B355-4BD9-8D0B-A17733A1E10D}"/>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EF518404-9123-4C0F-A533-2C537C5EEC76}"/>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547560FB-8A34-4993-ACAD-8DDDF353E29C}"/>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106F7099-2CEC-42D4-9475-0C05888480DA}"/>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2E556152-1525-449A-B93A-B298BDF015C4}"/>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D8E9CB52-FBAA-4527-8A52-49B892062C51}"/>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AEC78360-E614-4168-8CE5-008B6264C7B2}"/>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3CD70759-54D4-472C-B434-FC5F641457A7}"/>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36020A07-2F9E-4042-906A-F0BE29EBB1C6}"/>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774A4724-C256-4026-BFC0-EDE8746F511C}"/>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74F2F77F-596D-4B03-8305-9354734EC04C}"/>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8990804A-9907-48B5-89B3-5F7DCE9E7EE6}"/>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4D29C36B-1256-4994-8702-A783CCF2CA3A}"/>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35ECF250-776D-4C70-8EF0-BB5D52E9FFCE}"/>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C2FEC0CA-C2A5-4516-8F4F-AE6204273379}"/>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9BD1812E-49D6-48F8-BD4E-E9C327C52539}"/>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1B262534-9C23-4C55-BEA8-DD36B87B4344}"/>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B181FECC-A576-4A4F-BD54-ACA850D414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09683205"/>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A9D64105-5665-4E2E-9B8F-C44FFE4276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FB14E7B3-C548-4C30-AB7E-E2A2D49C20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37925411-6AFA-4293-9154-652E561A54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44A501B9-8AAF-4054-9BAD-744D7C2096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86E5AB6E-4EDD-4844-A023-737F74750D1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8D57E46A-D927-4CED-8AB0-810EC7ED376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BB411E25-623A-422E-9EB5-AA614DB851A3}"/>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71D06A40-4FAE-4E82-999B-70B2F37DD9B6}"/>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AA7D937D-CD8A-4DA5-9BA4-CB0245AF8E3A}"/>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103155CB-70B4-4873-856B-7B040AA86090}"/>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63973B45-04A4-4D8D-B519-E8FA5FAF8DDF}"/>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1C195BCF-59CE-4B28-88DF-BD983DAE97BA}"/>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A0DF6CFA-5EE4-4BF3-A40F-4561FA3CC458}"/>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BF0BBD64-8A7E-4391-BEEA-E53FB0C17BF0}"/>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834C3842-D124-4DB1-A634-5EDDAC72031C}"/>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B6FEF76F-9162-4CFF-A483-7F74CCF94D74}"/>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D7E6DB52-5114-47B8-81FF-40D00235830A}"/>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FC49B00C-A164-4E3B-8EDF-631A3F7497BC}"/>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194C13AF-37C5-4923-AA45-0E413F8B99EA}"/>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FB285FA2-F927-45B5-B696-2B0BD8B2C33F}"/>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B1530B40-A51C-451F-B908-4BCE0FB79329}"/>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EF774E4A-053B-47CB-9B51-46721274D954}"/>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E262C84D-A720-40D4-A72E-2199685E8D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697718070"/>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1CF4853E-0F81-4B60-9DCC-760B915EA3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06CDDF75-E4D0-476D-AC7A-62CE557F59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FCBC31F7-EB1B-42E0-804F-AAE0C4CC32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3C68908A-B4E4-4F36-A13A-6082580B79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D3DC3922-8881-4F88-AA5F-5CF6247621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77C0A640-F448-4CCF-BEFD-8F44CC019D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078BCDF4-EF90-4496-B88B-22B09EDAA424}"/>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164062BA-3FA5-4A85-B65D-DB2CAFD926A4}"/>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C026218E-DB7D-4CDC-93BD-B8FDE0E3B5C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F4C61FD4-086B-4754-9787-0D64170A4233}"/>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DBDA6AE6-A6D2-4C95-8FB7-33BC5BE250E0}"/>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C093CA2F-8250-44EF-BDAF-4FC9C9259D07}"/>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0F18222B-C87E-4053-8D40-BAC2155C5D76}"/>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BDC45F70-CBBE-4EBD-8BA0-B39C374DBD24}"/>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23B3A257-2F48-43D1-9B84-D3F3E0678853}"/>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3AEFB0BA-15FA-43BB-8AFE-CD26C5938A72}"/>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D3E6AF66-7766-4D1A-B395-2EC340844B8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01BCE7FB-4E47-4B83-8090-E910F9C26BD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3A44712F-8F83-4B4D-870D-11B20BF82903}"/>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ACBC08AB-BD36-4455-A093-E8DF6CFD6B6A}"/>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DF002E85-80EF-451A-AC8B-72D4EA617666}"/>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13864C37-9602-496F-BA02-6984D515C140}"/>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4AFC0426-A0B2-43C5-A293-852E056AC840}"/>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BCAC5453-E2A8-42F8-9C14-A0FFABB586E9}"/>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1DC3BFF3-2E65-4119-9C02-9FFBEB5A17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93774919"/>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7F52F82F-0C75-47B4-BF8E-56F942BB1E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FC33E60B-02A1-42B3-B36D-AC395E44CA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더 긴 Prompt보다 분명한 경계">
            <a:extLst xmlns:a="http://schemas.openxmlformats.org/drawingml/2006/main">
              <a:ext uri="{FF2B5EF4-FFF2-40B4-BE49-F238E27FC236}">
                <a16:creationId xmlns:a16="http://schemas.microsoft.com/office/drawing/2014/main" id="{642CA336-8DD0-4497-BB38-BD5C32ABA7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1F4C3B7E-B410-4C02-8C45-339F8C2CCB4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E4A562BE-E40A-448F-9126-C2F0400E91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05C61016-48DF-47D1-A765-224B4A79EA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AB6A761F-8081-4743-A737-8976E9F1268B}"/>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961D1EAE-CC40-4B81-A62C-07E60B0275F7}"/>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0E03E674-952E-4B57-B3A0-0BC2D46ED58E}"/>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AE7C5715-65D9-4DEF-9D3D-384B0CDD44B8}"/>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EF43FE64-B2CD-4C8E-8620-482E873AD493}"/>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003A9598-3737-4050-B34B-E8A93EE87BC8}"/>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8D905611-8803-46F5-85E4-CD74FD13530B}"/>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25484E8D-5AAD-4F20-AD37-0F63A7CA7B4B}"/>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6E9A8C54-893D-465B-96C4-3D5C594133DF}"/>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E8C5253E-0E50-4118-9457-F5CF2CA4114E}"/>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074DD71E-F42C-48A7-ACC4-8E0B86C9764F}"/>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502AB879-0665-47AE-8573-398EB36B9263}"/>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1D9F2766-EDAC-4DF8-A4DE-BB6933699BE8}"/>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A4B23BAA-B522-40FF-B8FB-AB9F3C46BB59}"/>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C3344107-5616-47FE-9970-14392819C306}"/>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5CDA25ED-E2A2-422B-86CA-DA64DDBBDEA0}"/>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7D1A0D78-13FA-4AA3-8796-3D35EE690B03}"/>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34E26E17-92E7-4581-BF91-205D6CC1F4BD}"/>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9AC03A77-5424-4658-948D-B441B4341583}"/>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256042CB-2DA8-4E0C-992A-A629E26F2E48}"/>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4C84F418-334E-49A6-A2C1-56808276A951}"/>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555824E5-669A-46B1-AFFE-8DE1B90E9CE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5EF3AE96-FB82-4E46-B50C-3C805CF171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832975522"/>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81117537-3927-43F1-B77C-81DBBEA637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E85863F1-403C-4739-A539-C2E31AFD26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62CD9442-55D5-4D11-95EC-4D2F917C2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ADE4BFB1-4749-439C-83F0-C66A0852E8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F58AC1F0-D3B7-410E-B15A-4D49792241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21 예시의 실행 결과 아님 · 단일 CLI 관찰이며 Prompt 단독 효과는 미">
            <a:extLst xmlns:a="http://schemas.openxmlformats.org/drawingml/2006/main">
              <a:ext uri="{FF2B5EF4-FFF2-40B4-BE49-F238E27FC236}">
                <a16:creationId xmlns:a16="http://schemas.microsoft.com/office/drawing/2014/main" id="{1EFA8EE8-B519-4D5B-AF80-428C5706F0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a:t>
            </a:r>
            <a:r>
              <a:rPr sz="1425" b="0">
                <a:solidFill>
                  <a:srgbClr val="4D5A68"/>
                </a:solidFill>
                <a:latin typeface="Malgun Gothic"/>
                <a:ea typeface="Malgun Gothic"/>
                <a:cs typeface="Malgun Gothic"/>
              </a:rPr>
              <a:t>S21</a:t>
            </a:r>
            <a:r>
              <a:rPr sz="1425" b="0">
                <a:solidFill>
                  <a:srgbClr val="4D5A68"/>
                </a:solidFill>
                <a:latin typeface="Malgun Gothic"/>
                <a:ea typeface="Malgun Gothic"/>
                <a:cs typeface="Malgun Gothic"/>
              </a:rPr>
              <a:t>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EDBEA1F1-46FE-424C-8F86-1E2F1E25ADEA}"/>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76D240A8-E6A8-4CF9-9AEF-C9D992DA2C84}"/>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1975B261-7638-464A-AB9C-92DEC3D5D5B0}"/>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8EF3C204-0B32-4B0F-B21C-DC5953398532}"/>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3E461EA2-ED4A-4EF7-BA85-BFD7AF7C341E}"/>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F4C23918-2813-437A-A7E2-DB8CAFE80F88}"/>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45189CF7-3083-48B8-BFC2-7DB7B9A6DC2D}"/>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43F0A297-7863-4533-8772-366275BA3699}"/>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23847049-5EFA-4BE2-A136-42AF271C5278}"/>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8483C5E5-2E82-40AD-A0CA-52C05BD32424}"/>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A41AC37D-B1D8-46C7-98F2-7911E786AC1C}"/>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C4AA804A-E112-4593-80CA-BFF4A10AD335}"/>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4BDC1585-1AA5-4267-9A79-1D76506F5264}"/>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68921272-9B7E-4659-BB45-C82E441E3250}"/>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37384D56-7393-4784-A46D-30974A06C7E6}"/>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FA569E47-0911-4684-B589-2EDDBA23725B}"/>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B6A885D7-F1EC-4A0E-91A5-8199230BF646}"/>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73168B67-39E5-441C-910A-EDC1A06FD1CA}"/>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9E736D52-F74F-4324-992C-EFD8C5504AFF}"/>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241BBB45-8F8A-4D7D-BEB5-503956374E32}"/>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DA5AFD86-4F74-4719-A65B-4FABF26640A5}"/>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B2F52B29-1F94-4042-9E0E-3EA019036C71}"/>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65F70514-71CB-4773-94AE-D4F178845AA2}"/>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026634BD-5CE1-4892-8A9E-66DF9B5992B3}"/>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D6CDAFD2-CE0A-4C09-A9B1-6931BB9CCBDC}"/>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D07C98EB-5114-4467-9FE2-F8039CBB0A85}"/>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S23</a:t>
            </a:r>
          </a:p>
        </p:txBody>
      </p:sp>
      <p:sp>
        <p:nvSpPr>
          <p:cNvPr id="33" name="05 확인·보고 결과  ·  S24">
            <a:extLst xmlns:a="http://schemas.openxmlformats.org/drawingml/2006/main">
              <a:ext uri="{FF2B5EF4-FFF2-40B4-BE49-F238E27FC236}">
                <a16:creationId xmlns:a16="http://schemas.microsoft.com/office/drawing/2014/main" id="{A65583BF-CE0B-4AA2-8D01-5E0AE6747C99}"/>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S24</a:t>
            </a:r>
          </a:p>
        </p:txBody>
      </p:sp>
      <p:sp>
        <p:nvSpPr>
          <p:cNvPr id="34" name="Legacy module connection">
            <a:extLst xmlns:a="http://schemas.openxmlformats.org/drawingml/2006/main">
              <a:ext uri="{FF2B5EF4-FFF2-40B4-BE49-F238E27FC236}">
                <a16:creationId xmlns:a16="http://schemas.microsoft.com/office/drawing/2014/main" id="{E5299A97-1635-41E1-8232-6C7531A488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36839715"/>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D73006C0-B524-4673-AEC4-5021F25E7E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21793B98-B94A-44C1-A071-E7608DBDD2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02D344F4-3BF5-414D-AAF0-954FE19B8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647B8D88-DB18-4CE7-849B-2FE106BFD3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48AF86F3-DFA4-4E24-B980-09A56DA09D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96952D50-5EBB-46A7-8864-396414EF7E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211532C3-2123-4E51-855B-CF9B4DF5B815}"/>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3780AE12-6BC4-4DB7-898A-7F08BF47711A}"/>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6EBFA998-C4D0-4600-9926-316FCC10A3F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0AD0988-42BE-4DE1-86DF-5C53902C19D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50CBC36D-EB0B-4FD7-B6D7-5E60DDB52E3D}"/>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E31E0E5A-5D67-480A-B3A5-703B6684CFB6}"/>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352BE13-152A-4C73-B6A3-2365619A9A03}"/>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D3FFBB83-E714-499E-8533-09A5733EBB73}"/>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385B9E3C-CFD5-474C-B6B7-983611CB4A63}"/>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667D98C8-502A-4F9E-8F8F-14EAE6246DE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D9C9A95D-9192-4554-BEB8-4D3AF53CD8AD}"/>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6FFF2E41-B4CE-4A21-8DD9-0DA65F84D46B}"/>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7E61BA8E-CE36-4684-9732-97151333952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1514141"/>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0ADD53D4-01E3-4DC5-A171-25033F24B0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169F62FE-BDA8-425D-8358-C088CDA45E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EFCD1BE4-939B-4778-8554-66BDC9C542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AE4E98ED-DBBE-48D8-A2F3-3DE3DF40CA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DEE5B53F-5100-4219-9ECE-4DC9ED867C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C677A396-3B61-41EA-B1CE-976D39E832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74FE6C94-3C7A-41F1-80D4-7350C4693952}"/>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B2816ACA-540F-4924-9E5E-0464F11DBC7A}"/>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42C13020-BE4F-48F6-A5DD-22D8B0192706}"/>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F73CD80C-CA23-4D27-80C0-BD6D7EB594B5}"/>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CE6F9EB9-2C8F-4928-AAE7-3D5430DD689E}"/>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A48C0436-BA91-405C-BD8A-5863245EF491}"/>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68A87BEA-B8B5-43E3-8C06-82FA44B3667E}"/>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2FC5E843-0DD1-46CE-8B2D-BD08887BB01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EE1CAAE8-64BF-4A02-A5C5-6E5713756025}"/>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CBF9B650-59DE-480E-9DEE-C925A65C6853}"/>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78C98C7E-C32D-4CA8-A5AB-D9DABDC1DDEA}"/>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1A2EF351-D4B2-4C2A-B635-68F35DA117B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1E463C42-0736-47BC-B0BA-D5E289A2F863}"/>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63219E02-CBEA-42A6-B364-AE3EA70B99CD}"/>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49B0B9DC-D258-436A-9C3F-9658FAE2A0DD}"/>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3F0D563-A176-49E9-9F29-03700CD8095C}"/>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FFE702EF-C793-4569-ACC1-89783E282B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5495130"/>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DFF85A67-6021-4F25-B7D4-C3946C8966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9611C3E7-CCA6-45D8-A825-95806DBB7D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F81F5A0B-8C52-4799-9E84-569FEC52BD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BF9E90F3-9E19-4519-A7F1-F22832F110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BE50D20D-6A7F-42D1-A4C6-FEF8048168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49944B1D-2EA2-4380-821C-92961816FB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F881D928-20B3-4CF3-AC98-CA627DFDC17A}"/>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B52CD635-7FF5-4E4A-BDC6-D1E2E1501544}"/>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2C6658F8-B851-4BD8-8F8D-18EF445961E2}"/>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3C31CA08-0679-4C86-BC21-838234F9264D}"/>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9F0BE0F8-F4C6-44D1-8B2B-2CEA25902D5C}"/>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B1E00FBF-5C03-4256-8E3F-A9CC75DC3C46}"/>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A7C47BBF-2BFF-4C4D-AFA2-A000D9083059}"/>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D47A8B0F-F960-4530-84CB-10B93ADF8318}"/>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2234ECF7-F705-4E14-AC11-75CBBB760A22}"/>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B042A0CB-2045-4721-B377-64FF5B59ADFF}"/>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24FBE7F5-A04C-4861-8AB1-6B8E67C473A1}"/>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39860945-F2E5-4A66-82AB-D00374C45439}"/>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09A0C725-2036-448B-905E-EE0C997B74EC}"/>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1DCB7A23-5264-4720-AED4-90DD0A08864C}"/>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411AE4B9-C4B5-403F-8E9A-2B8D43736F2C}"/>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D5441ED4-CD83-4F0E-9E85-F8F6D829F391}"/>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DEDF3BB2-09E1-4848-AFA6-BF19FA72F0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657474260"/>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67A3FBE8-BB01-49A0-89D2-48FA570821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34C03052-4CBC-466F-BE9A-CE166311BF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Check마다 확인하는 범위">
            <a:extLst xmlns:a="http://schemas.openxmlformats.org/drawingml/2006/main">
              <a:ext uri="{FF2B5EF4-FFF2-40B4-BE49-F238E27FC236}">
                <a16:creationId xmlns:a16="http://schemas.microsoft.com/office/drawing/2014/main" id="{5B58E50A-E503-4367-BFE3-5461412E5D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8C9D6BD1-1173-4227-B604-3350F49165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2F22CFC2-FD51-4AF7-A46C-8647EC946B4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606195CC-DF74-4A27-A32F-F99291C710F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91119688-DE5E-41A4-912E-D4F8A72C5B9F}"/>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9C680137-0714-4E31-90EF-5A4461DA9E18}"/>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02D413F7-5F6E-422C-B679-4C93BCEF608A}"/>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6F331EC8-32F3-43B4-A332-2FC2BC0B1B09}"/>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AA6E5FDF-F925-479A-AB18-0FF6D91E7C34}"/>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CA33BB62-618E-4BBE-B8A2-E75BA30286B3}"/>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88579AF5-C909-4210-861A-C75E7950E1E0}"/>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D9ED2F75-C420-4A10-8530-08B50B0BDC4F}"/>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D3DA2711-AA4D-4DB7-9F91-41C163882D3A}"/>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F005F058-4539-4161-A4CC-DC54DEC0AE3E}"/>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E78ED10B-DED0-4E7B-B937-8BA69C5BBA99}"/>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A6EA84E2-BB91-410C-A34F-2778FA1FF1E4}"/>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3A2BEBD4-793C-4E7E-974B-BD191930A6FE}"/>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80707BD1-0387-43B2-849B-17FFDB312331}"/>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15EE89F4-F1AC-4DA4-9F63-2834C1350FBD}"/>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E65C895E-D2C7-4F5C-83B9-635E899DC3D9}"/>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57698F3D-D190-4727-A4DA-4266052C0AC2}"/>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291DB95F-B92E-4893-9A7C-A11032F6E01C}"/>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21B19D55-AAD8-4176-BDDA-CB3BE47AA0A5}"/>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940AA4C7-99C5-4E70-929D-98269C65C1E0}"/>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3E13E518-DE5E-418E-813F-A4470D9E477C}"/>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E2DFBC74-344D-4C13-8162-CC93D7B90A6C}"/>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0F6960B4-C0E5-4B2B-801B-FCE868FEB6B1}"/>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6BEAC053-FD8B-4686-91E7-16C5BA99DE61}"/>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D79B3D69-8677-42F2-AEBB-AC086EEE20AA}"/>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BE78BC06-5813-47F0-BE68-513E0BCD53E4}"/>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5297D1AE-3FFD-477C-9BDD-9C12FABCA814}"/>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3DF55A64-C583-4181-B201-1154005D86CC}"/>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6715F410-0744-4638-BADC-E942E682FA46}"/>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B81F0556-1451-4CCB-B437-5ACCC666A123}"/>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5DAF30B4-C756-49C2-BD9A-CFD25E7549D5}"/>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83790049-52B0-4596-AE21-DBDC2E7805DA}"/>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FE65EE1A-32C0-4AB1-9AEB-90601E5EBE86}"/>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5CDC00F6-E564-49FA-B1A0-DFE761C12AED}"/>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62D5EAFF-FACF-467D-A544-E6E3FC6EFE35}"/>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0EE504C2-0CF3-4FE8-AAFA-F4FC9F2C66C5}"/>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6651CB4F-1CB9-404D-9A4E-218DED168BBD}"/>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1605D2C0-0218-47E9-BA91-DB56F6519243}"/>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DCE0F018-1A88-4482-9BB7-022009A1CE63}"/>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4E6F3E8F-0649-4879-8E40-056B2A970D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6861196"/>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76605698-D961-4BA5-AB52-5C7421F3971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4BAB8E55-1D4F-45CF-AFC5-BA6EA2A905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지시와 참고 자료의 구분">
            <a:extLst xmlns:a="http://schemas.openxmlformats.org/drawingml/2006/main">
              <a:ext uri="{FF2B5EF4-FFF2-40B4-BE49-F238E27FC236}">
                <a16:creationId xmlns:a16="http://schemas.microsoft.com/office/drawing/2014/main" id="{2FFBEB8C-5469-4E91-AEEA-30803AF105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EB69A08D-BB01-411D-8801-0921844D1A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9D104257-840C-44CD-975E-999150E412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560C9860-B697-44B7-BF43-B7FD687630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29876F66-298A-4790-9D0D-F0F7E8FA800F}"/>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7866C48-C1F9-4759-90DE-58AD065113D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07038F6B-2EB8-4D9C-B4D4-63E38CAF957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31202225-4973-4F0A-B878-AFE43188499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89220D3-9999-4C0C-AD9A-753758EAB02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A8922E6-C787-406C-8323-0C30A337C1B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B0F5FA28-6CF4-4EF7-B5B7-40D49529E9B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4393C816-9491-4EFB-93A8-B4D8FE36479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1EBB22F4-9E7F-4EA7-982D-38DAF112C55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5C3B5731-143E-40BC-AE06-499C3841952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30C0B5B3-7E8A-4C9D-9EEA-303CE32214D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3679DF97-E5D5-4B8E-982A-CE88BB97E2A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8178F274-6445-4097-80A4-6E0E4593D63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BBBB575A-FA1F-4285-BF2A-275564FE2F2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0C331EE7-421E-4B02-BF27-EF4C86B90AD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14B1AB23-4D4E-442B-B295-22001BD5A4F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81B652A7-D946-4B03-A968-329B55B0D8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05140661"/>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95B6ADCB-53CE-43A3-8696-706BCD49A8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5CB76BC0-1018-435F-B995-8CF9A41BB2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입력과 기대 결과의 작은 예시">
            <a:extLst xmlns:a="http://schemas.openxmlformats.org/drawingml/2006/main">
              <a:ext uri="{FF2B5EF4-FFF2-40B4-BE49-F238E27FC236}">
                <a16:creationId xmlns:a16="http://schemas.microsoft.com/office/drawing/2014/main" id="{823D5541-A08E-49D2-9A3E-FCB55B2005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7F373B6F-9C51-4CAD-A965-0EA071E1EB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5A56249F-1E7A-4639-9BCF-646CB7EEE5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B2DE1AD3-B6B0-49C5-ACF8-0F05FEB674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0D262153-C18D-40BB-B4D1-7E91E03283C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2449578-37F0-41CD-B602-2406EA27E7F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D8BDC56F-02FA-422B-9940-18A61107E95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166B121F-439C-461F-A931-E90BDDB71D8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2DF59A2-D8F1-4018-91CF-8A3ABDAB8A2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424F0A2-D481-4D35-8AF6-A2CE14BA9DF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E5F024DA-6A10-4316-905B-F26F8512E15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B90C661C-5DC4-4EC4-A50F-E613D30529F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3FE3A25D-B86D-45FC-967A-D3317354FFF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406806E2-E16A-4DEE-8C6A-C1B816969DB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08B77F89-B94B-4311-A2B4-A4186471239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B5732AEC-9D04-47BF-8EDD-3F9BE5DAC1A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9805056C-5740-4511-91D8-5AD5EEDCC50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20804942-3DA0-4940-995F-DEB9949CA70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084771F0-6008-4698-A1E7-9C17783996D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9C1FA37-CA13-415E-B193-DDF57632822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653E55E-237A-44A2-95B5-5125FC1139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78420654"/>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6EB6AE29-5539-4961-B64C-F8A25C80DE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25B49D71-7276-49D7-AF55-E832F20D17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바로 검토할 수 있는 결과 형식">
            <a:extLst xmlns:a="http://schemas.openxmlformats.org/drawingml/2006/main">
              <a:ext uri="{FF2B5EF4-FFF2-40B4-BE49-F238E27FC236}">
                <a16:creationId xmlns:a16="http://schemas.microsoft.com/office/drawing/2014/main" id="{DB73BF50-ABE8-4BB3-82BC-596E214187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162FC97B-0920-4FDD-BA5E-EFD30B3C978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23578297-2F93-4A1D-9B1B-A5739E6CD8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038F763D-FADE-4710-9D46-AEB483AA37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EAB6106F-845C-4019-9398-5BB0FDB62E0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DF8CB0E-8C89-4990-B1EA-3A161D6D32B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7653A828-F615-4C24-AB62-672BF458C25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BB3B6F85-7996-4088-A263-DA212C7D472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41FAE2F-8C6B-451F-8E19-3332D7C1FCD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B3C3E05-AAA5-4F8F-A273-11CA1300541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DD634C60-AD1A-40D3-8249-B12C3C9B466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FB4D4421-F65C-404B-977B-904D14448C2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A326CC30-A04F-416D-83D2-9B7907C8C6B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CAA83689-49A9-4CBC-8A88-3179920FEA1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31BA0274-9645-40EB-B807-CAA45EFB97C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444B915A-FA2E-44BA-B104-EBE9D1191EE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EB44179D-F06D-42FD-ADD3-E250BA7F2E5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BC9F4973-CAD3-4B31-AAB5-C3746636C60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9A7647EF-23B1-4BB5-83C1-841D50D3820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8560E6C-652A-4519-B0D0-63E7ACAEAE0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DF2860B-A197-416B-917B-EF345049FEB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83274198"/>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550C645C-14BF-42FD-AFD6-F1207FEF35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569A2F90-DE99-4D67-ADC7-C7976B227D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근거가 있는 설명과 미확인의 구분">
            <a:extLst xmlns:a="http://schemas.openxmlformats.org/drawingml/2006/main">
              <a:ext uri="{FF2B5EF4-FFF2-40B4-BE49-F238E27FC236}">
                <a16:creationId xmlns:a16="http://schemas.microsoft.com/office/drawing/2014/main" id="{07A464FF-0CAD-443D-A5F1-E942FA0D82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E5981667-5C4A-4D0F-9D85-90913E4512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350A1250-9BBD-4BFE-8055-3878F8D5FE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AD21922D-75B0-49C4-9E0C-361C7627A1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4EA0E938-8D8F-4D34-BC5F-C67160C9214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D568BB5-C3EC-4D06-9A2B-575D03D083A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512754DA-4217-48FC-93C2-26A898081FE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40F5C070-C3AD-466F-A73F-599D5E10DAE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9873B1B-BEC5-4207-95CF-A8F84015951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009AE61-F21C-402D-8BF9-D4511081AF5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44405D0C-3C4A-4CE5-BCDC-3BE9D5E575B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F1DFC445-4BBC-40F3-96CC-134A9B6AADA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985D1935-4CDB-44CB-A75E-37B9721C395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EAD1E27C-F5B5-478B-9013-F35F5871E29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BA92429-863F-4358-88DD-252EE389D65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EA6E5018-725A-489E-A95A-25C53E29EF0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F77A7884-A8E6-470E-A1A5-814429D0BDD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AF6C92CC-E7EB-4291-A90F-8B5F9B998BE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EA08B352-0D41-407B-81F3-E6F15A5E38F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34DAA42-BE8F-4276-9339-DE47B262A27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01FDAC28-4B00-4002-A1CD-0D653A116A8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39183372"/>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4E53AF3B-D312-417C-89BC-54073E77CF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2EC19D55-16F1-4050-B749-72B34E3448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결과를 바꾸는 결정에서 확인 질문">
            <a:extLst xmlns:a="http://schemas.openxmlformats.org/drawingml/2006/main">
              <a:ext uri="{FF2B5EF4-FFF2-40B4-BE49-F238E27FC236}">
                <a16:creationId xmlns:a16="http://schemas.microsoft.com/office/drawing/2014/main" id="{CA972258-B2FA-4C5A-A766-8843DCBF8D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752FE94D-8680-4166-BE19-8D8E5CD340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04719A9E-50B7-4D07-A334-39A7B130A5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F470A314-D449-47F7-81AD-805885E006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52E7988E-C66F-4AB3-9B82-7916DE80BAE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2682580-3FC7-4175-AC07-E4CEC5D3CAC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B2058624-9EE8-476D-B0CE-5DA755CCCEB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81A976B9-66B4-49CC-A983-ACDC007CB3F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BE1A4F4-0658-47AF-8CBC-DB8572BC5EB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CFD5135-C304-4D0E-A759-4C09FEE5609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DCEA753F-5A97-4E90-B0B6-04819B66174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768DA8ED-E8A6-48AA-9915-384A0052838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AC345CE7-DB24-4C6C-81A3-3E0796FA20A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7DE5DD6F-F8D3-41ED-8CC6-C6891113C982}"/>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E5453E1A-1B75-409B-A305-934B06F5AD3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DA43785A-6A68-4198-A197-CC018F4265C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B68F167D-A54E-4804-84F4-F61EDFEB6C5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9F504527-4529-45C3-9D46-569D159DBEA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A6DBCB6D-102F-4A35-AEF7-45F18F4DCC2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7C7AD288-1A05-480A-A57F-FE935356B85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17F4D3A0-8858-401A-BCCD-815D21E0A9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46756511"/>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F1A0B29A-43D9-40D9-A15B-06308D22C5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D209A4CC-0419-4D04-B96F-787A1AA7F2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큰 작업을 검토할 결과물로 나누기">
            <a:extLst xmlns:a="http://schemas.openxmlformats.org/drawingml/2006/main">
              <a:ext uri="{FF2B5EF4-FFF2-40B4-BE49-F238E27FC236}">
                <a16:creationId xmlns:a16="http://schemas.microsoft.com/office/drawing/2014/main" id="{CA350929-CAD5-43E2-9ADC-B00CB1560F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C379DE7A-87FC-486E-B098-A8AF8FEB44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D99C62FD-8DEA-48AC-98C7-4165D6B9E0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380CC0BD-71B0-4B6C-A485-779558A5EB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D756AC7A-A3AF-48A1-8CD9-0A53A2435F6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4788492-A96C-4476-B440-5C8B5468E88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54ABB14B-C640-461E-A0D1-7C23BBEAD46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595EDD10-23E1-4ABC-934C-684436E9E2C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4C47059-F757-4EB9-A368-FEED7A8995A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5B96BBD-5554-48E2-BD93-9D2E0BDAABF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BBA9D79B-F7B5-4209-A269-66B15524403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C88D2759-8B1D-4E12-9002-D17E4AAE9B9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30CDADF4-89A9-431C-A362-D9C5F9CA386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B908724D-4318-483E-BCA2-A6EE52EA420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8617935F-E594-47CF-A0CD-70DAFC6005E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FFB41DF1-0AC5-4920-A734-C0E3A32F94E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51DF258A-8924-4AF7-902C-359891FE68E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719C1444-865C-4B52-9E81-031070A6310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FB65EB10-AD02-404D-8DED-580FF41DDAF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736A5BC3-27EF-4E62-A978-EF4FB33CCC1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40D9235-AFA7-469F-9F04-4FE811C033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26997107"/>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74B0DC9A-AC5C-48A9-8117-C609E948FB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7FABC6FB-52F5-4C8D-9E50-58D26E6DDF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기준을 지정한 코드 리뷰 요청">
            <a:extLst xmlns:a="http://schemas.openxmlformats.org/drawingml/2006/main">
              <a:ext uri="{FF2B5EF4-FFF2-40B4-BE49-F238E27FC236}">
                <a16:creationId xmlns:a16="http://schemas.microsoft.com/office/drawing/2014/main" id="{D6E3EF8B-DA20-4C66-ADC7-1A6FA63901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FE56D125-75FC-448C-96B1-E9B9A4D63B1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3E52DE5C-AC46-485E-BE9C-5E5FB73849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DAE7AE65-C35A-46BE-B679-1B56280E4D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27D99E22-FDD1-4265-8882-4870DFA3EF3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76CC4C3-501F-43B5-97F7-9017E826897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9439C041-ABA5-423F-A34B-59457A08F85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DFCFE244-1DB5-446D-A86D-5149A1A10AB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EC53A1B-59D4-40DF-B039-20451D77B58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6F64D16-CC30-4D95-B82B-9ABB3ABC1C1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6C4BAFEB-4187-4B37-B514-8BD9638A32D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C4EEA423-5EA2-444D-BE8B-F523BE4D424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7D1D332A-D7BA-4A57-BF79-17946D686AD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9F203E6-1FFA-4DDF-BB66-EFD87B6AB1C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168196F9-A0E6-4D13-A18B-44387B9ACD0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B2CC3CA5-DE81-424D-B1BC-8448C6EA6CE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D5ADAB36-7CEB-43F0-9456-C50A6EB6BFB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08158D99-354B-466E-920E-81AF77E0DF3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AE5566D1-1A11-408D-B875-B36DC54D477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03E03D86-D761-4B35-BCA9-371A3336117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E681D6F-D34F-4451-BC5D-72A365F911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82950325"/>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DF0AD130-FA54-4075-9325-20CF008393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C254D7D4-CCC7-4AB7-9364-5E0E26AD46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구체적인 근거로 수정 방향 피드백">
            <a:extLst xmlns:a="http://schemas.openxmlformats.org/drawingml/2006/main">
              <a:ext uri="{FF2B5EF4-FFF2-40B4-BE49-F238E27FC236}">
                <a16:creationId xmlns:a16="http://schemas.microsoft.com/office/drawing/2014/main" id="{05EC3D0C-4964-45CE-878C-387EFE4CBE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3F404F35-6106-484B-B4F0-7A121DBB9C1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059B5058-B266-4386-B4D1-C21F2AD853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E275DFDD-C322-4154-B668-399A7820C6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92AAD121-B24D-4B03-8EAA-9536CF9D013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61B1A75-AFDD-4103-98AA-297C9D7F9FF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5F9286DB-0661-483C-A5A0-85D9064F541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AA9C1060-9B23-40F6-B72C-9CC44EED8B9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7B20153-2DE3-4197-BB25-1A61C952F01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A3FCFF2-5861-4C20-A5DD-41023E97CFD6}"/>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7ED4181A-94F6-40DA-BCE0-29811D4305C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B6869E5B-2685-4A48-B2EB-3E2081B371C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8057A5BA-EC2B-44AB-AED0-568EDF84EBD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BE03D5BB-4EAC-411D-B743-861E64227D0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A50F9BC4-E13F-4899-BCD3-32F8011BE67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81AA24FF-6273-4C89-9A0F-BFC724BA859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B27ACDF5-C30E-4E2A-8949-8F367E5CBE1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969F5192-75AD-447E-AE8C-0D056373127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1CAEF97A-88B1-4A1B-BC1F-E50ACC747E0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71006510-404D-42AB-8D8E-132BC561DF6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9839710-C193-4780-BC32-9EC1E58C73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27142737"/>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5B365713-3144-426F-B8FF-C5AA3D2532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2442EB39-DB41-4EC2-980B-CE8A769282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이번 Task인가,&#10;계속 유지할 Project 정보인가?">
            <a:extLst xmlns:a="http://schemas.openxmlformats.org/drawingml/2006/main">
              <a:ext uri="{FF2B5EF4-FFF2-40B4-BE49-F238E27FC236}">
                <a16:creationId xmlns:a16="http://schemas.microsoft.com/office/drawing/2014/main" id="{193D08C8-F6CE-47CE-85A6-4A61FC96374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860DB161-FFC4-41DC-B68A-0B01F07F4C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12C2E405-2B14-4B7E-9F15-10D443AF0D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024F9C28-EC28-4880-A380-CE0E0A86B2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7FC54766-82D3-42D1-93DD-46BE964BF2FD}"/>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1DB688AE-B6AD-4A2F-94C7-6EDE7E7B8A18}"/>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E44F3B72-19A3-4B1F-B2F0-D61894E0DECE}"/>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2CF0C176-FACF-4543-BAD1-E2EBFCCDCB73}"/>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8D6F3670-7A6D-433D-B545-2A67253DE134}"/>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191DD7E8-E845-4CB8-9EAC-056783A0AC2A}"/>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2A56498B-69D7-4735-8663-39DEBB0F3A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47859030"/>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F3E00BF5-C4A4-4066-9794-B05BF3DC6C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8982A277-BF80-4758-A957-268D3FBC50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반복하는 설명을 두 범주로 나누기">
            <a:extLst xmlns:a="http://schemas.openxmlformats.org/drawingml/2006/main">
              <a:ext uri="{FF2B5EF4-FFF2-40B4-BE49-F238E27FC236}">
                <a16:creationId xmlns:a16="http://schemas.microsoft.com/office/drawing/2014/main" id="{03B81760-17C7-445F-BAAB-C162F74782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DC4ABFCA-3DFF-474A-A2F7-AE1E771C01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E9498734-6515-4617-A967-A8191CC347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35FA0A30-CF25-4322-A756-29EC039414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3A0C0482-EBC7-45A0-A52C-19170176F367}"/>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30CA9884-455E-456C-8726-8CEE4F754C7C}"/>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66843FE0-9DB7-489D-B8F0-D43956F0D7F9}"/>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3B7D7A14-140C-4EF6-929D-12D47AB4BE9A}"/>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30D6CBD8-10A1-4C23-A1CF-CFEEC8546AF4}"/>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75F60BB8-B8A5-4FC4-BF74-F6BE2D10EE84}"/>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93BD7219-613C-4DD4-8620-DB54DF1E674D}"/>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9443ABE8-A631-4AF7-BBAA-BFA19A8E6E52}"/>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23807F63-BBFD-43D3-A43D-ED85531A175D}"/>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EE52D108-3237-42CF-A8C9-044DC51C61CA}"/>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33B93EA9-2279-42A8-9CD6-840239E71D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99762340"/>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CB056C65-9F78-48A2-9AE1-D7329DA1410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A00242B1-F336-4920-806D-AF8E5C02FC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
            <a:extLst xmlns:a="http://schemas.openxmlformats.org/drawingml/2006/main">
              <a:ext uri="{FF2B5EF4-FFF2-40B4-BE49-F238E27FC236}">
                <a16:creationId xmlns:a16="http://schemas.microsoft.com/office/drawing/2014/main" id="{A7AF5F25-281A-4F1A-AA26-8DB18D206F48}"/>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A7C1E501-1872-4998-8E2F-7FDFEF4E5E2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8985F5DE-3EC6-4BD0-B9A6-DF1B8B788151}"/>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AB4D864F-934E-4CAE-B6E4-ADC39AB94BC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A96AED62-89D4-4979-9E65-BE3BF2C820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57203126"/>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8CDF939A-BB97-4B1B-B07C-C41186D769A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DBD34FE0-8FCF-49EA-B557-91F33CF0BE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다른 Task에 같은 설명이 반복된다">
            <a:extLst xmlns:a="http://schemas.openxmlformats.org/drawingml/2006/main">
              <a:ext uri="{FF2B5EF4-FFF2-40B4-BE49-F238E27FC236}">
                <a16:creationId xmlns:a16="http://schemas.microsoft.com/office/drawing/2014/main" id="{592414F4-E354-4AF5-B475-952A388228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3035A0EE-6674-47BB-927B-7FD011640D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406CB5FB-83E4-4D25-B828-41A5577D09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B9C4B219-3CFD-46E1-A756-7B90181148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40E09520-7B17-4FA9-ACC2-DE91EC54789D}"/>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D857E076-CE0B-46E0-9C9F-76CED4D9B2F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600F76B7-9189-4407-80FD-48C059F2793A}"/>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50D70FC1-DD2F-4FA3-A5BB-F1F51AF5DD9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E5ADD22A-38C3-46EE-93D1-C7DE415CC9F7}"/>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879C826A-CA05-42AF-8360-A3BF66E88CD8}"/>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C03A22DB-2036-4C9A-BC0F-37C3A4B8AC32}"/>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8B780C47-B67F-4186-8925-897EA9A1C3FB}"/>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ABD64FBB-59B5-4605-9353-E14549733071}"/>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F58602A4-A465-4155-B8CE-06D9CA831912}"/>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E25B987C-537A-425A-9F40-1D9ED8D82613}"/>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100AC1C2-D503-42DE-92E5-99D54C6C6A72}"/>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E1E936A5-09FB-443A-B11E-CBEE00340E22}"/>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F139AFCE-5D77-4647-88E1-E941A128F7F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BE43484A-B316-47D4-A66E-A7B2CEEEBAB9}"/>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3EC0C0F0-E459-48C3-AEF6-13D2DDAF5BE2}"/>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8DB85E02-9EF4-49D6-806C-EA5CA166D3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06976530"/>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CBD30DD9-A611-47FD-A334-58DDBBCD6D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91D76CE6-08F2-4337-9631-808B9D7486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작은 Project Context의 첫 기록">
            <a:extLst xmlns:a="http://schemas.openxmlformats.org/drawingml/2006/main">
              <a:ext uri="{FF2B5EF4-FFF2-40B4-BE49-F238E27FC236}">
                <a16:creationId xmlns:a16="http://schemas.microsoft.com/office/drawing/2014/main" id="{A0466D77-C87E-4654-A902-6246FF5D58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A5CD521B-516D-4847-9FBB-F9489FFFCB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7ED6527F-0CE9-4C8C-BCEA-B37B6FA3BF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4C5B80F0-7BA5-40E5-9980-849171FF10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FE436E18-2DF2-4FBD-B8EE-ABD911EF86C9}"/>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A289F0B9-FDD2-4BB7-A949-7E8224A31DE5}"/>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485D7D62-C458-4F00-8BFF-0659250C4CB2}"/>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03FA851E-6991-48E8-92B7-823363805450}"/>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AF219F56-AF19-4A3C-8334-46227D0B3A33}"/>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C37DB541-AB66-4DBF-9A5C-FCFF3976BF1D}"/>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4AC802CD-6351-456E-A32F-DDB5E8099102}"/>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18817591-1334-41DA-890B-B61BE93CD61C}"/>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866D8DD-2790-4A0D-B983-596DD1FBF1CB}"/>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7D06E491-5D85-4B26-AE6E-310C4DC52104}"/>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71569B9E-75C9-4423-A904-300D8C117958}"/>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5C8FF4E0-12EE-468C-8A15-C15B06017DD8}"/>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14FFE94B-CC10-4776-BCE3-0FCDA6245903}"/>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62A15F87-916B-4D66-8208-13FA3872F748}"/>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6C75C855-6FAB-4471-9906-C73E1D69352E}"/>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F83AF3C4-0705-4E05-83B3-67D9D03FD922}"/>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D77B98DA-9CE5-451C-A905-FD9F52F46045}"/>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56EB4A3A-23AE-47A1-BA77-EA3B8D1EAC50}"/>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9908D90F-1024-4A8A-85A5-C904E299954F}"/>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3E55E4CE-43B7-4AE1-92E5-76E5D738F6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84441704"/>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E4CC0164-9292-45D0-B800-C4CC220BCE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F85B6D6E-1CD0-468D-8182-28B1F133958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GENTS.md의 지침대로 검증했다">
            <a:extLst xmlns:a="http://schemas.openxmlformats.org/drawingml/2006/main">
              <a:ext uri="{FF2B5EF4-FFF2-40B4-BE49-F238E27FC236}">
                <a16:creationId xmlns:a16="http://schemas.microsoft.com/office/drawing/2014/main" id="{11872B0B-C56C-4BBE-9633-C511C0996C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40D5920-1B30-4118-8BE8-CFFCEA3C3B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4A1EB85F-BC63-48FB-9FAB-B6AA311DBC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AB893326-FD63-45A2-BF31-F5DE8E8EBF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A50141DD-6D20-40E1-9B44-04BBF217BF0B}"/>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3AF23836-9C67-4A5F-BD96-F01D8D4EC09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27DC257C-EF85-438E-ACA2-F2FF30C52C47}"/>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4AA05AF5-10F3-4864-B5CA-289B5FDE09EC}"/>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D6B94EE0-B878-450E-9489-608A21A29B9A}"/>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664D408F-8C6A-49EB-8960-26802835FBAB}"/>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D67FA1A5-8678-4F7E-A3F8-4DA4F6A4BC29}"/>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D5FADDA-44F3-4EE9-91AD-06EE193B232E}"/>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64F2D387-FDEC-4D5B-82D5-01A14DDE909D}"/>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2E88C205-4724-41D4-AA5E-3E7E2464A6B2}"/>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B631851E-BE6A-42B9-857B-F69C0DB2A10A}"/>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9A1DD241-59DC-407A-82A4-83FC01292669}"/>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A007913A-25C7-493A-B1E9-D0ABCBC1466A}"/>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20EEE79F-B01C-4CEB-921E-FB6CD8691961}"/>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B79BA847-1889-4DE6-9669-D83161305FD3}"/>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2B2997C8-BF90-4848-8FC7-51D659C0F090}"/>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B8984BA4-6B90-4B4D-B02E-25A4BE109C2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6FDA600B-EF43-49C2-9E1D-209776110C09}"/>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39797E20-6429-4821-836A-F6837D918DCE}"/>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9662C1A1-0412-4352-B7B5-A14C55D5B0A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68B2AC5B-6C1C-43A1-B265-DD05784BA546}"/>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AA322AD3-123F-4C3D-BC8E-50A81559B9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14078015"/>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99C0E33B-DD29-4764-ACFB-40DF682097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3594746C-6839-44A0-8E32-4082498AD6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Task Prompt와 Project Context">
            <a:extLst xmlns:a="http://schemas.openxmlformats.org/drawingml/2006/main">
              <a:ext uri="{FF2B5EF4-FFF2-40B4-BE49-F238E27FC236}">
                <a16:creationId xmlns:a16="http://schemas.microsoft.com/office/drawing/2014/main" id="{A82A6836-162D-4D4B-9802-50FCC6CF3D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05ECB4E8-24E6-463F-81BC-B69D74E440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90B05F4C-4D16-48B0-B91C-2972AFA4A9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6F5D1C60-3DA9-4FFE-8487-0C4E312E7B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24453429-F3AC-4240-8EFF-31DEDA13D52B}"/>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DC253170-D2A2-4732-BB64-7172A6096860}"/>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365D5757-601A-4538-8700-561401A42969}"/>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EA1CFE0F-4C42-4FDF-ADE0-F0EC4E90950C}"/>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E40E484E-169E-4C30-A9CF-3ED52E13D436}"/>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0776AA17-F166-47A2-AEBE-43D86FAA8558}"/>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3751F501-A247-435F-BF33-39A7FCF3449F}"/>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84929BB9-60A2-4A04-BAB3-9AA736A5B91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BA47302E-67E3-4978-8F6C-998174D538BD}"/>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1816EF7-4113-40D4-9F07-5698747900EF}"/>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4D446D4F-EF0B-4DC2-BA39-7EB3A51B4F3C}"/>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2890B61-582D-4115-B720-ED4DC9507A7A}"/>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E6BE20C1-A466-437A-931E-91F066623412}"/>
              </a:ext>
            </a:extLst>
          </p:cNvPr>
          <p:cNvPicPr>
            <a:picLocks xmlns:a="http://schemas.openxmlformats.org/drawingml/2006/main" noChangeAspect="1"/>
          </p:cNvPicPr>
          <p:nvPr/>
        </p:nvPicPr>
        <p:blipFill>
          <a:blip xmlns:r="http://schemas.openxmlformats.org/officeDocument/2006/relationships" xmlns:a="http://schemas.openxmlformats.org/drawingml/2006/main" r:embed="Rb8bcfcfb4d1a4b48"/>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EBE0CF16-CD3C-410F-A426-3988ADD25EEA}"/>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C285E7BB-7E19-4774-8ECE-FEF03CDBF3EB}"/>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DEC679A6-B298-403D-94E3-41337A604645}"/>
              </a:ext>
            </a:extLst>
          </p:cNvPr>
          <p:cNvPicPr>
            <a:picLocks xmlns:a="http://schemas.openxmlformats.org/drawingml/2006/main" noChangeAspect="1"/>
          </p:cNvPicPr>
          <p:nvPr/>
        </p:nvPicPr>
        <p:blipFill>
          <a:blip xmlns:r="http://schemas.openxmlformats.org/officeDocument/2006/relationships" xmlns:a="http://schemas.openxmlformats.org/drawingml/2006/main" r:embed="R5699511ce1be472a"/>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D49BED4C-3481-4E78-BAA5-C83C6ADAD77E}"/>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32905F37-422D-46E5-BFCB-77BDEE09325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8C0A7686-B0E6-4D98-9ECA-B4650CCE5AD8}"/>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5D3C20A9-B49B-477D-9E7F-114A757581A1}"/>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59A8C016-3A10-4B53-BF74-BCDDF8D1AF6C}"/>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47A7AE97-5EC0-4617-95EB-23D519D760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7529512"/>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8F809FA5-D9E0-4CF9-9601-AA4EBB202F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A3DA8331-A8DD-46B0-B8D4-1A724C3FB6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확한 정보도 계속 늘어난다">
            <a:extLst xmlns:a="http://schemas.openxmlformats.org/drawingml/2006/main">
              <a:ext uri="{FF2B5EF4-FFF2-40B4-BE49-F238E27FC236}">
                <a16:creationId xmlns:a16="http://schemas.microsoft.com/office/drawing/2014/main" id="{956B8DE3-3F68-4654-9033-C980A51AE2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96BC5E9F-6E9D-4DD9-AE90-816C863428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828D3748-7432-446C-B334-FFBBA154AC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B8A4029C-F396-42C1-9EDF-C68DC46CE4A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EB5211AA-1F89-4B9F-9D54-F2836E8892BC}"/>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06682999-BCDF-41E0-A87F-E7E7B5937180}"/>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3B2323CA-FDF5-4E3F-987E-DBCDCCC1B23C}"/>
              </a:ext>
            </a:extLst>
          </p:cNvPr>
          <p:cNvPicPr>
            <a:picLocks xmlns:a="http://schemas.openxmlformats.org/drawingml/2006/main" noChangeAspect="1"/>
          </p:cNvPicPr>
          <p:nvPr/>
        </p:nvPicPr>
        <p:blipFill>
          <a:blip xmlns:r="http://schemas.openxmlformats.org/officeDocument/2006/relationships" xmlns:a="http://schemas.openxmlformats.org/drawingml/2006/main" r:embed="R394ba9808cd649db"/>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8E8EDD24-6384-4FB4-B770-2B3C9E4BF7B2}"/>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3E1E0656-2202-4BBF-A7DA-104CBFD9C560}"/>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EABB8DE2-90CE-4914-9020-D3A7123FE576}"/>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FAA267FD-9767-47BA-84C5-F9740F3B848D}"/>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4ED5B091-7726-4FDD-9F6A-144E8F15F5D5}"/>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62DD6D0-2175-4B56-A567-4EEE8FA00765}"/>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92F83406-4743-4245-A860-1194EB35348C}"/>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A435072-E798-4104-AD3C-F24D031E9B35}"/>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62CA2AD3-3D48-4BBE-AF6C-D808D68B4AC5}"/>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7A1666C0-0A0C-4CA5-8B38-B48F3B478C6F}"/>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34071072-7A32-40AC-9E25-89F06373DB52}"/>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6D24E0F7-8614-46CB-94A7-563F0C1C40E1}"/>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A31E636A-7D96-488C-BBBC-D03ED7124CE8}"/>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CF8C1D38-50C3-41D5-BFCA-D56C8F38590D}"/>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379E93BA-F591-452E-A70C-475FB4A84B6E}"/>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9F33751A-65B3-4063-A0E9-B775916F6CF6}"/>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97080C0A-4FFF-47FE-B1C1-A4A2AA750185}"/>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546A80AE-84A3-4AFB-B7D4-148616D670E9}"/>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A28428AB-ADF9-49FE-BF6E-EAAF1C94163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B06B9E10-7C86-46A8-93E8-943B5018CF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4704912"/>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C103CE51-544A-4B0D-93A3-A016D0F583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3954775D-2F94-4C12-ACEE-8AD225510A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하지만 이번 작업에는 불필요한 정보">
            <a:extLst xmlns:a="http://schemas.openxmlformats.org/drawingml/2006/main">
              <a:ext uri="{FF2B5EF4-FFF2-40B4-BE49-F238E27FC236}">
                <a16:creationId xmlns:a16="http://schemas.microsoft.com/office/drawing/2014/main" id="{0DCB5853-B22C-4424-B7B1-C5AEFBC06E8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371D32B0-E570-4FC5-9418-09A5DB34FC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C6FBC321-7FC3-42DD-B122-F3C9143298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546560B7-E30D-4936-AA71-3544575CAE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217C25B7-C930-42B3-A093-CE47178F3B31}"/>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C799BFD7-E87F-487A-B919-A828289AC65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F6FCAB0E-2452-4E9C-B1A2-C8C730BDFCF5}"/>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31F5061D-A53E-4500-AEC0-4089BC32062E}"/>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0C743F8D-E276-429C-95C8-88A82C322792}"/>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B8259E7E-4830-4EE8-A77F-640036D5EEA2}"/>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93260393-2086-467E-987A-449D2A86B7D3}"/>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F9FEF78-3DC0-432F-980F-7CDAF5A0D29B}"/>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C223E942-61D6-414D-9160-2837F16697D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ADC882D2-F70B-4353-9AB1-F1572258388E}"/>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E900B091-C672-44A6-9038-A1CD2A64491F}"/>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BA20A071-EB55-4837-8A39-2480ED6F8744}"/>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44F446A4-1210-47B4-8BE0-EDA85097A1E0}"/>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792C5AD7-77F7-41C7-9F61-CA540A0872D7}"/>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C0E32D3B-AD24-4F0E-960C-3B058906C35D}"/>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45F871A-F10E-4633-8CE3-C34E84306158}"/>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9305AEC6-E77A-46C1-9670-1D23FC902E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6243432"/>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920D9D24-B6C4-4049-B040-E3BDDA3B7A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0A132EEB-8F78-4EC1-9BB6-DEADA1EBB1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보의 범위와 제공 시점">
            <a:extLst xmlns:a="http://schemas.openxmlformats.org/drawingml/2006/main">
              <a:ext uri="{FF2B5EF4-FFF2-40B4-BE49-F238E27FC236}">
                <a16:creationId xmlns:a16="http://schemas.microsoft.com/office/drawing/2014/main" id="{7A59858E-6BCD-4BA4-8F1A-823DBD6F55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EACFD2FA-596A-4372-A67A-C5AF1776EC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79DD0AE0-CE3D-4A76-80FB-987C50454D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F8F096D1-5DBA-4914-9079-6341B2F90B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80D898DF-40D3-453C-8C5C-7DCC35006EA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A8050A39-D844-4990-B929-B5A0B164F8B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6E6B5CB2-AB99-47BD-BF9C-E872AA8B5B5F}"/>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A9A015AA-049A-46BF-84A3-472B5D908907}"/>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8BBDD81B-3186-4CF6-84DC-4875DBE7AE4F}"/>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6CA25A7D-1B50-4078-BD7E-813AE5C37FA6}"/>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480BDE59-CB87-4AF6-B4C9-A25DD9855A9C}"/>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6FE228A4-8E29-4A2C-8265-603489151280}"/>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5433A300-20F9-4B5D-B410-FF84E5F35676}"/>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EBE15E23-0320-431D-A115-42E19BDA1069}"/>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8D99F223-F7BB-4EA8-94E2-C08F884B7F61}"/>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0D93B824-11F3-4759-8D33-D959508C0A78}"/>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B1E00337-681E-4E25-9B37-715B35AD2FA5}"/>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C6994C3B-0E8D-4EC2-AAF1-9EE77D22318A}"/>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915F11ED-8B91-4BDB-88C6-EDF41804E6A9}"/>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A6F99801-9150-4DFE-B4E9-6457C9E9C22A}"/>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8A842380-B7BB-46EA-920F-0E5C656542D8}"/>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26C4DF01-B20B-4555-91F9-940FF6EB1DC9}"/>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7B23F725-BA48-44D1-BE33-3FC2D92CCA22}"/>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E9942131-74A2-4C89-AF3B-93DC262DAFAE}"/>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71E7687A-6B25-4436-8276-5A3A474E9035}"/>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2E97CFFF-3A91-4B1F-8E61-06BE7ED124E8}"/>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4A7DD2B3-BF63-4FAD-8520-0CE01F6594A3}"/>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18CF50EA-F118-4775-B34F-A05A282D2D18}"/>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4C932103-914A-4E92-B7A0-2A5E60F0B376}"/>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A3079D22-E4CE-4FDD-B15F-9EF59E8B0970}"/>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84BA6850-972B-48D3-BA4A-8CF816592CC8}"/>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52B6AAA0-6E67-43B4-AC66-986AF93DA5FE}"/>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6CFBDE54-D25B-4772-9340-40B1D5A5704C}"/>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F59C6242-3AE0-4FB9-9687-7FABC7F81939}"/>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9AA90D9D-3B9D-4580-A54D-E48EFD20A8E1}"/>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2B9DBE20-BF9F-4258-A215-F8383F8B32D2}"/>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40D9752D-20D3-4CB0-8095-184C997F0653}"/>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F715B74D-4A0C-4903-852D-8DDED2A1A0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7786228"/>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79E02226-6173-46E8-AFF4-2ED55E79EA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A5A5E049-D273-44F5-A8B5-F00EA12A8A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많이 담아도 같은 근거를 똑같이 쓰는가?">
            <a:extLst xmlns:a="http://schemas.openxmlformats.org/drawingml/2006/main">
              <a:ext uri="{FF2B5EF4-FFF2-40B4-BE49-F238E27FC236}">
                <a16:creationId xmlns:a16="http://schemas.microsoft.com/office/drawing/2014/main" id="{4BB43122-075C-4BF3-A741-D83B7577E7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A88FCAC3-04A8-40A2-874E-03D6D2DA1B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0EF73628-2099-438F-B72D-BA36BD5CF3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CC1E22F0-2EDA-4303-860D-6535F5B2CB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AFA2CE38-89B2-4318-916E-19E1499C727F}"/>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C9140809-EC9E-47E2-AE71-0E2CA24C22FD}"/>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771B8698-8F23-454C-85B3-9B99A242D45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C23DBF1F-676C-4CAE-9C80-EBBDBAC980F4}"/>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BEB78F23-C0FD-428D-9CFC-43FF87BA776E}"/>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DB04074B-7821-4796-B6AE-26083E2FB655}"/>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5579E8B1-EBA1-44B3-B1DD-F21B7A0C72AF}"/>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DDB7DDBF-AB17-4FED-B6FC-366EA71EAFF0}"/>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BBE2A8D-4E64-4756-B190-165286882336}"/>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7F1453EB-71BA-4B95-894B-96163BC994D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37862C09-C8F0-4978-AE23-59972933532E}"/>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66709062-D818-4A39-9183-A06977CEC030}"/>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03DF2875-7EE9-4FF9-B0A8-4445B68FF6F9}"/>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B88ED160-0E05-44E0-A43B-0A0B9B15A6F3}"/>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1DAC8746-1A28-45FC-940C-07886CCD759A}"/>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C10D80AA-8E52-45B9-9E90-0099135037EB}"/>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7830CC6C-003E-49AB-ACB0-62A4E00D882A}"/>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02AE39CB-5AD4-43B6-931A-34E58C9E82AE}"/>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FAFF98D6-E43A-4CCD-AD62-4B93B883EB50}"/>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041666CD-0345-42A8-A6D2-8EF0C8648C01}"/>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CE19E9BA-9264-4933-B18A-36B98C3C0EB1}"/>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CE4F51FF-78CA-4F21-AA92-FB8700BF35D4}"/>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4E106B5B-8FB3-43FE-A07B-83585A5A855E}"/>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CCEF0233-8A94-4CC6-A6D9-848620E7D27A}"/>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70ED2B0E-9698-4ADD-8D0D-D393658201E9}"/>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C1DDA4CF-FBBF-4694-BD52-31F5F25E781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C6083E36-BA05-4D07-A9CE-DF0186321526}"/>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D861F7EE-A653-4DEE-8E85-A70BA6EEB500}"/>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64C285A5-A388-4831-8413-5E434CC00AE1}"/>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DD657C57-2420-46EF-80CD-84E60C3997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83224187"/>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B159552B-C658-4553-9B67-ADDDE0AEA8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60C80C7B-E530-4EC4-92D6-11C47FF5F9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6372304E-E96D-4F7B-9D0F-B94A8A00141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1A606E7B-D929-4A7C-9F20-3CB5F715E0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E4A0A0DE-E1CE-4768-AC48-4AC44C740CA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AF9953A7-DA99-4D18-93B4-0AF99A81726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E68C0CE1-C217-4388-9A37-38FBEF89C882}"/>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F6D62714-4A30-4162-962A-DBBF4FCCF555}"/>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E580B8F2-D28B-46A5-99E1-D6B94C910BE0}"/>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2989CD23-DA60-484F-B449-03CBFF6AB040}"/>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1D2CD6B1-CA6C-4C29-B707-8AE9DA5B0048}"/>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52745FF-5BC0-4957-9027-D4783B47ACA2}"/>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F922CFBC-579F-474C-A95A-A699E75D8955}"/>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1CD2502A-3153-42D5-A200-9A200B64CD9E}"/>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D5FDD919-258C-497B-B312-4E3D26B3171F}"/>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763A9212-B020-45F5-A4E9-46258D737A7C}"/>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E9134DAF-5DA0-4C7E-85C0-8C0B8986ADED}"/>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BF2C6696-354E-42A9-8A2B-A1E3207E5C91}"/>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2904F038-F710-4BDA-A128-D4D1EF9DCEC9}"/>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3D29DC76-8622-49A7-B07D-6F299168039D}"/>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6ECC8B33-12E3-4C5C-A4AC-034900ABEF71}"/>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8B499C21-D6EC-47A6-9191-D1584DF24678}"/>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BF153605-932A-4C03-BF5D-478162D7088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43C2FA9A-E78D-4541-9FBC-C02BF74189E1}"/>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71338C49-841E-40EC-8FA8-7F2E75AA2E5D}"/>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1BCD0387-17A0-4AD4-A43D-868E13070A91}"/>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1C64D9BC-5A21-4095-B3BF-077C8E65553D}"/>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CDAE01FA-01AC-41F2-A598-436390B04EC7}"/>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4C3E770F-4C0F-4438-B0C5-1601EC0BC7F7}"/>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96BFBA10-925B-431F-95CB-F86D694B80FC}"/>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2AC7485A-D45B-40E6-8901-85FA236A8E27}"/>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AB37C99B-217C-44C3-963F-377FFC1466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3140198"/>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DBDC2792-6AC2-4249-AA7F-C438F2D5C1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22E8E459-0D92-41C4-A083-96A9DAD700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필요한 상세 정보로 가는 길">
            <a:extLst xmlns:a="http://schemas.openxmlformats.org/drawingml/2006/main">
              <a:ext uri="{FF2B5EF4-FFF2-40B4-BE49-F238E27FC236}">
                <a16:creationId xmlns:a16="http://schemas.microsoft.com/office/drawing/2014/main" id="{3E9745EA-6EA5-4B1E-BBB6-249932D0DD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903A6889-EFD1-4E25-8AFD-4612D204AC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33F52F2B-0EBC-4637-9CAC-09ECB19FF7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63ED61A6-03D0-46A9-8650-8ECC852384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5D7F8C82-063A-4B70-B870-63B08463348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52DCB517-3098-48FC-8DD7-10809EC0366E}"/>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24D8B7F2-837E-4CD8-899C-23D671D7B94B}"/>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B4DF4E29-E032-4D31-BE5C-071A6841FB11}"/>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CCE3944A-A594-4FD3-A1F5-697F35B02DAE}"/>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E1CB83AF-D749-4D3C-8B60-A6A536D734AB}"/>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2D5D7897-B2B6-4253-A001-D7377DB8781A}"/>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20A9BA39-C425-4B2F-B631-AC3FCC19A53C}"/>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653718BD-4567-4716-B0E9-B5AFE286B21E}"/>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DE9779D3-DD9D-4074-8881-46551A1DE26E}"/>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4F114DC5-B32C-491F-B6E6-34373784DEDE}"/>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F9C4C2C9-F59A-410D-B168-6828260F5E29}"/>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5F292E74-F9F4-4F58-B614-B167A7EACE3A}"/>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386B887E-E124-4C38-9CC2-51F8F026A70B}"/>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D21D85B5-AFF0-4F67-8289-258B2C27DD52}"/>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262E4FB-A57F-4FA1-9029-3939342DBE8A}"/>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EE506345-ED4D-4C71-991C-F5D73D69243E}"/>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AE720D79-3E35-479A-85C0-7A276EE2DA97}"/>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D1128564-7248-4630-BB6F-BDA5C27315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4096615"/>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DBA32080-F132-4581-AF76-CDB594C1B77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E1002513-6DF6-4224-9A43-4C6ABC84560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AGENTS.md에는 무엇을 남길까?">
            <a:extLst xmlns:a="http://schemas.openxmlformats.org/drawingml/2006/main">
              <a:ext uri="{FF2B5EF4-FFF2-40B4-BE49-F238E27FC236}">
                <a16:creationId xmlns:a16="http://schemas.microsoft.com/office/drawing/2014/main" id="{FDE4BCEB-DE82-48E6-8DDB-A2D5B119D4C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E6A9B232-D3DA-47EB-94EF-CAAEBC8C1B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EB583FE0-D573-4F64-B718-A673A0BC20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50897887-D193-440D-A01E-F82011EF8A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B4EB7A6E-815F-4E7C-8F0C-34BB445C8CA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51F64923-3155-48C6-9999-77C95B6F2405}"/>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145B1EF5-8298-4F6C-BE2C-A5F87558D05B}"/>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ACCCFD54-DDE1-45F0-B4F8-670ABD1FDE71}"/>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208910D7-3228-46C0-BD3A-279A24C51A7A}"/>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3948F2A3-45F2-43D0-9108-CE0C6767F4E0}"/>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FA75C79E-F696-4940-ADE7-07D4CC1D8E73}"/>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BE5C007F-7DF6-43C5-A640-63F276934100}"/>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6C237FC0-19E1-45C1-AA47-72D252A63AF2}"/>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944AA613-311A-4606-ADA5-7180B1EE0535}"/>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6FFC13F3-1150-472B-8046-A708C41EB318}"/>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55A7C6AD-DE43-4BF0-B309-A5CF56DEF159}"/>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88796A42-2858-4664-9CE9-59395BEB4BA2}"/>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625B5A3E-2053-4C84-AF59-27E8D777CBA2}"/>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60E76DE5-54B9-472D-9C32-76E873C60FB8}"/>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C903FBE5-157C-484B-AAD2-21718A5DAB1B}"/>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ADD15AEA-0C41-458B-A985-0B44042067A3}"/>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A6599377-4753-4181-9198-CEB4FA6DBED5}"/>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E4436B52-5181-4612-A12B-8F8FCA619B8E}"/>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50ADEE93-8FBB-4147-AFD7-A513355DEE3F}"/>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DC0A6095-87D3-42B9-B4BF-460509DDF692}"/>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B2967CFA-91A3-4750-8B45-85F0B20BB285}"/>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790BD481-B232-46C0-81AE-2C4E44992E2F}"/>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F501391C-3780-4486-9991-54235027B520}"/>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C3D7CCEA-8BA7-42F9-BE62-EB2B853C739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E05A96CA-0AC8-48A4-AC9A-4FADE237E522}"/>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0B043A8B-23BA-44BC-A611-4C2C0A54CE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40208513"/>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98B1DE63-EE1C-451F-A079-2F54E88877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A1284E80-CFD1-4AC0-86E5-608CB35DDA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정보를 지우지 않고 위치를 나누기">
            <a:extLst xmlns:a="http://schemas.openxmlformats.org/drawingml/2006/main">
              <a:ext uri="{FF2B5EF4-FFF2-40B4-BE49-F238E27FC236}">
                <a16:creationId xmlns:a16="http://schemas.microsoft.com/office/drawing/2014/main" id="{6BF2956F-3C72-45AC-A9D4-6B5D9DA9AA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9F9C888A-D77D-4CD3-A33B-5FDEFC2725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B74B85C2-8A2D-432A-B044-A1885BE10E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521C49BC-775D-4081-ABF0-DC832D0987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0478F4EE-4626-4461-8B13-CCB9AFC805AC}"/>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52387D0D-6EEC-436D-9C61-2999A3D59573}"/>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E204E066-CB96-4019-A4A8-80CB061B3B1E}"/>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6A9C981B-3233-4087-BFB5-39B38B4D824E}"/>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83527902-85A7-4125-8091-E7D5DC0BBFAA}"/>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319E472B-33CA-4886-B963-988E829DEB1E}"/>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EA64D0E3-C950-49A9-B14C-9FC7B4F2F357}"/>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2F347289-EE40-4132-A820-3F7EF8A43B2E}"/>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3E7EF614-5584-4FE6-BC61-3C77F84AB080}"/>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D7C83203-FB61-4FF4-A18A-852DAF945CC8}"/>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39D0ADB8-4411-4C2D-8BB6-827563FB8FC3}"/>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D01AC4E-DA6D-48A7-9D80-60222CCE938E}"/>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B5BBBFA-BA1A-4C21-9CC1-6458F1CCBD58}"/>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D664AA2F-7A53-4027-9CFC-7352040B47A8}"/>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9602D187-C3AB-404A-B974-CF4A1E41D4C9}"/>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9763F79-249B-4DF2-A144-2165B81775F5}"/>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8442F9A-FD26-44E9-B15E-2D116EA609E7}"/>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F7932923-B9BD-4BEA-BFBB-233B146245B2}"/>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5226ECCF-AD69-4C1D-AC1B-6DE33773323C}"/>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4ADEE8B5-CD18-499C-BBB0-58E4671C8868}"/>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90A4737C-5FD8-4762-A135-B7F167E25E7F}"/>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7A599841-F9CB-4CCB-AC72-7F609BB21865}"/>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126D0C77-C3D6-4062-9CEC-6C0B642670A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EFFC6FA0-A653-448A-A4E3-F11A2BA33FA2}"/>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90FDBBE5-01D0-4BB9-BD46-5D5465EF0EB7}"/>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9D0EA7C0-25DD-47A0-BD92-2DB4ADE2E40E}"/>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B85831CA-50CB-41EB-9AD7-DBB63EF63C7C}"/>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A72D676B-7CBC-40CE-B71E-762A2CAE28DA}"/>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ACDA1901-1D04-40BF-96F6-6D701C3CB399}"/>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EE7F923A-8F15-4AC9-A3C6-A70049738506}"/>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F42F0014-1A20-41EB-B79B-927E77C7C69A}"/>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0883460D-EF7F-45A0-888A-8D6B0F3AFE93}"/>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FF62118C-9B0F-47B2-A7CA-200C729CCFD4}"/>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397C455E-31C4-444F-8DF5-E9192D442813}"/>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2F37FF1C-3B3F-4803-89DD-6DCBEB2C0B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85653384"/>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193F8063-826E-4D1C-A9EB-6B8F423D5E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7A5635C0-92E1-4E43-8913-2ADE0A9606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서로 다른 두 Task가 무엇을 읽을까?">
            <a:extLst xmlns:a="http://schemas.openxmlformats.org/drawingml/2006/main">
              <a:ext uri="{FF2B5EF4-FFF2-40B4-BE49-F238E27FC236}">
                <a16:creationId xmlns:a16="http://schemas.microsoft.com/office/drawing/2014/main" id="{82B47221-F601-4A90-BB14-192487E1D1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86A7C6F7-E262-4B96-BFC0-0A8D128852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DFF4910E-A8A2-43FC-B782-1A88AF384B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EEB70810-5796-4F3C-94FE-1A333BF1FB0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BAA1285A-C8B8-40D7-96E7-BF0E8A5EEE9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7C96842A-DC10-4C0B-B0E4-25A80461BEE4}"/>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7094CD83-2633-4855-9A75-0EEB4F52357E}"/>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C4AB1959-D791-424B-AD4E-02E60CE4CA15}"/>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9A27A2F3-A3B7-466B-A5A4-65DF9568824A}"/>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9CF77C71-9FA5-4857-8219-F54743427B1B}"/>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878D2155-D51F-4D99-B6E1-2559FC832D74}"/>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0DC88BC-8293-4E8F-940D-7F09C44FAF21}"/>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BA2777EB-CE47-4321-A7F6-1941256B7A5E}"/>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863469F4-5DE8-453E-B95E-50C0C3DE81C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2040531D-72F9-4916-BB42-2F49EC72B7C2}"/>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7852FAC1-467C-462D-94D0-7F84762F54F6}"/>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4D3276D0-1D85-4CE1-A321-5D9858AF6EE3}"/>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826E0DB9-21DF-4A09-9F9E-8684FB2A29CE}"/>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ECDCCE28-1C49-496E-ADDC-B0223634FB50}"/>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A6BCD584-40D7-46EF-B34D-F3F299FAF90B}"/>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3E306864-9751-4B53-AABA-6919BDBEA1E0}"/>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1F97CEBD-C46E-49D7-B1E5-682531B59EC8}"/>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EFB13E47-2029-47D8-A41E-34D1D12B9BE1}"/>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BE87D1F-7088-42EB-BB58-E92BBD896280}"/>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5A9EFF12-750F-432A-86DC-79E6E484B87A}"/>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75DECD5C-CD5C-4D6A-98B4-B22C75E481CD}"/>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B4A85820-69FB-462A-A535-1BFDCDC994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70651846"/>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0A0A9192-00E6-46E8-93C0-79593738D2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F2B2AC23-41F0-413C-A5FC-5A58483B6F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Crop Task에서 관찰한 접근">
            <a:extLst xmlns:a="http://schemas.openxmlformats.org/drawingml/2006/main">
              <a:ext uri="{FF2B5EF4-FFF2-40B4-BE49-F238E27FC236}">
                <a16:creationId xmlns:a16="http://schemas.microsoft.com/office/drawing/2014/main" id="{6E739A8E-4370-4880-8DFE-4B109328B0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5C06759C-F88A-4610-ACB7-25ACC7FE7C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88FC62A1-A92F-4BC2-8F7D-F88AC96A46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A7A80548-74EB-4226-BDEF-F73D76AE34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8F48F99F-8718-462E-B717-CA6B4FF1771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320BDA59-37E1-4EB2-B69A-2CE7B079E401}"/>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9BAD8D81-8E53-45FB-B557-FA06E04234CE}"/>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84C4340A-34E9-48F4-913F-325A888A9D24}"/>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BB6E2286-A9E5-4F3D-A20C-D3E1FDD0A340}"/>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45A0F18D-9FE8-4E4C-A2A9-D238AA7C57A2}"/>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E59E4ADF-1459-4CEA-8194-0882F7B1121A}"/>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02CC4248-2540-43B3-8F17-3B6F39D190CD}"/>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9162ED5D-C75A-40F1-839B-FFD03799821B}"/>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143B8EAD-7903-4423-AB2F-C898C6CC2AB8}"/>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4B088923-F287-4CFD-A7FC-12F732BA0171}"/>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2F6534D0-32E6-49AC-8F9E-6B8BCB03004B}"/>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F176DD0B-C81C-45DA-BEB3-CBB03E87F0E6}"/>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F4215F0F-2732-4065-80E4-7208DB0982D9}"/>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FC23C256-848E-410D-A725-AE1BE2984B36}"/>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04C234AF-C611-4B6F-94D5-EFAD72BA5F5A}"/>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8998FB7D-679B-4046-BB2E-544A7F80C0EF}"/>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BF31F0E4-97AD-4F73-ADA9-65D380ABD791}"/>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E58C31D3-EB5C-49EB-B1A0-C3FC30581FDD}"/>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17A315AA-A962-45A6-9CCC-F6E89136859C}"/>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7B418979-6A04-4061-A02C-0C5FF613994D}"/>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BF5FC3C1-08E5-4B2E-910D-21EE56F25184}"/>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697B7AE5-4723-4469-849B-8CB7E8ABE08A}"/>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A29B99AB-D4B3-4B23-8D7E-BF2A95215929}"/>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6CC5CBCE-79B4-44CC-B025-870F65567852}"/>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72CC5168-A7E6-4FF6-AC6D-9FB987168C18}"/>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4356328-BB45-438E-8F15-86BCC4B2FF79}"/>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A37D3231-07A3-4FEB-B472-1429459BAFF6}"/>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F49BD9F1-BBCC-46BB-A7D3-51F84715001C}"/>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CB0BCE85-AA39-4744-947B-1D5D41038C29}"/>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7A0701D4-08AC-49DA-B789-5DCD796EE3E4}"/>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4BD442C6-B743-4F4C-B62B-2B1D3732EEA7}"/>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C33D6AA7-A98F-4180-A00E-CB2F4A53AA20}"/>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7E3701E6-2C8C-403B-80D9-9E2B9CB6B5F5}"/>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5001C0C2-CAC4-41F2-833A-F3DF10D351A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32A22E67-9502-4837-9B32-FFD269321EE3}"/>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700DFFD2-6111-4138-9AA0-781A51BB2B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351012097"/>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BD1024EA-C6B4-40F1-8EB5-39355E4D91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674581B2-DD47-4636-AB64-2FF5E76A968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의존성 질문은 설정과 소스로 답했다">
            <a:extLst xmlns:a="http://schemas.openxmlformats.org/drawingml/2006/main">
              <a:ext uri="{FF2B5EF4-FFF2-40B4-BE49-F238E27FC236}">
                <a16:creationId xmlns:a16="http://schemas.microsoft.com/office/drawing/2014/main" id="{3A6C8FF2-63F8-4D50-8A93-90C8DA84FA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8EBEACB2-9B5E-473A-B778-5C29C1658A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B5288EF1-2DE6-407E-99D4-3405E08B2E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EC96A958-D411-4FFF-82DE-394750D2B8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06E71019-E147-4779-9010-DD94938F8AE3}"/>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49855FA9-2058-40B4-B9BF-4F41305F5385}"/>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3189306D-C402-4A31-8CBF-3BCD34FCF5BF}"/>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D111F06E-F489-4976-8478-1A152B51709E}"/>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CB38A09F-86C7-4748-BD1A-BA2042D09A88}"/>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843D4F18-B5BB-4207-BC5E-8DFF13097CC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D565E864-C1C6-4325-AC2D-853B23BEEB9F}"/>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55B19080-774D-44DF-8123-3D8121C14829}"/>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D809ECAE-A7C2-4F29-B077-CA1E36C476BE}"/>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9C366EA1-155A-4941-9CBC-9D0DD64B5DF0}"/>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A8B9543E-229F-4B11-BB21-5751BF541BBF}"/>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0BCF1421-6A95-4C59-80AC-31D0634F73E7}"/>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8A79EEAC-7146-4686-B3BD-8A220D5D7E71}"/>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AEBCC3E3-2CD3-4B7B-BBDF-49E9BBD1EA26}"/>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B540CDD0-E6AC-4F4A-A348-19CDE91194B0}"/>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FEF0527F-80CE-423F-93A3-B27EC7F5412B}"/>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4EBF36F2-E7FB-480F-BA45-1227F84CFC9E}"/>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104364C6-3D01-49F6-913F-8F35E2C61E61}"/>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7ED90142-A559-465E-8DA8-D21817359B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3705621"/>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46A78A28-7BBA-4CBD-98A0-354932FE66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107077AF-EA1B-437A-A2FA-8A6CCC76F0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Task에서 상세 문서 접근이 달랐다">
            <a:extLst xmlns:a="http://schemas.openxmlformats.org/drawingml/2006/main">
              <a:ext uri="{FF2B5EF4-FFF2-40B4-BE49-F238E27FC236}">
                <a16:creationId xmlns:a16="http://schemas.microsoft.com/office/drawing/2014/main" id="{090167F1-8893-4B5F-97BD-61D59CE888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90562007-B2AA-4F9D-A75E-5A095754C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A5A737E0-CB07-4575-B76E-A4587C64E7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15FAD527-AC85-4680-8974-B49A569A48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D6AC74FD-6DBE-4400-86F2-990E61B66591}"/>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1CD9A872-653A-4624-9CB0-E8318FB0D7D0}"/>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76781311-5E0A-4070-91AE-791CCDC5BC5E}"/>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8D23BC26-831C-42F7-A42D-53F7A17135C0}"/>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9244AA1A-CA6F-493E-AC6F-A5297F9BDC1E}"/>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9533387F-FF24-47B6-ABF5-B45417264F16}"/>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D830FECF-9B31-439C-838D-7AA02B6D7C2C}"/>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FBD5504D-7BCD-4C5E-9571-6864C9347C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31502887"/>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5E762F09-F852-4281-9D19-D8D12DD07B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F2836F71-360E-4720-8EC2-5686E4DB8D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Context 정리에서 확인한 네 가지">
            <a:extLst xmlns:a="http://schemas.openxmlformats.org/drawingml/2006/main">
              <a:ext uri="{FF2B5EF4-FFF2-40B4-BE49-F238E27FC236}">
                <a16:creationId xmlns:a16="http://schemas.microsoft.com/office/drawing/2014/main" id="{1C2601EA-2F2A-46FB-8039-B12B70DA86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96BA906F-23E4-4358-AC2C-CFCE74BD1A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B195DE0A-D34A-4A8B-8280-AF7AFFA0E0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12091316-9CD7-4221-829E-375D0F53FB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3FBF0C65-5A37-4FE0-BCC2-65C1346B476B}"/>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DC81F3D0-7B73-4296-8566-7B9CC0AFAFAF}"/>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E1E38C34-770E-455B-B984-77E9E621D2AF}"/>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45442ADF-1374-4D09-BC44-C934E2C4C105}"/>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765395B8-3711-4786-94AE-C5B88509A8B0}"/>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90EDA2DE-2216-49EB-86B8-72113C76004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BE32E50C-13FF-413E-BD40-26EB9EA23EE1}"/>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6C414979-D608-4964-A7B6-0B8ADA28CE7D}"/>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E14C42CE-8B23-4D53-8A77-B4B637C915B7}"/>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5B6FCC66-2A41-4D31-AD2E-C84FD59D4D29}"/>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80DAD0D1-89FB-4504-A7CA-9E7C0BAA95E7}"/>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61D713BC-06D1-46CE-AA72-9E9A6AB9EC38}"/>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FC5663C7-03F1-4410-A3D1-490AA857EE67}"/>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3B6F955D-96EA-4117-BAE7-D035ECF195FC}"/>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8971F33B-20A2-4B61-B4CA-47517262112F}"/>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B834CEAE-B078-4572-A17E-D4DD54A9DCB9}"/>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B8403F28-35A5-4389-99A2-7FDF9A4EF240}"/>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76AC221A-5099-4754-8E34-60A21B3AB6BD}"/>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72B27F61-4BAC-4206-9832-DC86866F0BB8}"/>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6AE8C260-3592-4FA1-8BCE-B0281A290279}"/>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37CB004B-2BC4-4CAB-B6A2-8CEBE5DCB38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C802599F-E731-4EF9-9C48-C1DF6035F629}"/>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16D64337-8E0F-4FB4-B32E-E92D7EF7CD3F}"/>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3794B626-0853-4BFC-AB3A-D8DAE3FBAE56}"/>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93601B29-35BA-468D-AB1C-3733B2486226}"/>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51E95D42-882C-4F20-A1D9-CAE3DF2D9A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07654446"/>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9AB54008-8314-4A2D-B02F-C941E3EA23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5C7486D1-1D08-44A0-914E-1E4AE9634D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지식은 정리됐지만 절차는 반복된다">
            <a:extLst xmlns:a="http://schemas.openxmlformats.org/drawingml/2006/main">
              <a:ext uri="{FF2B5EF4-FFF2-40B4-BE49-F238E27FC236}">
                <a16:creationId xmlns:a16="http://schemas.microsoft.com/office/drawing/2014/main" id="{2DBFD744-1CCC-443F-8480-2253847A4C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3B3F8AC9-1676-47F1-9195-DC9635335B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D599C44B-CDB6-4BEC-B43E-1C68AEF1B8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8149E2D6-A720-4841-96CA-812BDB6A2E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1D1CBAD8-2519-4B40-8855-B8FF0ABF12F1}"/>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9BAC7149-F2DC-4AEC-BB8F-166AF809492F}"/>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C7E044C0-2A2A-4DB6-B5BE-4197CDE1AA0A}"/>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2D2FD228-FEA7-48D5-A6F4-DF832FB0642F}"/>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BFD3C243-4713-4A7E-988F-ACB9F10DC6CB}"/>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BC9D9AE-C884-43B6-BE97-7EF48C293A98}"/>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EE1A6913-C1A6-4D7B-BB7F-07979BA90050}"/>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E077CC3D-574A-4CCD-ABBA-A9224C04D8B1}"/>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6A564485-DD91-4D0E-B91A-8E080680CB9D}"/>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1616DC14-6B8C-475F-9568-492A2877D82A}"/>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1F8E0207-5626-4935-B4E6-B0E2973FFBF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1ECB127A-0626-4523-B835-31F125F4F3D7}"/>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F6317345-2507-40EA-B44B-B3DF991BD127}"/>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A3D0B17E-F7E5-46CF-BF8B-7B84D50BE496}"/>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92A76F60-B290-43A0-B797-3D08E4A412A6}"/>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530CA937-97CE-44E8-8D1F-091F7878A8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83804344"/>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F47994D3-BE83-4E1B-9E09-59D6EC61F7DA}"/>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BEF3020A-365E-4CD2-83AA-D508CFE9B8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
            <a:extLst xmlns:a="http://schemas.openxmlformats.org/drawingml/2006/main">
              <a:ext uri="{FF2B5EF4-FFF2-40B4-BE49-F238E27FC236}">
                <a16:creationId xmlns:a16="http://schemas.microsoft.com/office/drawing/2014/main" id="{156B4C48-D0B3-4519-8F0C-2381C4D8BB4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C10F5879-114D-434D-B0C2-1C26A75FF4D3}"/>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1D09C775-2BD8-4D62-9AB5-835B60F27A0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2899F9C0-B8F5-4ADB-A1C1-9528FBF5BDB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D21E44B9-61C9-4FC4-A259-2119BC2F2E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716296338"/>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283B7A77-1AC3-4DC5-BAC8-4901FF24F9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E06AF43B-169D-4D51-8564-24CB8774CA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두 실제 요청에 같은 절차가 반복됐다">
            <a:extLst xmlns:a="http://schemas.openxmlformats.org/drawingml/2006/main">
              <a:ext uri="{FF2B5EF4-FFF2-40B4-BE49-F238E27FC236}">
                <a16:creationId xmlns:a16="http://schemas.microsoft.com/office/drawing/2014/main" id="{1935765D-EDA9-4D1C-A55F-D0AC3CE677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C6A811F5-0F2C-4EA9-9C6C-357CF7E752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D971BB38-31E4-43B5-83B1-593386C576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367C4DB8-4FB2-4131-9241-8DD10E048BB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C09CFB65-CF37-49EA-9A05-23FA0B7695E2}"/>
              </a:ext>
            </a:extLst>
          </p:cNvPr>
          <p:cNvPicPr>
            <a:picLocks xmlns:a="http://schemas.openxmlformats.org/drawingml/2006/main" noChangeAspect="1"/>
          </p:cNvPicPr>
          <p:nvPr/>
        </p:nvPicPr>
        <p:blipFill>
          <a:blip xmlns:r="http://schemas.openxmlformats.org/officeDocument/2006/relationships" xmlns:a="http://schemas.openxmlformats.org/drawingml/2006/main" r:embed="Rf3a515b679f64baf"/>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0A30D16C-5759-4DEC-AF32-0FC150159C3E}"/>
              </a:ext>
            </a:extLst>
          </p:cNvPr>
          <p:cNvPicPr>
            <a:picLocks xmlns:a="http://schemas.openxmlformats.org/drawingml/2006/main" noChangeAspect="1"/>
          </p:cNvPicPr>
          <p:nvPr/>
        </p:nvPicPr>
        <p:blipFill>
          <a:blip xmlns:r="http://schemas.openxmlformats.org/officeDocument/2006/relationships" xmlns:a="http://schemas.openxmlformats.org/drawingml/2006/main" r:embed="R08160da2331344c1"/>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C7D16734-461E-4AD9-B7E4-27674E28246D}"/>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7C566ECF-B6F9-40CD-B145-2D6AC3C65BE7}"/>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95A88DE9-8363-4BF6-98C6-6572908D8C32}"/>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83C886C0-D4EB-4A1C-828A-DEF20F2891FC}"/>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BBF41A0B-E6AF-40F0-A58C-265E081F8C63}"/>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7FF7B410-C93A-4DF2-8759-1B3AAF363CA4}"/>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0CB0D1B6-0A58-4EA7-BC62-D2B467498014}"/>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43DB5E6E-ACB5-43DF-BEE1-757C939DBBED}"/>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4F591C9F-6199-44AA-B539-DC526C8DF523}"/>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853C2634-D9BD-47B0-B50A-A427D9828A57}"/>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77DC3C37-DF4F-4847-9441-5B1A26255703}"/>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1F48B02-B4B0-4A2B-B139-E5CFB4BF27D8}"/>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B2DC2ABF-DA2F-467C-A40A-8EF1B898C58B}"/>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2E2B5AF7-D0A5-450E-BB4E-869CD4423107}"/>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A4B5A24F-4CB5-49C5-9014-B5339095A6EA}"/>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74677E96-700E-41F2-8EF5-513839F77533}"/>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3587BD1B-E3A8-48D8-9AE8-6163A30A95C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2B45833C-D5D0-4E4A-8DBC-5369A47F3D12}"/>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0DA28DEC-83F6-4A68-A54B-156734247BCE}"/>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8D5C40FC-C86F-4F7D-B7A6-7FD89B6C0695}"/>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C8BAD42B-EF71-4B7E-A365-E9AB203AD53E}"/>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BC0C56EE-68F7-47D4-B063-536E7EF45D31}"/>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A4A299BF-C0BE-40B8-B1DE-466968D2D1CB}"/>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E8127E6B-0E82-414A-832C-879A9071200C}"/>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B4F0207D-51FA-4282-8286-B106EBFCB944}"/>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14ECEC6D-B388-432D-AD82-5398A89BA3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289563052"/>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85C17009-0F91-4A14-A686-B512630ADD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4ECFBDD9-D53A-4C4F-8C99-25140C32CA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테스트 명령을 언제 쓰고 무엇을 판단할까?">
            <a:extLst xmlns:a="http://schemas.openxmlformats.org/drawingml/2006/main">
              <a:ext uri="{FF2B5EF4-FFF2-40B4-BE49-F238E27FC236}">
                <a16:creationId xmlns:a16="http://schemas.microsoft.com/office/drawing/2014/main" id="{CAC01026-DC2E-4269-A52A-0B50F36B35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AF80914C-60BE-4742-97F1-FDEBD5B5C5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362F5DF2-7901-4B64-93A3-DE7783FFF6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F32F78F8-B11B-4BEB-B556-18B8DC1770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ADB617EB-46FB-434A-AE17-F89131CBCE6C}"/>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F62DBC01-677A-4C27-A893-DFC14C4ECC12}"/>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3B920501-D9D2-4066-8A65-F73EDBCD7BC8}"/>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B59BD627-068E-490B-A5FB-1F11970F0324}"/>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92DC5E36-C818-4376-9C28-56AF309515E3}"/>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F2362268-7764-4697-9865-34A571349B91}"/>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70578E06-0FB1-47B4-BA28-61708FFA203A}"/>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696EC6F9-960B-4352-83F7-71D871BEFF83}"/>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4CABE65B-B8F7-46DE-8CB7-CD4F5045C34E}"/>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505A5AFC-7F05-4B3C-A15D-10F5F5B3A72A}"/>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C812173F-C91C-46BB-A7F5-DA932B074E8E}"/>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EC3F7D9C-E2BC-467D-8D6F-822E44F70C2F}"/>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A7E805F5-5F57-48DD-A11F-34B6A27FDD49}"/>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A14C7B8C-0771-4A9D-AD69-C0D4FAE57163}"/>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551FEF61-9E13-478F-A431-BBF4C6E7E6BA}"/>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F756F8C0-69FF-400A-8F25-A5B410369195}"/>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84170F51-EB57-4D7E-B54B-837862A9EB90}"/>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39512759-6884-456C-95AF-B87447375743}"/>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9F2B3A33-722D-49B7-8833-A21CF79F58B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7CEC7E3D-ADB6-42D4-AA6B-8894223D0453}"/>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D5299349-6269-4FF2-BE8B-6DA165C768BF}"/>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84DB27DB-8D23-4D87-923C-E7232448165F}"/>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7ED0A161-2CFF-4074-95DE-5264D70B720B}"/>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1BAB2526-6F70-4958-931E-BC75C983E00A}"/>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A98FD66C-D5C2-4EBD-8B07-036F28EDE8FC}"/>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AE5D712-ADAC-4426-B15D-F313CA0E9304}"/>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4DE6D23C-B1BD-41B8-8CF2-8BA950D3F09C}"/>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A59AC164-0EF9-4F1F-A849-C73A3CECA90B}"/>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537B504F-B743-49C5-9D24-F51146C7C271}"/>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FBCC8A05-E018-48C8-8543-7DC1A592AC2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35A08BEC-CD44-4344-9EE1-9E4688A7CE6D}"/>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263E8D4E-7DC9-4964-9C12-616267C0DF3E}"/>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80333ABC-DB71-4371-BAA5-4DEF84DCFFDF}"/>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F40B59B1-F11F-4EC2-8AB8-B79B5D6EAA5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3A5C3CFB-C525-4A9C-A633-2A7E379112C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BD8EEAB5-A856-4748-905F-8B9F04D196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52390436"/>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E6B5E9CC-EE22-4832-9A83-B31D656819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D97EA50A-40B6-4945-A8B1-9E4231D069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목표·기준·방법을 한 작업에 적용한다">
            <a:extLst xmlns:a="http://schemas.openxmlformats.org/drawingml/2006/main">
              <a:ext uri="{FF2B5EF4-FFF2-40B4-BE49-F238E27FC236}">
                <a16:creationId xmlns:a16="http://schemas.microsoft.com/office/drawing/2014/main" id="{0EE085F3-BD1D-46B8-A242-4226EDD81F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106FE62B-9011-433D-97AC-31F56C0591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CDAFEBFB-BB5F-44B9-A44E-95D638421C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64AF608C-1ED8-421D-9F8F-3157A945A5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36447421-49CC-4308-889F-05EF3201BC13}"/>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246D5D2F-6B96-4324-8154-5B901385F059}"/>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F4D54747-3166-4E2C-ADFE-9744EA198BDC}"/>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288EB109-2919-40BA-9E71-F4F5B9F36B04}"/>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28493BF-86E6-4256-BB9F-5D8EEC2A1B1C}"/>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65D06A1E-6F3B-420C-B0C2-5B953030368B}"/>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14E76B96-F81F-4BA6-892E-4AA2AE4368CA}"/>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D68CF2CA-1C60-40E0-A76D-683395148351}"/>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B369ED42-AB3C-4804-AA4F-FAA46172FCF5}"/>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F9127EA4-412A-4CCE-A565-1790759507C6}"/>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41D3108F-833D-4D84-9A1C-3E13F5FDE045}"/>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E8B55404-79AE-4CFB-BB51-B38A4EAC772E}"/>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337ACC3D-7B58-4469-8EB5-0C73CBE0983D}"/>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C9A6369A-EE17-4CD1-B5B1-BB3BE733DB2F}"/>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F1D86C19-64C5-43AC-967D-95ED60521497}"/>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3FF084AE-8671-460D-A905-26A044E052BB}"/>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EAD35881-AA3D-412A-A9FF-69EBF4BDBD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74691024"/>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DFA0ECB3-ED66-48FF-A167-18A1071A30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74907850-0C4B-482A-887B-4A9560F4D6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반복 절차를 Skill로 모으는 이유">
            <a:extLst xmlns:a="http://schemas.openxmlformats.org/drawingml/2006/main">
              <a:ext uri="{FF2B5EF4-FFF2-40B4-BE49-F238E27FC236}">
                <a16:creationId xmlns:a16="http://schemas.microsoft.com/office/drawing/2014/main" id="{03D9F90C-10F6-44D1-AF28-EFC55AE81B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C43D85AD-3071-4AA5-B99F-6FD690DD52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1C06915C-99E0-4BB7-B758-7D65D28429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256D573A-D273-4220-A0F8-228EA594CE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E0B9E499-3430-4799-BFFA-69015E8A0D54}"/>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86097EBD-77DA-4284-A072-2BB21CBDFA63}"/>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D1AAC4F9-64F4-4378-8EB8-B0FD95C7E2B1}"/>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A06D3A5-8B82-438C-B801-628984E5AD23}"/>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4A2C5EF-CCA9-4D8D-9E11-3E3A4D9C25A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D89F30FC-3220-43DB-8465-093DEE49026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46C85972-5207-42F2-A282-FC6963A6BEEC}"/>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9E81A092-CE0A-4A9C-AB0F-C1691C649F39}"/>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26C41DC-ACE4-424D-A29B-0DD1D06199CC}"/>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D4E56317-A402-4001-A570-B9C8D8576996}"/>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3AA4887E-BC43-4C67-892C-43F5C12D17FA}"/>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D51D5E7B-8F97-4D73-B450-DD545A7A3951}"/>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00A6DFF1-F3D9-4B2E-8D7C-9226AC4854CF}"/>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F2BA0266-B64E-460A-ACFE-B001126F3BF3}"/>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FF361CF1-8868-431D-B2F4-3389AF806B42}"/>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2A80B950-E2AE-4E0E-BB05-29AFDC6FC8AA}"/>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55B0DE8-F6BC-4A29-A6D3-3FD8BD80EFE8}"/>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2A31049E-F4FF-412D-BF6A-0C32D3D9BB2A}"/>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500534E7-7A78-4606-A65F-02335A4BE1A9}"/>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28406371-936D-4FC2-9F14-2209E283D5DF}"/>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4AA8FB9E-2A04-4290-BC38-53763BC67F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78534205"/>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57F3336B-E5B4-40C5-8E11-F7B8AB8790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3C427F03-5EC0-49B1-A46F-F9FADCD1F1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Skill 발견·호출·본문 포함의 근거">
            <a:extLst xmlns:a="http://schemas.openxmlformats.org/drawingml/2006/main">
              <a:ext uri="{FF2B5EF4-FFF2-40B4-BE49-F238E27FC236}">
                <a16:creationId xmlns:a16="http://schemas.microsoft.com/office/drawing/2014/main" id="{167BCD5B-D17A-4C29-9C8F-AF0B949566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D174EC27-BCFE-4619-BBA6-7F13565341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3D8936E2-DB4B-4B42-9279-35C51FCACC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DC4245C5-D70B-4103-A110-C70FEA6BC63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C518A546-B3C7-4F27-AB5B-E9F200A2ACCF}"/>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858B762-AA88-4645-8AED-886311ED6B55}"/>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31BF2444-2CA4-4270-A049-840029EBE2E3}"/>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41F7D1B7-9A05-4FC9-B051-949DFA0C1BEB}"/>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01249200-C4DD-410B-BA3D-D29EE4A3975D}"/>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D02EBEE0-18AD-4930-8CAB-9C800BA9E181}"/>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B2FDB2A2-F66F-44BD-A67C-1FB8B4C5CD1A}"/>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9C5D3751-AEDD-4A0B-AE93-3EA6D249FDE5}"/>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62ACBC6D-EEF6-49DB-A930-825DD756D2FC}"/>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36964FDB-FFCA-497C-A922-DF58E2EE00E8}"/>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E4E64B06-002F-4A16-B4DB-82711270D972}"/>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0A9616F8-E02B-4425-8346-F08384A3C7EC}"/>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519004F8-7CBA-4A2F-B127-2C54D433949D}"/>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F7A9104A-88C6-45EC-84C0-7CECD5F7962B}"/>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49EFB5C-227E-4B8E-BA3C-D4ADA5B15D9E}"/>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38C32F83-1BE3-4D07-B00F-8F5294E0B9FB}"/>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11FDB1D0-5887-4EE3-93C9-6F42B93EF00D}"/>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85A1067E-116A-4850-93F1-241EFB9677A3}"/>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45370E09-6DB5-407E-8255-5A6E321E6B83}"/>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5EA9A2C-DE1A-4A20-AFF6-CCF841F8872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B7FDD6E6-120A-4172-9452-75260E23A056}"/>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1D284B6C-D7BD-41E6-9EE9-1B56CEABE34E}"/>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DE3CF384-48E8-4085-8EDE-B92AA29F58EF}"/>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8A3A5DB0-3AB2-40A9-8486-85698BD1F7D9}"/>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B83E6D00-8442-4A1C-BA5A-3898D5239D75}"/>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3F86CA4F-E0A1-42DC-91CA-74B1A1443826}"/>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6F8F5705-6DAF-4C14-B952-404F2B9B22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05345083"/>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D6EC5FEF-325D-48BF-9E63-DE9E03E44A1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0F61B26C-A600-4130-A6C4-CE43B70BD3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Skill 지침과 실제 작업 기록의 대응">
            <a:extLst xmlns:a="http://schemas.openxmlformats.org/drawingml/2006/main">
              <a:ext uri="{FF2B5EF4-FFF2-40B4-BE49-F238E27FC236}">
                <a16:creationId xmlns:a16="http://schemas.microsoft.com/office/drawing/2014/main" id="{EE0396C3-1E44-47E8-AC19-E0F98F59E2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49148996-E28E-457D-AB7A-1A13BDCDD7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6A9138B2-B1B7-47F4-A34E-85DD2B0E02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155019F8-6223-4E57-A4AD-C43AD402D0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F0EE1816-8491-4CF5-9A0D-0FE1FCD0D84E}"/>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F175AD80-3045-485B-84B3-EB1CE1BD9ABF}"/>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A45CEF08-9AEF-42A8-86C3-2489BD81D2C1}"/>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CC062BE4-CCF9-4A99-9274-A5567C213342}"/>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A3B161B7-334A-41C1-A537-748AC3468D41}"/>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D067A159-4A49-4652-9B03-C49DE7606802}"/>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DD42AA81-D8F1-4E64-8BCB-053AA4368418}"/>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2CE83850-5641-4653-B6F4-3653F03ED1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76172138"/>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7834C26C-9ECE-44F3-B5A6-E3A4A10177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3">
            <a:extLst xmlns:a="http://schemas.openxmlformats.org/drawingml/2006/main">
              <a:ext uri="{FF2B5EF4-FFF2-40B4-BE49-F238E27FC236}">
                <a16:creationId xmlns:a16="http://schemas.microsoft.com/office/drawing/2014/main" id="{6257B4B8-B921-4F32-BE16-7CE0F5BA4C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대화로 재사용할 Skill 만들기">
            <a:extLst xmlns:a="http://schemas.openxmlformats.org/drawingml/2006/main">
              <a:ext uri="{FF2B5EF4-FFF2-40B4-BE49-F238E27FC236}">
                <a16:creationId xmlns:a16="http://schemas.microsoft.com/office/drawing/2014/main" id="{757EDEA5-D9F3-4471-A84B-7C27ECEB07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1E495F3-4F97-4DDF-ABCA-F9B194664E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Build skills · 2026-10-25 확인 · 요청과 생성 문서의 교육용 도식">
            <a:extLst xmlns:a="http://schemas.openxmlformats.org/drawingml/2006/main">
              <a:ext uri="{FF2B5EF4-FFF2-40B4-BE49-F238E27FC236}">
                <a16:creationId xmlns:a16="http://schemas.microsoft.com/office/drawing/2014/main" id="{B4416A0F-D1D7-445E-9D82-0E4D4B496B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Build skills · 2026-10-25 확인 · 요청과 생성 문서의 교육용 도식</a:t>
            </a:r>
          </a:p>
        </p:txBody>
      </p:sp>
      <p:sp>
        <p:nvSpPr>
          <p:cNvPr id="6" name="현재 제품 활용 팁 · TRIAL-008의 제작 이력이 아님 · 생성 뒤 사용 조건·지침을 검토하고 실제 요">
            <a:extLst xmlns:a="http://schemas.openxmlformats.org/drawingml/2006/main">
              <a:ext uri="{FF2B5EF4-FFF2-40B4-BE49-F238E27FC236}">
                <a16:creationId xmlns:a16="http://schemas.microsoft.com/office/drawing/2014/main" id="{528E3F63-2C90-4B9E-ABC8-CF8E11D429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제품 활용 팁 · TRIAL-008의 제작 이력이 아님 · 생성 뒤 사용 조건·지침을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C330F156-8AFF-46DC-988A-3A00265E5414}"/>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1025C1D5-D9BA-47CF-B550-D882808A4B81}"/>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66E7AADB-BECE-45F6-A6C6-41C7542FE168}"/>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B7C1BD7C-06FD-42CF-BA55-13FC36888FCE}"/>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C3C5C0C1-885C-4B52-A80D-DA85B1C07611}"/>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C02C0363-F04A-4BF0-8B1D-9918442DBA79}"/>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67BFC24E-D1BC-4A59-A825-434074448B38}"/>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D85F4D07-8A17-4DED-9BCA-8F27791D331A}"/>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ED1A8B53-4D19-4590-B712-0CD2EEC021AB}"/>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3D891606-4528-4FA4-86A6-AC9950E4251E}"/>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0C5D9263-CF60-4815-8318-F5EB3983F5D9}"/>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31F4E195-73D7-4297-944D-E89C23AC5F62}"/>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BD82D335-E9B4-4482-B6C6-9E5C3A81FA9B}"/>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A7B0D607-CEA9-444F-86CA-8544F3772664}"/>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D0246088-B7E9-43DA-925B-ED46C6962E0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EE4C87D6-3D00-416C-A288-DE9455121E3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57D999C4-65CA-4BFD-B333-C9DBD5BA298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DCF2AA24-63BE-4F14-81C4-C8CE1392F9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96360040"/>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395A6FD8-9C6E-4506-A668-35814D0AB2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4">
            <a:extLst xmlns:a="http://schemas.openxmlformats.org/drawingml/2006/main">
              <a:ext uri="{FF2B5EF4-FFF2-40B4-BE49-F238E27FC236}">
                <a16:creationId xmlns:a16="http://schemas.microsoft.com/office/drawing/2014/main" id="{FF12A248-F01A-4814-A571-9FFFB9C959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절차는 재사용하고, 답은 근거로 정한다">
            <a:extLst xmlns:a="http://schemas.openxmlformats.org/drawingml/2006/main">
              <a:ext uri="{FF2B5EF4-FFF2-40B4-BE49-F238E27FC236}">
                <a16:creationId xmlns:a16="http://schemas.microsoft.com/office/drawing/2014/main" id="{56B4DFD4-DF3B-4A49-8321-E2D0E58056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5D9A661C-E21F-4E61-BCD8-AF00774E1B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D367D969-092F-4F4E-9B38-26D475B30F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96ECB386-918B-4349-A7D1-C381733FE1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09F2601D-4806-46DE-8D2F-DDF9A331D019}"/>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89AA7CC7-D283-4BA8-B1AB-5655DF8C2D71}"/>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1289B67-5D41-48A5-AA4A-F149CCC618DF}"/>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1CCFB2CD-6B8C-440F-ADA3-82AC5DF1519C}"/>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975BA5E3-B418-48FA-BEF3-54AFCD818B75}"/>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8F79726B-6701-416D-A067-A202C9D535C2}"/>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1E1F8610-A860-449D-A347-B8E661FE03BE}"/>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F05099D3-2744-4FC9-90E0-3C43E3861B9C}"/>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12410451-980F-45D2-935B-F93C3AFEDCE6}"/>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2145BE92-FFF5-4344-BFF1-F4F2708B7CC9}"/>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C3CDBA85-927E-4934-8091-55376AC46FC6}"/>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38F2AAF7-1788-4129-82CC-4EC9AED90D7D}"/>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2D75F9E-12AD-438B-AD2C-847FBCE990AB}"/>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51EE9E11-B8BF-4E5D-BC2D-63BB4A416BA2}"/>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AD82FA1-C17E-4E5D-BB89-06E12B6F797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5DE99990-25BA-4B2F-834A-B3CC285010DE}"/>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CA7E7B62-0DD3-44D9-8E92-E12E2CF60974}"/>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68FFD22-3E4D-4549-AAC7-35CE9E01187B}"/>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3F561C19-3324-44DB-9AA6-BBBBECFED203}"/>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FBDFB727-20B1-4873-A602-E28DCB8490D7}"/>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21A0756E-DFED-4865-BD13-BE7AD94FA7C8}"/>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5F798051-ED23-40DE-A857-B6544CD3BA3D}"/>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95C03A62-FF86-4694-98EC-3EAA042CA1AC}"/>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07960B96-E899-4DFA-9987-C03F59CF2A5B}"/>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59AD5AE3-4E41-4F1C-9906-1C49C28DF885}"/>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FD64E4B3-2092-4CF3-8CA9-C2CA757F3E7E}"/>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091D862F-9DB2-4E9E-B2F9-F2A778F990D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70F4C949-089C-44E7-A3A1-90C5BE182B55}"/>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D4B832EA-1C34-49C6-A127-FBEB1FC57703}"/>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A7D0FBE6-C32D-49C5-AD21-ABBF39F0D6DA}"/>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3890742D-9B99-402F-AA0E-7864598FC0AD}"/>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5FB67773-8502-496C-B441-49F2CECB25E8}"/>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18D2DBF0-8D51-4986-9AEC-015A0CD486F6}"/>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79EEAAAB-81CF-43E7-B47A-A2A50B0E3A27}"/>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72762106-594E-45DD-A512-36AAAEC71B5D}"/>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6E101086-A1A6-44E5-891E-AFD3EB0635C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C6B0F330-9CED-4A71-9399-FD23BFECBF23}"/>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77BAE9C4-486A-4961-B2C1-EF1914C3C7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698483533"/>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FBDABFBA-B3A7-42C4-B290-E8791430E7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5">
            <a:extLst xmlns:a="http://schemas.openxmlformats.org/drawingml/2006/main">
              <a:ext uri="{FF2B5EF4-FFF2-40B4-BE49-F238E27FC236}">
                <a16:creationId xmlns:a16="http://schemas.microsoft.com/office/drawing/2014/main" id="{FDC66C8C-7187-4928-8413-67E353A3BD4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밝기 통계 계산의 성능 개선 후보">
            <a:extLst xmlns:a="http://schemas.openxmlformats.org/drawingml/2006/main">
              <a:ext uri="{FF2B5EF4-FFF2-40B4-BE49-F238E27FC236}">
                <a16:creationId xmlns:a16="http://schemas.microsoft.com/office/drawing/2014/main" id="{888160A6-F997-4E1B-BFAC-1551F7643C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EB21AA56-7BFF-49A9-B962-D9FAACC035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F29FC4BF-D898-44B7-BA76-399753FCF7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88C3591D-2520-4E6E-A0E9-55761527F4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18EF1001-BF17-4220-8909-E7833BBDD4CF}"/>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30B6E923-78AB-42D5-9F56-82128BC3AFC5}"/>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63A85E3C-94F9-408D-B8F7-8C400CADC332}"/>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2308938B-3562-42AD-A5DE-83E22EEED29B}"/>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0401B28C-61CF-420C-A3EB-1D6F3B5ECDBB}"/>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5121852-C8E1-403A-9D4F-99082D3F503B}"/>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13711AF0-D767-4FA1-8516-B4E593067B1C}"/>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7B099552-D160-4E3C-8A94-22E5A5A8E8F6}"/>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5A9DAD82-E285-4AF7-BB4C-401E5B594677}"/>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90565D42-5D02-4E85-87D9-63279508A8D8}"/>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44305365-8311-4BD0-8625-20AB5660C7AD}"/>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9D7A8DEC-E96F-4B9C-AF84-E51DF6FBE6AF}"/>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5484DFF-67C7-4005-B470-88864B145FCC}"/>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0C2A4B7F-61AB-4653-BF5F-4A30D9C0FC03}"/>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C0BF91A-B648-43F6-9131-0FBA19B1118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7BFA7027-EDF7-4F24-80FA-23A83D203E98}"/>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8FA6690E-A874-4D80-A6D9-01C32E3AA106}"/>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15367711-74BA-4676-BC78-DF52C942580D}"/>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2CD90AB8-308F-45EF-A837-24BEB7FA466C}"/>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9279183F-46A8-4EE3-A3C0-C4D83FE81374}"/>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5DBCABCB-27E8-4F9B-AAE8-53EC385032E8}"/>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B98FB7F0-9B14-4CAD-B8D7-650B297D9267}"/>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5B8D9BC0-607D-4A72-9148-EB3F0BD3DD0F}"/>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CD34014E-C604-4F8B-BCCF-A3B4172EB584}"/>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4A0DE7A0-C662-4C8D-BF58-8F7170AF18D2}"/>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77EF6479-672B-455F-ABF9-223873B164BC}"/>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FE586839-BE76-425D-8AE4-5FA70100E9C9}"/>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470A1BE7-2C60-412E-A778-FDEC8467F81A}"/>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B4F1DDD5-B544-4EAD-BE78-205A04AC1538}"/>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15A33277-3652-4420-85DF-C664792D4252}"/>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D9404369-D1D4-4F56-ACB3-CBB293CA7EFC}"/>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C83B3D8A-C215-4A2B-9208-ABFC6A83EB77}"/>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8FFE1908-DB27-42DC-A016-F1F1DDF9BDF9}"/>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957868BA-5FC3-4696-92DB-34C9F58C2A09}"/>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7771F000-B594-48FF-98DD-6A177EA2166D}"/>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855440BC-79B1-4A1D-AC73-D5D57320E560}"/>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EFA9F2AA-7CD1-4C76-9A0E-33B4EF9C9E71}"/>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143384E3-8A62-4F81-9A40-24F9F0727C27}"/>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89383AF2-4255-4142-B54C-3B190F00D067}"/>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D1F886F7-B1C6-4F78-A4C4-7E95907A8C54}"/>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00C1B6A6-A580-486A-9C2F-84E0B23F862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4ACB4039-5735-44F3-B8EA-865D9DF95F2C}"/>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6166F523-A6AD-4A21-942E-2F5386C63E3F}"/>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E5598D78-B71F-4EE0-BE05-554AB31CCCD6}"/>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52788935-124D-424B-949E-8EB53FB46B30}"/>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A9FAB9A3-BCF5-4658-9CDC-65D1D4DA4860}"/>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8A4A82E2-2E87-402B-B2CF-A3C90F9375B9}"/>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F44ED0DD-4DD0-484B-9090-577EFF2933EA}"/>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2D507E94-6119-4273-8820-9073B9D66037}"/>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9D92B792-1750-4495-98E2-68032D7F5856}"/>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AEB3286F-01E8-4BFF-8528-3EAAC576E7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439038605"/>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3DB4368A-4F3D-4F14-A223-B5978D4681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6">
            <a:extLst xmlns:a="http://schemas.openxmlformats.org/drawingml/2006/main">
              <a:ext uri="{FF2B5EF4-FFF2-40B4-BE49-F238E27FC236}">
                <a16:creationId xmlns:a16="http://schemas.microsoft.com/office/drawing/2014/main" id="{64A30BEC-D2FE-4949-AF68-5BBAEE1F4E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선택한 변경의 시간·메모리·동작 확인">
            <a:extLst xmlns:a="http://schemas.openxmlformats.org/drawingml/2006/main">
              <a:ext uri="{FF2B5EF4-FFF2-40B4-BE49-F238E27FC236}">
                <a16:creationId xmlns:a16="http://schemas.microsoft.com/office/drawing/2014/main" id="{050D286B-CCCE-4B46-86B1-CF8C17F858E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6737E488-6018-4BB1-B9F9-8462917C61D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05D166A5-0896-4C51-B3DB-2E8B691CEA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DB745C67-8F6F-4CBF-B4AB-94E76B22FA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8E434DCC-AB09-4E51-B0A8-A8809A25A2BE}"/>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FF82FDCF-8AF5-43A5-813D-CF7A866C473C}"/>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3CF807C6-49B8-42D9-A75A-61814842E6EA}"/>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86AE6060-70D3-4DE3-8913-B1E49AA5F3E9}"/>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CCEF841E-29B2-42BA-88F9-4818DE885FAA}"/>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F960B5F-1E21-4D20-B5B6-4A596C8BC794}"/>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1FB8A04F-CB0D-4027-BD46-99B16C68CAC8}"/>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6C1F88F6-EA06-445E-8378-78B7E38DB299}"/>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87b16094c4df45f7"/>
          </a:graphicData>
        </a:graphic>
      </p:graphicFrame>
      <p:sp>
        <p:nvSpPr>
          <p:cNvPr id="15" name="Python 할당 피크">
            <a:extLst xmlns:a="http://schemas.openxmlformats.org/drawingml/2006/main">
              <a:ext uri="{FF2B5EF4-FFF2-40B4-BE49-F238E27FC236}">
                <a16:creationId xmlns:a16="http://schemas.microsoft.com/office/drawing/2014/main" id="{BA06AFF2-BB8D-41E4-968E-4EC616989939}"/>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1CB1191B-6C9D-4B8D-8229-A0CEDB2CB8E3}"/>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CF066BD9-18B0-4B0F-92EF-426238ABAAD3}"/>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7AC820EF-008D-432F-8557-3D28B2F490BC}"/>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4AAC99F8-2283-4363-A861-53B1EAB911CA}"/>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68099B20-81D9-4362-82D2-5EDAA484AD6F}"/>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7B7A6479-302F-4C48-AF95-FE8F66A3817A}"/>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0AE36ABA-5C01-48FA-B031-EAA736EBBAF4}"/>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34B35B4B-1E8B-45A4-AB49-758399CCDEC5}"/>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F106E4C2-4AF4-4C0F-9523-334D27085DCC}"/>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B636ABA4-846B-45F9-A451-73096F209E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2099750401"/>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DB49548F-9AF4-4F18-95E4-6A4826E94F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7">
            <a:extLst xmlns:a="http://schemas.openxmlformats.org/drawingml/2006/main">
              <a:ext uri="{FF2B5EF4-FFF2-40B4-BE49-F238E27FC236}">
                <a16:creationId xmlns:a16="http://schemas.microsoft.com/office/drawing/2014/main" id="{23B6C767-ED80-40AE-8D18-61EF416F33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한 Agent 조사와 Subagent 역할 분리">
            <a:extLst xmlns:a="http://schemas.openxmlformats.org/drawingml/2006/main">
              <a:ext uri="{FF2B5EF4-FFF2-40B4-BE49-F238E27FC236}">
                <a16:creationId xmlns:a16="http://schemas.microsoft.com/office/drawing/2014/main" id="{82B5FCF0-EE29-4F3F-B3A5-E1E10C23DF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77E4B8C9-1B8D-44F3-8213-8B7008B208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1DA89201-BAE2-4FDA-B45F-7522E994F5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318A9C62-8FDB-47F0-980C-28D59644A8B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86A8436E-EE6D-484F-8C1F-2B9CB2F94BD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2A1C451E-573E-43AC-81EB-844C1431DC49}"/>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AB3A30B2-0398-4604-9304-D435C8A4511C}"/>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3C019CB5-FD00-4086-9119-5F62FCCDAA11}"/>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13933B2-FE17-4511-95F6-34E002E5CB11}"/>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3A6756CB-3836-4E9B-9913-24DD2386281E}"/>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E24D29E8-4B3F-42A3-8CBE-CA39C7E838E3}"/>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C2ABE1A0-F0A3-4CFF-B1AD-A2FE783E117F}"/>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5AA555A9-E331-4D0E-8131-AC6A49201FD5}"/>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B20F6507-5416-4138-8D2F-A7B02F885A05}"/>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3817D87A-E9F2-4B17-863F-88C1BAE4C505}"/>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798EB763-2121-4594-8F90-39A68EABD56E}"/>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3E536259-427F-4FBF-BEAA-C19D1E73D7C2}"/>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C8060577-AAF5-4F53-B4E1-C1300DFEE37B}"/>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37E0513-08A7-4327-802C-28ACEA2FE11D}"/>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36C53DDC-B8BF-4AE6-A094-E9BA7881BC8D}"/>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DC36E775-5BB6-4A8C-BE6C-2415B1A2D6B5}"/>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85C483F6-461E-435D-BA24-B4B89759ACBC}"/>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2BD47AAF-388D-4AD8-8213-07A97BA25A35}"/>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409C410C-3D7D-4E96-9D76-6BE1D8F650EA}"/>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43C07B17-0F21-4E71-9906-FE4A41F076D7}"/>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F0D81E3E-85A8-4D9B-BABB-D06DEAFA698D}"/>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DE4FC53C-9724-4E75-A567-BF22EDDD6327}"/>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F597C86A-C222-48B7-9E1E-9B45903B77A1}"/>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9374DE93-5076-449A-9590-0DE57B41F01B}"/>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F510EE29-EB80-452D-A261-9493CF574F51}"/>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EECF6FD7-1E21-47C9-AED8-7024E8BDC112}"/>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26644C89-F460-4076-8ADD-B0E0CC4E0F46}"/>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28A09465-46BB-4E0D-8658-5D28E134BE56}"/>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E1F41AA0-A05B-40DA-9E9F-FAFF803BBA22}"/>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0B323D1C-5E42-4E94-81E8-FDC4B5EF1002}"/>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A0A99A4C-9080-4A94-96E5-06D20521AEE3}"/>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B9593CBC-989E-4EB9-BF32-7188BD445751}"/>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D3402D2D-AA28-48AE-8D85-6CC8E1FD5B0A}"/>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FBA910B7-92E6-449B-B1BD-F46E8E1CBACB}"/>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F340BB17-D670-4C9D-BCB9-E69E28084D21}"/>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C41745A1-F840-4AE7-860D-5EA2B1041A8D}"/>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E954EB79-0F07-4A59-A5EB-8010A40B8AEA}"/>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55BD0DB4-9623-4CE1-87E7-7B5159DA0B54}"/>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70F1A28E-D4E1-4015-ABB6-8084FB2890D1}"/>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3E7D41A1-159C-4ADE-B5A0-D0A2E3E36CDC}"/>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AE7C83B0-27AC-4D97-ACCA-24F8C38B251F}"/>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63611D39-6248-4706-9A27-6A25C45693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88537531"/>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2D574410-7BA2-49E8-A4CD-43542A37A8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68">
            <a:extLst xmlns:a="http://schemas.openxmlformats.org/drawingml/2006/main">
              <a:ext uri="{FF2B5EF4-FFF2-40B4-BE49-F238E27FC236}">
                <a16:creationId xmlns:a16="http://schemas.microsoft.com/office/drawing/2014/main" id="{D00408A4-97DC-4921-A864-51E4E96D1C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대화로 조사 Agent 만들기">
            <a:extLst xmlns:a="http://schemas.openxmlformats.org/drawingml/2006/main">
              <a:ext uri="{FF2B5EF4-FFF2-40B4-BE49-F238E27FC236}">
                <a16:creationId xmlns:a16="http://schemas.microsoft.com/office/drawing/2014/main" id="{806CE023-1CAE-4E21-A12C-ADFAF3E3AC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E2A857F7-B4ED-499B-8D9B-B333481CA8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Subagents · 2026-10-25 확인 · Custom Agent 설정·사용 요청의 교육">
            <a:extLst xmlns:a="http://schemas.openxmlformats.org/drawingml/2006/main">
              <a:ext uri="{FF2B5EF4-FFF2-40B4-BE49-F238E27FC236}">
                <a16:creationId xmlns:a16="http://schemas.microsoft.com/office/drawing/2014/main" id="{B947C235-D0EA-4E29-9D0F-D10ADAA268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Subagents · 2026-10-25 확인 · Custom Agent 설정·사용 요청의 교육용 도식</a:t>
            </a:r>
          </a:p>
        </p:txBody>
      </p:sp>
      <p:sp>
        <p:nvSpPr>
          <p:cNvPr id="6" name="일회성 분담은 요청만으로 가능 · 반복 역할은 설정으로 재사용 · 실제 생성·실행 결과가 아니며 대상 환경에">
            <a:extLst xmlns:a="http://schemas.openxmlformats.org/drawingml/2006/main">
              <a:ext uri="{FF2B5EF4-FFF2-40B4-BE49-F238E27FC236}">
                <a16:creationId xmlns:a16="http://schemas.microsoft.com/office/drawing/2014/main" id="{EE995D59-F66E-431F-BBD5-12ED1F8EBF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일회성 분담은 요청만으로 가능 · 반복 역할은 설정으로 재사용 · 실제 생성·실행 결과가 아니며 대상 환경에서 확인</a:t>
            </a:r>
          </a:p>
        </p:txBody>
      </p:sp>
      <p:sp>
        <p:nvSpPr>
          <p:cNvPr id="7" name="01  역할을 설명해 생성 요청">
            <a:extLst xmlns:a="http://schemas.openxmlformats.org/drawingml/2006/main">
              <a:ext uri="{FF2B5EF4-FFF2-40B4-BE49-F238E27FC236}">
                <a16:creationId xmlns:a16="http://schemas.microsoft.com/office/drawing/2014/main" id="{442D089C-28C1-4323-A563-1C6C53F952D7}"/>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94ECD860-6550-498B-8E92-AE88985E038C}"/>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948067AC-4936-4CB2-A0BA-EA88A9C53EAE}"/>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185E8525-4FE3-41BD-A08A-47DF868FEDF7}"/>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F95BA07A-0169-49AE-AA9A-939AA3ED1FB7}"/>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12F9A587-87ED-4344-B9E6-0B990E9ABDA6}"/>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54BD222B-DEE1-46AE-9DC4-21663685B935}"/>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AA5FC115-094C-4BB4-B86E-31F721590D79}"/>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55F36F37-B56D-4350-93E8-29E3A3FD345A}"/>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0DE3CFDF-8139-4A6A-96B0-6FC9BA75D1AE}"/>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66199784-2BD7-4250-9E70-02AB5C6CADA0}"/>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3C25D055-1E2E-4334-B684-171C9B2A4C85}"/>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3242784B-0C2A-4D8E-9237-0EEA95094FDA}"/>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C10B4F4D-8A62-4B71-80DC-30F320AB69AE}"/>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0B134581-3DDE-4FBB-8BB5-6E1AEB79BECC}"/>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43B90237-2937-4D7B-82B5-04999E89E7D3}"/>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25C0F569-16A1-432F-8FF2-B655F81590C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AAF3B8DE-A217-44DB-BD26-EE67C6D1DF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36A6EA6A-900B-4762-AFDE-7D3FEF67A6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22255494"/>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08041879-D58C-4838-97A2-AE970C4DB0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9">
            <a:extLst xmlns:a="http://schemas.openxmlformats.org/drawingml/2006/main">
              <a:ext uri="{FF2B5EF4-FFF2-40B4-BE49-F238E27FC236}">
                <a16:creationId xmlns:a16="http://schemas.microsoft.com/office/drawing/2014/main" id="{F16DA46A-6BBE-4824-96A0-8B4801B47D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 작업을 나누지 않은 이유">
            <a:extLst xmlns:a="http://schemas.openxmlformats.org/drawingml/2006/main">
              <a:ext uri="{FF2B5EF4-FFF2-40B4-BE49-F238E27FC236}">
                <a16:creationId xmlns:a16="http://schemas.microsoft.com/office/drawing/2014/main" id="{1E8E4B43-24AE-4F12-8840-7D8105F8CA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E4C9EBBB-4866-4494-BA15-EB5501D83E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88E7665A-5C2A-4E67-8D40-564F3A5A00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6EE91DA3-CCAA-4964-B888-8C2B13E95C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27AAD379-A70B-423C-B5F8-E7D415A3E18E}"/>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1EC4BC9E-7A23-45EC-996A-C61E66F74EB8}"/>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17ECAEDF-2633-4012-8682-2F48C1E4C850}"/>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F56FA22F-A904-49FB-A18F-77292A6CD490}"/>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C01A3FAA-113A-484B-820F-83476D614671}"/>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AB158473-3FC7-4A6B-9F47-97C885103462}"/>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BA59C251-AB95-425C-84AA-5DF91A0BDA72}"/>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70155CEF-B109-4268-AEBC-210BC6B76713}"/>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80853F90-2B13-49E4-832B-A4289CF04D30}"/>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5E9F1ACF-E623-4A6A-ACF1-6F668EED1923}"/>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EF243C4D-03C1-45A5-B41E-08F7F5E3846C}"/>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D1717DD0-E24A-4BDC-95BE-AD2C8F893B6D}"/>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BDC68A30-E967-4427-8954-A7B98F615C24}"/>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88A52864-4E92-4B63-BA26-0435B7ED48C4}"/>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0739D02D-11F3-46B3-8731-D251F06DAC1F}"/>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24C818CB-B578-479E-9566-4C1E4903A833}"/>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ACD21774-594A-4BA5-BEB6-0735BF1187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17995597"/>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1BF77044-6AFF-41BB-8741-FDA9011E12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0">
            <a:extLst xmlns:a="http://schemas.openxmlformats.org/drawingml/2006/main">
              <a:ext uri="{FF2B5EF4-FFF2-40B4-BE49-F238E27FC236}">
                <a16:creationId xmlns:a16="http://schemas.microsoft.com/office/drawing/2014/main" id="{AEE710BA-4345-4698-9895-065D8129D2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이번 Context와 다시 쓸 지식">
            <a:extLst xmlns:a="http://schemas.openxmlformats.org/drawingml/2006/main">
              <a:ext uri="{FF2B5EF4-FFF2-40B4-BE49-F238E27FC236}">
                <a16:creationId xmlns:a16="http://schemas.microsoft.com/office/drawing/2014/main" id="{ED8578DC-76D7-4111-970E-D0F1C55999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139B0F5D-D784-414B-B7A5-8C19FEE519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04CE461F-214B-461B-961E-480242C391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4B947E7A-DD1D-4411-8189-60F124D174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C714BB51-8FAC-417A-8469-71B8E22346C4}"/>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92585A56-A7D5-43AF-BE95-BC1EDDBD65EF}"/>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9807987F-DAF4-4FE5-A38E-829277CFB329}"/>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18CD40F-6641-4744-BBB8-35C45C586273}"/>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EE2C529C-9E32-4982-8BAE-B1843C7A69E2}"/>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B9426281-2F2B-439C-BE11-B79231B770AF}"/>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2FC246DB-152B-4893-BB71-A933BCC8055D}"/>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933B2E3E-0B7E-41F6-B70C-5112537A98DB}"/>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6FF150D4-588F-452F-AC80-1FF510135744}"/>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CF8A2B41-CB33-4B94-A35A-A343C8703655}"/>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E8F48E4D-AA7F-415F-AAC4-B0D71911CB3B}"/>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0FD404F4-9844-40FB-9AE0-F176EC7819F9}"/>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E1600489-0FEF-4647-84FD-E47ADCCFA3E5}"/>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E778B2A-580D-4C42-A46B-A842E68EFEAF}"/>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DD4DF99B-F2BF-4BC7-9BB5-3A9DE5F4AD81}"/>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920DBE51-F624-4B8D-BC96-92BC45061567}"/>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3FC4E255-D8F1-4D28-AFEA-77A257208F7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811E4347-B1B5-440F-93AC-024968554F9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7C947C99-6915-45D7-BE17-FE42AF3426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83800424"/>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44F3380F-B5F1-4569-9970-583B837AA7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1">
            <a:extLst xmlns:a="http://schemas.openxmlformats.org/drawingml/2006/main">
              <a:ext uri="{FF2B5EF4-FFF2-40B4-BE49-F238E27FC236}">
                <a16:creationId xmlns:a16="http://schemas.microsoft.com/office/drawing/2014/main" id="{70541F93-A8CC-44A5-BC94-262556CAA9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실제 Demo 지식의 원래 출처">
            <a:extLst xmlns:a="http://schemas.openxmlformats.org/drawingml/2006/main">
              <a:ext uri="{FF2B5EF4-FFF2-40B4-BE49-F238E27FC236}">
                <a16:creationId xmlns:a16="http://schemas.microsoft.com/office/drawing/2014/main" id="{A6021E77-BD31-4CB6-A889-2A92111949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F6EA2DED-26A4-4980-81BF-EA6DCAE93E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57794C5C-0B13-4927-8A0E-A9D7AAC3C5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05D6D8DE-25FB-4780-8C1F-806EA6E197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74BB3E00-A1EF-496F-8348-44F62BC2B624}"/>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04219C3F-5739-44B6-B7A2-E476AAD60244}"/>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4C0301FB-0B08-4DA9-8F01-6051DC44C136}"/>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EF25809-15B8-403B-B7B8-4924D7F0EB08}"/>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C89F8559-E500-4F9F-858E-C806616A16C1}"/>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8419E870-3690-49B4-A7FC-C2CDA81A24AB}"/>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0B5D61F2-D79F-44A8-A5FE-1F287FD175FD}"/>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55941D31-5585-475A-AFFA-7062464186EF}"/>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FFE00EBB-CE2E-4940-9D29-60612F89FA2C}"/>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25B764A1-7167-434F-91B7-83F0B552AA60}"/>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8E8D19A0-9E31-4674-B20F-CE428BD8BEC5}"/>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BFE677D5-0C36-40E7-B654-92B0A784352E}"/>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23F8DB44-CB24-4A92-A483-86A9BDFD10B4}"/>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1F50679F-D2A2-4428-BB1D-82CB72952324}"/>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6F368DF1-86EB-4419-B46F-390668EF7B93}"/>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53D9C850-F1BD-4A7F-9FAA-885803D53467}"/>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E3E1301E-512D-456F-BC4D-87F4FF641F0C}"/>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4223DB01-57BF-4598-887B-270B78E64CAC}"/>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47EED296-8DFE-41E4-B9A4-C52F9CF68C75}"/>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D4A91580-D3C1-42AB-9405-AD10EEBCFE2D}"/>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EDEAA958-1F02-4FE5-A8F0-BBA5DA3441BA}"/>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72F77E40-E56B-449E-9ECA-DCFB0D3DFBD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9F67E0B4-FAAB-466F-8ACE-6CE1A8BECAB9}"/>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F955BEE4-A189-4304-8E9D-AEFB36902E7D}"/>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CB071C17-63AF-4B32-87E0-E538A4449B99}"/>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BDF7015D-B5F6-4CDF-84C9-2DEB62EF9724}"/>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49138DE1-CCC1-47CA-9871-E67F95086997}"/>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B08DC412-3F79-4671-8F66-3A170C60A870}"/>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C0D436C3-D242-4E7D-9D0D-56AE8BBB9C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89731400"/>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7A4AE4A6-22B9-4847-912E-8CB4BFE2B7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2">
            <a:extLst xmlns:a="http://schemas.openxmlformats.org/drawingml/2006/main">
              <a:ext uri="{FF2B5EF4-FFF2-40B4-BE49-F238E27FC236}">
                <a16:creationId xmlns:a16="http://schemas.microsoft.com/office/drawing/2014/main" id="{62164CA0-B2A3-4044-89A2-400EA362D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밝기 통계 작업에 쓰인 구성의 역할">
            <a:extLst xmlns:a="http://schemas.openxmlformats.org/drawingml/2006/main">
              <a:ext uri="{FF2B5EF4-FFF2-40B4-BE49-F238E27FC236}">
                <a16:creationId xmlns:a16="http://schemas.microsoft.com/office/drawing/2014/main" id="{04E90112-8202-41FE-B56B-DF08577CC5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AE9B6A5D-0B9F-416A-AAC1-180C08A0C1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8B1E80BC-5970-4C48-9059-980C17AC9D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59D3E604-0FD7-466B-A0AD-B41F62F496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12636163-19FD-4D99-8877-8B86122AB173}"/>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ED95F528-A8F5-4EEC-89E7-3C2B29B360E2}"/>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50911B95-A68E-4391-B1F6-F93009BDDD42}"/>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BAC1F90D-564D-4536-81AB-01A90A0E6103}"/>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B4F921CE-465C-41FC-9475-42E5CC1A0EEA}"/>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96E47DAF-498D-4A3B-A77B-CEFAE2368133}"/>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266499FD-6051-463C-94DB-64AAF4E78AFC}"/>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3CDE9427-DFCB-435F-BF7E-1674F19546D1}"/>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1107F04-5904-4D43-95F8-580425546A31}"/>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F58DB3DE-C915-464E-9BC5-3E6EC613E5D9}"/>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2902F7DD-8D8F-4E68-A133-B24FD0CD9FA5}"/>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381DDB87-C59B-48F4-AB9D-558DAEAE9C59}"/>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9F33AD36-C5D3-417C-967F-91331BCA7334}"/>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6F685736-F600-4267-8CC5-EF985C380A5C}"/>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39F9E57C-4749-4847-BF47-7447F7412BDF}"/>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16A2AB77-A83F-41BE-A2AB-7EFEF8364B7C}"/>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4089E6D4-453D-4A16-A0A0-CFB87636C77F}"/>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10D45FAB-0320-4AE9-B248-2F013F4C7EB5}"/>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7FA7E5B9-B24A-493D-8B65-DD179FC0DDFE}"/>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9D7EBF87-8EB4-401F-A8C5-E0A39675461D}"/>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D21804D4-4AB4-490F-917B-51EA25B60E5A}"/>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F0B3EB4-0889-4714-9E61-2BDE48173F41}"/>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B263D62F-D134-400E-B3B6-B3B133E719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1857014"/>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D74F8275-E85B-4A06-8F94-AD9AD041EE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3">
            <a:extLst xmlns:a="http://schemas.openxmlformats.org/drawingml/2006/main">
              <a:ext uri="{FF2B5EF4-FFF2-40B4-BE49-F238E27FC236}">
                <a16:creationId xmlns:a16="http://schemas.microsoft.com/office/drawing/2014/main" id="{0B034190-236D-49C1-B444-1F20E323D9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함께 작동하는 작업 환경, Harness">
            <a:extLst xmlns:a="http://schemas.openxmlformats.org/drawingml/2006/main">
              <a:ext uri="{FF2B5EF4-FFF2-40B4-BE49-F238E27FC236}">
                <a16:creationId xmlns:a16="http://schemas.microsoft.com/office/drawing/2014/main" id="{62EF9860-60B0-42E2-9758-CCC65132B3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A1851F0D-D08E-4772-8C03-CDF1F9C7BC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B4ECF480-D05D-469C-B51E-27378CCF3A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590F62DC-39BA-4924-A32E-DBC9D56019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4BB58FCB-0A05-4B28-B62A-999CC86346CA}"/>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FA10C647-5CE1-42E8-9327-706EDEF0DFF0}"/>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F8FF7357-53A6-483F-9301-464D46BB0508}"/>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42A21371-7113-4734-8012-816A9EC0EBD6}"/>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F00DA452-CBB4-4856-BFE5-A84062991ADE}"/>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62706630-DCD3-4F93-B8BE-280116A32C40}"/>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8E92CFF7-F944-45BB-B641-7B9D1FE740FF}"/>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6D0D7621-4064-41AD-B430-4BD350B93F54}"/>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0F37C143-B725-4432-8420-54FBC4650D10}"/>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8C8E6A1F-FFA5-4E43-85F5-1EB5C6934E7B}"/>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5AFCE86B-781A-449F-8E3A-D72322C73C61}"/>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72474085-EF37-40D3-94B3-38F7088A010A}"/>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36FBB9D-9355-49B2-8A86-50EE42B36ABF}"/>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CC739B4D-0925-4583-A222-6014B6F5FC9E}"/>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DACBF21A-46D1-47F9-AC40-A276C5507729}"/>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B8DCC8F-8081-4DB1-8BA0-EFAB63C996F4}"/>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539B524F-CBD6-4812-970D-E9B859C255C8}"/>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AB392D4D-DF6D-4677-AD4A-9C90B3386F11}"/>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0AF9774C-CC0D-4674-9DE6-BB41A2D38041}"/>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260BF801-BBAF-4E4D-B1D8-CD920B2814BD}"/>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70DBAC3D-0463-41A5-962E-29A222F69C87}"/>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B1BB8384-2CCB-4D5D-A837-3A9D70C0964C}"/>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9A471FB0-CE28-4AF0-8842-2CDA7E072331}"/>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1D6C1ACB-29E5-487A-8379-7ABAE9AB7CCB}"/>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D8EF8F5D-38D3-41F3-9DC2-88C17A25B5C9}"/>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4FDC9160-C218-46CA-B589-6CCD4DBB7CC0}"/>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40AFDB2C-2A34-47DA-B7EE-6CB9D453C658}"/>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E53C51D1-AFC8-4947-9B14-5723CA1A6F7F}"/>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B3171C92-9A44-4A65-B576-8D5FE95A99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35548460"/>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A4E0D95D-9A4F-4AF9-89C7-912A450544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4">
            <a:extLst xmlns:a="http://schemas.openxmlformats.org/drawingml/2006/main">
              <a:ext uri="{FF2B5EF4-FFF2-40B4-BE49-F238E27FC236}">
                <a16:creationId xmlns:a16="http://schemas.microsoft.com/office/drawing/2014/main" id="{BA552551-CBCB-47EC-A17C-08BC596292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만든 Harness를 다음 프로젝트의 기반으로">
            <a:extLst xmlns:a="http://schemas.openxmlformats.org/drawingml/2006/main">
              <a:ext uri="{FF2B5EF4-FFF2-40B4-BE49-F238E27FC236}">
                <a16:creationId xmlns:a16="http://schemas.microsoft.com/office/drawing/2014/main" id="{3C7C9864-7CB0-44B0-BD55-C4F185D3C2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DD4AFDE6-0E9F-481B-94D7-6D7FB4AC4C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재사용 설계 예 · 조사·검증 방법과 도구 연결 방식을 축적">
            <a:extLst xmlns:a="http://schemas.openxmlformats.org/drawingml/2006/main">
              <a:ext uri="{FF2B5EF4-FFF2-40B4-BE49-F238E27FC236}">
                <a16:creationId xmlns:a16="http://schemas.microsoft.com/office/drawing/2014/main" id="{4C5138BA-001A-4978-AF64-CD32982E18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재사용 설계 예 · 조사·검증 방법과 도구 연결 방식을 축적</a:t>
            </a:r>
          </a:p>
        </p:txBody>
      </p:sp>
      <p:sp>
        <p:nvSpPr>
          <p:cNvPr id="6" name="다른 프로젝트로 옮겨 실행한 Demo는 아님 · 프로젝트별 적용 조건은 다음 장에서 연결">
            <a:extLst xmlns:a="http://schemas.openxmlformats.org/drawingml/2006/main">
              <a:ext uri="{FF2B5EF4-FFF2-40B4-BE49-F238E27FC236}">
                <a16:creationId xmlns:a16="http://schemas.microsoft.com/office/drawing/2014/main" id="{C73D9ADA-9FAE-45AB-BF7C-C5BE98BC14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다른 프로젝트로 옮겨 실행한 Demo는 아님 · 프로젝트별 적용 조건은 다음 장에서 연결</a:t>
            </a:r>
          </a:p>
        </p:txBody>
      </p:sp>
      <p:sp>
        <p:nvSpPr>
          <p:cNvPr id="7" name="">
            <a:extLst xmlns:a="http://schemas.openxmlformats.org/drawingml/2006/main">
              <a:ext uri="{FF2B5EF4-FFF2-40B4-BE49-F238E27FC236}">
                <a16:creationId xmlns:a16="http://schemas.microsoft.com/office/drawing/2014/main" id="{7D4FA9F9-1B10-4EC6-9C57-4CCDBE63034B}"/>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1EC66F18-91DC-41A5-A9EB-2DE21182A8BC}"/>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EB641013-5223-431D-8FA3-887F12C0257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8B17741B-EBFE-49C4-9EF6-4EF1BF82B64B}"/>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86BD319E-82A4-4217-BEE7-F287B642A733}"/>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ED820282-2C92-4CCD-A7F8-1CE4E98FE3CB}"/>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D72BD65C-9512-449D-92F4-4CB63B1D3274}"/>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C9297301-D6B5-40BD-8876-09E0A1D04464}"/>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33C52FDB-EAED-4CA1-B0C8-BAAEDE36476A}"/>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6D5A4CEB-B083-4AF4-A83E-9FD033B10E19}"/>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877741AB-61B8-4BD3-90BD-D93A6F0F9790}"/>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CC40EAD8-986B-49DF-A3B6-FAB7CE5DD6CC}"/>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24F91765-9944-4DED-8415-CCB27031BB44}"/>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C56F6013-3986-4CF0-AA1E-6DEE686CA879}"/>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AAFFD2A2-065F-4352-8494-B260A3080E0B}"/>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6CB19AC8-5FF7-429F-8876-A8B87EAC95A0}"/>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9223F013-709C-41A9-BAA8-6CC25A5D8A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49085759"/>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2B0A7EC2-AC08-4D04-9BBC-DF4FAB538A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5">
            <a:extLst xmlns:a="http://schemas.openxmlformats.org/drawingml/2006/main">
              <a:ext uri="{FF2B5EF4-FFF2-40B4-BE49-F238E27FC236}">
                <a16:creationId xmlns:a16="http://schemas.microsoft.com/office/drawing/2014/main" id="{BBD99DC4-4B1C-4746-B02B-7649CAB8DE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공통 기반에 프로젝트 기준을 연결한다">
            <a:extLst xmlns:a="http://schemas.openxmlformats.org/drawingml/2006/main">
              <a:ext uri="{FF2B5EF4-FFF2-40B4-BE49-F238E27FC236}">
                <a16:creationId xmlns:a16="http://schemas.microsoft.com/office/drawing/2014/main" id="{C4FFBA92-F7FA-4BBF-AD9B-3548ED271DE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7FEACCD0-072E-4809-9EED-4D2740F296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적용 모델 · 공통 수행 틀 + 프로젝트별 기준">
            <a:extLst xmlns:a="http://schemas.openxmlformats.org/drawingml/2006/main">
              <a:ext uri="{FF2B5EF4-FFF2-40B4-BE49-F238E27FC236}">
                <a16:creationId xmlns:a16="http://schemas.microsoft.com/office/drawing/2014/main" id="{F4FFA57C-CDD9-46C0-ADE3-85318B1384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적용 모델 · 공통 수행 틀 + 프로젝트별 기준</a:t>
            </a:r>
          </a:p>
        </p:txBody>
      </p:sp>
      <p:sp>
        <p:nvSpPr>
          <p:cNvPr id="6" name="전체 구성을 그대로 복사해도 작동한다는 보장이 아님 · 이식 결과·시간 절감은 미측정">
            <a:extLst xmlns:a="http://schemas.openxmlformats.org/drawingml/2006/main">
              <a:ext uri="{FF2B5EF4-FFF2-40B4-BE49-F238E27FC236}">
                <a16:creationId xmlns:a16="http://schemas.microsoft.com/office/drawing/2014/main" id="{43BF1B6E-51C5-44E3-B67F-B7244E12B8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구성을 그대로 복사해도 작동한다는 보장이 아님 · 이식 결과·시간 절감은 미측정</a:t>
            </a:r>
          </a:p>
        </p:txBody>
      </p:sp>
      <p:sp>
        <p:nvSpPr>
          <p:cNvPr id="7" name="다시 쓰는 기반">
            <a:extLst xmlns:a="http://schemas.openxmlformats.org/drawingml/2006/main">
              <a:ext uri="{FF2B5EF4-FFF2-40B4-BE49-F238E27FC236}">
                <a16:creationId xmlns:a16="http://schemas.microsoft.com/office/drawing/2014/main" id="{018D6E2C-CA0F-4EC7-B511-C3B3D10D87AA}"/>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E501F706-379F-477E-97D6-50A49E17A935}"/>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D642B450-B161-479C-B1EF-F15947DA188F}"/>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806A0953-82D8-4712-A732-5AF27472E08C}"/>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31BC7EB7-F2A1-4B00-852E-55D48B2E6CFB}"/>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14E44E81-399E-409A-B061-24705593A421}"/>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39FB44EE-EF84-4CF6-9609-100C010854FC}"/>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F06BF3CC-2AC9-49ED-BE46-733A9E0B0180}"/>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67FE5A0E-EED1-46A7-8475-83FAF0BEED65}"/>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8C5F08D2-E88A-482C-8148-9D7DD1429C45}"/>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C5EE68F9-F94C-4804-88A2-6C21B649C647}"/>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E5F3566E-0BB3-4824-A60C-4E8CCDD94063}"/>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590E28EC-D1E3-4B29-988D-BBD7FF680E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17670689"/>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A3B376F7-2D9B-4A2C-AF43-711B8F8946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6">
            <a:extLst xmlns:a="http://schemas.openxmlformats.org/drawingml/2006/main">
              <a:ext uri="{FF2B5EF4-FFF2-40B4-BE49-F238E27FC236}">
                <a16:creationId xmlns:a16="http://schemas.microsoft.com/office/drawing/2014/main" id="{8B22DA93-C8FC-402F-8479-EE18239B366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BD092C67-A5A6-4220-A121-C5C40168F3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0F55EC7A-0C53-4C5E-8388-4CD6BB52B4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_PRODUCT · STATE-04-PERF의 성공 회수 / 오른쪽은 다음 작업에 대한 질문">
            <a:extLst xmlns:a="http://schemas.openxmlformats.org/drawingml/2006/main">
              <a:ext uri="{FF2B5EF4-FFF2-40B4-BE49-F238E27FC236}">
                <a16:creationId xmlns:a16="http://schemas.microsoft.com/office/drawing/2014/main" id="{5F464797-7987-4047-83E1-61A7C398EE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OBSERVED_PRODUCT · STATE-04-PERF의 성공 회수 / 오른쪽은 다음 작업에 대한 질문</a:t>
            </a:r>
          </a:p>
        </p:txBody>
      </p:sp>
      <p:sp>
        <p:nvSpPr>
          <p:cNvPr id="6" name="기록된 코드·입력·환경에서 확인한 결과 · 이후 모든 작업의 성공이나 실패를 관찰한 것은 아님">
            <a:extLst xmlns:a="http://schemas.openxmlformats.org/drawingml/2006/main">
              <a:ext uri="{FF2B5EF4-FFF2-40B4-BE49-F238E27FC236}">
                <a16:creationId xmlns:a16="http://schemas.microsoft.com/office/drawing/2014/main" id="{298BC58A-E58D-4FF9-8312-C42461B459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코드·입력·환경에서 확인한 결과 · 이후 모든 작업의 성공이나 실패를 관찰한 것은 아님</a:t>
            </a:r>
          </a:p>
        </p:txBody>
      </p:sp>
      <p:sp>
        <p:nvSpPr>
          <p:cNvPr id="7" name="이번 작업에서 확인">
            <a:extLst xmlns:a="http://schemas.openxmlformats.org/drawingml/2006/main">
              <a:ext uri="{FF2B5EF4-FFF2-40B4-BE49-F238E27FC236}">
                <a16:creationId xmlns:a16="http://schemas.microsoft.com/office/drawing/2014/main" id="{D87F59D5-FADC-44F5-AA9C-F96EC17DE0A8}"/>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16C9AD67-F6D4-49BC-B771-DA4B60219C9B}"/>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0CB9FD73-2296-4B5B-AB09-04B741F1B342}"/>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2BE99C75-BA6A-4135-B9FD-95675140A178}"/>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B6A77AAE-883B-40B1-A9D0-B68B7642D53C}"/>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A7CDA761-1F7B-4805-992F-C03AFED6A290}"/>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B7BAA67A-B901-4565-9911-C4717ED409EE}"/>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450C6C78-623E-4C89-843C-6986A1C2BD29}"/>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26F37B24-228C-42C8-B17C-F58FF43FFA84}"/>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774EB2B6-A71E-412B-906F-EAECFD4BC4FD}"/>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9516FFAE-C2F8-40BF-9EF4-3D2F792C594C}"/>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E3161F8E-AB8E-4C4F-84F6-8D3F606FD9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46064"/>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CONCEPTUAL / 운영하며 발견하는 확인의 빈틈">
            <a:extLst xmlns:a="http://schemas.openxmlformats.org/drawingml/2006/main">
              <a:ext uri="{FF2B5EF4-FFF2-40B4-BE49-F238E27FC236}">
                <a16:creationId xmlns:a16="http://schemas.microsoft.com/office/drawing/2014/main" id="{8D6D171B-2C01-4CB3-9CA1-5C8302BCEB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CONCEPTUAL / 운영하며 발견하는 확인의 빈틈</a:t>
            </a:r>
          </a:p>
        </p:txBody>
      </p:sp>
      <p:sp>
        <p:nvSpPr>
          <p:cNvPr id="2" name="S77">
            <a:extLst xmlns:a="http://schemas.openxmlformats.org/drawingml/2006/main">
              <a:ext uri="{FF2B5EF4-FFF2-40B4-BE49-F238E27FC236}">
                <a16:creationId xmlns:a16="http://schemas.microsoft.com/office/drawing/2014/main" id="{148843C6-EAEF-4BBB-A77A-83F14034F5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작업 중 사람이 보정할 일이 생긴다면?">
            <a:extLst xmlns:a="http://schemas.openxmlformats.org/drawingml/2006/main">
              <a:ext uri="{FF2B5EF4-FFF2-40B4-BE49-F238E27FC236}">
                <a16:creationId xmlns:a16="http://schemas.microsoft.com/office/drawing/2014/main" id="{BCF0D5A5-BCA4-4AF4-90AA-44FCDC1D1C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중 사람이 보정할 일이 생긴다면?</a:t>
            </a:r>
          </a:p>
        </p:txBody>
      </p:sp>
      <p:sp>
        <p:nvSpPr>
          <p:cNvPr id="4" name="">
            <a:extLst xmlns:a="http://schemas.openxmlformats.org/drawingml/2006/main">
              <a:ext uri="{FF2B5EF4-FFF2-40B4-BE49-F238E27FC236}">
                <a16:creationId xmlns:a16="http://schemas.microsoft.com/office/drawing/2014/main" id="{FD949FE9-4E1D-4AF5-9144-4C9036CECB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상황도 · 관련 동작의 확인이 더 필요하다는 가정">
            <a:extLst xmlns:a="http://schemas.openxmlformats.org/drawingml/2006/main">
              <a:ext uri="{FF2B5EF4-FFF2-40B4-BE49-F238E27FC236}">
                <a16:creationId xmlns:a16="http://schemas.microsoft.com/office/drawing/2014/main" id="{1D1002EE-AACB-4729-A771-0A7ADB189F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상황도 · 관련 동작의 확인이 더 필요하다는 가정</a:t>
            </a:r>
          </a:p>
        </p:txBody>
      </p:sp>
      <p:sp>
        <p:nvSpPr>
          <p:cNvPr id="6" name="실제 graypipe의 실패·누락 이력이 아님 · 원인은 아직 미확인 · 다음 장의 보정도 실행 결과가 아님">
            <a:extLst xmlns:a="http://schemas.openxmlformats.org/drawingml/2006/main">
              <a:ext uri="{FF2B5EF4-FFF2-40B4-BE49-F238E27FC236}">
                <a16:creationId xmlns:a16="http://schemas.microsoft.com/office/drawing/2014/main" id="{29D9063C-D78F-4AF5-B19A-9E22A2D10B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graypipe의 실패·누락 이력이 아님 · 원인은 아직 미확인 · 다음 장의 보정도 실행 결과가 아님</a:t>
            </a:r>
          </a:p>
        </p:txBody>
      </p:sp>
      <p:sp>
        <p:nvSpPr>
          <p:cNvPr id="7" name="이번 결과를 검토하다가, 추가로 확인할 부분을 찾았다면">
            <a:extLst xmlns:a="http://schemas.openxmlformats.org/drawingml/2006/main">
              <a:ext uri="{FF2B5EF4-FFF2-40B4-BE49-F238E27FC236}">
                <a16:creationId xmlns:a16="http://schemas.microsoft.com/office/drawing/2014/main" id="{FEB7103C-8CDB-4549-BCE7-29D05DDCB8BB}"/>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이번 결과를 검토하다가, 추가로 확인할 부분을 찾았다면</a:t>
            </a:r>
          </a:p>
        </p:txBody>
      </p:sp>
      <p:sp>
        <p:nvSpPr>
          <p:cNvPr id="8" name="">
            <a:extLst xmlns:a="http://schemas.openxmlformats.org/drawingml/2006/main">
              <a:ext uri="{FF2B5EF4-FFF2-40B4-BE49-F238E27FC236}">
                <a16:creationId xmlns:a16="http://schemas.microsoft.com/office/drawing/2014/main" id="{1AB7F034-0084-43F7-9098-73001D0DAD51}"/>
              </a:ext>
            </a:extLst>
          </p:cNvPr>
          <p:cNvSpPr>
            <a:spLocks xmlns:a="http://schemas.openxmlformats.org/drawingml/2006/main" noGrp="1"/>
          </p:cNvSpPr>
          <p:nvPr/>
        </p:nvSpPr>
        <p:spPr>
          <a:xfrm xmlns:a="http://schemas.openxmlformats.org/drawingml/2006/main">
            <a:off x="609600" y="2762250"/>
            <a:ext cx="33528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Agent 작업">
            <a:extLst xmlns:a="http://schemas.openxmlformats.org/drawingml/2006/main">
              <a:ext uri="{FF2B5EF4-FFF2-40B4-BE49-F238E27FC236}">
                <a16:creationId xmlns:a16="http://schemas.microsoft.com/office/drawing/2014/main" id="{3621A1A0-7CF7-4D6D-839B-5074C6A7FAF6}"/>
              </a:ext>
            </a:extLst>
          </p:cNvPr>
          <p:cNvSpPr>
            <a:spLocks xmlns:a="http://schemas.openxmlformats.org/drawingml/2006/main" noGrp="1"/>
          </p:cNvSpPr>
          <p:nvPr/>
        </p:nvSpPr>
        <p:spPr>
          <a:xfrm xmlns:a="http://schemas.openxmlformats.org/drawingml/2006/main">
            <a:off x="800100" y="2952750"/>
            <a:ext cx="2971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 작업</a:t>
            </a:r>
          </a:p>
        </p:txBody>
      </p:sp>
      <p:sp>
        <p:nvSpPr>
          <p:cNvPr id="10" name="변경한 부분 확인">
            <a:extLst xmlns:a="http://schemas.openxmlformats.org/drawingml/2006/main">
              <a:ext uri="{FF2B5EF4-FFF2-40B4-BE49-F238E27FC236}">
                <a16:creationId xmlns:a16="http://schemas.microsoft.com/office/drawing/2014/main" id="{66D863DF-1646-4398-9B52-A018F54A8695}"/>
              </a:ext>
            </a:extLst>
          </p:cNvPr>
          <p:cNvSpPr>
            <a:spLocks xmlns:a="http://schemas.openxmlformats.org/drawingml/2006/main" noGrp="1"/>
          </p:cNvSpPr>
          <p:nvPr/>
        </p:nvSpPr>
        <p:spPr>
          <a:xfrm xmlns:a="http://schemas.openxmlformats.org/drawingml/2006/main">
            <a:off x="800100" y="3590925"/>
            <a:ext cx="2971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변경한 부분 확인</a:t>
            </a:r>
          </a:p>
        </p:txBody>
      </p:sp>
      <p:cxnSp>
        <p:nvCxnSpPr>
          <p:cNvPr id="11" name="">
            <a:extLst xmlns:a="http://schemas.openxmlformats.org/drawingml/2006/main">
              <a:ext uri="{FF2B5EF4-FFF2-40B4-BE49-F238E27FC236}">
                <a16:creationId xmlns:a16="http://schemas.microsoft.com/office/drawing/2014/main" id="{8D122E7B-5FD5-4FC6-B41B-856169B5C4E5}"/>
              </a:ext>
            </a:extLst>
          </p:cNvPr>
          <p:cNvCxnSpPr/>
          <p:nvPr/>
        </p:nvCxnSpPr>
        <p:spPr>
          <a:xfrm xmlns:a="http://schemas.openxmlformats.org/drawingml/2006/main">
            <a:off x="4000500" y="3752850"/>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2" name="">
            <a:extLst xmlns:a="http://schemas.openxmlformats.org/drawingml/2006/main">
              <a:ext uri="{FF2B5EF4-FFF2-40B4-BE49-F238E27FC236}">
                <a16:creationId xmlns:a16="http://schemas.microsoft.com/office/drawing/2014/main" id="{222490EF-F3C0-49F3-B6F5-E773080227B9}"/>
              </a:ext>
            </a:extLst>
          </p:cNvPr>
          <p:cNvSpPr>
            <a:spLocks xmlns:a="http://schemas.openxmlformats.org/drawingml/2006/main" noGrp="1"/>
          </p:cNvSpPr>
          <p:nvPr/>
        </p:nvSpPr>
        <p:spPr>
          <a:xfrm xmlns:a="http://schemas.openxmlformats.org/drawingml/2006/main">
            <a:off x="4419600" y="2762250"/>
            <a:ext cx="33528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사람의 검토">
            <a:extLst xmlns:a="http://schemas.openxmlformats.org/drawingml/2006/main">
              <a:ext uri="{FF2B5EF4-FFF2-40B4-BE49-F238E27FC236}">
                <a16:creationId xmlns:a16="http://schemas.microsoft.com/office/drawing/2014/main" id="{0707CA7D-264F-4AA0-B05C-5AD28D299D0B}"/>
              </a:ext>
            </a:extLst>
          </p:cNvPr>
          <p:cNvSpPr>
            <a:spLocks xmlns:a="http://schemas.openxmlformats.org/drawingml/2006/main" noGrp="1"/>
          </p:cNvSpPr>
          <p:nvPr/>
        </p:nvSpPr>
        <p:spPr>
          <a:xfrm xmlns:a="http://schemas.openxmlformats.org/drawingml/2006/main">
            <a:off x="4610100" y="2952750"/>
            <a:ext cx="2971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사람의 검토</a:t>
            </a:r>
          </a:p>
        </p:txBody>
      </p:sp>
      <p:sp>
        <p:nvSpPr>
          <p:cNvPr id="14" name="관련 동작은?">
            <a:extLst xmlns:a="http://schemas.openxmlformats.org/drawingml/2006/main">
              <a:ext uri="{FF2B5EF4-FFF2-40B4-BE49-F238E27FC236}">
                <a16:creationId xmlns:a16="http://schemas.microsoft.com/office/drawing/2014/main" id="{B058C1A6-88E1-4886-8696-4EF800A1776A}"/>
              </a:ext>
            </a:extLst>
          </p:cNvPr>
          <p:cNvSpPr>
            <a:spLocks xmlns:a="http://schemas.openxmlformats.org/drawingml/2006/main" noGrp="1"/>
          </p:cNvSpPr>
          <p:nvPr/>
        </p:nvSpPr>
        <p:spPr>
          <a:xfrm xmlns:a="http://schemas.openxmlformats.org/drawingml/2006/main">
            <a:off x="4610100" y="3590925"/>
            <a:ext cx="2971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관련 동작은?</a:t>
            </a:r>
          </a:p>
        </p:txBody>
      </p:sp>
      <p:cxnSp>
        <p:nvCxnSpPr>
          <p:cNvPr id="15" name="">
            <a:extLst xmlns:a="http://schemas.openxmlformats.org/drawingml/2006/main">
              <a:ext uri="{FF2B5EF4-FFF2-40B4-BE49-F238E27FC236}">
                <a16:creationId xmlns:a16="http://schemas.microsoft.com/office/drawing/2014/main" id="{534435AA-ACCF-4B04-B8A2-B2B8AE96D131}"/>
              </a:ext>
            </a:extLst>
          </p:cNvPr>
          <p:cNvCxnSpPr/>
          <p:nvPr/>
        </p:nvCxnSpPr>
        <p:spPr>
          <a:xfrm xmlns:a="http://schemas.openxmlformats.org/drawingml/2006/main">
            <a:off x="7810500" y="3752850"/>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6" name="">
            <a:extLst xmlns:a="http://schemas.openxmlformats.org/drawingml/2006/main">
              <a:ext uri="{FF2B5EF4-FFF2-40B4-BE49-F238E27FC236}">
                <a16:creationId xmlns:a16="http://schemas.microsoft.com/office/drawing/2014/main" id="{495993F1-0B9E-48BF-90CF-2CA5EA5BD35A}"/>
              </a:ext>
            </a:extLst>
          </p:cNvPr>
          <p:cNvSpPr>
            <a:spLocks xmlns:a="http://schemas.openxmlformats.org/drawingml/2006/main" noGrp="1"/>
          </p:cNvSpPr>
          <p:nvPr/>
        </p:nvSpPr>
        <p:spPr>
          <a:xfrm xmlns:a="http://schemas.openxmlformats.org/drawingml/2006/main">
            <a:off x="8229600" y="2762250"/>
            <a:ext cx="3352800" cy="198120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dash"/>
          </a:ln>
        </p:spPr>
      </p:sp>
      <p:sp>
        <p:nvSpPr>
          <p:cNvPr id="17" name="추가 요청">
            <a:extLst xmlns:a="http://schemas.openxmlformats.org/drawingml/2006/main">
              <a:ext uri="{FF2B5EF4-FFF2-40B4-BE49-F238E27FC236}">
                <a16:creationId xmlns:a16="http://schemas.microsoft.com/office/drawing/2014/main" id="{AC7BB17B-61E1-4894-AC02-C459368939D9}"/>
              </a:ext>
            </a:extLst>
          </p:cNvPr>
          <p:cNvSpPr>
            <a:spLocks xmlns:a="http://schemas.openxmlformats.org/drawingml/2006/main" noGrp="1"/>
          </p:cNvSpPr>
          <p:nvPr/>
        </p:nvSpPr>
        <p:spPr>
          <a:xfrm xmlns:a="http://schemas.openxmlformats.org/drawingml/2006/main">
            <a:off x="8420100" y="2952750"/>
            <a:ext cx="2971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추가 요청</a:t>
            </a:r>
          </a:p>
        </p:txBody>
      </p:sp>
      <p:sp>
        <p:nvSpPr>
          <p:cNvPr id="18" name="관련 동작도&#10;확인해 주세요.">
            <a:extLst xmlns:a="http://schemas.openxmlformats.org/drawingml/2006/main">
              <a:ext uri="{FF2B5EF4-FFF2-40B4-BE49-F238E27FC236}">
                <a16:creationId xmlns:a16="http://schemas.microsoft.com/office/drawing/2014/main" id="{2B802440-BEE2-4BF1-9ED7-487DC8962620}"/>
              </a:ext>
            </a:extLst>
          </p:cNvPr>
          <p:cNvSpPr>
            <a:spLocks xmlns:a="http://schemas.openxmlformats.org/drawingml/2006/main" noGrp="1"/>
          </p:cNvSpPr>
          <p:nvPr/>
        </p:nvSpPr>
        <p:spPr>
          <a:xfrm xmlns:a="http://schemas.openxmlformats.org/drawingml/2006/main">
            <a:off x="8420100" y="3590925"/>
            <a:ext cx="2971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관련 동작도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확인해 주세요.</a:t>
            </a:r>
          </a:p>
        </p:txBody>
      </p:sp>
      <p:sp>
        <p:nvSpPr>
          <p:cNvPr id="19" name="이 보정은 다음 작업에도 필요한 내용일까?">
            <a:extLst xmlns:a="http://schemas.openxmlformats.org/drawingml/2006/main">
              <a:ext uri="{FF2B5EF4-FFF2-40B4-BE49-F238E27FC236}">
                <a16:creationId xmlns:a16="http://schemas.microsoft.com/office/drawing/2014/main" id="{D8515E2C-3D6D-467B-931F-46ECE48814D0}"/>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보정은 다음 작업에도 필요한 내용일까?</a:t>
            </a:r>
          </a:p>
        </p:txBody>
      </p:sp>
      <p:sp>
        <p:nvSpPr>
          <p:cNvPr id="20" name="Legacy module connection">
            <a:extLst xmlns:a="http://schemas.openxmlformats.org/drawingml/2006/main">
              <a:ext uri="{FF2B5EF4-FFF2-40B4-BE49-F238E27FC236}">
                <a16:creationId xmlns:a16="http://schemas.microsoft.com/office/drawing/2014/main" id="{9572EA61-FF7E-4521-B204-530E015F67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90363709"/>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CONCEPTUAL / 현재 작업의 보정과 공통 수행 체계">
            <a:extLst xmlns:a="http://schemas.openxmlformats.org/drawingml/2006/main">
              <a:ext uri="{FF2B5EF4-FFF2-40B4-BE49-F238E27FC236}">
                <a16:creationId xmlns:a16="http://schemas.microsoft.com/office/drawing/2014/main" id="{31A313B9-95A1-48BC-B5E4-FB63FED242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CONCEPTUAL / 현재 작업의 보정과 공통 수행 체계</a:t>
            </a:r>
          </a:p>
        </p:txBody>
      </p:sp>
      <p:sp>
        <p:nvSpPr>
          <p:cNvPr id="2" name="S78">
            <a:extLst xmlns:a="http://schemas.openxmlformats.org/drawingml/2006/main">
              <a:ext uri="{FF2B5EF4-FFF2-40B4-BE49-F238E27FC236}">
                <a16:creationId xmlns:a16="http://schemas.microsoft.com/office/drawing/2014/main" id="{CBCB89DF-FC99-4FFA-8240-40F397C0A9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이번 요청은 보정해도, 공통 지침은 그대로다">
            <a:extLst xmlns:a="http://schemas.openxmlformats.org/drawingml/2006/main">
              <a:ext uri="{FF2B5EF4-FFF2-40B4-BE49-F238E27FC236}">
                <a16:creationId xmlns:a16="http://schemas.microsoft.com/office/drawing/2014/main" id="{4AE5DFB0-B922-4CD3-B84F-437BF31AFB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요청은 보정해도, 공통 지침은 그대로다</a:t>
            </a:r>
          </a:p>
        </p:txBody>
      </p:sp>
      <p:sp>
        <p:nvSpPr>
          <p:cNvPr id="4" name="">
            <a:extLst xmlns:a="http://schemas.openxmlformats.org/drawingml/2006/main">
              <a:ext uri="{FF2B5EF4-FFF2-40B4-BE49-F238E27FC236}">
                <a16:creationId xmlns:a16="http://schemas.microsoft.com/office/drawing/2014/main" id="{D351EF09-0505-4FE6-BDD2-0862ECD13D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앞 장의 교육용 상황을 이어서 비교 · 실제 요청·지침 변경 기록이 아님">
            <a:extLst xmlns:a="http://schemas.openxmlformats.org/drawingml/2006/main">
              <a:ext uri="{FF2B5EF4-FFF2-40B4-BE49-F238E27FC236}">
                <a16:creationId xmlns:a16="http://schemas.microsoft.com/office/drawing/2014/main" id="{C1CDDA31-3CAC-4270-9E90-E79DA24194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앞 장의 교육용 상황을 이어서 비교 · 실제 요청·지침 변경 기록이 아님</a:t>
            </a:r>
          </a:p>
        </p:txBody>
      </p:sp>
      <p:sp>
        <p:nvSpPr>
          <p:cNvPr id="6" name="이번 작업 범위를 보정하는 것과 공통 체계를 바꾸는 것은 별개 · 지침이 원인이라고 확정하지 않음">
            <a:extLst xmlns:a="http://schemas.openxmlformats.org/drawingml/2006/main">
              <a:ext uri="{FF2B5EF4-FFF2-40B4-BE49-F238E27FC236}">
                <a16:creationId xmlns:a16="http://schemas.microsoft.com/office/drawing/2014/main" id="{749D79AB-DED4-4B19-A21C-0B33A518A8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이번 작업 범위를 보정하는 것과 공통 체계를 바꾸는 것은 별개 · 지침이 원인이라고 확정하지 않음</a:t>
            </a:r>
          </a:p>
        </p:txBody>
      </p:sp>
      <p:sp>
        <p:nvSpPr>
          <p:cNvPr id="7" name="이번 작업의 요청">
            <a:extLst xmlns:a="http://schemas.openxmlformats.org/drawingml/2006/main">
              <a:ext uri="{FF2B5EF4-FFF2-40B4-BE49-F238E27FC236}">
                <a16:creationId xmlns:a16="http://schemas.microsoft.com/office/drawing/2014/main" id="{EEC54A28-161F-46FB-AD18-7CA34AFD7BFF}"/>
              </a:ext>
            </a:extLst>
          </p:cNvPr>
          <p:cNvSpPr>
            <a:spLocks xmlns:a="http://schemas.openxmlformats.org/drawingml/2006/main" noGrp="1"/>
          </p:cNvSpPr>
          <p:nvPr/>
        </p:nvSpPr>
        <p:spPr>
          <a:xfrm xmlns:a="http://schemas.openxmlformats.org/drawingml/2006/main">
            <a:off x="609600" y="2114550"/>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이번 작업의 요청</a:t>
            </a:r>
          </a:p>
        </p:txBody>
      </p:sp>
      <p:sp>
        <p:nvSpPr>
          <p:cNvPr id="8" name="다음에도 읽을 공통 지침">
            <a:extLst xmlns:a="http://schemas.openxmlformats.org/drawingml/2006/main">
              <a:ext uri="{FF2B5EF4-FFF2-40B4-BE49-F238E27FC236}">
                <a16:creationId xmlns:a16="http://schemas.microsoft.com/office/drawing/2014/main" id="{B47AA0CC-C0E0-41A8-B4C4-E3B1F8BF4CF6}"/>
              </a:ext>
            </a:extLst>
          </p:cNvPr>
          <p:cNvSpPr>
            <a:spLocks xmlns:a="http://schemas.openxmlformats.org/drawingml/2006/main" noGrp="1"/>
          </p:cNvSpPr>
          <p:nvPr/>
        </p:nvSpPr>
        <p:spPr>
          <a:xfrm xmlns:a="http://schemas.openxmlformats.org/drawingml/2006/main">
            <a:off x="6705600" y="2114550"/>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다음에도 읽을 공통 지침</a:t>
            </a:r>
          </a:p>
        </p:txBody>
      </p:sp>
      <p:sp>
        <p:nvSpPr>
          <p:cNvPr id="9" name="">
            <a:extLst xmlns:a="http://schemas.openxmlformats.org/drawingml/2006/main">
              <a:ext uri="{FF2B5EF4-FFF2-40B4-BE49-F238E27FC236}">
                <a16:creationId xmlns:a16="http://schemas.microsoft.com/office/drawing/2014/main" id="{33DA4AD9-F0AA-4FC5-9904-9673DD83E75B}"/>
              </a:ext>
            </a:extLst>
          </p:cNvPr>
          <p:cNvSpPr>
            <a:spLocks xmlns:a="http://schemas.openxmlformats.org/drawingml/2006/main" noGrp="1"/>
          </p:cNvSpPr>
          <p:nvPr/>
        </p:nvSpPr>
        <p:spPr>
          <a:xfrm xmlns:a="http://schemas.openxmlformats.org/drawingml/2006/main">
            <a:off x="609600" y="2752725"/>
            <a:ext cx="4876800" cy="20574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관련 동작도&#10;확인해 주세요.">
            <a:extLst xmlns:a="http://schemas.openxmlformats.org/drawingml/2006/main">
              <a:ext uri="{FF2B5EF4-FFF2-40B4-BE49-F238E27FC236}">
                <a16:creationId xmlns:a16="http://schemas.microsoft.com/office/drawing/2014/main" id="{B990094B-611A-4EB5-8D16-A96FCC6E4A87}"/>
              </a:ext>
            </a:extLst>
          </p:cNvPr>
          <p:cNvSpPr>
            <a:spLocks xmlns:a="http://schemas.openxmlformats.org/drawingml/2006/main" noGrp="1"/>
          </p:cNvSpPr>
          <p:nvPr/>
        </p:nvSpPr>
        <p:spPr>
          <a:xfrm xmlns:a="http://schemas.openxmlformats.org/drawingml/2006/main">
            <a:off x="838200" y="3000375"/>
            <a:ext cx="44196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관련 동작도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확인해 주세요.</a:t>
            </a:r>
          </a:p>
        </p:txBody>
      </p:sp>
      <p:sp>
        <p:nvSpPr>
          <p:cNvPr id="11" name="현재 작업의 검증 범위를 보정">
            <a:extLst xmlns:a="http://schemas.openxmlformats.org/drawingml/2006/main">
              <a:ext uri="{FF2B5EF4-FFF2-40B4-BE49-F238E27FC236}">
                <a16:creationId xmlns:a16="http://schemas.microsoft.com/office/drawing/2014/main" id="{92564C9D-957F-4E1D-B4AE-ADDCE5496B84}"/>
              </a:ext>
            </a:extLst>
          </p:cNvPr>
          <p:cNvSpPr>
            <a:spLocks xmlns:a="http://schemas.openxmlformats.org/drawingml/2006/main" noGrp="1"/>
          </p:cNvSpPr>
          <p:nvPr/>
        </p:nvSpPr>
        <p:spPr>
          <a:xfrm xmlns:a="http://schemas.openxmlformats.org/drawingml/2006/main">
            <a:off x="838200" y="4229100"/>
            <a:ext cx="44196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현재 작업의 검증 범위를 보정</a:t>
            </a:r>
          </a:p>
        </p:txBody>
      </p:sp>
      <p:sp>
        <p:nvSpPr>
          <p:cNvPr id="12" name="">
            <a:extLst xmlns:a="http://schemas.openxmlformats.org/drawingml/2006/main">
              <a:ext uri="{FF2B5EF4-FFF2-40B4-BE49-F238E27FC236}">
                <a16:creationId xmlns:a16="http://schemas.microsoft.com/office/drawing/2014/main" id="{D4D00615-C546-49F2-BCFD-BE063CE2847F}"/>
              </a:ext>
            </a:extLst>
          </p:cNvPr>
          <p:cNvSpPr>
            <a:spLocks xmlns:a="http://schemas.openxmlformats.org/drawingml/2006/main" noGrp="1"/>
          </p:cNvSpPr>
          <p:nvPr/>
        </p:nvSpPr>
        <p:spPr>
          <a:xfrm xmlns:a="http://schemas.openxmlformats.org/drawingml/2006/main">
            <a:off x="6705600" y="2752725"/>
            <a:ext cx="4876800" cy="205740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3" name="이전 수행 방법 그대로">
            <a:extLst xmlns:a="http://schemas.openxmlformats.org/drawingml/2006/main">
              <a:ext uri="{FF2B5EF4-FFF2-40B4-BE49-F238E27FC236}">
                <a16:creationId xmlns:a16="http://schemas.microsoft.com/office/drawing/2014/main" id="{F7FEA5F0-EAFD-4C09-9B74-079272B4A555}"/>
              </a:ext>
            </a:extLst>
          </p:cNvPr>
          <p:cNvSpPr>
            <a:spLocks xmlns:a="http://schemas.openxmlformats.org/drawingml/2006/main" noGrp="1"/>
          </p:cNvSpPr>
          <p:nvPr/>
        </p:nvSpPr>
        <p:spPr>
          <a:xfrm xmlns:a="http://schemas.openxmlformats.org/drawingml/2006/main">
            <a:off x="6934200" y="3276600"/>
            <a:ext cx="441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이전 수행 방법 그대로</a:t>
            </a:r>
          </a:p>
        </p:txBody>
      </p:sp>
      <p:sp>
        <p:nvSpPr>
          <p:cNvPr id="14" name="공통 지침은 따로 갱신하지 않은 가정">
            <a:extLst xmlns:a="http://schemas.openxmlformats.org/drawingml/2006/main">
              <a:ext uri="{FF2B5EF4-FFF2-40B4-BE49-F238E27FC236}">
                <a16:creationId xmlns:a16="http://schemas.microsoft.com/office/drawing/2014/main" id="{1C72B62E-09F0-4210-B3D2-22E2ADE4D282}"/>
              </a:ext>
            </a:extLst>
          </p:cNvPr>
          <p:cNvSpPr>
            <a:spLocks xmlns:a="http://schemas.openxmlformats.org/drawingml/2006/main" noGrp="1"/>
          </p:cNvSpPr>
          <p:nvPr/>
        </p:nvSpPr>
        <p:spPr>
          <a:xfrm xmlns:a="http://schemas.openxmlformats.org/drawingml/2006/main">
            <a:off x="6934200" y="4229100"/>
            <a:ext cx="44196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공통 지침은 따로 갱신하지 않은 가정</a:t>
            </a:r>
          </a:p>
        </p:txBody>
      </p:sp>
      <p:sp>
        <p:nvSpPr>
          <p:cNvPr id="15" name="대화에서 바로잡은 내용이, 공통 체계에 자동 반영되지는 않는다">
            <a:extLst xmlns:a="http://schemas.openxmlformats.org/drawingml/2006/main">
              <a:ext uri="{FF2B5EF4-FFF2-40B4-BE49-F238E27FC236}">
                <a16:creationId xmlns:a16="http://schemas.microsoft.com/office/drawing/2014/main" id="{2B4BAF46-FAD0-4628-B8A7-904E6EB83F1C}"/>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대화에서 바로잡은 내용이, 공통 체계에 자동 반영되지는 않는다</a:t>
            </a:r>
          </a:p>
        </p:txBody>
      </p:sp>
      <p:sp>
        <p:nvSpPr>
          <p:cNvPr id="16" name="Legacy module connection">
            <a:extLst xmlns:a="http://schemas.openxmlformats.org/drawingml/2006/main">
              <a:ext uri="{FF2B5EF4-FFF2-40B4-BE49-F238E27FC236}">
                <a16:creationId xmlns:a16="http://schemas.microsoft.com/office/drawing/2014/main" id="{584496AD-BA5C-4780-8408-7BA9EE36AD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32636040"/>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CONCEPTUAL / 다음 작업에 돌아오지 않는 경험">
            <a:extLst xmlns:a="http://schemas.openxmlformats.org/drawingml/2006/main">
              <a:ext uri="{FF2B5EF4-FFF2-40B4-BE49-F238E27FC236}">
                <a16:creationId xmlns:a16="http://schemas.microsoft.com/office/drawing/2014/main" id="{77897C91-1EA2-4789-90B9-A61D0F290AF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CONCEPTUAL / 다음 작업에 돌아오지 않는 경험</a:t>
            </a:r>
          </a:p>
        </p:txBody>
      </p:sp>
      <p:sp>
        <p:nvSpPr>
          <p:cNvPr id="2" name="S79">
            <a:extLst xmlns:a="http://schemas.openxmlformats.org/drawingml/2006/main">
              <a:ext uri="{FF2B5EF4-FFF2-40B4-BE49-F238E27FC236}">
                <a16:creationId xmlns:a16="http://schemas.microsoft.com/office/drawing/2014/main" id="{CF9B9FBA-00A5-459B-8780-7BCA5DFC9CD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다음 작업에서도 같은 보정이 반복된다면?">
            <a:extLst xmlns:a="http://schemas.openxmlformats.org/drawingml/2006/main">
              <a:ext uri="{FF2B5EF4-FFF2-40B4-BE49-F238E27FC236}">
                <a16:creationId xmlns:a16="http://schemas.microsoft.com/office/drawing/2014/main" id="{38D85F49-7962-49E9-BA92-8ABF967496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작업에서도 같은 보정이 반복된다면?</a:t>
            </a:r>
          </a:p>
        </p:txBody>
      </p:sp>
      <p:sp>
        <p:nvSpPr>
          <p:cNvPr id="4" name="">
            <a:extLst xmlns:a="http://schemas.openxmlformats.org/drawingml/2006/main">
              <a:ext uri="{FF2B5EF4-FFF2-40B4-BE49-F238E27FC236}">
                <a16:creationId xmlns:a16="http://schemas.microsoft.com/office/drawing/2014/main" id="{2F0531B5-730A-449B-BB46-2A101478EA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반복 도식 · 작업 A/B/C는 실제 Trial이나 Subagent 실행이 아님">
            <a:extLst xmlns:a="http://schemas.openxmlformats.org/drawingml/2006/main">
              <a:ext uri="{FF2B5EF4-FFF2-40B4-BE49-F238E27FC236}">
                <a16:creationId xmlns:a16="http://schemas.microsoft.com/office/drawing/2014/main" id="{5B91379A-E1EA-4868-9A13-20457C2C2B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반복 도식 · 작업 A/B/C는 실제 Trial이나 Subagent 실행이 아님</a:t>
            </a:r>
          </a:p>
        </p:txBody>
      </p:sp>
      <p:sp>
        <p:nvSpPr>
          <p:cNvPr id="6" name="반복 횟수·토큰·시간·성공률을 측정한 결과가 아님 · 공통 지침을 갱신하지 않은 상황의 설명">
            <a:extLst xmlns:a="http://schemas.openxmlformats.org/drawingml/2006/main">
              <a:ext uri="{FF2B5EF4-FFF2-40B4-BE49-F238E27FC236}">
                <a16:creationId xmlns:a16="http://schemas.microsoft.com/office/drawing/2014/main" id="{7F680581-5BB6-421B-846F-F5697B0AA46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반복 횟수·토큰·시간·성공률을 측정한 결과가 아님 · 공통 지침을 갱신하지 않은 상황의 설명</a:t>
            </a:r>
          </a:p>
        </p:txBody>
      </p:sp>
      <p:sp>
        <p:nvSpPr>
          <p:cNvPr id="7" name="">
            <a:extLst xmlns:a="http://schemas.openxmlformats.org/drawingml/2006/main">
              <a:ext uri="{FF2B5EF4-FFF2-40B4-BE49-F238E27FC236}">
                <a16:creationId xmlns:a16="http://schemas.microsoft.com/office/drawing/2014/main" id="{883E8CC9-23B0-46DF-9E0E-A92AE7EEA3FC}"/>
              </a:ext>
            </a:extLst>
          </p:cNvPr>
          <p:cNvSpPr>
            <a:spLocks xmlns:a="http://schemas.openxmlformats.org/drawingml/2006/main" noGrp="1"/>
          </p:cNvSpPr>
          <p:nvPr/>
        </p:nvSpPr>
        <p:spPr>
          <a:xfrm xmlns:a="http://schemas.openxmlformats.org/drawingml/2006/main">
            <a:off x="609600" y="1943100"/>
            <a:ext cx="10972800" cy="581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다음 작업이 읽는 공통 수행 지침은 그대로">
            <a:extLst xmlns:a="http://schemas.openxmlformats.org/drawingml/2006/main">
              <a:ext uri="{FF2B5EF4-FFF2-40B4-BE49-F238E27FC236}">
                <a16:creationId xmlns:a16="http://schemas.microsoft.com/office/drawing/2014/main" id="{623259A5-69EE-4EF2-AF55-5C25C2D76A2E}"/>
              </a:ext>
            </a:extLst>
          </p:cNvPr>
          <p:cNvSpPr>
            <a:spLocks xmlns:a="http://schemas.openxmlformats.org/drawingml/2006/main" noGrp="1"/>
          </p:cNvSpPr>
          <p:nvPr/>
        </p:nvSpPr>
        <p:spPr>
          <a:xfrm xmlns:a="http://schemas.openxmlformats.org/drawingml/2006/main">
            <a:off x="800100" y="2038350"/>
            <a:ext cx="10591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다음 작업이 읽는 공통 수행 지침은 그대로</a:t>
            </a:r>
          </a:p>
        </p:txBody>
      </p:sp>
      <p:sp>
        <p:nvSpPr>
          <p:cNvPr id="9" name="">
            <a:extLst xmlns:a="http://schemas.openxmlformats.org/drawingml/2006/main">
              <a:ext uri="{FF2B5EF4-FFF2-40B4-BE49-F238E27FC236}">
                <a16:creationId xmlns:a16="http://schemas.microsoft.com/office/drawing/2014/main" id="{8AA8328E-2620-42F8-9F6A-F7916B8742FD}"/>
              </a:ext>
            </a:extLst>
          </p:cNvPr>
          <p:cNvSpPr>
            <a:spLocks xmlns:a="http://schemas.openxmlformats.org/drawingml/2006/main" noGrp="1"/>
          </p:cNvSpPr>
          <p:nvPr/>
        </p:nvSpPr>
        <p:spPr>
          <a:xfrm xmlns:a="http://schemas.openxmlformats.org/drawingml/2006/main">
            <a:off x="609600" y="2905125"/>
            <a:ext cx="3352800" cy="6762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작업 A">
            <a:extLst xmlns:a="http://schemas.openxmlformats.org/drawingml/2006/main">
              <a:ext uri="{FF2B5EF4-FFF2-40B4-BE49-F238E27FC236}">
                <a16:creationId xmlns:a16="http://schemas.microsoft.com/office/drawing/2014/main" id="{6E55E2AA-25CC-40A2-AF1A-910DF64EA6BA}"/>
              </a:ext>
            </a:extLst>
          </p:cNvPr>
          <p:cNvSpPr>
            <a:spLocks xmlns:a="http://schemas.openxmlformats.org/drawingml/2006/main" noGrp="1"/>
          </p:cNvSpPr>
          <p:nvPr/>
        </p:nvSpPr>
        <p:spPr>
          <a:xfrm xmlns:a="http://schemas.openxmlformats.org/drawingml/2006/main">
            <a:off x="781050" y="3057525"/>
            <a:ext cx="3009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A</a:t>
            </a:r>
          </a:p>
        </p:txBody>
      </p:sp>
      <p:cxnSp>
        <p:nvCxnSpPr>
          <p:cNvPr id="11" name="">
            <a:extLst xmlns:a="http://schemas.openxmlformats.org/drawingml/2006/main">
              <a:ext uri="{FF2B5EF4-FFF2-40B4-BE49-F238E27FC236}">
                <a16:creationId xmlns:a16="http://schemas.microsoft.com/office/drawing/2014/main" id="{F77AF7D9-1E70-4C16-956A-8FB9BBDB9DD2}"/>
              </a:ext>
            </a:extLst>
          </p:cNvPr>
          <p:cNvCxnSpPr/>
          <p:nvPr/>
        </p:nvCxnSpPr>
        <p:spPr>
          <a:xfrm xmlns:a="http://schemas.openxmlformats.org/drawingml/2006/main">
            <a:off x="2286000" y="3629025"/>
            <a:ext cx="0" cy="28575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2" name="">
            <a:extLst xmlns:a="http://schemas.openxmlformats.org/drawingml/2006/main">
              <a:ext uri="{FF2B5EF4-FFF2-40B4-BE49-F238E27FC236}">
                <a16:creationId xmlns:a16="http://schemas.microsoft.com/office/drawing/2014/main" id="{12A1CEC0-7AB8-4909-947C-843F4AF258CD}"/>
              </a:ext>
            </a:extLst>
          </p:cNvPr>
          <p:cNvSpPr>
            <a:spLocks xmlns:a="http://schemas.openxmlformats.org/drawingml/2006/main" noGrp="1"/>
          </p:cNvSpPr>
          <p:nvPr/>
        </p:nvSpPr>
        <p:spPr>
          <a:xfrm xmlns:a="http://schemas.openxmlformats.org/drawingml/2006/main">
            <a:off x="609600" y="4000500"/>
            <a:ext cx="3352800" cy="9715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dash"/>
          </a:ln>
        </p:spPr>
      </p:sp>
      <p:sp>
        <p:nvSpPr>
          <p:cNvPr id="13" name="사람: 관련 동작도&#10;확인해 주세요.">
            <a:extLst xmlns:a="http://schemas.openxmlformats.org/drawingml/2006/main">
              <a:ext uri="{FF2B5EF4-FFF2-40B4-BE49-F238E27FC236}">
                <a16:creationId xmlns:a16="http://schemas.microsoft.com/office/drawing/2014/main" id="{C400F55E-A9F4-4834-A749-C17A7A755268}"/>
              </a:ext>
            </a:extLst>
          </p:cNvPr>
          <p:cNvSpPr>
            <a:spLocks xmlns:a="http://schemas.openxmlformats.org/drawingml/2006/main" noGrp="1"/>
          </p:cNvSpPr>
          <p:nvPr/>
        </p:nvSpPr>
        <p:spPr>
          <a:xfrm xmlns:a="http://schemas.openxmlformats.org/drawingml/2006/main">
            <a:off x="781050" y="4143375"/>
            <a:ext cx="30099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사람: 관련 동작도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확인해 주세요.</a:t>
            </a:r>
          </a:p>
        </p:txBody>
      </p:sp>
      <p:cxnSp>
        <p:nvCxnSpPr>
          <p:cNvPr id="14" name="">
            <a:extLst xmlns:a="http://schemas.openxmlformats.org/drawingml/2006/main">
              <a:ext uri="{FF2B5EF4-FFF2-40B4-BE49-F238E27FC236}">
                <a16:creationId xmlns:a16="http://schemas.microsoft.com/office/drawing/2014/main" id="{2B269066-7EC7-4A69-AFFD-21086E186EEF}"/>
              </a:ext>
            </a:extLst>
          </p:cNvPr>
          <p:cNvCxnSpPr/>
          <p:nvPr/>
        </p:nvCxnSpPr>
        <p:spPr>
          <a:xfrm xmlns:a="http://schemas.openxmlformats.org/drawingml/2006/main">
            <a:off x="4000500" y="3248025"/>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5" name="">
            <a:extLst xmlns:a="http://schemas.openxmlformats.org/drawingml/2006/main">
              <a:ext uri="{FF2B5EF4-FFF2-40B4-BE49-F238E27FC236}">
                <a16:creationId xmlns:a16="http://schemas.microsoft.com/office/drawing/2014/main" id="{5D915480-AA81-4E58-B414-9729740C17DB}"/>
              </a:ext>
            </a:extLst>
          </p:cNvPr>
          <p:cNvSpPr>
            <a:spLocks xmlns:a="http://schemas.openxmlformats.org/drawingml/2006/main" noGrp="1"/>
          </p:cNvSpPr>
          <p:nvPr/>
        </p:nvSpPr>
        <p:spPr>
          <a:xfrm xmlns:a="http://schemas.openxmlformats.org/drawingml/2006/main">
            <a:off x="4419600" y="2905125"/>
            <a:ext cx="3352800" cy="6762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다음 작업 B">
            <a:extLst xmlns:a="http://schemas.openxmlformats.org/drawingml/2006/main">
              <a:ext uri="{FF2B5EF4-FFF2-40B4-BE49-F238E27FC236}">
                <a16:creationId xmlns:a16="http://schemas.microsoft.com/office/drawing/2014/main" id="{7A1A7568-009C-4715-B61D-52CE6AEA8663}"/>
              </a:ext>
            </a:extLst>
          </p:cNvPr>
          <p:cNvSpPr>
            <a:spLocks xmlns:a="http://schemas.openxmlformats.org/drawingml/2006/main" noGrp="1"/>
          </p:cNvSpPr>
          <p:nvPr/>
        </p:nvSpPr>
        <p:spPr>
          <a:xfrm xmlns:a="http://schemas.openxmlformats.org/drawingml/2006/main">
            <a:off x="4591050" y="3057525"/>
            <a:ext cx="3009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 B</a:t>
            </a:r>
          </a:p>
        </p:txBody>
      </p:sp>
      <p:cxnSp>
        <p:nvCxnSpPr>
          <p:cNvPr id="17" name="">
            <a:extLst xmlns:a="http://schemas.openxmlformats.org/drawingml/2006/main">
              <a:ext uri="{FF2B5EF4-FFF2-40B4-BE49-F238E27FC236}">
                <a16:creationId xmlns:a16="http://schemas.microsoft.com/office/drawing/2014/main" id="{FE9B064D-D988-4F3A-B6F7-044583685B6F}"/>
              </a:ext>
            </a:extLst>
          </p:cNvPr>
          <p:cNvCxnSpPr/>
          <p:nvPr/>
        </p:nvCxnSpPr>
        <p:spPr>
          <a:xfrm xmlns:a="http://schemas.openxmlformats.org/drawingml/2006/main">
            <a:off x="6096000" y="3629025"/>
            <a:ext cx="0" cy="28575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8" name="">
            <a:extLst xmlns:a="http://schemas.openxmlformats.org/drawingml/2006/main">
              <a:ext uri="{FF2B5EF4-FFF2-40B4-BE49-F238E27FC236}">
                <a16:creationId xmlns:a16="http://schemas.microsoft.com/office/drawing/2014/main" id="{28D274AA-2376-4F1C-9927-097295FD5631}"/>
              </a:ext>
            </a:extLst>
          </p:cNvPr>
          <p:cNvSpPr>
            <a:spLocks xmlns:a="http://schemas.openxmlformats.org/drawingml/2006/main" noGrp="1"/>
          </p:cNvSpPr>
          <p:nvPr/>
        </p:nvSpPr>
        <p:spPr>
          <a:xfrm xmlns:a="http://schemas.openxmlformats.org/drawingml/2006/main">
            <a:off x="4419600" y="4000500"/>
            <a:ext cx="3352800" cy="9715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dash"/>
          </a:ln>
        </p:spPr>
      </p:sp>
      <p:sp>
        <p:nvSpPr>
          <p:cNvPr id="19" name="사람: 관련 동작도&#10;확인해 주세요.">
            <a:extLst xmlns:a="http://schemas.openxmlformats.org/drawingml/2006/main">
              <a:ext uri="{FF2B5EF4-FFF2-40B4-BE49-F238E27FC236}">
                <a16:creationId xmlns:a16="http://schemas.microsoft.com/office/drawing/2014/main" id="{6A1BDF47-BE16-4C9F-8CD7-3FAB95D2F494}"/>
              </a:ext>
            </a:extLst>
          </p:cNvPr>
          <p:cNvSpPr>
            <a:spLocks xmlns:a="http://schemas.openxmlformats.org/drawingml/2006/main" noGrp="1"/>
          </p:cNvSpPr>
          <p:nvPr/>
        </p:nvSpPr>
        <p:spPr>
          <a:xfrm xmlns:a="http://schemas.openxmlformats.org/drawingml/2006/main">
            <a:off x="4591050" y="4143375"/>
            <a:ext cx="30099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사람: 관련 동작도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확인해 주세요.</a:t>
            </a:r>
          </a:p>
        </p:txBody>
      </p:sp>
      <p:cxnSp>
        <p:nvCxnSpPr>
          <p:cNvPr id="20" name="">
            <a:extLst xmlns:a="http://schemas.openxmlformats.org/drawingml/2006/main">
              <a:ext uri="{FF2B5EF4-FFF2-40B4-BE49-F238E27FC236}">
                <a16:creationId xmlns:a16="http://schemas.microsoft.com/office/drawing/2014/main" id="{EC8F6742-D98B-43C1-B40D-C64DB45690D0}"/>
              </a:ext>
            </a:extLst>
          </p:cNvPr>
          <p:cNvCxnSpPr/>
          <p:nvPr/>
        </p:nvCxnSpPr>
        <p:spPr>
          <a:xfrm xmlns:a="http://schemas.openxmlformats.org/drawingml/2006/main">
            <a:off x="7810500" y="3248025"/>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1" name="">
            <a:extLst xmlns:a="http://schemas.openxmlformats.org/drawingml/2006/main">
              <a:ext uri="{FF2B5EF4-FFF2-40B4-BE49-F238E27FC236}">
                <a16:creationId xmlns:a16="http://schemas.microsoft.com/office/drawing/2014/main" id="{0762A01C-FA75-4D61-BCB2-61935631AA3A}"/>
              </a:ext>
            </a:extLst>
          </p:cNvPr>
          <p:cNvSpPr>
            <a:spLocks xmlns:a="http://schemas.openxmlformats.org/drawingml/2006/main" noGrp="1"/>
          </p:cNvSpPr>
          <p:nvPr/>
        </p:nvSpPr>
        <p:spPr>
          <a:xfrm xmlns:a="http://schemas.openxmlformats.org/drawingml/2006/main">
            <a:off x="8229600" y="2905125"/>
            <a:ext cx="3352800" cy="6762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다음 작업 C">
            <a:extLst xmlns:a="http://schemas.openxmlformats.org/drawingml/2006/main">
              <a:ext uri="{FF2B5EF4-FFF2-40B4-BE49-F238E27FC236}">
                <a16:creationId xmlns:a16="http://schemas.microsoft.com/office/drawing/2014/main" id="{904F762B-3787-4B40-905D-ACCAE0617BDC}"/>
              </a:ext>
            </a:extLst>
          </p:cNvPr>
          <p:cNvSpPr>
            <a:spLocks xmlns:a="http://schemas.openxmlformats.org/drawingml/2006/main" noGrp="1"/>
          </p:cNvSpPr>
          <p:nvPr/>
        </p:nvSpPr>
        <p:spPr>
          <a:xfrm xmlns:a="http://schemas.openxmlformats.org/drawingml/2006/main">
            <a:off x="8401050" y="3057525"/>
            <a:ext cx="3009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 C</a:t>
            </a:r>
          </a:p>
        </p:txBody>
      </p:sp>
      <p:cxnSp>
        <p:nvCxnSpPr>
          <p:cNvPr id="23" name="">
            <a:extLst xmlns:a="http://schemas.openxmlformats.org/drawingml/2006/main">
              <a:ext uri="{FF2B5EF4-FFF2-40B4-BE49-F238E27FC236}">
                <a16:creationId xmlns:a16="http://schemas.microsoft.com/office/drawing/2014/main" id="{A30806AF-15FD-438B-9D0D-06BFBC04BAE2}"/>
              </a:ext>
            </a:extLst>
          </p:cNvPr>
          <p:cNvCxnSpPr/>
          <p:nvPr/>
        </p:nvCxnSpPr>
        <p:spPr>
          <a:xfrm xmlns:a="http://schemas.openxmlformats.org/drawingml/2006/main">
            <a:off x="9906000" y="3629025"/>
            <a:ext cx="0" cy="28575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4" name="">
            <a:extLst xmlns:a="http://schemas.openxmlformats.org/drawingml/2006/main">
              <a:ext uri="{FF2B5EF4-FFF2-40B4-BE49-F238E27FC236}">
                <a16:creationId xmlns:a16="http://schemas.microsoft.com/office/drawing/2014/main" id="{2B3853E7-DDBD-4219-810E-D4B266BE4983}"/>
              </a:ext>
            </a:extLst>
          </p:cNvPr>
          <p:cNvSpPr>
            <a:spLocks xmlns:a="http://schemas.openxmlformats.org/drawingml/2006/main" noGrp="1"/>
          </p:cNvSpPr>
          <p:nvPr/>
        </p:nvSpPr>
        <p:spPr>
          <a:xfrm xmlns:a="http://schemas.openxmlformats.org/drawingml/2006/main">
            <a:off x="8229600" y="4000500"/>
            <a:ext cx="3352800" cy="9715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dash"/>
          </a:ln>
        </p:spPr>
      </p:sp>
      <p:sp>
        <p:nvSpPr>
          <p:cNvPr id="25" name="사람: 관련 동작도&#10;확인해 주세요.">
            <a:extLst xmlns:a="http://schemas.openxmlformats.org/drawingml/2006/main">
              <a:ext uri="{FF2B5EF4-FFF2-40B4-BE49-F238E27FC236}">
                <a16:creationId xmlns:a16="http://schemas.microsoft.com/office/drawing/2014/main" id="{CBAF8C20-4FA9-492D-9179-AC8FEF684A4D}"/>
              </a:ext>
            </a:extLst>
          </p:cNvPr>
          <p:cNvSpPr>
            <a:spLocks xmlns:a="http://schemas.openxmlformats.org/drawingml/2006/main" noGrp="1"/>
          </p:cNvSpPr>
          <p:nvPr/>
        </p:nvSpPr>
        <p:spPr>
          <a:xfrm xmlns:a="http://schemas.openxmlformats.org/drawingml/2006/main">
            <a:off x="8401050" y="4143375"/>
            <a:ext cx="30099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사람: 관련 동작도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확인해 주세요.</a:t>
            </a:r>
          </a:p>
        </p:txBody>
      </p:sp>
      <p:sp>
        <p:nvSpPr>
          <p:cNvPr id="26" name="사람은 같은 보정을 반복하고, 다음 작업의 체계는 그대로다">
            <a:extLst xmlns:a="http://schemas.openxmlformats.org/drawingml/2006/main">
              <a:ext uri="{FF2B5EF4-FFF2-40B4-BE49-F238E27FC236}">
                <a16:creationId xmlns:a16="http://schemas.microsoft.com/office/drawing/2014/main" id="{D94990D1-E544-4347-9038-982F9263389A}"/>
              </a:ext>
            </a:extLst>
          </p:cNvPr>
          <p:cNvSpPr>
            <a:spLocks xmlns:a="http://schemas.openxmlformats.org/drawingml/2006/main" noGrp="1"/>
          </p:cNvSpPr>
          <p:nvPr/>
        </p:nvSpPr>
        <p:spPr>
          <a:xfrm xmlns:a="http://schemas.openxmlformats.org/drawingml/2006/main">
            <a:off x="609600" y="52673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사람은 같은 보정을 반복하고, 다음 작업의 체계는 그대로다</a:t>
            </a:r>
          </a:p>
        </p:txBody>
      </p:sp>
      <p:sp>
        <p:nvSpPr>
          <p:cNvPr id="27" name="Legacy module connection">
            <a:extLst xmlns:a="http://schemas.openxmlformats.org/drawingml/2006/main">
              <a:ext uri="{FF2B5EF4-FFF2-40B4-BE49-F238E27FC236}">
                <a16:creationId xmlns:a16="http://schemas.microsoft.com/office/drawing/2014/main" id="{06179726-9F35-44B0-AAF9-D3D29319E2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486099633"/>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다음 작업의 체계를 검토할 근거">
            <a:extLst xmlns:a="http://schemas.openxmlformats.org/drawingml/2006/main">
              <a:ext uri="{FF2B5EF4-FFF2-40B4-BE49-F238E27FC236}">
                <a16:creationId xmlns:a16="http://schemas.microsoft.com/office/drawing/2014/main" id="{0D8BDEBE-DCB0-4556-BF7E-C890FEF2C0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다음 작업의 체계를 검토할 근거</a:t>
            </a:r>
          </a:p>
        </p:txBody>
      </p:sp>
      <p:sp>
        <p:nvSpPr>
          <p:cNvPr id="2" name="S80">
            <a:extLst xmlns:a="http://schemas.openxmlformats.org/drawingml/2006/main">
              <a:ext uri="{FF2B5EF4-FFF2-40B4-BE49-F238E27FC236}">
                <a16:creationId xmlns:a16="http://schemas.microsoft.com/office/drawing/2014/main" id="{48212AB9-E3CE-4E9D-A01D-10DD4758B8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반복 보정을 개선으로 잇는 기록">
            <a:extLst xmlns:a="http://schemas.openxmlformats.org/drawingml/2006/main">
              <a:ext uri="{FF2B5EF4-FFF2-40B4-BE49-F238E27FC236}">
                <a16:creationId xmlns:a16="http://schemas.microsoft.com/office/drawing/2014/main" id="{8849CA29-78EC-490C-8375-5DC6A9D1B8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보정을 개선으로 잇는 기록</a:t>
            </a:r>
          </a:p>
        </p:txBody>
      </p:sp>
      <p:sp>
        <p:nvSpPr>
          <p:cNvPr id="4" name="">
            <a:extLst xmlns:a="http://schemas.openxmlformats.org/drawingml/2006/main">
              <a:ext uri="{FF2B5EF4-FFF2-40B4-BE49-F238E27FC236}">
                <a16:creationId xmlns:a16="http://schemas.microsoft.com/office/drawing/2014/main" id="{E652A313-E2BE-469C-B072-08B0614434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수행 기록과 사람의 보정을 연결하는 기록 틀">
            <a:extLst xmlns:a="http://schemas.openxmlformats.org/drawingml/2006/main">
              <a:ext uri="{FF2B5EF4-FFF2-40B4-BE49-F238E27FC236}">
                <a16:creationId xmlns:a16="http://schemas.microsoft.com/office/drawing/2014/main" id="{A30574BD-6FFC-4632-9AB3-7A2FDE391E4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수행 기록과 사람의 보정을 연결하는 기록 틀</a:t>
            </a:r>
          </a:p>
        </p:txBody>
      </p:sp>
      <p:sp>
        <p:nvSpPr>
          <p:cNvPr id="6" name="원인·변경 대상은 아직 미확정 · 실제 갱신·재평가 결과나 자동 학습을 보여주는 도식이 아님">
            <a:extLst xmlns:a="http://schemas.openxmlformats.org/drawingml/2006/main">
              <a:ext uri="{FF2B5EF4-FFF2-40B4-BE49-F238E27FC236}">
                <a16:creationId xmlns:a16="http://schemas.microsoft.com/office/drawing/2014/main" id="{92B18B7E-F3AE-43B3-A6B9-06A27A0621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원인·변경 대상은 아직 미확정 · 실제 갱신·재평가 결과나 자동 학습을 보여주는 도식이 아님</a:t>
            </a:r>
          </a:p>
        </p:txBody>
      </p:sp>
      <p:sp>
        <p:nvSpPr>
          <p:cNvPr id="7" name="보정한 문장만 남기면, 어디를 고칠지 판단하기 어렵다">
            <a:extLst xmlns:a="http://schemas.openxmlformats.org/drawingml/2006/main">
              <a:ext uri="{FF2B5EF4-FFF2-40B4-BE49-F238E27FC236}">
                <a16:creationId xmlns:a16="http://schemas.microsoft.com/office/drawing/2014/main" id="{B4EB6D55-A762-4012-A707-1C1F5B9825E2}"/>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보정한 문장만 남기면, 어디를 고칠지 판단하기 어렵다</a:t>
            </a:r>
          </a:p>
        </p:txBody>
      </p:sp>
      <p:sp>
        <p:nvSpPr>
          <p:cNvPr id="8" name="">
            <a:extLst xmlns:a="http://schemas.openxmlformats.org/drawingml/2006/main">
              <a:ext uri="{FF2B5EF4-FFF2-40B4-BE49-F238E27FC236}">
                <a16:creationId xmlns:a16="http://schemas.microsoft.com/office/drawing/2014/main" id="{C1413015-60E5-45B1-887E-ABF6E8596919}"/>
              </a:ext>
            </a:extLst>
          </p:cNvPr>
          <p:cNvSpPr>
            <a:spLocks xmlns:a="http://schemas.openxmlformats.org/drawingml/2006/main" noGrp="1"/>
          </p:cNvSpPr>
          <p:nvPr/>
        </p:nvSpPr>
        <p:spPr>
          <a:xfrm xmlns:a="http://schemas.openxmlformats.org/drawingml/2006/main">
            <a:off x="609600" y="2457450"/>
            <a:ext cx="6248400" cy="26003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기준과 지침">
            <a:extLst xmlns:a="http://schemas.openxmlformats.org/drawingml/2006/main">
              <a:ext uri="{FF2B5EF4-FFF2-40B4-BE49-F238E27FC236}">
                <a16:creationId xmlns:a16="http://schemas.microsoft.com/office/drawing/2014/main" id="{D729FBE9-9244-4582-9F9E-DAED86C98B52}"/>
              </a:ext>
            </a:extLst>
          </p:cNvPr>
          <p:cNvSpPr>
            <a:spLocks xmlns:a="http://schemas.openxmlformats.org/drawingml/2006/main" noGrp="1"/>
          </p:cNvSpPr>
          <p:nvPr/>
        </p:nvSpPr>
        <p:spPr>
          <a:xfrm xmlns:a="http://schemas.openxmlformats.org/drawingml/2006/main">
            <a:off x="819150" y="2676525"/>
            <a:ext cx="1676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기준과 지침</a:t>
            </a:r>
          </a:p>
        </p:txBody>
      </p:sp>
      <p:sp>
        <p:nvSpPr>
          <p:cNvPr id="10" name="무엇을 지키고 어떻게 일해야 했나?">
            <a:extLst xmlns:a="http://schemas.openxmlformats.org/drawingml/2006/main">
              <a:ext uri="{FF2B5EF4-FFF2-40B4-BE49-F238E27FC236}">
                <a16:creationId xmlns:a16="http://schemas.microsoft.com/office/drawing/2014/main" id="{0F97C502-89D1-44CA-B8A6-A6C38F8AF7A4}"/>
              </a:ext>
            </a:extLst>
          </p:cNvPr>
          <p:cNvSpPr>
            <a:spLocks xmlns:a="http://schemas.openxmlformats.org/drawingml/2006/main" noGrp="1"/>
          </p:cNvSpPr>
          <p:nvPr/>
        </p:nvSpPr>
        <p:spPr>
          <a:xfrm xmlns:a="http://schemas.openxmlformats.org/drawingml/2006/main">
            <a:off x="2667000" y="2676525"/>
            <a:ext cx="3962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무엇을 지키고 어떻게 일해야 했나?</a:t>
            </a:r>
          </a:p>
        </p:txBody>
      </p:sp>
      <p:sp>
        <p:nvSpPr>
          <p:cNvPr id="11" name="">
            <a:extLst xmlns:a="http://schemas.openxmlformats.org/drawingml/2006/main">
              <a:ext uri="{FF2B5EF4-FFF2-40B4-BE49-F238E27FC236}">
                <a16:creationId xmlns:a16="http://schemas.microsoft.com/office/drawing/2014/main" id="{B0817811-9139-41E9-AACE-24753BDF9814}"/>
              </a:ext>
            </a:extLst>
          </p:cNvPr>
          <p:cNvSpPr>
            <a:spLocks xmlns:a="http://schemas.openxmlformats.org/drawingml/2006/main" noGrp="1"/>
          </p:cNvSpPr>
          <p:nvPr/>
        </p:nvSpPr>
        <p:spPr>
          <a:xfrm xmlns:a="http://schemas.openxmlformats.org/drawingml/2006/main">
            <a:off x="819150" y="3362325"/>
            <a:ext cx="5829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실제 수행">
            <a:extLst xmlns:a="http://schemas.openxmlformats.org/drawingml/2006/main">
              <a:ext uri="{FF2B5EF4-FFF2-40B4-BE49-F238E27FC236}">
                <a16:creationId xmlns:a16="http://schemas.microsoft.com/office/drawing/2014/main" id="{871ED3FE-5A26-42C7-810E-D03D189E6D0A}"/>
              </a:ext>
            </a:extLst>
          </p:cNvPr>
          <p:cNvSpPr>
            <a:spLocks xmlns:a="http://schemas.openxmlformats.org/drawingml/2006/main" noGrp="1"/>
          </p:cNvSpPr>
          <p:nvPr/>
        </p:nvSpPr>
        <p:spPr>
          <a:xfrm xmlns:a="http://schemas.openxmlformats.org/drawingml/2006/main">
            <a:off x="819150" y="3438525"/>
            <a:ext cx="1676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실제 수행</a:t>
            </a:r>
          </a:p>
        </p:txBody>
      </p:sp>
      <p:sp>
        <p:nvSpPr>
          <p:cNvPr id="13" name="어디까지 실행·확인했나?">
            <a:extLst xmlns:a="http://schemas.openxmlformats.org/drawingml/2006/main">
              <a:ext uri="{FF2B5EF4-FFF2-40B4-BE49-F238E27FC236}">
                <a16:creationId xmlns:a16="http://schemas.microsoft.com/office/drawing/2014/main" id="{9702E16F-1AF1-4A10-B2D1-F800F2A06A70}"/>
              </a:ext>
            </a:extLst>
          </p:cNvPr>
          <p:cNvSpPr>
            <a:spLocks xmlns:a="http://schemas.openxmlformats.org/drawingml/2006/main" noGrp="1"/>
          </p:cNvSpPr>
          <p:nvPr/>
        </p:nvSpPr>
        <p:spPr>
          <a:xfrm xmlns:a="http://schemas.openxmlformats.org/drawingml/2006/main">
            <a:off x="2667000" y="3438525"/>
            <a:ext cx="3962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어디까지 실행·확인했나?</a:t>
            </a:r>
          </a:p>
        </p:txBody>
      </p:sp>
      <p:sp>
        <p:nvSpPr>
          <p:cNvPr id="14" name="">
            <a:extLst xmlns:a="http://schemas.openxmlformats.org/drawingml/2006/main">
              <a:ext uri="{FF2B5EF4-FFF2-40B4-BE49-F238E27FC236}">
                <a16:creationId xmlns:a16="http://schemas.microsoft.com/office/drawing/2014/main" id="{20C3B3B6-1CDA-46B3-A8A4-593849416148}"/>
              </a:ext>
            </a:extLst>
          </p:cNvPr>
          <p:cNvSpPr>
            <a:spLocks xmlns:a="http://schemas.openxmlformats.org/drawingml/2006/main" noGrp="1"/>
          </p:cNvSpPr>
          <p:nvPr/>
        </p:nvSpPr>
        <p:spPr>
          <a:xfrm xmlns:a="http://schemas.openxmlformats.org/drawingml/2006/main">
            <a:off x="819150" y="4124325"/>
            <a:ext cx="5829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사람의 보정">
            <a:extLst xmlns:a="http://schemas.openxmlformats.org/drawingml/2006/main">
              <a:ext uri="{FF2B5EF4-FFF2-40B4-BE49-F238E27FC236}">
                <a16:creationId xmlns:a16="http://schemas.microsoft.com/office/drawing/2014/main" id="{56764823-64D6-4FCF-9C83-52243F7E6063}"/>
              </a:ext>
            </a:extLst>
          </p:cNvPr>
          <p:cNvSpPr>
            <a:spLocks xmlns:a="http://schemas.openxmlformats.org/drawingml/2006/main" noGrp="1"/>
          </p:cNvSpPr>
          <p:nvPr/>
        </p:nvSpPr>
        <p:spPr>
          <a:xfrm xmlns:a="http://schemas.openxmlformats.org/drawingml/2006/main">
            <a:off x="819150" y="4200525"/>
            <a:ext cx="1676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사람의 보정</a:t>
            </a:r>
          </a:p>
        </p:txBody>
      </p:sp>
      <p:sp>
        <p:nvSpPr>
          <p:cNvPr id="16" name="무엇을 추가로 확인하게 했나?">
            <a:extLst xmlns:a="http://schemas.openxmlformats.org/drawingml/2006/main">
              <a:ext uri="{FF2B5EF4-FFF2-40B4-BE49-F238E27FC236}">
                <a16:creationId xmlns:a16="http://schemas.microsoft.com/office/drawing/2014/main" id="{B122B535-ABC3-48FC-B581-E657E0452D27}"/>
              </a:ext>
            </a:extLst>
          </p:cNvPr>
          <p:cNvSpPr>
            <a:spLocks xmlns:a="http://schemas.openxmlformats.org/drawingml/2006/main" noGrp="1"/>
          </p:cNvSpPr>
          <p:nvPr/>
        </p:nvSpPr>
        <p:spPr>
          <a:xfrm xmlns:a="http://schemas.openxmlformats.org/drawingml/2006/main">
            <a:off x="2667000" y="4200525"/>
            <a:ext cx="3962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무엇을 추가로 확인하게 했나?</a:t>
            </a:r>
          </a:p>
        </p:txBody>
      </p:sp>
      <p:cxnSp>
        <p:nvCxnSpPr>
          <p:cNvPr id="17" name="">
            <a:extLst xmlns:a="http://schemas.openxmlformats.org/drawingml/2006/main">
              <a:ext uri="{FF2B5EF4-FFF2-40B4-BE49-F238E27FC236}">
                <a16:creationId xmlns:a16="http://schemas.microsoft.com/office/drawing/2014/main" id="{DF76D012-83FF-4A52-BF8C-DAE1009732F3}"/>
              </a:ext>
            </a:extLst>
          </p:cNvPr>
          <p:cNvCxnSpPr/>
          <p:nvPr/>
        </p:nvCxnSpPr>
        <p:spPr>
          <a:xfrm xmlns:a="http://schemas.openxmlformats.org/drawingml/2006/main">
            <a:off x="6953250" y="3752850"/>
            <a:ext cx="1066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8" name="원인은 무엇일까?">
            <a:extLst xmlns:a="http://schemas.openxmlformats.org/drawingml/2006/main">
              <a:ext uri="{FF2B5EF4-FFF2-40B4-BE49-F238E27FC236}">
                <a16:creationId xmlns:a16="http://schemas.microsoft.com/office/drawing/2014/main" id="{91905C2B-9E5C-41DC-9238-19370E6AB9FF}"/>
              </a:ext>
            </a:extLst>
          </p:cNvPr>
          <p:cNvSpPr>
            <a:spLocks xmlns:a="http://schemas.openxmlformats.org/drawingml/2006/main" noGrp="1"/>
          </p:cNvSpPr>
          <p:nvPr/>
        </p:nvSpPr>
        <p:spPr>
          <a:xfrm xmlns:a="http://schemas.openxmlformats.org/drawingml/2006/main">
            <a:off x="8229600" y="26479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원인은 무엇일까?</a:t>
            </a:r>
          </a:p>
        </p:txBody>
      </p:sp>
      <p:sp>
        <p:nvSpPr>
          <p:cNvPr id="19" name="어디를 바꿀까?">
            <a:extLst xmlns:a="http://schemas.openxmlformats.org/drawingml/2006/main">
              <a:ext uri="{FF2B5EF4-FFF2-40B4-BE49-F238E27FC236}">
                <a16:creationId xmlns:a16="http://schemas.microsoft.com/office/drawing/2014/main" id="{1270D46B-CA58-4FDE-87C1-77E88C76D42B}"/>
              </a:ext>
            </a:extLst>
          </p:cNvPr>
          <p:cNvSpPr>
            <a:spLocks xmlns:a="http://schemas.openxmlformats.org/drawingml/2006/main" noGrp="1"/>
          </p:cNvSpPr>
          <p:nvPr/>
        </p:nvSpPr>
        <p:spPr>
          <a:xfrm xmlns:a="http://schemas.openxmlformats.org/drawingml/2006/main">
            <a:off x="8229600" y="34861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어디를 바꿀까?</a:t>
            </a:r>
          </a:p>
        </p:txBody>
      </p:sp>
      <p:sp>
        <p:nvSpPr>
          <p:cNvPr id="20" name="무엇으로 다시 확인할까?">
            <a:extLst xmlns:a="http://schemas.openxmlformats.org/drawingml/2006/main">
              <a:ext uri="{FF2B5EF4-FFF2-40B4-BE49-F238E27FC236}">
                <a16:creationId xmlns:a16="http://schemas.microsoft.com/office/drawing/2014/main" id="{D314F30B-3C2C-414E-91EB-73A449A5F8CC}"/>
              </a:ext>
            </a:extLst>
          </p:cNvPr>
          <p:cNvSpPr>
            <a:spLocks xmlns:a="http://schemas.openxmlformats.org/drawingml/2006/main" noGrp="1"/>
          </p:cNvSpPr>
          <p:nvPr/>
        </p:nvSpPr>
        <p:spPr>
          <a:xfrm xmlns:a="http://schemas.openxmlformats.org/drawingml/2006/main">
            <a:off x="8229600" y="4324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무엇으로 다시 확인할까?</a:t>
            </a:r>
          </a:p>
        </p:txBody>
      </p:sp>
      <p:sp>
        <p:nvSpPr>
          <p:cNvPr id="21" name="기록을 근거로, 다음 작업에 쓸 체계를 검토해야 한다">
            <a:extLst xmlns:a="http://schemas.openxmlformats.org/drawingml/2006/main">
              <a:ext uri="{FF2B5EF4-FFF2-40B4-BE49-F238E27FC236}">
                <a16:creationId xmlns:a16="http://schemas.microsoft.com/office/drawing/2014/main" id="{407CD4A1-491D-484C-8349-EBCB4065D51D}"/>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기록을 근거로, 다음 작업에 쓸 체계를 검토해야 한다</a:t>
            </a:r>
          </a:p>
        </p:txBody>
      </p:sp>
      <p:sp>
        <p:nvSpPr>
          <p:cNvPr id="22" name="">
            <a:extLst xmlns:a="http://schemas.openxmlformats.org/drawingml/2006/main">
              <a:ext uri="{FF2B5EF4-FFF2-40B4-BE49-F238E27FC236}">
                <a16:creationId xmlns:a16="http://schemas.microsoft.com/office/drawing/2014/main" id="{7A06164F-554B-4913-BC35-BDD1E6DA206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E174F258-A5BF-44BA-AFBA-4ED4F97E6C7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6BC783B3-471C-4666-9380-CCB14209BE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2102224561"/>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내 업무의 반복 보정에서 Loop의 필요로">
            <a:extLst xmlns:a="http://schemas.openxmlformats.org/drawingml/2006/main">
              <a:ext uri="{FF2B5EF4-FFF2-40B4-BE49-F238E27FC236}">
                <a16:creationId xmlns:a16="http://schemas.microsoft.com/office/drawing/2014/main" id="{1ADEBC8A-EFE3-4F8B-8A04-EF8C3305B8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 보정에서 Loop의 필요로</a:t>
            </a:r>
          </a:p>
        </p:txBody>
      </p:sp>
      <p:sp>
        <p:nvSpPr>
          <p:cNvPr id="2" name="S81">
            <a:extLst xmlns:a="http://schemas.openxmlformats.org/drawingml/2006/main">
              <a:ext uri="{FF2B5EF4-FFF2-40B4-BE49-F238E27FC236}">
                <a16:creationId xmlns:a16="http://schemas.microsoft.com/office/drawing/2014/main" id="{F488119A-020B-422D-BAC3-6A357F3600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같은 보정을 되풀이하지 않으려면?">
            <a:extLst xmlns:a="http://schemas.openxmlformats.org/drawingml/2006/main">
              <a:ext uri="{FF2B5EF4-FFF2-40B4-BE49-F238E27FC236}">
                <a16:creationId xmlns:a16="http://schemas.microsoft.com/office/drawing/2014/main" id="{B9128B1F-A60B-4E55-8F13-F2BCED8306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보정을 되풀이하지 않으려면?</a:t>
            </a:r>
          </a:p>
        </p:txBody>
      </p:sp>
      <p:sp>
        <p:nvSpPr>
          <p:cNvPr id="4" name="">
            <a:extLst xmlns:a="http://schemas.openxmlformats.org/drawingml/2006/main">
              <a:ext uri="{FF2B5EF4-FFF2-40B4-BE49-F238E27FC236}">
                <a16:creationId xmlns:a16="http://schemas.microsoft.com/office/drawing/2014/main" id="{B2434C9B-B945-431C-AF96-3F98299640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앞의 반복 상황은 교육용 가정">
            <a:extLst xmlns:a="http://schemas.openxmlformats.org/drawingml/2006/main">
              <a:ext uri="{FF2B5EF4-FFF2-40B4-BE49-F238E27FC236}">
                <a16:creationId xmlns:a16="http://schemas.microsoft.com/office/drawing/2014/main" id="{32E03991-F1A2-421F-99C0-2D337667D3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앞의 반복 상황은 교육용 가정</a:t>
            </a:r>
          </a:p>
        </p:txBody>
      </p:sp>
      <p:sp>
        <p:nvSpPr>
          <p:cNvPr id="6" name="어떤 원인·수정 대상·담당도 미리 확정하지 않음 · ACT 4에서 원인 확인·변경·재평가를 다룸">
            <a:extLst xmlns:a="http://schemas.openxmlformats.org/drawingml/2006/main">
              <a:ext uri="{FF2B5EF4-FFF2-40B4-BE49-F238E27FC236}">
                <a16:creationId xmlns:a16="http://schemas.microsoft.com/office/drawing/2014/main" id="{D237D9D7-A179-4BC5-994A-8F5311DB31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원인·수정 대상·담당도 미리 확정하지 않음 · ACT 4에서 원인 확인·변경·재평가를 다룸</a:t>
            </a:r>
          </a:p>
        </p:txBody>
      </p:sp>
      <p:sp>
        <p:nvSpPr>
          <p:cNvPr id="7" name="">
            <a:extLst xmlns:a="http://schemas.openxmlformats.org/drawingml/2006/main">
              <a:ext uri="{FF2B5EF4-FFF2-40B4-BE49-F238E27FC236}">
                <a16:creationId xmlns:a16="http://schemas.microsoft.com/office/drawing/2014/main" id="{63566E53-EDB5-40F1-9907-96A655D88502}"/>
              </a:ext>
            </a:extLst>
          </p:cNvPr>
          <p:cNvSpPr>
            <a:spLocks xmlns:a="http://schemas.openxmlformats.org/drawingml/2006/main" noGrp="1"/>
          </p:cNvSpPr>
          <p:nvPr/>
        </p:nvSpPr>
        <p:spPr>
          <a:xfrm xmlns:a="http://schemas.openxmlformats.org/drawingml/2006/main">
            <a:off x="609600" y="2028825"/>
            <a:ext cx="3352800" cy="971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다시 알려주는 정보">
            <a:extLst xmlns:a="http://schemas.openxmlformats.org/drawingml/2006/main">
              <a:ext uri="{FF2B5EF4-FFF2-40B4-BE49-F238E27FC236}">
                <a16:creationId xmlns:a16="http://schemas.microsoft.com/office/drawing/2014/main" id="{08F38718-6E60-433E-BB20-BEC568247C87}"/>
              </a:ext>
            </a:extLst>
          </p:cNvPr>
          <p:cNvSpPr>
            <a:spLocks xmlns:a="http://schemas.openxmlformats.org/drawingml/2006/main" noGrp="1"/>
          </p:cNvSpPr>
          <p:nvPr/>
        </p:nvSpPr>
        <p:spPr>
          <a:xfrm xmlns:a="http://schemas.openxmlformats.org/drawingml/2006/main">
            <a:off x="781050" y="2143125"/>
            <a:ext cx="300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다시 알려주는 정보</a:t>
            </a:r>
          </a:p>
        </p:txBody>
      </p:sp>
      <p:sp>
        <p:nvSpPr>
          <p:cNvPr id="9" name="현재 기준 · 참고 위치">
            <a:extLst xmlns:a="http://schemas.openxmlformats.org/drawingml/2006/main">
              <a:ext uri="{FF2B5EF4-FFF2-40B4-BE49-F238E27FC236}">
                <a16:creationId xmlns:a16="http://schemas.microsoft.com/office/drawing/2014/main" id="{5CAC968F-5206-4E85-8153-C4956A29FD29}"/>
              </a:ext>
            </a:extLst>
          </p:cNvPr>
          <p:cNvSpPr>
            <a:spLocks xmlns:a="http://schemas.openxmlformats.org/drawingml/2006/main" noGrp="1"/>
          </p:cNvSpPr>
          <p:nvPr/>
        </p:nvSpPr>
        <p:spPr>
          <a:xfrm xmlns:a="http://schemas.openxmlformats.org/drawingml/2006/main">
            <a:off x="781050" y="25717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기준 · 참고 위치</a:t>
            </a:r>
          </a:p>
        </p:txBody>
      </p:sp>
      <p:sp>
        <p:nvSpPr>
          <p:cNvPr id="10" name="">
            <a:extLst xmlns:a="http://schemas.openxmlformats.org/drawingml/2006/main">
              <a:ext uri="{FF2B5EF4-FFF2-40B4-BE49-F238E27FC236}">
                <a16:creationId xmlns:a16="http://schemas.microsoft.com/office/drawing/2014/main" id="{773D1967-842D-4976-93E9-1BE515BD5389}"/>
              </a:ext>
            </a:extLst>
          </p:cNvPr>
          <p:cNvSpPr>
            <a:spLocks xmlns:a="http://schemas.openxmlformats.org/drawingml/2006/main" noGrp="1"/>
          </p:cNvSpPr>
          <p:nvPr/>
        </p:nvSpPr>
        <p:spPr>
          <a:xfrm xmlns:a="http://schemas.openxmlformats.org/drawingml/2006/main">
            <a:off x="2286000" y="3000375"/>
            <a:ext cx="0" cy="314325"/>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A1C2A507-677B-4318-AD6C-14B851ECEBC1}"/>
              </a:ext>
            </a:extLst>
          </p:cNvPr>
          <p:cNvSpPr>
            <a:spLocks xmlns:a="http://schemas.openxmlformats.org/drawingml/2006/main" noGrp="1"/>
          </p:cNvSpPr>
          <p:nvPr/>
        </p:nvSpPr>
        <p:spPr>
          <a:xfrm xmlns:a="http://schemas.openxmlformats.org/drawingml/2006/main">
            <a:off x="4419600" y="2028825"/>
            <a:ext cx="3352800" cy="971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다시 지시하는 절차">
            <a:extLst xmlns:a="http://schemas.openxmlformats.org/drawingml/2006/main">
              <a:ext uri="{FF2B5EF4-FFF2-40B4-BE49-F238E27FC236}">
                <a16:creationId xmlns:a16="http://schemas.microsoft.com/office/drawing/2014/main" id="{C79C207D-6420-4904-9DA1-973FD718267A}"/>
              </a:ext>
            </a:extLst>
          </p:cNvPr>
          <p:cNvSpPr>
            <a:spLocks xmlns:a="http://schemas.openxmlformats.org/drawingml/2006/main" noGrp="1"/>
          </p:cNvSpPr>
          <p:nvPr/>
        </p:nvSpPr>
        <p:spPr>
          <a:xfrm xmlns:a="http://schemas.openxmlformats.org/drawingml/2006/main">
            <a:off x="4591050" y="2143125"/>
            <a:ext cx="300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다시 지시하는 절차</a:t>
            </a:r>
          </a:p>
        </p:txBody>
      </p:sp>
      <p:sp>
        <p:nvSpPr>
          <p:cNvPr id="13" name="조사 · 변경 · 보고">
            <a:extLst xmlns:a="http://schemas.openxmlformats.org/drawingml/2006/main">
              <a:ext uri="{FF2B5EF4-FFF2-40B4-BE49-F238E27FC236}">
                <a16:creationId xmlns:a16="http://schemas.microsoft.com/office/drawing/2014/main" id="{D0E4ACCA-AB46-42E2-9C82-5F1D349D0E7E}"/>
              </a:ext>
            </a:extLst>
          </p:cNvPr>
          <p:cNvSpPr>
            <a:spLocks xmlns:a="http://schemas.openxmlformats.org/drawingml/2006/main" noGrp="1"/>
          </p:cNvSpPr>
          <p:nvPr/>
        </p:nvSpPr>
        <p:spPr>
          <a:xfrm xmlns:a="http://schemas.openxmlformats.org/drawingml/2006/main">
            <a:off x="4591050" y="25717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보고</a:t>
            </a:r>
          </a:p>
        </p:txBody>
      </p:sp>
      <p:sp>
        <p:nvSpPr>
          <p:cNvPr id="14" name="">
            <a:extLst xmlns:a="http://schemas.openxmlformats.org/drawingml/2006/main">
              <a:ext uri="{FF2B5EF4-FFF2-40B4-BE49-F238E27FC236}">
                <a16:creationId xmlns:a16="http://schemas.microsoft.com/office/drawing/2014/main" id="{87F0E29C-6EEC-42AF-BD55-AD810E339039}"/>
              </a:ext>
            </a:extLst>
          </p:cNvPr>
          <p:cNvSpPr>
            <a:spLocks xmlns:a="http://schemas.openxmlformats.org/drawingml/2006/main" noGrp="1"/>
          </p:cNvSpPr>
          <p:nvPr/>
        </p:nvSpPr>
        <p:spPr>
          <a:xfrm xmlns:a="http://schemas.openxmlformats.org/drawingml/2006/main">
            <a:off x="6096000" y="3000375"/>
            <a:ext cx="0" cy="314325"/>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D29FB0CC-F77B-45E5-B4A4-6C4091860909}"/>
              </a:ext>
            </a:extLst>
          </p:cNvPr>
          <p:cNvSpPr>
            <a:spLocks xmlns:a="http://schemas.openxmlformats.org/drawingml/2006/main" noGrp="1"/>
          </p:cNvSpPr>
          <p:nvPr/>
        </p:nvSpPr>
        <p:spPr>
          <a:xfrm xmlns:a="http://schemas.openxmlformats.org/drawingml/2006/main">
            <a:off x="8229600" y="2028825"/>
            <a:ext cx="3352800" cy="971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빠뜨린 확인 기준">
            <a:extLst xmlns:a="http://schemas.openxmlformats.org/drawingml/2006/main">
              <a:ext uri="{FF2B5EF4-FFF2-40B4-BE49-F238E27FC236}">
                <a16:creationId xmlns:a16="http://schemas.microsoft.com/office/drawing/2014/main" id="{72DE00E2-6D25-4591-8A9F-10D0C3A0933A}"/>
              </a:ext>
            </a:extLst>
          </p:cNvPr>
          <p:cNvSpPr>
            <a:spLocks xmlns:a="http://schemas.openxmlformats.org/drawingml/2006/main" noGrp="1"/>
          </p:cNvSpPr>
          <p:nvPr/>
        </p:nvSpPr>
        <p:spPr>
          <a:xfrm xmlns:a="http://schemas.openxmlformats.org/drawingml/2006/main">
            <a:off x="8401050" y="2143125"/>
            <a:ext cx="300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빠뜨린 확인 기준</a:t>
            </a:r>
          </a:p>
        </p:txBody>
      </p:sp>
      <p:sp>
        <p:nvSpPr>
          <p:cNvPr id="17" name="관련 동작 · 검증 범위">
            <a:extLst xmlns:a="http://schemas.openxmlformats.org/drawingml/2006/main">
              <a:ext uri="{FF2B5EF4-FFF2-40B4-BE49-F238E27FC236}">
                <a16:creationId xmlns:a16="http://schemas.microsoft.com/office/drawing/2014/main" id="{87BE1ECE-C94C-4DF9-A7ED-D6275372B440}"/>
              </a:ext>
            </a:extLst>
          </p:cNvPr>
          <p:cNvSpPr>
            <a:spLocks xmlns:a="http://schemas.openxmlformats.org/drawingml/2006/main" noGrp="1"/>
          </p:cNvSpPr>
          <p:nvPr/>
        </p:nvSpPr>
        <p:spPr>
          <a:xfrm xmlns:a="http://schemas.openxmlformats.org/drawingml/2006/main">
            <a:off x="8401050" y="25717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관련 동작 · 검증 범위</a:t>
            </a:r>
          </a:p>
        </p:txBody>
      </p:sp>
      <p:sp>
        <p:nvSpPr>
          <p:cNvPr id="18" name="">
            <a:extLst xmlns:a="http://schemas.openxmlformats.org/drawingml/2006/main">
              <a:ext uri="{FF2B5EF4-FFF2-40B4-BE49-F238E27FC236}">
                <a16:creationId xmlns:a16="http://schemas.microsoft.com/office/drawing/2014/main" id="{8080DDB5-3CA4-4965-AA1A-4F20B30FAB3F}"/>
              </a:ext>
            </a:extLst>
          </p:cNvPr>
          <p:cNvSpPr>
            <a:spLocks xmlns:a="http://schemas.openxmlformats.org/drawingml/2006/main" noGrp="1"/>
          </p:cNvSpPr>
          <p:nvPr/>
        </p:nvSpPr>
        <p:spPr>
          <a:xfrm xmlns:a="http://schemas.openxmlformats.org/drawingml/2006/main">
            <a:off x="9906000" y="3000375"/>
            <a:ext cx="0" cy="314325"/>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6F423DC6-F682-471A-81DC-2F0642B83125}"/>
              </a:ext>
            </a:extLst>
          </p:cNvPr>
          <p:cNvSpPr>
            <a:spLocks xmlns:a="http://schemas.openxmlformats.org/drawingml/2006/main" noGrp="1"/>
          </p:cNvSpPr>
          <p:nvPr/>
        </p:nvSpPr>
        <p:spPr>
          <a:xfrm xmlns:a="http://schemas.openxmlformats.org/drawingml/2006/main">
            <a:off x="2286000" y="3314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90600595-BC2E-4D57-A92C-4519FAE9478B}"/>
              </a:ext>
            </a:extLst>
          </p:cNvPr>
          <p:cNvCxnSpPr/>
          <p:nvPr/>
        </p:nvCxnSpPr>
        <p:spPr>
          <a:xfrm xmlns:a="http://schemas.openxmlformats.org/drawingml/2006/main">
            <a:off x="6096000" y="3314700"/>
            <a:ext cx="0" cy="219075"/>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1" name="">
            <a:extLst xmlns:a="http://schemas.openxmlformats.org/drawingml/2006/main">
              <a:ext uri="{FF2B5EF4-FFF2-40B4-BE49-F238E27FC236}">
                <a16:creationId xmlns:a16="http://schemas.microsoft.com/office/drawing/2014/main" id="{5B6F40F5-DD98-4611-8FF5-2D7E82139D1F}"/>
              </a:ext>
            </a:extLst>
          </p:cNvPr>
          <p:cNvSpPr>
            <a:spLocks xmlns:a="http://schemas.openxmlformats.org/drawingml/2006/main" noGrp="1"/>
          </p:cNvSpPr>
          <p:nvPr/>
        </p:nvSpPr>
        <p:spPr>
          <a:xfrm xmlns:a="http://schemas.openxmlformats.org/drawingml/2006/main">
            <a:off x="4572000" y="3600450"/>
            <a:ext cx="3048000" cy="5238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반복 보정 하나 선택">
            <a:extLst xmlns:a="http://schemas.openxmlformats.org/drawingml/2006/main">
              <a:ext uri="{FF2B5EF4-FFF2-40B4-BE49-F238E27FC236}">
                <a16:creationId xmlns:a16="http://schemas.microsoft.com/office/drawing/2014/main" id="{E0ED652F-B9FE-4062-B117-0DD3CC5C5357}"/>
              </a:ext>
            </a:extLst>
          </p:cNvPr>
          <p:cNvSpPr>
            <a:spLocks xmlns:a="http://schemas.openxmlformats.org/drawingml/2006/main" noGrp="1"/>
          </p:cNvSpPr>
          <p:nvPr/>
        </p:nvSpPr>
        <p:spPr>
          <a:xfrm xmlns:a="http://schemas.openxmlformats.org/drawingml/2006/main">
            <a:off x="4724400" y="3667125"/>
            <a:ext cx="274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반복 보정 하나 선택</a:t>
            </a:r>
          </a:p>
        </p:txBody>
      </p:sp>
      <p:sp>
        <p:nvSpPr>
          <p:cNvPr id="23" name="">
            <a:extLst xmlns:a="http://schemas.openxmlformats.org/drawingml/2006/main">
              <a:ext uri="{FF2B5EF4-FFF2-40B4-BE49-F238E27FC236}">
                <a16:creationId xmlns:a16="http://schemas.microsoft.com/office/drawing/2014/main" id="{789392BB-47DC-441E-9189-00DD49C6E934}"/>
              </a:ext>
            </a:extLst>
          </p:cNvPr>
          <p:cNvSpPr>
            <a:spLocks xmlns:a="http://schemas.openxmlformats.org/drawingml/2006/main" noGrp="1"/>
          </p:cNvSpPr>
          <p:nvPr/>
        </p:nvSpPr>
        <p:spPr>
          <a:xfrm xmlns:a="http://schemas.openxmlformats.org/drawingml/2006/main">
            <a:off x="6096000" y="4124325"/>
            <a:ext cx="0" cy="180975"/>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14171985-013A-4656-9A01-B68BFC909584}"/>
              </a:ext>
            </a:extLst>
          </p:cNvPr>
          <p:cNvSpPr>
            <a:spLocks xmlns:a="http://schemas.openxmlformats.org/drawingml/2006/main" noGrp="1"/>
          </p:cNvSpPr>
          <p:nvPr/>
        </p:nvSpPr>
        <p:spPr>
          <a:xfrm xmlns:a="http://schemas.openxmlformats.org/drawingml/2006/main">
            <a:off x="3200400" y="43053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20B94139-4140-41DE-A2CD-71D06F6981BD}"/>
              </a:ext>
            </a:extLst>
          </p:cNvPr>
          <p:cNvCxnSpPr/>
          <p:nvPr/>
        </p:nvCxnSpPr>
        <p:spPr>
          <a:xfrm xmlns:a="http://schemas.openxmlformats.org/drawingml/2006/main">
            <a:off x="3200400" y="4305300"/>
            <a:ext cx="0" cy="180975"/>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cxnSp>
        <p:nvCxnSpPr>
          <p:cNvPr id="26" name="">
            <a:extLst xmlns:a="http://schemas.openxmlformats.org/drawingml/2006/main">
              <a:ext uri="{FF2B5EF4-FFF2-40B4-BE49-F238E27FC236}">
                <a16:creationId xmlns:a16="http://schemas.microsoft.com/office/drawing/2014/main" id="{A0289C4D-ECDA-4A1F-9961-8A7F30C7DA6B}"/>
              </a:ext>
            </a:extLst>
          </p:cNvPr>
          <p:cNvCxnSpPr/>
          <p:nvPr/>
        </p:nvCxnSpPr>
        <p:spPr>
          <a:xfrm xmlns:a="http://schemas.openxmlformats.org/drawingml/2006/main">
            <a:off x="8991600" y="4305300"/>
            <a:ext cx="0" cy="180975"/>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7" name="">
            <a:extLst xmlns:a="http://schemas.openxmlformats.org/drawingml/2006/main">
              <a:ext uri="{FF2B5EF4-FFF2-40B4-BE49-F238E27FC236}">
                <a16:creationId xmlns:a16="http://schemas.microsoft.com/office/drawing/2014/main" id="{57AFE224-2953-4A29-ABFF-5FF90255B1E2}"/>
              </a:ext>
            </a:extLst>
          </p:cNvPr>
          <p:cNvSpPr>
            <a:spLocks xmlns:a="http://schemas.openxmlformats.org/drawingml/2006/main" noGrp="1"/>
          </p:cNvSpPr>
          <p:nvPr/>
        </p:nvSpPr>
        <p:spPr>
          <a:xfrm xmlns:a="http://schemas.openxmlformats.org/drawingml/2006/main">
            <a:off x="609600" y="4562475"/>
            <a:ext cx="5181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떤 근거·출처를 볼까?">
            <a:extLst xmlns:a="http://schemas.openxmlformats.org/drawingml/2006/main">
              <a:ext uri="{FF2B5EF4-FFF2-40B4-BE49-F238E27FC236}">
                <a16:creationId xmlns:a16="http://schemas.microsoft.com/office/drawing/2014/main" id="{86F5CF70-37A1-4753-9780-E096B58D4E67}"/>
              </a:ext>
            </a:extLst>
          </p:cNvPr>
          <p:cNvSpPr>
            <a:spLocks xmlns:a="http://schemas.openxmlformats.org/drawingml/2006/main" noGrp="1"/>
          </p:cNvSpPr>
          <p:nvPr/>
        </p:nvSpPr>
        <p:spPr>
          <a:xfrm xmlns:a="http://schemas.openxmlformats.org/drawingml/2006/main">
            <a:off x="762000" y="46577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어떤 근거·출처를 볼까?</a:t>
            </a:r>
          </a:p>
        </p:txBody>
      </p:sp>
      <p:sp>
        <p:nvSpPr>
          <p:cNvPr id="29" name="">
            <a:extLst xmlns:a="http://schemas.openxmlformats.org/drawingml/2006/main">
              <a:ext uri="{FF2B5EF4-FFF2-40B4-BE49-F238E27FC236}">
                <a16:creationId xmlns:a16="http://schemas.microsoft.com/office/drawing/2014/main" id="{A1A996BB-15D7-48FD-ABA0-D3C4AE1F0CB4}"/>
              </a:ext>
            </a:extLst>
          </p:cNvPr>
          <p:cNvSpPr>
            <a:spLocks xmlns:a="http://schemas.openxmlformats.org/drawingml/2006/main" noGrp="1"/>
          </p:cNvSpPr>
          <p:nvPr/>
        </p:nvSpPr>
        <p:spPr>
          <a:xfrm xmlns:a="http://schemas.openxmlformats.org/drawingml/2006/main">
            <a:off x="6400800" y="4562475"/>
            <a:ext cx="5181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하고 다시 확인할까?">
            <a:extLst xmlns:a="http://schemas.openxmlformats.org/drawingml/2006/main">
              <a:ext uri="{FF2B5EF4-FFF2-40B4-BE49-F238E27FC236}">
                <a16:creationId xmlns:a16="http://schemas.microsoft.com/office/drawing/2014/main" id="{F1FE505F-5518-4894-912D-EFD045FCBBE4}"/>
              </a:ext>
            </a:extLst>
          </p:cNvPr>
          <p:cNvSpPr>
            <a:spLocks xmlns:a="http://schemas.openxmlformats.org/drawingml/2006/main" noGrp="1"/>
          </p:cNvSpPr>
          <p:nvPr/>
        </p:nvSpPr>
        <p:spPr>
          <a:xfrm xmlns:a="http://schemas.openxmlformats.org/drawingml/2006/main">
            <a:off x="6553200" y="46577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누가 검토하고 다시 확인할까?</a:t>
            </a:r>
          </a:p>
        </p:txBody>
      </p:sp>
      <p:sp>
        <p:nvSpPr>
          <p:cNvPr id="31" name="다음 ACT: 기록으로 원인을 확인하고, 체계를 고친 뒤 다시 평가한다">
            <a:extLst xmlns:a="http://schemas.openxmlformats.org/drawingml/2006/main">
              <a:ext uri="{FF2B5EF4-FFF2-40B4-BE49-F238E27FC236}">
                <a16:creationId xmlns:a16="http://schemas.microsoft.com/office/drawing/2014/main" id="{110625BB-D01D-4F68-A420-A23D089F8559}"/>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ACT: 기록으로 원인을 확인하고, 체계를 고친 뒤 다시 평가한다</a:t>
            </a:r>
          </a:p>
        </p:txBody>
      </p:sp>
      <p:sp>
        <p:nvSpPr>
          <p:cNvPr id="32" name="Legacy module connection">
            <a:extLst xmlns:a="http://schemas.openxmlformats.org/drawingml/2006/main">
              <a:ext uri="{FF2B5EF4-FFF2-40B4-BE49-F238E27FC236}">
                <a16:creationId xmlns:a16="http://schemas.microsoft.com/office/drawing/2014/main" id="{AC36A17D-9915-40EB-8FC4-243C73CB84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53100173"/>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23D1C92E-330A-4504-B625-CCB4FB112E6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2">
            <a:extLst xmlns:a="http://schemas.openxmlformats.org/drawingml/2006/main">
              <a:ext uri="{FF2B5EF4-FFF2-40B4-BE49-F238E27FC236}">
                <a16:creationId xmlns:a16="http://schemas.microsoft.com/office/drawing/2014/main" id="{89804228-512E-43A1-A533-FA6536C249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
            <a:extLst xmlns:a="http://schemas.openxmlformats.org/drawingml/2006/main">
              <a:ext uri="{FF2B5EF4-FFF2-40B4-BE49-F238E27FC236}">
                <a16:creationId xmlns:a16="http://schemas.microsoft.com/office/drawing/2014/main" id="{2FEAEC48-154D-4E4C-8D22-33F6CE1B1C78}"/>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기록과 피드백으로&#10;시스템 개선하기">
            <a:extLst xmlns:a="http://schemas.openxmlformats.org/drawingml/2006/main">
              <a:ext uri="{FF2B5EF4-FFF2-40B4-BE49-F238E27FC236}">
                <a16:creationId xmlns:a16="http://schemas.microsoft.com/office/drawing/2014/main" id="{481D22FF-B5F2-44EE-B0AE-CFED47F62BB6}"/>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기록과 피드백으로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시스템 개선하기</a:t>
            </a:r>
          </a:p>
        </p:txBody>
      </p:sp>
      <p:sp>
        <p:nvSpPr>
          <p:cNvPr id="5" name="Loop Engineering · 개선 과정 설계">
            <a:extLst xmlns:a="http://schemas.openxmlformats.org/drawingml/2006/main">
              <a:ext uri="{FF2B5EF4-FFF2-40B4-BE49-F238E27FC236}">
                <a16:creationId xmlns:a16="http://schemas.microsoft.com/office/drawing/2014/main" id="{09BBCB86-DBD2-4968-8EE2-1503A13D7168}"/>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개선 과정 설계</a:t>
            </a:r>
          </a:p>
        </p:txBody>
      </p:sp>
      <p:sp>
        <p:nvSpPr>
          <p:cNvPr id="6" name="ChatGPT &amp; Codex · 개발자 교육">
            <a:extLst xmlns:a="http://schemas.openxmlformats.org/drawingml/2006/main">
              <a:ext uri="{FF2B5EF4-FFF2-40B4-BE49-F238E27FC236}">
                <a16:creationId xmlns:a16="http://schemas.microsoft.com/office/drawing/2014/main" id="{0DAF97FD-57DB-421D-A29C-4E7C434CFFC1}"/>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45041DC-9FE2-48E7-A05D-3591F57586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684937847"/>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4 · 이번 작업의 수행과 다음 작업의 체계">
            <a:extLst xmlns:a="http://schemas.openxmlformats.org/drawingml/2006/main">
              <a:ext uri="{FF2B5EF4-FFF2-40B4-BE49-F238E27FC236}">
                <a16:creationId xmlns:a16="http://schemas.microsoft.com/office/drawing/2014/main" id="{3F191637-7F55-425C-9380-2177C8800A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이번 작업의 수행과 다음 작업의 체계</a:t>
            </a:r>
          </a:p>
        </p:txBody>
      </p:sp>
      <p:sp>
        <p:nvSpPr>
          <p:cNvPr id="2" name="S83">
            <a:extLst xmlns:a="http://schemas.openxmlformats.org/drawingml/2006/main">
              <a:ext uri="{FF2B5EF4-FFF2-40B4-BE49-F238E27FC236}">
                <a16:creationId xmlns:a16="http://schemas.microsoft.com/office/drawing/2014/main" id="{73E1EC68-BF7B-4395-A058-8A16627777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확인한 성공을 유지하려면">
            <a:extLst xmlns:a="http://schemas.openxmlformats.org/drawingml/2006/main">
              <a:ext uri="{FF2B5EF4-FFF2-40B4-BE49-F238E27FC236}">
                <a16:creationId xmlns:a16="http://schemas.microsoft.com/office/drawing/2014/main" id="{004518D5-80B8-4269-8A3C-B03985BEBC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성공을 유지하려면</a:t>
            </a:r>
          </a:p>
        </p:txBody>
      </p:sp>
      <p:sp>
        <p:nvSpPr>
          <p:cNvPr id="4" name="">
            <a:extLst xmlns:a="http://schemas.openxmlformats.org/drawingml/2006/main">
              <a:ext uri="{FF2B5EF4-FFF2-40B4-BE49-F238E27FC236}">
                <a16:creationId xmlns:a16="http://schemas.microsoft.com/office/drawing/2014/main" id="{8895B3F5-33FE-44AE-BB97-D05A216D25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성공 회수 / 아래 두 루프는 이 교육의 설명 모델">
            <a:extLst xmlns:a="http://schemas.openxmlformats.org/drawingml/2006/main">
              <a:ext uri="{FF2B5EF4-FFF2-40B4-BE49-F238E27FC236}">
                <a16:creationId xmlns:a16="http://schemas.microsoft.com/office/drawing/2014/main" id="{B474FC33-88A9-49E1-816D-891CA6F738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성공 회수 / 아래 두 루프는 이 교육의 설명 모델</a:t>
            </a:r>
          </a:p>
        </p:txBody>
      </p:sp>
      <p:sp>
        <p:nvSpPr>
          <p:cNvPr id="6" name="기록된 성공만 관찰됨 · 아래 흐름은 실제 후속 실행·개선 성과가 아님">
            <a:extLst xmlns:a="http://schemas.openxmlformats.org/drawingml/2006/main">
              <a:ext uri="{FF2B5EF4-FFF2-40B4-BE49-F238E27FC236}">
                <a16:creationId xmlns:a16="http://schemas.microsoft.com/office/drawing/2014/main" id="{B6E40BF0-7F07-4398-87B8-F4A11ACB08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성공만 관찰됨 · 아래 흐름은 실제 후속 실행·개선 성과가 아님</a:t>
            </a:r>
          </a:p>
        </p:txBody>
      </p:sp>
      <p:sp>
        <p:nvSpPr>
          <p:cNvPr id="7" name="확인한 성공: 출력 6항목 동일 · 전체 11/11 · 같은 조건의 성능 측정">
            <a:extLst xmlns:a="http://schemas.openxmlformats.org/drawingml/2006/main">
              <a:ext uri="{FF2B5EF4-FFF2-40B4-BE49-F238E27FC236}">
                <a16:creationId xmlns:a16="http://schemas.microsoft.com/office/drawing/2014/main" id="{CF88754C-91F5-4EE7-BD7A-BFD4FEFC42EF}"/>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확인한 성공: 출력 6항목 동일 · 전체 11/11 · 같은 조건의 성능 측정</a:t>
            </a:r>
          </a:p>
        </p:txBody>
      </p:sp>
      <p:sp>
        <p:nvSpPr>
          <p:cNvPr id="8" name="작업 수행 루프">
            <a:extLst xmlns:a="http://schemas.openxmlformats.org/drawingml/2006/main">
              <a:ext uri="{FF2B5EF4-FFF2-40B4-BE49-F238E27FC236}">
                <a16:creationId xmlns:a16="http://schemas.microsoft.com/office/drawing/2014/main" id="{EE987086-C97E-42CC-B16A-76184B69A948}"/>
              </a:ext>
            </a:extLst>
          </p:cNvPr>
          <p:cNvSpPr>
            <a:spLocks xmlns:a="http://schemas.openxmlformats.org/drawingml/2006/main" noGrp="1"/>
          </p:cNvSpPr>
          <p:nvPr/>
        </p:nvSpPr>
        <p:spPr>
          <a:xfrm xmlns:a="http://schemas.openxmlformats.org/drawingml/2006/main">
            <a:off x="609600" y="2657475"/>
            <a:ext cx="2209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수행 루프</a:t>
            </a:r>
          </a:p>
        </p:txBody>
      </p:sp>
      <p:sp>
        <p:nvSpPr>
          <p:cNvPr id="9" name="이번 목표를 완료">
            <a:extLst xmlns:a="http://schemas.openxmlformats.org/drawingml/2006/main">
              <a:ext uri="{FF2B5EF4-FFF2-40B4-BE49-F238E27FC236}">
                <a16:creationId xmlns:a16="http://schemas.microsoft.com/office/drawing/2014/main" id="{E8A45FB6-4A15-458D-B990-5EC14F60E971}"/>
              </a:ext>
            </a:extLst>
          </p:cNvPr>
          <p:cNvSpPr>
            <a:spLocks xmlns:a="http://schemas.openxmlformats.org/drawingml/2006/main" noGrp="1"/>
          </p:cNvSpPr>
          <p:nvPr/>
        </p:nvSpPr>
        <p:spPr>
          <a:xfrm xmlns:a="http://schemas.openxmlformats.org/drawingml/2006/main">
            <a:off x="609600" y="3105150"/>
            <a:ext cx="2209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이번 목표를 완료</a:t>
            </a:r>
          </a:p>
        </p:txBody>
      </p:sp>
      <p:sp>
        <p:nvSpPr>
          <p:cNvPr id="10" name="">
            <a:extLst xmlns:a="http://schemas.openxmlformats.org/drawingml/2006/main">
              <a:ext uri="{FF2B5EF4-FFF2-40B4-BE49-F238E27FC236}">
                <a16:creationId xmlns:a16="http://schemas.microsoft.com/office/drawing/2014/main" id="{E53257C6-AF9C-4448-BB1C-F71B9FF6C630}"/>
              </a:ext>
            </a:extLst>
          </p:cNvPr>
          <p:cNvSpPr>
            <a:spLocks xmlns:a="http://schemas.openxmlformats.org/drawingml/2006/main" noGrp="1"/>
          </p:cNvSpPr>
          <p:nvPr/>
        </p:nvSpPr>
        <p:spPr>
          <a:xfrm xmlns:a="http://schemas.openxmlformats.org/drawingml/2006/main">
            <a:off x="3219450" y="2476500"/>
            <a:ext cx="2571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실행">
            <a:extLst xmlns:a="http://schemas.openxmlformats.org/drawingml/2006/main">
              <a:ext uri="{FF2B5EF4-FFF2-40B4-BE49-F238E27FC236}">
                <a16:creationId xmlns:a16="http://schemas.microsoft.com/office/drawing/2014/main" id="{F29AA27B-D15E-4F19-BC4F-33EA90D79EBC}"/>
              </a:ext>
            </a:extLst>
          </p:cNvPr>
          <p:cNvSpPr>
            <a:spLocks xmlns:a="http://schemas.openxmlformats.org/drawingml/2006/main" noGrp="1"/>
          </p:cNvSpPr>
          <p:nvPr/>
        </p:nvSpPr>
        <p:spPr>
          <a:xfrm xmlns:a="http://schemas.openxmlformats.org/drawingml/2006/main">
            <a:off x="3219450" y="2619375"/>
            <a:ext cx="257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cxnSp>
        <p:nvCxnSpPr>
          <p:cNvPr id="12" name="">
            <a:extLst xmlns:a="http://schemas.openxmlformats.org/drawingml/2006/main">
              <a:ext uri="{FF2B5EF4-FFF2-40B4-BE49-F238E27FC236}">
                <a16:creationId xmlns:a16="http://schemas.microsoft.com/office/drawing/2014/main" id="{23336908-086A-4300-B950-47185E4CAD82}"/>
              </a:ext>
            </a:extLst>
          </p:cNvPr>
          <p:cNvCxnSpPr/>
          <p:nvPr/>
        </p:nvCxnSpPr>
        <p:spPr>
          <a:xfrm xmlns:a="http://schemas.openxmlformats.org/drawingml/2006/main">
            <a:off x="5857875" y="2838450"/>
            <a:ext cx="190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6C644354-2B3E-4FA7-91C4-D3E026918821}"/>
              </a:ext>
            </a:extLst>
          </p:cNvPr>
          <p:cNvSpPr>
            <a:spLocks xmlns:a="http://schemas.openxmlformats.org/drawingml/2006/main" noGrp="1"/>
          </p:cNvSpPr>
          <p:nvPr/>
        </p:nvSpPr>
        <p:spPr>
          <a:xfrm xmlns:a="http://schemas.openxmlformats.org/drawingml/2006/main">
            <a:off x="6115050" y="2476500"/>
            <a:ext cx="2571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4" name="검증">
            <a:extLst xmlns:a="http://schemas.openxmlformats.org/drawingml/2006/main">
              <a:ext uri="{FF2B5EF4-FFF2-40B4-BE49-F238E27FC236}">
                <a16:creationId xmlns:a16="http://schemas.microsoft.com/office/drawing/2014/main" id="{F3E7E2FA-0035-43A1-A003-F4D07070FC4A}"/>
              </a:ext>
            </a:extLst>
          </p:cNvPr>
          <p:cNvSpPr>
            <a:spLocks xmlns:a="http://schemas.openxmlformats.org/drawingml/2006/main" noGrp="1"/>
          </p:cNvSpPr>
          <p:nvPr/>
        </p:nvSpPr>
        <p:spPr>
          <a:xfrm xmlns:a="http://schemas.openxmlformats.org/drawingml/2006/main">
            <a:off x="6115050" y="2619375"/>
            <a:ext cx="257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검증</a:t>
            </a:r>
          </a:p>
        </p:txBody>
      </p:sp>
      <p:cxnSp>
        <p:nvCxnSpPr>
          <p:cNvPr id="15" name="">
            <a:extLst xmlns:a="http://schemas.openxmlformats.org/drawingml/2006/main">
              <a:ext uri="{FF2B5EF4-FFF2-40B4-BE49-F238E27FC236}">
                <a16:creationId xmlns:a16="http://schemas.microsoft.com/office/drawing/2014/main" id="{7B23988F-9777-4279-817E-30567C5FF357}"/>
              </a:ext>
            </a:extLst>
          </p:cNvPr>
          <p:cNvCxnSpPr/>
          <p:nvPr/>
        </p:nvCxnSpPr>
        <p:spPr>
          <a:xfrm xmlns:a="http://schemas.openxmlformats.org/drawingml/2006/main">
            <a:off x="8753475" y="2838450"/>
            <a:ext cx="190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D08C437C-FED2-4AE8-A077-98D65FC07176}"/>
              </a:ext>
            </a:extLst>
          </p:cNvPr>
          <p:cNvSpPr>
            <a:spLocks xmlns:a="http://schemas.openxmlformats.org/drawingml/2006/main" noGrp="1"/>
          </p:cNvSpPr>
          <p:nvPr/>
        </p:nvSpPr>
        <p:spPr>
          <a:xfrm xmlns:a="http://schemas.openxmlformats.org/drawingml/2006/main">
            <a:off x="9010650" y="2476500"/>
            <a:ext cx="2571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7" name="완료">
            <a:extLst xmlns:a="http://schemas.openxmlformats.org/drawingml/2006/main">
              <a:ext uri="{FF2B5EF4-FFF2-40B4-BE49-F238E27FC236}">
                <a16:creationId xmlns:a16="http://schemas.microsoft.com/office/drawing/2014/main" id="{069D6368-5F62-49D0-9382-466E4C0AC74A}"/>
              </a:ext>
            </a:extLst>
          </p:cNvPr>
          <p:cNvSpPr>
            <a:spLocks xmlns:a="http://schemas.openxmlformats.org/drawingml/2006/main" noGrp="1"/>
          </p:cNvSpPr>
          <p:nvPr/>
        </p:nvSpPr>
        <p:spPr>
          <a:xfrm xmlns:a="http://schemas.openxmlformats.org/drawingml/2006/main">
            <a:off x="9010650" y="2619375"/>
            <a:ext cx="257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a:t>
            </a:r>
          </a:p>
        </p:txBody>
      </p:sp>
      <p:cxnSp>
        <p:nvCxnSpPr>
          <p:cNvPr id="18" name="">
            <a:extLst xmlns:a="http://schemas.openxmlformats.org/drawingml/2006/main">
              <a:ext uri="{FF2B5EF4-FFF2-40B4-BE49-F238E27FC236}">
                <a16:creationId xmlns:a16="http://schemas.microsoft.com/office/drawing/2014/main" id="{C0A37C04-2098-47A3-BE3F-F839EFFAC702}"/>
              </a:ext>
            </a:extLst>
          </p:cNvPr>
          <p:cNvCxnSpPr/>
          <p:nvPr/>
        </p:nvCxnSpPr>
        <p:spPr>
          <a:xfrm xmlns:a="http://schemas.openxmlformats.org/drawingml/2006/main">
            <a:off x="7400925" y="3124200"/>
            <a:ext cx="0" cy="20955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428F84D4-5E21-4D28-8664-A684245E1681}"/>
              </a:ext>
            </a:extLst>
          </p:cNvPr>
          <p:cNvSpPr>
            <a:spLocks xmlns:a="http://schemas.openxmlformats.org/drawingml/2006/main" noGrp="1"/>
          </p:cNvSpPr>
          <p:nvPr/>
        </p:nvSpPr>
        <p:spPr>
          <a:xfrm xmlns:a="http://schemas.openxmlformats.org/drawingml/2006/main">
            <a:off x="4505325" y="3333750"/>
            <a:ext cx="28956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2A2DC7-EDC9-4CFD-A0A5-C3E16D588BCF}"/>
              </a:ext>
            </a:extLst>
          </p:cNvPr>
          <p:cNvCxnSpPr/>
          <p:nvPr/>
        </p:nvCxnSpPr>
        <p:spPr>
          <a:xfrm xmlns:a="http://schemas.openxmlformats.org/drawingml/2006/main">
            <a:off x="4505325" y="3124200"/>
            <a:ext cx="0" cy="20955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21" name="미충족이면 수정·재검증">
            <a:extLst xmlns:a="http://schemas.openxmlformats.org/drawingml/2006/main">
              <a:ext uri="{FF2B5EF4-FFF2-40B4-BE49-F238E27FC236}">
                <a16:creationId xmlns:a16="http://schemas.microsoft.com/office/drawing/2014/main" id="{3450FE3A-CAC3-4285-9556-D4530150D867}"/>
              </a:ext>
            </a:extLst>
          </p:cNvPr>
          <p:cNvSpPr>
            <a:spLocks xmlns:a="http://schemas.openxmlformats.org/drawingml/2006/main" noGrp="1"/>
          </p:cNvSpPr>
          <p:nvPr/>
        </p:nvSpPr>
        <p:spPr>
          <a:xfrm xmlns:a="http://schemas.openxmlformats.org/drawingml/2006/main">
            <a:off x="4572000" y="3419475"/>
            <a:ext cx="628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미충족이면 수정·재검증</a:t>
            </a:r>
          </a:p>
        </p:txBody>
      </p:sp>
      <p:sp>
        <p:nvSpPr>
          <p:cNvPr id="22" name="체계 개선 루프">
            <a:extLst xmlns:a="http://schemas.openxmlformats.org/drawingml/2006/main">
              <a:ext uri="{FF2B5EF4-FFF2-40B4-BE49-F238E27FC236}">
                <a16:creationId xmlns:a16="http://schemas.microsoft.com/office/drawing/2014/main" id="{DCB3B072-5F84-4A55-AF1E-A518D343F825}"/>
              </a:ext>
            </a:extLst>
          </p:cNvPr>
          <p:cNvSpPr>
            <a:spLocks xmlns:a="http://schemas.openxmlformats.org/drawingml/2006/main" noGrp="1"/>
          </p:cNvSpPr>
          <p:nvPr/>
        </p:nvSpPr>
        <p:spPr>
          <a:xfrm xmlns:a="http://schemas.openxmlformats.org/drawingml/2006/main">
            <a:off x="609600" y="4105275"/>
            <a:ext cx="2209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체계 개선 루프</a:t>
            </a:r>
          </a:p>
        </p:txBody>
      </p:sp>
      <p:sp>
        <p:nvSpPr>
          <p:cNvPr id="23" name="다음에도 쓸 방법">
            <a:extLst xmlns:a="http://schemas.openxmlformats.org/drawingml/2006/main">
              <a:ext uri="{FF2B5EF4-FFF2-40B4-BE49-F238E27FC236}">
                <a16:creationId xmlns:a16="http://schemas.microsoft.com/office/drawing/2014/main" id="{CCB69853-D56D-4F14-9418-19F4E16782E4}"/>
              </a:ext>
            </a:extLst>
          </p:cNvPr>
          <p:cNvSpPr>
            <a:spLocks xmlns:a="http://schemas.openxmlformats.org/drawingml/2006/main" noGrp="1"/>
          </p:cNvSpPr>
          <p:nvPr/>
        </p:nvSpPr>
        <p:spPr>
          <a:xfrm xmlns:a="http://schemas.openxmlformats.org/drawingml/2006/main">
            <a:off x="609600" y="45529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다음에도 쓸 방법</a:t>
            </a:r>
          </a:p>
        </p:txBody>
      </p:sp>
      <p:sp>
        <p:nvSpPr>
          <p:cNvPr id="24" name="">
            <a:extLst xmlns:a="http://schemas.openxmlformats.org/drawingml/2006/main">
              <a:ext uri="{FF2B5EF4-FFF2-40B4-BE49-F238E27FC236}">
                <a16:creationId xmlns:a16="http://schemas.microsoft.com/office/drawing/2014/main" id="{058B4515-92FF-45D8-9A0F-E46C58F4C330}"/>
              </a:ext>
            </a:extLst>
          </p:cNvPr>
          <p:cNvSpPr>
            <a:spLocks xmlns:a="http://schemas.openxmlformats.org/drawingml/2006/main" noGrp="1"/>
          </p:cNvSpPr>
          <p:nvPr/>
        </p:nvSpPr>
        <p:spPr>
          <a:xfrm xmlns:a="http://schemas.openxmlformats.org/drawingml/2006/main">
            <a:off x="3219450" y="3924300"/>
            <a:ext cx="18478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5" name="기록·보정">
            <a:extLst xmlns:a="http://schemas.openxmlformats.org/drawingml/2006/main">
              <a:ext uri="{FF2B5EF4-FFF2-40B4-BE49-F238E27FC236}">
                <a16:creationId xmlns:a16="http://schemas.microsoft.com/office/drawing/2014/main" id="{DA27A67C-6EE1-47E0-B12A-60556EADD66E}"/>
              </a:ext>
            </a:extLst>
          </p:cNvPr>
          <p:cNvSpPr>
            <a:spLocks xmlns:a="http://schemas.openxmlformats.org/drawingml/2006/main" noGrp="1"/>
          </p:cNvSpPr>
          <p:nvPr/>
        </p:nvSpPr>
        <p:spPr>
          <a:xfrm xmlns:a="http://schemas.openxmlformats.org/drawingml/2006/main">
            <a:off x="3219450" y="4067175"/>
            <a:ext cx="1847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기록·보정</a:t>
            </a:r>
          </a:p>
        </p:txBody>
      </p:sp>
      <p:cxnSp>
        <p:nvCxnSpPr>
          <p:cNvPr id="26" name="">
            <a:extLst xmlns:a="http://schemas.openxmlformats.org/drawingml/2006/main">
              <a:ext uri="{FF2B5EF4-FFF2-40B4-BE49-F238E27FC236}">
                <a16:creationId xmlns:a16="http://schemas.microsoft.com/office/drawing/2014/main" id="{3305C8C4-9C5E-44C3-AA28-79F55C7CDA33}"/>
              </a:ext>
            </a:extLst>
          </p:cNvPr>
          <p:cNvCxnSpPr/>
          <p:nvPr/>
        </p:nvCxnSpPr>
        <p:spPr>
          <a:xfrm xmlns:a="http://schemas.openxmlformats.org/drawingml/2006/main">
            <a:off x="5133975" y="4286250"/>
            <a:ext cx="19050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7" name="">
            <a:extLst xmlns:a="http://schemas.openxmlformats.org/drawingml/2006/main">
              <a:ext uri="{FF2B5EF4-FFF2-40B4-BE49-F238E27FC236}">
                <a16:creationId xmlns:a16="http://schemas.microsoft.com/office/drawing/2014/main" id="{E7CB15B4-A0F3-4745-90BC-08897078F5A4}"/>
              </a:ext>
            </a:extLst>
          </p:cNvPr>
          <p:cNvSpPr>
            <a:spLocks xmlns:a="http://schemas.openxmlformats.org/drawingml/2006/main" noGrp="1"/>
          </p:cNvSpPr>
          <p:nvPr/>
        </p:nvSpPr>
        <p:spPr>
          <a:xfrm xmlns:a="http://schemas.openxmlformats.org/drawingml/2006/main">
            <a:off x="5391150" y="3924300"/>
            <a:ext cx="18478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8" name="원인 검토">
            <a:extLst xmlns:a="http://schemas.openxmlformats.org/drawingml/2006/main">
              <a:ext uri="{FF2B5EF4-FFF2-40B4-BE49-F238E27FC236}">
                <a16:creationId xmlns:a16="http://schemas.microsoft.com/office/drawing/2014/main" id="{D0F9777D-193B-4E1D-9D95-A09D2ABE42A4}"/>
              </a:ext>
            </a:extLst>
          </p:cNvPr>
          <p:cNvSpPr>
            <a:spLocks xmlns:a="http://schemas.openxmlformats.org/drawingml/2006/main" noGrp="1"/>
          </p:cNvSpPr>
          <p:nvPr/>
        </p:nvSpPr>
        <p:spPr>
          <a:xfrm xmlns:a="http://schemas.openxmlformats.org/drawingml/2006/main">
            <a:off x="5391150" y="4067175"/>
            <a:ext cx="1847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원인 검토</a:t>
            </a:r>
          </a:p>
        </p:txBody>
      </p:sp>
      <p:cxnSp>
        <p:nvCxnSpPr>
          <p:cNvPr id="29" name="">
            <a:extLst xmlns:a="http://schemas.openxmlformats.org/drawingml/2006/main">
              <a:ext uri="{FF2B5EF4-FFF2-40B4-BE49-F238E27FC236}">
                <a16:creationId xmlns:a16="http://schemas.microsoft.com/office/drawing/2014/main" id="{00E057CA-9874-43C9-8FE7-742712CBEED1}"/>
              </a:ext>
            </a:extLst>
          </p:cNvPr>
          <p:cNvCxnSpPr/>
          <p:nvPr/>
        </p:nvCxnSpPr>
        <p:spPr>
          <a:xfrm xmlns:a="http://schemas.openxmlformats.org/drawingml/2006/main">
            <a:off x="7305675" y="4286250"/>
            <a:ext cx="19050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30" name="">
            <a:extLst xmlns:a="http://schemas.openxmlformats.org/drawingml/2006/main">
              <a:ext uri="{FF2B5EF4-FFF2-40B4-BE49-F238E27FC236}">
                <a16:creationId xmlns:a16="http://schemas.microsoft.com/office/drawing/2014/main" id="{D0EEB793-311B-4AA3-B957-EFE11DD2C82C}"/>
              </a:ext>
            </a:extLst>
          </p:cNvPr>
          <p:cNvSpPr>
            <a:spLocks xmlns:a="http://schemas.openxmlformats.org/drawingml/2006/main" noGrp="1"/>
          </p:cNvSpPr>
          <p:nvPr/>
        </p:nvSpPr>
        <p:spPr>
          <a:xfrm xmlns:a="http://schemas.openxmlformats.org/drawingml/2006/main">
            <a:off x="7562850" y="3924300"/>
            <a:ext cx="18478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31" name="체계 갱신">
            <a:extLst xmlns:a="http://schemas.openxmlformats.org/drawingml/2006/main">
              <a:ext uri="{FF2B5EF4-FFF2-40B4-BE49-F238E27FC236}">
                <a16:creationId xmlns:a16="http://schemas.microsoft.com/office/drawing/2014/main" id="{79156B75-AC5C-43FF-8E4D-83A97EEC9F49}"/>
              </a:ext>
            </a:extLst>
          </p:cNvPr>
          <p:cNvSpPr>
            <a:spLocks xmlns:a="http://schemas.openxmlformats.org/drawingml/2006/main" noGrp="1"/>
          </p:cNvSpPr>
          <p:nvPr/>
        </p:nvSpPr>
        <p:spPr>
          <a:xfrm xmlns:a="http://schemas.openxmlformats.org/drawingml/2006/main">
            <a:off x="7562850" y="4067175"/>
            <a:ext cx="1847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체계 갱신</a:t>
            </a:r>
          </a:p>
        </p:txBody>
      </p:sp>
      <p:cxnSp>
        <p:nvCxnSpPr>
          <p:cNvPr id="32" name="">
            <a:extLst xmlns:a="http://schemas.openxmlformats.org/drawingml/2006/main">
              <a:ext uri="{FF2B5EF4-FFF2-40B4-BE49-F238E27FC236}">
                <a16:creationId xmlns:a16="http://schemas.microsoft.com/office/drawing/2014/main" id="{2106EFBA-DE2C-4043-8530-5BAC20546052}"/>
              </a:ext>
            </a:extLst>
          </p:cNvPr>
          <p:cNvCxnSpPr/>
          <p:nvPr/>
        </p:nvCxnSpPr>
        <p:spPr>
          <a:xfrm xmlns:a="http://schemas.openxmlformats.org/drawingml/2006/main">
            <a:off x="9477375" y="4286250"/>
            <a:ext cx="19050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33" name="">
            <a:extLst xmlns:a="http://schemas.openxmlformats.org/drawingml/2006/main">
              <a:ext uri="{FF2B5EF4-FFF2-40B4-BE49-F238E27FC236}">
                <a16:creationId xmlns:a16="http://schemas.microsoft.com/office/drawing/2014/main" id="{31A5591E-D20C-42DE-ACBF-5C0BEF77C6C8}"/>
              </a:ext>
            </a:extLst>
          </p:cNvPr>
          <p:cNvSpPr>
            <a:spLocks xmlns:a="http://schemas.openxmlformats.org/drawingml/2006/main" noGrp="1"/>
          </p:cNvSpPr>
          <p:nvPr/>
        </p:nvSpPr>
        <p:spPr>
          <a:xfrm xmlns:a="http://schemas.openxmlformats.org/drawingml/2006/main">
            <a:off x="9734550" y="3924300"/>
            <a:ext cx="18478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34" name="재평가·적용">
            <a:extLst xmlns:a="http://schemas.openxmlformats.org/drawingml/2006/main">
              <a:ext uri="{FF2B5EF4-FFF2-40B4-BE49-F238E27FC236}">
                <a16:creationId xmlns:a16="http://schemas.microsoft.com/office/drawing/2014/main" id="{E97AB48E-BEBF-4FD3-B102-744B8194AD12}"/>
              </a:ext>
            </a:extLst>
          </p:cNvPr>
          <p:cNvSpPr>
            <a:spLocks xmlns:a="http://schemas.openxmlformats.org/drawingml/2006/main" noGrp="1"/>
          </p:cNvSpPr>
          <p:nvPr/>
        </p:nvSpPr>
        <p:spPr>
          <a:xfrm xmlns:a="http://schemas.openxmlformats.org/drawingml/2006/main">
            <a:off x="9734550" y="4067175"/>
            <a:ext cx="1847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재평가·적용</a:t>
            </a:r>
          </a:p>
        </p:txBody>
      </p:sp>
      <p:cxnSp>
        <p:nvCxnSpPr>
          <p:cNvPr id="35" name="">
            <a:extLst xmlns:a="http://schemas.openxmlformats.org/drawingml/2006/main">
              <a:ext uri="{FF2B5EF4-FFF2-40B4-BE49-F238E27FC236}">
                <a16:creationId xmlns:a16="http://schemas.microsoft.com/office/drawing/2014/main" id="{8E32570F-FF1E-44C9-B707-5E2E3004CB98}"/>
              </a:ext>
            </a:extLst>
          </p:cNvPr>
          <p:cNvCxnSpPr/>
          <p:nvPr/>
        </p:nvCxnSpPr>
        <p:spPr>
          <a:xfrm xmlns:a="http://schemas.openxmlformats.org/drawingml/2006/main">
            <a:off x="10658475" y="4581525"/>
            <a:ext cx="0" cy="238125"/>
          </a:xfrm>
          <a:prstGeom xmlns:a="http://schemas.openxmlformats.org/drawingml/2006/main" prst="straightConnector1">
            <a:avLst/>
          </a:prstGeom>
          <a:ln xmlns:a="http://schemas.openxmlformats.org/drawingml/2006/main" w="23813">
            <a:solidFill>
              <a:srgbClr val="805400"/>
            </a:solidFill>
          </a:ln>
        </p:spPr>
      </p:cxnSp>
      <p:sp>
        <p:nvSpPr>
          <p:cNvPr id="36" name="">
            <a:extLst xmlns:a="http://schemas.openxmlformats.org/drawingml/2006/main">
              <a:ext uri="{FF2B5EF4-FFF2-40B4-BE49-F238E27FC236}">
                <a16:creationId xmlns:a16="http://schemas.microsoft.com/office/drawing/2014/main" id="{4E9A11EE-A2B6-444B-A9CD-A5B713043939}"/>
              </a:ext>
            </a:extLst>
          </p:cNvPr>
          <p:cNvSpPr>
            <a:spLocks xmlns:a="http://schemas.openxmlformats.org/drawingml/2006/main" noGrp="1"/>
          </p:cNvSpPr>
          <p:nvPr/>
        </p:nvSpPr>
        <p:spPr>
          <a:xfrm xmlns:a="http://schemas.openxmlformats.org/drawingml/2006/main">
            <a:off x="4143375" y="4819650"/>
            <a:ext cx="651510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cxnSp>
        <p:nvCxnSpPr>
          <p:cNvPr id="37" name="">
            <a:extLst xmlns:a="http://schemas.openxmlformats.org/drawingml/2006/main">
              <a:ext uri="{FF2B5EF4-FFF2-40B4-BE49-F238E27FC236}">
                <a16:creationId xmlns:a16="http://schemas.microsoft.com/office/drawing/2014/main" id="{771FE6E9-8EB3-44A2-82A0-0BDA894C2912}"/>
              </a:ext>
            </a:extLst>
          </p:cNvPr>
          <p:cNvCxnSpPr/>
          <p:nvPr/>
        </p:nvCxnSpPr>
        <p:spPr>
          <a:xfrm xmlns:a="http://schemas.openxmlformats.org/drawingml/2006/main">
            <a:off x="4143375" y="4581525"/>
            <a:ext cx="0" cy="2381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38" name="다음 작업의 실행 기록을 다시 관찰">
            <a:extLst xmlns:a="http://schemas.openxmlformats.org/drawingml/2006/main">
              <a:ext uri="{FF2B5EF4-FFF2-40B4-BE49-F238E27FC236}">
                <a16:creationId xmlns:a16="http://schemas.microsoft.com/office/drawing/2014/main" id="{A47E9B0C-6224-4868-B7E1-3C4492B56F35}"/>
              </a:ext>
            </a:extLst>
          </p:cNvPr>
          <p:cNvSpPr>
            <a:spLocks xmlns:a="http://schemas.openxmlformats.org/drawingml/2006/main" noGrp="1"/>
          </p:cNvSpPr>
          <p:nvPr/>
        </p:nvSpPr>
        <p:spPr>
          <a:xfrm xmlns:a="http://schemas.openxmlformats.org/drawingml/2006/main">
            <a:off x="4572000" y="4914900"/>
            <a:ext cx="701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805400"/>
                </a:solidFill>
                <a:latin typeface="Malgun Gothic"/>
                <a:ea typeface="Malgun Gothic"/>
                <a:cs typeface="Malgun Gothic"/>
              </a:defRPr>
            </a:defPPr>
            <a:lvl1pPr algn="l">
              <a:defRPr sz="1800" b="0">
                <a:solidFill>
                  <a:srgbClr val="805400"/>
                </a:solidFill>
                <a:latin typeface="Malgun Gothic"/>
                <a:ea typeface="Malgun Gothic"/>
                <a:cs typeface="Malgun Gothic"/>
              </a:defRPr>
            </a:lvl1pPr>
            <a:lvl2pPr algn="l">
              <a:defRPr sz="1800" b="0">
                <a:solidFill>
                  <a:srgbClr val="805400"/>
                </a:solidFill>
                <a:latin typeface="Malgun Gothic"/>
                <a:ea typeface="Malgun Gothic"/>
                <a:cs typeface="Malgun Gothic"/>
              </a:defRPr>
            </a:lvl2pPr>
            <a:lvl3pPr algn="l">
              <a:defRPr sz="1800" b="0">
                <a:solidFill>
                  <a:srgbClr val="805400"/>
                </a:solidFill>
                <a:latin typeface="Malgun Gothic"/>
                <a:ea typeface="Malgun Gothic"/>
                <a:cs typeface="Malgun Gothic"/>
              </a:defRPr>
            </a:lvl3pPr>
            <a:lvl4pPr algn="l">
              <a:defRPr sz="1800" b="0">
                <a:solidFill>
                  <a:srgbClr val="805400"/>
                </a:solidFill>
                <a:latin typeface="Malgun Gothic"/>
                <a:ea typeface="Malgun Gothic"/>
                <a:cs typeface="Malgun Gothic"/>
              </a:defRPr>
            </a:lvl4pPr>
            <a:lvl5pPr algn="l">
              <a:defRPr sz="1800" b="0">
                <a:solidFill>
                  <a:srgbClr val="805400"/>
                </a:solidFill>
                <a:latin typeface="Malgun Gothic"/>
                <a:ea typeface="Malgun Gothic"/>
                <a:cs typeface="Malgun Gothic"/>
              </a:defRPr>
            </a:lvl5pPr>
            <a:lvl6pPr algn="l">
              <a:defRPr sz="1800" b="0">
                <a:solidFill>
                  <a:srgbClr val="805400"/>
                </a:solidFill>
                <a:latin typeface="Malgun Gothic"/>
                <a:ea typeface="Malgun Gothic"/>
                <a:cs typeface="Malgun Gothic"/>
              </a:defRPr>
            </a:lvl6pPr>
            <a:lvl7pPr algn="l">
              <a:defRPr sz="1800" b="0">
                <a:solidFill>
                  <a:srgbClr val="805400"/>
                </a:solidFill>
                <a:latin typeface="Malgun Gothic"/>
                <a:ea typeface="Malgun Gothic"/>
                <a:cs typeface="Malgun Gothic"/>
              </a:defRPr>
            </a:lvl7pPr>
            <a:lvl8pPr algn="l">
              <a:defRPr sz="1800" b="0">
                <a:solidFill>
                  <a:srgbClr val="805400"/>
                </a:solidFill>
                <a:latin typeface="Malgun Gothic"/>
                <a:ea typeface="Malgun Gothic"/>
                <a:cs typeface="Malgun Gothic"/>
              </a:defRPr>
            </a:lvl8pPr>
            <a:lvl9pPr algn="l">
              <a:defRPr sz="1800" b="0">
                <a:solidFill>
                  <a:srgbClr val="805400"/>
                </a:solidFill>
                <a:latin typeface="Malgun Gothic"/>
                <a:ea typeface="Malgun Gothic"/>
                <a:cs typeface="Malgun Gothic"/>
              </a:defRPr>
            </a:lvl9pPr>
          </a:lstStyle>
          <a:p xmlns:a="http://schemas.openxmlformats.org/drawingml/2006/main">
            <a:pPr algn="l">
              <a:defRPr sz="1800" b="0">
                <a:solidFill>
                  <a:srgbClr val="805400"/>
                </a:solidFill>
                <a:latin typeface="Malgun Gothic"/>
                <a:ea typeface="Malgun Gothic"/>
                <a:cs typeface="Malgun Gothic"/>
              </a:defRPr>
            </a:pPr>
            <a:r>
              <a:rPr sz="1800" b="0">
                <a:solidFill>
                  <a:srgbClr val="805400"/>
                </a:solidFill>
                <a:latin typeface="Malgun Gothic"/>
                <a:ea typeface="Malgun Gothic"/>
                <a:cs typeface="Malgun Gothic"/>
              </a:rPr>
              <a:t>다음 작업의 실행 기록을 다시 관찰</a:t>
            </a:r>
          </a:p>
        </p:txBody>
      </p:sp>
      <p:sp>
        <p:nvSpPr>
          <p:cNvPr id="39" name="이 ACT: 반복 보정을 다음 작업이 읽을 기준으로 잇기">
            <a:extLst xmlns:a="http://schemas.openxmlformats.org/drawingml/2006/main">
              <a:ext uri="{FF2B5EF4-FFF2-40B4-BE49-F238E27FC236}">
                <a16:creationId xmlns:a16="http://schemas.microsoft.com/office/drawing/2014/main" id="{ADBADC9B-3F03-40B3-93D2-5FCAA9DFE91E}"/>
              </a:ext>
            </a:extLst>
          </p:cNvPr>
          <p:cNvSpPr>
            <a:spLocks xmlns:a="http://schemas.openxmlformats.org/drawingml/2006/main" noGrp="1"/>
          </p:cNvSpPr>
          <p:nvPr/>
        </p:nvSpPr>
        <p:spPr>
          <a:xfrm xmlns:a="http://schemas.openxmlformats.org/drawingml/2006/main">
            <a:off x="609600" y="53244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ACT: 반복 보정을 다음 작업이 읽을 기준으로 잇기</a:t>
            </a:r>
          </a:p>
        </p:txBody>
      </p:sp>
      <p:sp>
        <p:nvSpPr>
          <p:cNvPr id="40" name="Legacy module connection">
            <a:extLst xmlns:a="http://schemas.openxmlformats.org/drawingml/2006/main">
              <a:ext uri="{FF2B5EF4-FFF2-40B4-BE49-F238E27FC236}">
                <a16:creationId xmlns:a16="http://schemas.microsoft.com/office/drawing/2014/main" id="{43303335-5E87-4998-AE65-DD90D227CC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87769600"/>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별도 가상 사례의 출발점">
            <a:extLst xmlns:a="http://schemas.openxmlformats.org/drawingml/2006/main">
              <a:ext uri="{FF2B5EF4-FFF2-40B4-BE49-F238E27FC236}">
                <a16:creationId xmlns:a16="http://schemas.microsoft.com/office/drawing/2014/main" id="{ECB9D871-7763-435F-BDD8-D86E7C41F5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별도 가상 사례의 출발점</a:t>
            </a:r>
          </a:p>
        </p:txBody>
      </p:sp>
      <p:sp>
        <p:nvSpPr>
          <p:cNvPr id="2" name="S84">
            <a:extLst xmlns:a="http://schemas.openxmlformats.org/drawingml/2006/main">
              <a:ext uri="{FF2B5EF4-FFF2-40B4-BE49-F238E27FC236}">
                <a16:creationId xmlns:a16="http://schemas.microsoft.com/office/drawing/2014/main" id="{F2CAF25F-5E12-476B-B727-CF4782801D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처음에는 기준과 재사용 절차가 맞았다">
            <a:extLst xmlns:a="http://schemas.openxmlformats.org/drawingml/2006/main">
              <a:ext uri="{FF2B5EF4-FFF2-40B4-BE49-F238E27FC236}">
                <a16:creationId xmlns:a16="http://schemas.microsoft.com/office/drawing/2014/main" id="{509C1917-742A-4144-A694-A7CB0CE35A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처음에는 기준과 재사용 절차가 맞았다</a:t>
            </a:r>
          </a:p>
        </p:txBody>
      </p:sp>
      <p:sp>
        <p:nvSpPr>
          <p:cNvPr id="4" name="">
            <a:extLst xmlns:a="http://schemas.openxmlformats.org/drawingml/2006/main">
              <a:ext uri="{FF2B5EF4-FFF2-40B4-BE49-F238E27FC236}">
                <a16:creationId xmlns:a16="http://schemas.microsoft.com/office/drawing/2014/main" id="{B2DDAB7F-5D7D-4FE1-9B5F-10AC3C8215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기준과 재사용 지침이 일치한다는 가정">
            <a:extLst xmlns:a="http://schemas.openxmlformats.org/drawingml/2006/main">
              <a:ext uri="{FF2B5EF4-FFF2-40B4-BE49-F238E27FC236}">
                <a16:creationId xmlns:a16="http://schemas.microsoft.com/office/drawing/2014/main" id="{109CD175-C013-4810-9DA6-8460A42338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기준과 재사용 지침이 일치한다는 가정</a:t>
            </a:r>
          </a:p>
        </p:txBody>
      </p:sp>
      <p:sp>
        <p:nvSpPr>
          <p:cNvPr id="6" name="실제 graypipe 이력·Agent 실행·테스트 결과 아님 · 앞의 Skill과 같은 역할이며 같은 파일이">
            <a:extLst xmlns:a="http://schemas.openxmlformats.org/drawingml/2006/main">
              <a:ext uri="{FF2B5EF4-FFF2-40B4-BE49-F238E27FC236}">
                <a16:creationId xmlns:a16="http://schemas.microsoft.com/office/drawing/2014/main" id="{BD4F0499-DB79-4C57-9A0B-05FDA2809F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 이력·Agent 실행·테스트 결과 아님 · 앞의 Skill과 같은 역할이며 같은 파일이 아님</a:t>
            </a:r>
          </a:p>
        </p:txBody>
      </p:sp>
      <p:sp>
        <p:nvSpPr>
          <p:cNvPr id="7" name="Workflow = 재사용할 수행 절차 · 앞에서는 Skill로 관리">
            <a:extLst xmlns:a="http://schemas.openxmlformats.org/drawingml/2006/main">
              <a:ext uri="{FF2B5EF4-FFF2-40B4-BE49-F238E27FC236}">
                <a16:creationId xmlns:a16="http://schemas.microsoft.com/office/drawing/2014/main" id="{479ED55F-D27A-4889-BC25-CA47865F1093}"/>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 = 재사용할 수행 절차 · 앞에서는 Skill로 관리</a:t>
            </a:r>
          </a:p>
        </p:txBody>
      </p:sp>
      <p:sp>
        <p:nvSpPr>
          <p:cNvPr id="8" name="프로젝트의 현재 기준">
            <a:extLst xmlns:a="http://schemas.openxmlformats.org/drawingml/2006/main">
              <a:ext uri="{FF2B5EF4-FFF2-40B4-BE49-F238E27FC236}">
                <a16:creationId xmlns:a16="http://schemas.microsoft.com/office/drawing/2014/main" id="{7164A757-0501-4245-92EC-2FCE1EA2CF2D}"/>
              </a:ext>
            </a:extLst>
          </p:cNvPr>
          <p:cNvSpPr>
            <a:spLocks xmlns:a="http://schemas.openxmlformats.org/drawingml/2006/main" noGrp="1"/>
          </p:cNvSpPr>
          <p:nvPr/>
        </p:nvSpPr>
        <p:spPr>
          <a:xfrm xmlns:a="http://schemas.openxmlformats.org/drawingml/2006/main">
            <a:off x="6096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프로젝트의 현재 기준</a:t>
            </a:r>
          </a:p>
        </p:txBody>
      </p:sp>
      <p:sp>
        <p:nvSpPr>
          <p:cNvPr id="9" name="">
            <a:extLst xmlns:a="http://schemas.openxmlformats.org/drawingml/2006/main">
              <a:ext uri="{FF2B5EF4-FFF2-40B4-BE49-F238E27FC236}">
                <a16:creationId xmlns:a16="http://schemas.microsoft.com/office/drawing/2014/main" id="{78C47F9D-A6B1-4E18-BE02-024C66560870}"/>
              </a:ext>
            </a:extLst>
          </p:cNvPr>
          <p:cNvSpPr>
            <a:spLocks xmlns:a="http://schemas.openxmlformats.org/drawingml/2006/main" noGrp="1"/>
          </p:cNvSpPr>
          <p:nvPr/>
        </p:nvSpPr>
        <p:spPr>
          <a:xfrm xmlns:a="http://schemas.openxmlformats.org/drawingml/2006/main">
            <a:off x="6096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단위 테스트">
            <a:extLst xmlns:a="http://schemas.openxmlformats.org/drawingml/2006/main">
              <a:ext uri="{FF2B5EF4-FFF2-40B4-BE49-F238E27FC236}">
                <a16:creationId xmlns:a16="http://schemas.microsoft.com/office/drawing/2014/main" id="{107DC920-1D67-4271-A8A8-8E7B3DC98CF4}"/>
              </a:ext>
            </a:extLst>
          </p:cNvPr>
          <p:cNvSpPr>
            <a:spLocks xmlns:a="http://schemas.openxmlformats.org/drawingml/2006/main" noGrp="1"/>
          </p:cNvSpPr>
          <p:nvPr/>
        </p:nvSpPr>
        <p:spPr>
          <a:xfrm xmlns:a="http://schemas.openxmlformats.org/drawingml/2006/main">
            <a:off x="6096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1" name="프로젝트 문서에서 확인">
            <a:extLst xmlns:a="http://schemas.openxmlformats.org/drawingml/2006/main">
              <a:ext uri="{FF2B5EF4-FFF2-40B4-BE49-F238E27FC236}">
                <a16:creationId xmlns:a16="http://schemas.microsoft.com/office/drawing/2014/main" id="{8BBC9B3A-EA18-4D25-ABDE-DADE9C15EF4C}"/>
              </a:ext>
            </a:extLst>
          </p:cNvPr>
          <p:cNvSpPr>
            <a:spLocks xmlns:a="http://schemas.openxmlformats.org/drawingml/2006/main" noGrp="1"/>
          </p:cNvSpPr>
          <p:nvPr/>
        </p:nvSpPr>
        <p:spPr>
          <a:xfrm xmlns:a="http://schemas.openxmlformats.org/drawingml/2006/main">
            <a:off x="6096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프로젝트 문서에서 확인</a:t>
            </a:r>
          </a:p>
        </p:txBody>
      </p:sp>
      <p:sp>
        <p:nvSpPr>
          <p:cNvPr id="12" name="Workflow · 재사용 지침">
            <a:extLst xmlns:a="http://schemas.openxmlformats.org/drawingml/2006/main">
              <a:ext uri="{FF2B5EF4-FFF2-40B4-BE49-F238E27FC236}">
                <a16:creationId xmlns:a16="http://schemas.microsoft.com/office/drawing/2014/main" id="{5E1CA71A-5510-4F02-BCED-CFDFA1531739}"/>
              </a:ext>
            </a:extLst>
          </p:cNvPr>
          <p:cNvSpPr>
            <a:spLocks xmlns:a="http://schemas.openxmlformats.org/drawingml/2006/main" noGrp="1"/>
          </p:cNvSpPr>
          <p:nvPr/>
        </p:nvSpPr>
        <p:spPr>
          <a:xfrm xmlns:a="http://schemas.openxmlformats.org/drawingml/2006/main">
            <a:off x="68961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Workflow · 재사용 지침</a:t>
            </a:r>
          </a:p>
        </p:txBody>
      </p:sp>
      <p:sp>
        <p:nvSpPr>
          <p:cNvPr id="13" name="">
            <a:extLst xmlns:a="http://schemas.openxmlformats.org/drawingml/2006/main">
              <a:ext uri="{FF2B5EF4-FFF2-40B4-BE49-F238E27FC236}">
                <a16:creationId xmlns:a16="http://schemas.microsoft.com/office/drawing/2014/main" id="{39B94073-A8CB-4D5F-AF4A-BEC741BCCD86}"/>
              </a:ext>
            </a:extLst>
          </p:cNvPr>
          <p:cNvSpPr>
            <a:spLocks xmlns:a="http://schemas.openxmlformats.org/drawingml/2006/main" noGrp="1"/>
          </p:cNvSpPr>
          <p:nvPr/>
        </p:nvSpPr>
        <p:spPr>
          <a:xfrm xmlns:a="http://schemas.openxmlformats.org/drawingml/2006/main">
            <a:off x="68961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단위 테스트">
            <a:extLst xmlns:a="http://schemas.openxmlformats.org/drawingml/2006/main">
              <a:ext uri="{FF2B5EF4-FFF2-40B4-BE49-F238E27FC236}">
                <a16:creationId xmlns:a16="http://schemas.microsoft.com/office/drawing/2014/main" id="{CD5B9B3E-A7E8-4BA4-84DF-12EFF8E6579C}"/>
              </a:ext>
            </a:extLst>
          </p:cNvPr>
          <p:cNvSpPr>
            <a:spLocks xmlns:a="http://schemas.openxmlformats.org/drawingml/2006/main" noGrp="1"/>
          </p:cNvSpPr>
          <p:nvPr/>
        </p:nvSpPr>
        <p:spPr>
          <a:xfrm xmlns:a="http://schemas.openxmlformats.org/drawingml/2006/main">
            <a:off x="68961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5" name="다음 작업에서 다시 읽음">
            <a:extLst xmlns:a="http://schemas.openxmlformats.org/drawingml/2006/main">
              <a:ext uri="{FF2B5EF4-FFF2-40B4-BE49-F238E27FC236}">
                <a16:creationId xmlns:a16="http://schemas.microsoft.com/office/drawing/2014/main" id="{6C3C3640-1017-48D1-8641-D5176FA25472}"/>
              </a:ext>
            </a:extLst>
          </p:cNvPr>
          <p:cNvSpPr>
            <a:spLocks xmlns:a="http://schemas.openxmlformats.org/drawingml/2006/main" noGrp="1"/>
          </p:cNvSpPr>
          <p:nvPr/>
        </p:nvSpPr>
        <p:spPr>
          <a:xfrm xmlns:a="http://schemas.openxmlformats.org/drawingml/2006/main">
            <a:off x="68961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다음 작업에서 다시 읽음</a:t>
            </a:r>
          </a:p>
        </p:txBody>
      </p:sp>
      <p:sp>
        <p:nvSpPr>
          <p:cNvPr id="16" name="=">
            <a:extLst xmlns:a="http://schemas.openxmlformats.org/drawingml/2006/main">
              <a:ext uri="{FF2B5EF4-FFF2-40B4-BE49-F238E27FC236}">
                <a16:creationId xmlns:a16="http://schemas.microsoft.com/office/drawing/2014/main" id="{9D100C96-2AE0-4840-922A-AFEC5D8A4342}"/>
              </a:ext>
            </a:extLst>
          </p:cNvPr>
          <p:cNvSpPr>
            <a:spLocks xmlns:a="http://schemas.openxmlformats.org/drawingml/2006/main" noGrp="1"/>
          </p:cNvSpPr>
          <p:nvPr/>
        </p:nvSpPr>
        <p:spPr>
          <a:xfrm xmlns:a="http://schemas.openxmlformats.org/drawingml/2006/main">
            <a:off x="5695950" y="3438525"/>
            <a:ext cx="800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000" b="1">
                <a:solidFill>
                  <a:srgbClr val="0B6172"/>
                </a:solidFill>
                <a:latin typeface="Malgun Gothic"/>
                <a:ea typeface="Malgun Gothic"/>
                <a:cs typeface="Malgun Gothic"/>
              </a:defRPr>
            </a:defPPr>
            <a:lvl1pPr algn="ctr">
              <a:defRPr sz="3000" b="1">
                <a:solidFill>
                  <a:srgbClr val="0B6172"/>
                </a:solidFill>
                <a:latin typeface="Malgun Gothic"/>
                <a:ea typeface="Malgun Gothic"/>
                <a:cs typeface="Malgun Gothic"/>
              </a:defRPr>
            </a:lvl1pPr>
            <a:lvl2pPr algn="ctr">
              <a:defRPr sz="3000" b="1">
                <a:solidFill>
                  <a:srgbClr val="0B6172"/>
                </a:solidFill>
                <a:latin typeface="Malgun Gothic"/>
                <a:ea typeface="Malgun Gothic"/>
                <a:cs typeface="Malgun Gothic"/>
              </a:defRPr>
            </a:lvl2pPr>
            <a:lvl3pPr algn="ctr">
              <a:defRPr sz="3000" b="1">
                <a:solidFill>
                  <a:srgbClr val="0B6172"/>
                </a:solidFill>
                <a:latin typeface="Malgun Gothic"/>
                <a:ea typeface="Malgun Gothic"/>
                <a:cs typeface="Malgun Gothic"/>
              </a:defRPr>
            </a:lvl3pPr>
            <a:lvl4pPr algn="ctr">
              <a:defRPr sz="3000" b="1">
                <a:solidFill>
                  <a:srgbClr val="0B6172"/>
                </a:solidFill>
                <a:latin typeface="Malgun Gothic"/>
                <a:ea typeface="Malgun Gothic"/>
                <a:cs typeface="Malgun Gothic"/>
              </a:defRPr>
            </a:lvl4pPr>
            <a:lvl5pPr algn="ctr">
              <a:defRPr sz="3000" b="1">
                <a:solidFill>
                  <a:srgbClr val="0B6172"/>
                </a:solidFill>
                <a:latin typeface="Malgun Gothic"/>
                <a:ea typeface="Malgun Gothic"/>
                <a:cs typeface="Malgun Gothic"/>
              </a:defRPr>
            </a:lvl5pPr>
            <a:lvl6pPr algn="ctr">
              <a:defRPr sz="3000" b="1">
                <a:solidFill>
                  <a:srgbClr val="0B6172"/>
                </a:solidFill>
                <a:latin typeface="Malgun Gothic"/>
                <a:ea typeface="Malgun Gothic"/>
                <a:cs typeface="Malgun Gothic"/>
              </a:defRPr>
            </a:lvl6pPr>
            <a:lvl7pPr algn="ctr">
              <a:defRPr sz="3000" b="1">
                <a:solidFill>
                  <a:srgbClr val="0B6172"/>
                </a:solidFill>
                <a:latin typeface="Malgun Gothic"/>
                <a:ea typeface="Malgun Gothic"/>
                <a:cs typeface="Malgun Gothic"/>
              </a:defRPr>
            </a:lvl7pPr>
            <a:lvl8pPr algn="ctr">
              <a:defRPr sz="3000" b="1">
                <a:solidFill>
                  <a:srgbClr val="0B6172"/>
                </a:solidFill>
                <a:latin typeface="Malgun Gothic"/>
                <a:ea typeface="Malgun Gothic"/>
                <a:cs typeface="Malgun Gothic"/>
              </a:defRPr>
            </a:lvl8pPr>
            <a:lvl9pPr algn="ctr">
              <a:defRPr sz="3000" b="1">
                <a:solidFill>
                  <a:srgbClr val="0B6172"/>
                </a:solidFill>
                <a:latin typeface="Malgun Gothic"/>
                <a:ea typeface="Malgun Gothic"/>
                <a:cs typeface="Malgun Gothic"/>
              </a:defRPr>
            </a:lvl9pPr>
          </a:lstStyle>
          <a:p xmlns:a="http://schemas.openxmlformats.org/drawingml/2006/main">
            <a:pPr algn="ctr">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7" name="가정: 현재 기준에 맞춰 검토해 둔 절차">
            <a:extLst xmlns:a="http://schemas.openxmlformats.org/drawingml/2006/main">
              <a:ext uri="{FF2B5EF4-FFF2-40B4-BE49-F238E27FC236}">
                <a16:creationId xmlns:a16="http://schemas.microsoft.com/office/drawing/2014/main" id="{2D0B4FC8-F9B3-444E-9C2A-1A7FBB0DDEB6}"/>
              </a:ext>
            </a:extLst>
          </p:cNvPr>
          <p:cNvSpPr>
            <a:spLocks xmlns:a="http://schemas.openxmlformats.org/drawingml/2006/main" noGrp="1"/>
          </p:cNvSpPr>
          <p:nvPr/>
        </p:nvSpPr>
        <p:spPr>
          <a:xfrm xmlns:a="http://schemas.openxmlformats.org/drawingml/2006/main">
            <a:off x="609600" y="5105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가정: 현재 기준에 맞춰 검토해 둔 절차</a:t>
            </a:r>
          </a:p>
        </p:txBody>
      </p:sp>
      <p:sp>
        <p:nvSpPr>
          <p:cNvPr id="18" name="Legacy module connection">
            <a:extLst xmlns:a="http://schemas.openxmlformats.org/drawingml/2006/main">
              <a:ext uri="{FF2B5EF4-FFF2-40B4-BE49-F238E27FC236}">
                <a16:creationId xmlns:a16="http://schemas.microsoft.com/office/drawing/2014/main" id="{EA26FB91-EE93-4460-9FF2-0604DAC63B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45342231"/>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FA371F8D-4778-4411-82E4-134DE49C709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85">
            <a:extLst xmlns:a="http://schemas.openxmlformats.org/drawingml/2006/main">
              <a:ext uri="{FF2B5EF4-FFF2-40B4-BE49-F238E27FC236}">
                <a16:creationId xmlns:a16="http://schemas.microsoft.com/office/drawing/2014/main" id="{7B1692B3-C75E-4DF1-9553-C4D04E56151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는 바뀌고 Workflow는 남았다">
            <a:extLst xmlns:a="http://schemas.openxmlformats.org/drawingml/2006/main">
              <a:ext uri="{FF2B5EF4-FFF2-40B4-BE49-F238E27FC236}">
                <a16:creationId xmlns:a16="http://schemas.microsoft.com/office/drawing/2014/main" id="{4C0A98E6-2845-46CC-9511-7A5F89EE90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B1D33D47-C1A5-4470-AF8A-2D460C199E54}"/>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842169BA-4779-4775-AFAF-3D7F29DA3EE3}"/>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901DCF8C-99C4-4D56-AB41-7CBAC577B9C2}"/>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C0FA514F-40B5-45C6-B470-D9A19C9CC675}"/>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1AEF10F9-8781-422E-B2E7-D85912F55E95}"/>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3F4946FF-A1F1-44A2-98F7-19C06B4CF6AD}"/>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7F28C616-C9CE-4557-882C-F4E9BCD53724}"/>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A328AA05-FA4D-48D5-A7A0-40F5ABCE28E5}"/>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EA0D6A99-BB79-4B87-8A5E-3BE3B8592CB1}"/>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218BD2F6-98A0-4EDC-B5B2-3464B354D9BB}"/>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29316A2B-01CE-4D72-9857-4E86EDF22D70}"/>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3D452FFF-A631-423D-B253-513C50E5C0CE}"/>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698EC8CF-FD23-4150-88F5-E5FC9222627C}"/>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7753FDFA-B151-4937-8475-C82CE420584D}"/>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78FB4179-4E5C-4057-B13D-D9725A6C7955}"/>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9E2563B2-8356-4C3C-A420-E2BF2DDD634F}"/>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EF5631C7-BDCB-4901-9CF3-E25D74583CD7}"/>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C982519F-415B-4686-82FB-829F15C217D6}"/>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6874A08F-4082-4A4B-A715-A7B0C85D219A}"/>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F0D596D-CBB9-4AAF-824E-E127A050F85E}"/>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CE6B6B20-44CB-400D-87F4-3779313D8918}"/>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검토·갱신 담당은 이 차이를 언제 확인할까?">
            <a:extLst xmlns:a="http://schemas.openxmlformats.org/drawingml/2006/main">
              <a:ext uri="{FF2B5EF4-FFF2-40B4-BE49-F238E27FC236}">
                <a16:creationId xmlns:a16="http://schemas.microsoft.com/office/drawing/2014/main" id="{BCCBE539-59CA-4A18-9DE7-7200721D9567}"/>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검토·갱신 담당은 이 차이를 언제 확인할까?</a:t>
            </a:r>
          </a:p>
        </p:txBody>
      </p:sp>
      <p:sp>
        <p:nvSpPr>
          <p:cNvPr id="26" name="">
            <a:extLst xmlns:a="http://schemas.openxmlformats.org/drawingml/2006/main">
              <a:ext uri="{FF2B5EF4-FFF2-40B4-BE49-F238E27FC236}">
                <a16:creationId xmlns:a16="http://schemas.microsoft.com/office/drawing/2014/main" id="{C0A4DF34-1063-4E35-B193-FB89A1B025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D2146690-0EBC-4AB7-8492-CDCC11F95A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5F5CFAF5-F4D5-4CE0-9A85-027DAEE5CD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8BEBAC8F-48D0-47E3-A9AE-7C90F933B9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40416557"/>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CONCEPTUAL / 두 루프가 바꾸는 범위">
            <a:extLst xmlns:a="http://schemas.openxmlformats.org/drawingml/2006/main">
              <a:ext uri="{FF2B5EF4-FFF2-40B4-BE49-F238E27FC236}">
                <a16:creationId xmlns:a16="http://schemas.microsoft.com/office/drawing/2014/main" id="{F49ABC8D-41F1-4F61-B8CD-8F48CF3ED5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두 루프가 바꾸는 범위</a:t>
            </a:r>
          </a:p>
        </p:txBody>
      </p:sp>
      <p:sp>
        <p:nvSpPr>
          <p:cNvPr id="2" name="S86">
            <a:extLst xmlns:a="http://schemas.openxmlformats.org/drawingml/2006/main">
              <a:ext uri="{FF2B5EF4-FFF2-40B4-BE49-F238E27FC236}">
                <a16:creationId xmlns:a16="http://schemas.microsoft.com/office/drawing/2014/main" id="{C83BF90E-38D5-4C98-BB62-0DE3400CDB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이번 요청과 다음 작업의 지침">
            <a:extLst xmlns:a="http://schemas.openxmlformats.org/drawingml/2006/main">
              <a:ext uri="{FF2B5EF4-FFF2-40B4-BE49-F238E27FC236}">
                <a16:creationId xmlns:a16="http://schemas.microsoft.com/office/drawing/2014/main" id="{BE23AB57-7278-4FA4-97C8-DF5FA664C3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요청과 다음 작업의 지침</a:t>
            </a:r>
          </a:p>
        </p:txBody>
      </p:sp>
      <p:sp>
        <p:nvSpPr>
          <p:cNvPr id="4" name="">
            <a:extLst xmlns:a="http://schemas.openxmlformats.org/drawingml/2006/main">
              <a:ext uri="{FF2B5EF4-FFF2-40B4-BE49-F238E27FC236}">
                <a16:creationId xmlns:a16="http://schemas.microsoft.com/office/drawing/2014/main" id="{6F5C04EF-21BA-4B16-BF16-184AE1B322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현재 요청의 보정과 다음 작업이 읽을 지침을 비교">
            <a:extLst xmlns:a="http://schemas.openxmlformats.org/drawingml/2006/main">
              <a:ext uri="{FF2B5EF4-FFF2-40B4-BE49-F238E27FC236}">
                <a16:creationId xmlns:a16="http://schemas.microsoft.com/office/drawing/2014/main" id="{F9739AFF-147A-486A-A843-3182689D7E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현재 요청의 보정과 다음 작업이 읽을 지침을 비교</a:t>
            </a:r>
          </a:p>
        </p:txBody>
      </p:sp>
      <p:sp>
        <p:nvSpPr>
          <p:cNvPr id="6" name="교육용 구성 · 실제 실행·완료·지침 변경 결과가 아님">
            <a:extLst xmlns:a="http://schemas.openxmlformats.org/drawingml/2006/main">
              <a:ext uri="{FF2B5EF4-FFF2-40B4-BE49-F238E27FC236}">
                <a16:creationId xmlns:a16="http://schemas.microsoft.com/office/drawing/2014/main" id="{274FF826-F46D-45F7-A1CC-6B4C023945E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구성 · 실제 실행·완료·지침 변경 결과가 아님</a:t>
            </a:r>
          </a:p>
        </p:txBody>
      </p:sp>
      <p:sp>
        <p:nvSpPr>
          <p:cNvPr id="7" name="이번 요청에 통합 테스트를 더한다면?">
            <a:extLst xmlns:a="http://schemas.openxmlformats.org/drawingml/2006/main">
              <a:ext uri="{FF2B5EF4-FFF2-40B4-BE49-F238E27FC236}">
                <a16:creationId xmlns:a16="http://schemas.microsoft.com/office/drawing/2014/main" id="{571BA90F-28C5-4B08-9E5C-5BBA596A11EC}"/>
              </a:ext>
            </a:extLst>
          </p:cNvPr>
          <p:cNvSpPr>
            <a:spLocks xmlns:a="http://schemas.openxmlformats.org/drawingml/2006/main" noGrp="1"/>
          </p:cNvSpPr>
          <p:nvPr/>
        </p:nvSpPr>
        <p:spPr>
          <a:xfrm xmlns:a="http://schemas.openxmlformats.org/drawingml/2006/main">
            <a:off x="609600" y="1771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이번 요청에 통합 테스트를 더한다면?</a:t>
            </a:r>
          </a:p>
        </p:txBody>
      </p:sp>
      <p:sp>
        <p:nvSpPr>
          <p:cNvPr id="8" name="작업 수행 루프">
            <a:extLst xmlns:a="http://schemas.openxmlformats.org/drawingml/2006/main">
              <a:ext uri="{FF2B5EF4-FFF2-40B4-BE49-F238E27FC236}">
                <a16:creationId xmlns:a16="http://schemas.microsoft.com/office/drawing/2014/main" id="{5510F056-B99A-4136-8668-D66CE660CBA5}"/>
              </a:ext>
            </a:extLst>
          </p:cNvPr>
          <p:cNvSpPr>
            <a:spLocks xmlns:a="http://schemas.openxmlformats.org/drawingml/2006/main" noGrp="1"/>
          </p:cNvSpPr>
          <p:nvPr/>
        </p:nvSpPr>
        <p:spPr>
          <a:xfrm xmlns:a="http://schemas.openxmlformats.org/drawingml/2006/main">
            <a:off x="609600" y="2543175"/>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수행 루프</a:t>
            </a:r>
          </a:p>
        </p:txBody>
      </p:sp>
      <p:sp>
        <p:nvSpPr>
          <p:cNvPr id="9" name="">
            <a:extLst xmlns:a="http://schemas.openxmlformats.org/drawingml/2006/main">
              <a:ext uri="{FF2B5EF4-FFF2-40B4-BE49-F238E27FC236}">
                <a16:creationId xmlns:a16="http://schemas.microsoft.com/office/drawing/2014/main" id="{3DE25FC6-924F-4061-B001-F52F624E9B3B}"/>
              </a:ext>
            </a:extLst>
          </p:cNvPr>
          <p:cNvSpPr>
            <a:spLocks xmlns:a="http://schemas.openxmlformats.org/drawingml/2006/main" noGrp="1"/>
          </p:cNvSpPr>
          <p:nvPr/>
        </p:nvSpPr>
        <p:spPr>
          <a:xfrm xmlns:a="http://schemas.openxmlformats.org/drawingml/2006/main">
            <a:off x="609600" y="3095625"/>
            <a:ext cx="4876800" cy="8667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통합 테스트도 확인해 줘.">
            <a:extLst xmlns:a="http://schemas.openxmlformats.org/drawingml/2006/main">
              <a:ext uri="{FF2B5EF4-FFF2-40B4-BE49-F238E27FC236}">
                <a16:creationId xmlns:a16="http://schemas.microsoft.com/office/drawing/2014/main" id="{351D0882-7ED8-4817-9716-F9129E864A5A}"/>
              </a:ext>
            </a:extLst>
          </p:cNvPr>
          <p:cNvSpPr>
            <a:spLocks xmlns:a="http://schemas.openxmlformats.org/drawingml/2006/main" noGrp="1"/>
          </p:cNvSpPr>
          <p:nvPr/>
        </p:nvSpPr>
        <p:spPr>
          <a:xfrm xmlns:a="http://schemas.openxmlformats.org/drawingml/2006/main">
            <a:off x="819150" y="3257550"/>
            <a:ext cx="4457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 테스트도 확인해 줘.</a:t>
            </a:r>
          </a:p>
        </p:txBody>
      </p:sp>
      <p:sp>
        <p:nvSpPr>
          <p:cNvPr id="11" name="">
            <a:extLst xmlns:a="http://schemas.openxmlformats.org/drawingml/2006/main">
              <a:ext uri="{FF2B5EF4-FFF2-40B4-BE49-F238E27FC236}">
                <a16:creationId xmlns:a16="http://schemas.microsoft.com/office/drawing/2014/main" id="{C64FC688-9252-4C1B-826B-5F77EEE557FD}"/>
              </a:ext>
            </a:extLst>
          </p:cNvPr>
          <p:cNvSpPr>
            <a:spLocks xmlns:a="http://schemas.openxmlformats.org/drawingml/2006/main" noGrp="1"/>
          </p:cNvSpPr>
          <p:nvPr/>
        </p:nvSpPr>
        <p:spPr>
          <a:xfrm xmlns:a="http://schemas.openxmlformats.org/drawingml/2006/main">
            <a:off x="609600" y="4276725"/>
            <a:ext cx="14097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추가 확인">
            <a:extLst xmlns:a="http://schemas.openxmlformats.org/drawingml/2006/main">
              <a:ext uri="{FF2B5EF4-FFF2-40B4-BE49-F238E27FC236}">
                <a16:creationId xmlns:a16="http://schemas.microsoft.com/office/drawing/2014/main" id="{3D103796-6D3E-44A5-97F6-C2A96EE99F15}"/>
              </a:ext>
            </a:extLst>
          </p:cNvPr>
          <p:cNvSpPr>
            <a:spLocks xmlns:a="http://schemas.openxmlformats.org/drawingml/2006/main" noGrp="1"/>
          </p:cNvSpPr>
          <p:nvPr/>
        </p:nvSpPr>
        <p:spPr>
          <a:xfrm xmlns:a="http://schemas.openxmlformats.org/drawingml/2006/main">
            <a:off x="609600" y="4419600"/>
            <a:ext cx="1409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추가 확인</a:t>
            </a:r>
          </a:p>
        </p:txBody>
      </p:sp>
      <p:cxnSp>
        <p:nvCxnSpPr>
          <p:cNvPr id="13" name="">
            <a:extLst xmlns:a="http://schemas.openxmlformats.org/drawingml/2006/main">
              <a:ext uri="{FF2B5EF4-FFF2-40B4-BE49-F238E27FC236}">
                <a16:creationId xmlns:a16="http://schemas.microsoft.com/office/drawing/2014/main" id="{AAB0CD9D-C4C6-427A-923A-6DD8CC38F060}"/>
              </a:ext>
            </a:extLst>
          </p:cNvPr>
          <p:cNvCxnSpPr/>
          <p:nvPr/>
        </p:nvCxnSpPr>
        <p:spPr>
          <a:xfrm xmlns:a="http://schemas.openxmlformats.org/drawingml/2006/main">
            <a:off x="2085975" y="4638675"/>
            <a:ext cx="190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0BF5D9E4-524F-4BBB-AB47-A551E0D054A0}"/>
              </a:ext>
            </a:extLst>
          </p:cNvPr>
          <p:cNvSpPr>
            <a:spLocks xmlns:a="http://schemas.openxmlformats.org/drawingml/2006/main" noGrp="1"/>
          </p:cNvSpPr>
          <p:nvPr/>
        </p:nvSpPr>
        <p:spPr>
          <a:xfrm xmlns:a="http://schemas.openxmlformats.org/drawingml/2006/main">
            <a:off x="2343150" y="4276725"/>
            <a:ext cx="14097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결과 검토">
            <a:extLst xmlns:a="http://schemas.openxmlformats.org/drawingml/2006/main">
              <a:ext uri="{FF2B5EF4-FFF2-40B4-BE49-F238E27FC236}">
                <a16:creationId xmlns:a16="http://schemas.microsoft.com/office/drawing/2014/main" id="{2EDD014B-DA67-4EE0-A800-AF7E1794CF03}"/>
              </a:ext>
            </a:extLst>
          </p:cNvPr>
          <p:cNvSpPr>
            <a:spLocks xmlns:a="http://schemas.openxmlformats.org/drawingml/2006/main" noGrp="1"/>
          </p:cNvSpPr>
          <p:nvPr/>
        </p:nvSpPr>
        <p:spPr>
          <a:xfrm xmlns:a="http://schemas.openxmlformats.org/drawingml/2006/main">
            <a:off x="2343150" y="4419600"/>
            <a:ext cx="1409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 검토</a:t>
            </a:r>
          </a:p>
        </p:txBody>
      </p:sp>
      <p:cxnSp>
        <p:nvCxnSpPr>
          <p:cNvPr id="16" name="">
            <a:extLst xmlns:a="http://schemas.openxmlformats.org/drawingml/2006/main">
              <a:ext uri="{FF2B5EF4-FFF2-40B4-BE49-F238E27FC236}">
                <a16:creationId xmlns:a16="http://schemas.microsoft.com/office/drawing/2014/main" id="{8469232B-8EC0-480D-8F86-EF86810E6FBA}"/>
              </a:ext>
            </a:extLst>
          </p:cNvPr>
          <p:cNvCxnSpPr/>
          <p:nvPr/>
        </p:nvCxnSpPr>
        <p:spPr>
          <a:xfrm xmlns:a="http://schemas.openxmlformats.org/drawingml/2006/main">
            <a:off x="3819525" y="4638675"/>
            <a:ext cx="190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6391CA3A-03A8-4781-8145-2985910A21B5}"/>
              </a:ext>
            </a:extLst>
          </p:cNvPr>
          <p:cNvSpPr>
            <a:spLocks xmlns:a="http://schemas.openxmlformats.org/drawingml/2006/main" noGrp="1"/>
          </p:cNvSpPr>
          <p:nvPr/>
        </p:nvSpPr>
        <p:spPr>
          <a:xfrm xmlns:a="http://schemas.openxmlformats.org/drawingml/2006/main">
            <a:off x="4076700" y="4276725"/>
            <a:ext cx="14097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8" name="이번 작업 완료">
            <a:extLst xmlns:a="http://schemas.openxmlformats.org/drawingml/2006/main">
              <a:ext uri="{FF2B5EF4-FFF2-40B4-BE49-F238E27FC236}">
                <a16:creationId xmlns:a16="http://schemas.microsoft.com/office/drawing/2014/main" id="{113A6EE5-E187-45C9-96F9-9E8DF2F549FB}"/>
              </a:ext>
            </a:extLst>
          </p:cNvPr>
          <p:cNvSpPr>
            <a:spLocks xmlns:a="http://schemas.openxmlformats.org/drawingml/2006/main" noGrp="1"/>
          </p:cNvSpPr>
          <p:nvPr/>
        </p:nvSpPr>
        <p:spPr>
          <a:xfrm xmlns:a="http://schemas.openxmlformats.org/drawingml/2006/main">
            <a:off x="4076700" y="4419600"/>
            <a:ext cx="1409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작업 완료</a:t>
            </a:r>
          </a:p>
        </p:txBody>
      </p:sp>
      <p:sp>
        <p:nvSpPr>
          <p:cNvPr id="19" name="체계 개선 루프의 대상">
            <a:extLst xmlns:a="http://schemas.openxmlformats.org/drawingml/2006/main">
              <a:ext uri="{FF2B5EF4-FFF2-40B4-BE49-F238E27FC236}">
                <a16:creationId xmlns:a16="http://schemas.microsoft.com/office/drawing/2014/main" id="{CEB79935-6F28-4623-8E3D-DDC78B7AE5AF}"/>
              </a:ext>
            </a:extLst>
          </p:cNvPr>
          <p:cNvSpPr>
            <a:spLocks xmlns:a="http://schemas.openxmlformats.org/drawingml/2006/main" noGrp="1"/>
          </p:cNvSpPr>
          <p:nvPr/>
        </p:nvSpPr>
        <p:spPr>
          <a:xfrm xmlns:a="http://schemas.openxmlformats.org/drawingml/2006/main">
            <a:off x="6705600" y="2543175"/>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체계 개선 루프의 대상</a:t>
            </a:r>
          </a:p>
        </p:txBody>
      </p:sp>
      <p:sp>
        <p:nvSpPr>
          <p:cNvPr id="20" name="">
            <a:extLst xmlns:a="http://schemas.openxmlformats.org/drawingml/2006/main">
              <a:ext uri="{FF2B5EF4-FFF2-40B4-BE49-F238E27FC236}">
                <a16:creationId xmlns:a16="http://schemas.microsoft.com/office/drawing/2014/main" id="{EDD515BD-504E-4074-A64C-F2D8F99D56F3}"/>
              </a:ext>
            </a:extLst>
          </p:cNvPr>
          <p:cNvSpPr>
            <a:spLocks xmlns:a="http://schemas.openxmlformats.org/drawingml/2006/main" noGrp="1"/>
          </p:cNvSpPr>
          <p:nvPr/>
        </p:nvSpPr>
        <p:spPr>
          <a:xfrm xmlns:a="http://schemas.openxmlformats.org/drawingml/2006/main">
            <a:off x="6705600" y="3095625"/>
            <a:ext cx="4876800" cy="866775"/>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21" name="다음 작업의 Workflow&#10;단위 테스트만 지시">
            <a:extLst xmlns:a="http://schemas.openxmlformats.org/drawingml/2006/main">
              <a:ext uri="{FF2B5EF4-FFF2-40B4-BE49-F238E27FC236}">
                <a16:creationId xmlns:a16="http://schemas.microsoft.com/office/drawing/2014/main" id="{6F4F5062-5983-423A-94BA-FBFD11728D0B}"/>
              </a:ext>
            </a:extLst>
          </p:cNvPr>
          <p:cNvSpPr>
            <a:spLocks xmlns:a="http://schemas.openxmlformats.org/drawingml/2006/main" noGrp="1"/>
          </p:cNvSpPr>
          <p:nvPr/>
        </p:nvSpPr>
        <p:spPr>
          <a:xfrm xmlns:a="http://schemas.openxmlformats.org/drawingml/2006/main">
            <a:off x="6896100" y="3190875"/>
            <a:ext cx="4495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다음 작업의 Workflow</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단위 테스트만 지시</a:t>
            </a:r>
          </a:p>
        </p:txBody>
      </p:sp>
      <p:sp>
        <p:nvSpPr>
          <p:cNvPr id="22" name="이번 요청이 끝나도, 원래 지침은 그대로">
            <a:extLst xmlns:a="http://schemas.openxmlformats.org/drawingml/2006/main">
              <a:ext uri="{FF2B5EF4-FFF2-40B4-BE49-F238E27FC236}">
                <a16:creationId xmlns:a16="http://schemas.microsoft.com/office/drawing/2014/main" id="{59ED8CD2-2B23-4008-9FD2-694DDCAB3E2A}"/>
              </a:ext>
            </a:extLst>
          </p:cNvPr>
          <p:cNvSpPr>
            <a:spLocks xmlns:a="http://schemas.openxmlformats.org/drawingml/2006/main" noGrp="1"/>
          </p:cNvSpPr>
          <p:nvPr/>
        </p:nvSpPr>
        <p:spPr>
          <a:xfrm xmlns:a="http://schemas.openxmlformats.org/drawingml/2006/main">
            <a:off x="6705600" y="4362450"/>
            <a:ext cx="4876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이번 요청이 끝나도, 원래 지침은 그대로</a:t>
            </a:r>
          </a:p>
        </p:txBody>
      </p:sp>
      <p:sp>
        <p:nvSpPr>
          <p:cNvPr id="23" name="다음에도 필요한 보정이라면, 원인을 확인하고 재사용 출처를 검토">
            <a:extLst xmlns:a="http://schemas.openxmlformats.org/drawingml/2006/main">
              <a:ext uri="{FF2B5EF4-FFF2-40B4-BE49-F238E27FC236}">
                <a16:creationId xmlns:a16="http://schemas.microsoft.com/office/drawing/2014/main" id="{EA3B1AB8-9DEB-4F4C-94E7-9024731B6D6C}"/>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다음에도 필요한 보정이라면, 원인을 확인하고 재사용 출처를 검토</a:t>
            </a:r>
          </a:p>
        </p:txBody>
      </p:sp>
      <p:sp>
        <p:nvSpPr>
          <p:cNvPr id="24" name="Legacy module connection">
            <a:extLst xmlns:a="http://schemas.openxmlformats.org/drawingml/2006/main">
              <a:ext uri="{FF2B5EF4-FFF2-40B4-BE49-F238E27FC236}">
                <a16:creationId xmlns:a16="http://schemas.microsoft.com/office/drawing/2014/main" id="{7BCF910E-8B39-4937-AC6D-29303ABEBB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88514081"/>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CONCEPTUAL / 조사할 대상과 근거">
            <a:extLst xmlns:a="http://schemas.openxmlformats.org/drawingml/2006/main">
              <a:ext uri="{FF2B5EF4-FFF2-40B4-BE49-F238E27FC236}">
                <a16:creationId xmlns:a16="http://schemas.microsoft.com/office/drawing/2014/main" id="{5086A8F6-C9E3-4851-AA81-0F86F2BA71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조사할 대상과 근거</a:t>
            </a:r>
          </a:p>
        </p:txBody>
      </p:sp>
      <p:sp>
        <p:nvSpPr>
          <p:cNvPr id="2" name="S87">
            <a:extLst xmlns:a="http://schemas.openxmlformats.org/drawingml/2006/main">
              <a:ext uri="{FF2B5EF4-FFF2-40B4-BE49-F238E27FC236}">
                <a16:creationId xmlns:a16="http://schemas.microsoft.com/office/drawing/2014/main" id="{01148462-75CA-4315-A561-A040307631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원인을 고르기 전에 확인할 기록">
            <a:extLst xmlns:a="http://schemas.openxmlformats.org/drawingml/2006/main">
              <a:ext uri="{FF2B5EF4-FFF2-40B4-BE49-F238E27FC236}">
                <a16:creationId xmlns:a16="http://schemas.microsoft.com/office/drawing/2014/main" id="{B2782BDE-4945-4C61-9782-5C7AB824E57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원인을 고르기 전에 확인할 기록</a:t>
            </a:r>
          </a:p>
        </p:txBody>
      </p:sp>
      <p:sp>
        <p:nvSpPr>
          <p:cNvPr id="4" name="">
            <a:extLst xmlns:a="http://schemas.openxmlformats.org/drawingml/2006/main">
              <a:ext uri="{FF2B5EF4-FFF2-40B4-BE49-F238E27FC236}">
                <a16:creationId xmlns:a16="http://schemas.microsoft.com/office/drawing/2014/main" id="{ED77759D-2A03-46F3-B479-5CC823ABA0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실제 문제라면 확인할 기록을 설계한 교육용 도식">
            <a:extLst xmlns:a="http://schemas.openxmlformats.org/drawingml/2006/main">
              <a:ext uri="{FF2B5EF4-FFF2-40B4-BE49-F238E27FC236}">
                <a16:creationId xmlns:a16="http://schemas.microsoft.com/office/drawing/2014/main" id="{9051FFB4-CCC8-44F1-9835-1322374FFF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실제 문제라면 확인할 기록을 설계한 교육용 도식</a:t>
            </a:r>
          </a:p>
        </p:txBody>
      </p:sp>
      <p:sp>
        <p:nvSpPr>
          <p:cNvPr id="6" name="아래는 확인 대상 · 실행 기록·실패 결과를 만든 것이 아니며 한 원인을 미리 확정하지 않음">
            <a:extLst xmlns:a="http://schemas.openxmlformats.org/drawingml/2006/main">
              <a:ext uri="{FF2B5EF4-FFF2-40B4-BE49-F238E27FC236}">
                <a16:creationId xmlns:a16="http://schemas.microsoft.com/office/drawing/2014/main" id="{7F1AB2A7-5187-44FD-9F8C-CB26902F24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확인 대상 · 실행 기록·실패 결과를 만든 것이 아니며 한 원인을 미리 확정하지 않음</a:t>
            </a:r>
          </a:p>
        </p:txBody>
      </p:sp>
      <p:sp>
        <p:nvSpPr>
          <p:cNvPr id="7" name="검증이 충분한지&#10;무엇으로 판단할까?">
            <a:extLst xmlns:a="http://schemas.openxmlformats.org/drawingml/2006/main">
              <a:ext uri="{FF2B5EF4-FFF2-40B4-BE49-F238E27FC236}">
                <a16:creationId xmlns:a16="http://schemas.microsoft.com/office/drawing/2014/main" id="{6E95B787-6507-42F7-85D6-8E88FC94F0F5}"/>
              </a:ext>
            </a:extLst>
          </p:cNvPr>
          <p:cNvSpPr>
            <a:spLocks xmlns:a="http://schemas.openxmlformats.org/drawingml/2006/main" noGrp="1"/>
          </p:cNvSpPr>
          <p:nvPr/>
        </p:nvSpPr>
        <p:spPr>
          <a:xfrm xmlns:a="http://schemas.openxmlformats.org/drawingml/2006/main">
            <a:off x="609600" y="2533650"/>
            <a:ext cx="3905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검증이 충분한지</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판단할까?</a:t>
            </a:r>
          </a:p>
        </p:txBody>
      </p:sp>
      <p:sp>
        <p:nvSpPr>
          <p:cNvPr id="8" name="증상에서 곧바로&#10;수정 대상으로 가지 않는다">
            <a:extLst xmlns:a="http://schemas.openxmlformats.org/drawingml/2006/main">
              <a:ext uri="{FF2B5EF4-FFF2-40B4-BE49-F238E27FC236}">
                <a16:creationId xmlns:a16="http://schemas.microsoft.com/office/drawing/2014/main" id="{45AF8AD5-89E7-4B60-A822-8207BD09BE05}"/>
              </a:ext>
            </a:extLst>
          </p:cNvPr>
          <p:cNvSpPr>
            <a:spLocks xmlns:a="http://schemas.openxmlformats.org/drawingml/2006/main" noGrp="1"/>
          </p:cNvSpPr>
          <p:nvPr/>
        </p:nvSpPr>
        <p:spPr>
          <a:xfrm xmlns:a="http://schemas.openxmlformats.org/drawingml/2006/main">
            <a:off x="609600" y="4019550"/>
            <a:ext cx="3905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증상에서 곧바로</a:t>
            </a:r>
          </a:p>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수정 대상으로 가지 않는다</a:t>
            </a:r>
          </a:p>
        </p:txBody>
      </p:sp>
      <p:sp>
        <p:nvSpPr>
          <p:cNvPr id="9" name="">
            <a:extLst xmlns:a="http://schemas.openxmlformats.org/drawingml/2006/main">
              <a:ext uri="{FF2B5EF4-FFF2-40B4-BE49-F238E27FC236}">
                <a16:creationId xmlns:a16="http://schemas.microsoft.com/office/drawing/2014/main" id="{3E11FD3B-B5A1-43F2-A32B-90F466B5C05F}"/>
              </a:ext>
            </a:extLst>
          </p:cNvPr>
          <p:cNvSpPr>
            <a:spLocks xmlns:a="http://schemas.openxmlformats.org/drawingml/2006/main" noGrp="1"/>
          </p:cNvSpPr>
          <p:nvPr/>
        </p:nvSpPr>
        <p:spPr>
          <a:xfrm xmlns:a="http://schemas.openxmlformats.org/drawingml/2006/main">
            <a:off x="5143500" y="2238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프로젝트 기준">
            <a:extLst xmlns:a="http://schemas.openxmlformats.org/drawingml/2006/main">
              <a:ext uri="{FF2B5EF4-FFF2-40B4-BE49-F238E27FC236}">
                <a16:creationId xmlns:a16="http://schemas.microsoft.com/office/drawing/2014/main" id="{D194486A-1FBF-4987-BBBF-EF2F7F2066A2}"/>
              </a:ext>
            </a:extLst>
          </p:cNvPr>
          <p:cNvSpPr>
            <a:spLocks xmlns:a="http://schemas.openxmlformats.org/drawingml/2006/main" noGrp="1"/>
          </p:cNvSpPr>
          <p:nvPr/>
        </p:nvSpPr>
        <p:spPr>
          <a:xfrm xmlns:a="http://schemas.openxmlformats.org/drawingml/2006/main">
            <a:off x="5143500" y="2352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프로젝트 기준</a:t>
            </a:r>
          </a:p>
        </p:txBody>
      </p:sp>
      <p:sp>
        <p:nvSpPr>
          <p:cNvPr id="11" name="현재 문서·명세">
            <a:extLst xmlns:a="http://schemas.openxmlformats.org/drawingml/2006/main">
              <a:ext uri="{FF2B5EF4-FFF2-40B4-BE49-F238E27FC236}">
                <a16:creationId xmlns:a16="http://schemas.microsoft.com/office/drawing/2014/main" id="{ADE1C285-7A11-4D4B-91AF-34878E7F3218}"/>
              </a:ext>
            </a:extLst>
          </p:cNvPr>
          <p:cNvSpPr>
            <a:spLocks xmlns:a="http://schemas.openxmlformats.org/drawingml/2006/main" noGrp="1"/>
          </p:cNvSpPr>
          <p:nvPr/>
        </p:nvSpPr>
        <p:spPr>
          <a:xfrm xmlns:a="http://schemas.openxmlformats.org/drawingml/2006/main">
            <a:off x="7524750" y="2352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문서·명세</a:t>
            </a:r>
          </a:p>
        </p:txBody>
      </p:sp>
      <p:sp>
        <p:nvSpPr>
          <p:cNvPr id="12" name="">
            <a:extLst xmlns:a="http://schemas.openxmlformats.org/drawingml/2006/main">
              <a:ext uri="{FF2B5EF4-FFF2-40B4-BE49-F238E27FC236}">
                <a16:creationId xmlns:a16="http://schemas.microsoft.com/office/drawing/2014/main" id="{CDE6D420-8D53-4C0D-8349-77987158B545}"/>
              </a:ext>
            </a:extLst>
          </p:cNvPr>
          <p:cNvSpPr>
            <a:spLocks xmlns:a="http://schemas.openxmlformats.org/drawingml/2006/main" noGrp="1"/>
          </p:cNvSpPr>
          <p:nvPr/>
        </p:nvSpPr>
        <p:spPr>
          <a:xfrm xmlns:a="http://schemas.openxmlformats.org/drawingml/2006/main">
            <a:off x="5143500" y="3000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재사용 절차">
            <a:extLst xmlns:a="http://schemas.openxmlformats.org/drawingml/2006/main">
              <a:ext uri="{FF2B5EF4-FFF2-40B4-BE49-F238E27FC236}">
                <a16:creationId xmlns:a16="http://schemas.microsoft.com/office/drawing/2014/main" id="{9DA0C60E-B342-4835-859C-D5AC06A84104}"/>
              </a:ext>
            </a:extLst>
          </p:cNvPr>
          <p:cNvSpPr>
            <a:spLocks xmlns:a="http://schemas.openxmlformats.org/drawingml/2006/main" noGrp="1"/>
          </p:cNvSpPr>
          <p:nvPr/>
        </p:nvSpPr>
        <p:spPr>
          <a:xfrm xmlns:a="http://schemas.openxmlformats.org/drawingml/2006/main">
            <a:off x="5143500" y="3114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재사용 절차</a:t>
            </a:r>
          </a:p>
        </p:txBody>
      </p:sp>
      <p:sp>
        <p:nvSpPr>
          <p:cNvPr id="14" name="실제로 읽은 지침">
            <a:extLst xmlns:a="http://schemas.openxmlformats.org/drawingml/2006/main">
              <a:ext uri="{FF2B5EF4-FFF2-40B4-BE49-F238E27FC236}">
                <a16:creationId xmlns:a16="http://schemas.microsoft.com/office/drawing/2014/main" id="{69B19232-CA13-40C9-9BA1-5713B99D834F}"/>
              </a:ext>
            </a:extLst>
          </p:cNvPr>
          <p:cNvSpPr>
            <a:spLocks xmlns:a="http://schemas.openxmlformats.org/drawingml/2006/main" noGrp="1"/>
          </p:cNvSpPr>
          <p:nvPr/>
        </p:nvSpPr>
        <p:spPr>
          <a:xfrm xmlns:a="http://schemas.openxmlformats.org/drawingml/2006/main">
            <a:off x="7524750" y="3114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실제로 읽은 지침</a:t>
            </a:r>
          </a:p>
        </p:txBody>
      </p:sp>
      <p:sp>
        <p:nvSpPr>
          <p:cNvPr id="15" name="">
            <a:extLst xmlns:a="http://schemas.openxmlformats.org/drawingml/2006/main">
              <a:ext uri="{FF2B5EF4-FFF2-40B4-BE49-F238E27FC236}">
                <a16:creationId xmlns:a16="http://schemas.microsoft.com/office/drawing/2014/main" id="{2C5EE900-2922-4A5B-A204-86C8C8AE0DD5}"/>
              </a:ext>
            </a:extLst>
          </p:cNvPr>
          <p:cNvSpPr>
            <a:spLocks xmlns:a="http://schemas.openxmlformats.org/drawingml/2006/main" noGrp="1"/>
          </p:cNvSpPr>
          <p:nvPr/>
        </p:nvSpPr>
        <p:spPr>
          <a:xfrm xmlns:a="http://schemas.openxmlformats.org/drawingml/2006/main">
            <a:off x="5143500" y="3762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A29437B2-F9E2-4531-A812-279F0DCDD78C}"/>
              </a:ext>
            </a:extLst>
          </p:cNvPr>
          <p:cNvSpPr>
            <a:spLocks xmlns:a="http://schemas.openxmlformats.org/drawingml/2006/main" noGrp="1"/>
          </p:cNvSpPr>
          <p:nvPr/>
        </p:nvSpPr>
        <p:spPr>
          <a:xfrm xmlns:a="http://schemas.openxmlformats.org/drawingml/2006/main">
            <a:off x="5143500" y="3876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명령·허용 범위·실행 조건">
            <a:extLst xmlns:a="http://schemas.openxmlformats.org/drawingml/2006/main">
              <a:ext uri="{FF2B5EF4-FFF2-40B4-BE49-F238E27FC236}">
                <a16:creationId xmlns:a16="http://schemas.microsoft.com/office/drawing/2014/main" id="{ABEC25EA-724A-4A98-BDE2-94105C74362F}"/>
              </a:ext>
            </a:extLst>
          </p:cNvPr>
          <p:cNvSpPr>
            <a:spLocks xmlns:a="http://schemas.openxmlformats.org/drawingml/2006/main" noGrp="1"/>
          </p:cNvSpPr>
          <p:nvPr/>
        </p:nvSpPr>
        <p:spPr>
          <a:xfrm xmlns:a="http://schemas.openxmlformats.org/drawingml/2006/main">
            <a:off x="7524750" y="3876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명령·허용 범위·실행 조건</a:t>
            </a:r>
          </a:p>
        </p:txBody>
      </p:sp>
      <p:sp>
        <p:nvSpPr>
          <p:cNvPr id="18" name="">
            <a:extLst xmlns:a="http://schemas.openxmlformats.org/drawingml/2006/main">
              <a:ext uri="{FF2B5EF4-FFF2-40B4-BE49-F238E27FC236}">
                <a16:creationId xmlns:a16="http://schemas.microsoft.com/office/drawing/2014/main" id="{E93E04CE-18E4-4C76-AF4A-36B2A2ED5F80}"/>
              </a:ext>
            </a:extLst>
          </p:cNvPr>
          <p:cNvSpPr>
            <a:spLocks xmlns:a="http://schemas.openxmlformats.org/drawingml/2006/main" noGrp="1"/>
          </p:cNvSpPr>
          <p:nvPr/>
        </p:nvSpPr>
        <p:spPr>
          <a:xfrm xmlns:a="http://schemas.openxmlformats.org/drawingml/2006/main">
            <a:off x="5143500" y="4524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513BF1A2-F54F-4B59-B7E1-6A26825E8222}"/>
              </a:ext>
            </a:extLst>
          </p:cNvPr>
          <p:cNvSpPr>
            <a:spLocks xmlns:a="http://schemas.openxmlformats.org/drawingml/2006/main" noGrp="1"/>
          </p:cNvSpPr>
          <p:nvPr/>
        </p:nvSpPr>
        <p:spPr>
          <a:xfrm xmlns:a="http://schemas.openxmlformats.org/drawingml/2006/main">
            <a:off x="5143500" y="4638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변경 내용·검사 결과">
            <a:extLst xmlns:a="http://schemas.openxmlformats.org/drawingml/2006/main">
              <a:ext uri="{FF2B5EF4-FFF2-40B4-BE49-F238E27FC236}">
                <a16:creationId xmlns:a16="http://schemas.microsoft.com/office/drawing/2014/main" id="{0E20F1B0-896F-4CA7-BAB4-9B0A99B6B3C0}"/>
              </a:ext>
            </a:extLst>
          </p:cNvPr>
          <p:cNvSpPr>
            <a:spLocks xmlns:a="http://schemas.openxmlformats.org/drawingml/2006/main" noGrp="1"/>
          </p:cNvSpPr>
          <p:nvPr/>
        </p:nvSpPr>
        <p:spPr>
          <a:xfrm xmlns:a="http://schemas.openxmlformats.org/drawingml/2006/main">
            <a:off x="7524750" y="4638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변경 내용·검사 결과</a:t>
            </a:r>
          </a:p>
        </p:txBody>
      </p:sp>
      <p:sp>
        <p:nvSpPr>
          <p:cNvPr id="21" name="실제 실행 경로와 현재 기준을 먼저 대조한다">
            <a:extLst xmlns:a="http://schemas.openxmlformats.org/drawingml/2006/main">
              <a:ext uri="{FF2B5EF4-FFF2-40B4-BE49-F238E27FC236}">
                <a16:creationId xmlns:a16="http://schemas.microsoft.com/office/drawing/2014/main" id="{5C1F6860-9995-4BDA-8E2A-4939DAF26993}"/>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실제 실행 경로와 현재 기준을 먼저 대조한다</a:t>
            </a:r>
          </a:p>
        </p:txBody>
      </p:sp>
      <p:sp>
        <p:nvSpPr>
          <p:cNvPr id="22" name="">
            <a:extLst xmlns:a="http://schemas.openxmlformats.org/drawingml/2006/main">
              <a:ext uri="{FF2B5EF4-FFF2-40B4-BE49-F238E27FC236}">
                <a16:creationId xmlns:a16="http://schemas.microsoft.com/office/drawing/2014/main" id="{E05D2660-2DBB-4564-B049-FB250F5D81B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2DB55879-C968-44C6-A415-4C180A447B9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4" name="Legacy module connection">
            <a:extLst xmlns:a="http://schemas.openxmlformats.org/drawingml/2006/main">
              <a:ext uri="{FF2B5EF4-FFF2-40B4-BE49-F238E27FC236}">
                <a16:creationId xmlns:a16="http://schemas.microsoft.com/office/drawing/2014/main" id="{8EE12969-1EBA-4C4B-8A9F-1A3AAE48CD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27846142"/>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사실과 원인 판단의 구분">
            <a:extLst xmlns:a="http://schemas.openxmlformats.org/drawingml/2006/main">
              <a:ext uri="{FF2B5EF4-FFF2-40B4-BE49-F238E27FC236}">
                <a16:creationId xmlns:a16="http://schemas.microsoft.com/office/drawing/2014/main" id="{57A4CD8D-F47C-438F-8DCD-C09DEDC2BB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사실과 원인 판단의 구분</a:t>
            </a:r>
          </a:p>
        </p:txBody>
      </p:sp>
      <p:sp>
        <p:nvSpPr>
          <p:cNvPr id="2" name="S88">
            <a:extLst xmlns:a="http://schemas.openxmlformats.org/drawingml/2006/main">
              <a:ext uri="{FF2B5EF4-FFF2-40B4-BE49-F238E27FC236}">
                <a16:creationId xmlns:a16="http://schemas.microsoft.com/office/drawing/2014/main" id="{0AEAD7FF-C251-4251-A4D3-1F113FE888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주어진 정보와 원인 가설을 나눈다">
            <a:extLst xmlns:a="http://schemas.openxmlformats.org/drawingml/2006/main">
              <a:ext uri="{FF2B5EF4-FFF2-40B4-BE49-F238E27FC236}">
                <a16:creationId xmlns:a16="http://schemas.microsoft.com/office/drawing/2014/main" id="{19EBC131-FD58-4EF5-8402-A4F8D7E761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주어진 정보와 원인 가설을 나눈다</a:t>
            </a:r>
          </a:p>
        </p:txBody>
      </p:sp>
      <p:sp>
        <p:nvSpPr>
          <p:cNvPr id="4" name="">
            <a:extLst xmlns:a="http://schemas.openxmlformats.org/drawingml/2006/main">
              <a:ext uri="{FF2B5EF4-FFF2-40B4-BE49-F238E27FC236}">
                <a16:creationId xmlns:a16="http://schemas.microsoft.com/office/drawing/2014/main" id="{5F950879-D0A3-4AEA-B8D2-F724F341916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구성된 사례의 전제와 확인할 가설">
            <a:extLst xmlns:a="http://schemas.openxmlformats.org/drawingml/2006/main">
              <a:ext uri="{FF2B5EF4-FFF2-40B4-BE49-F238E27FC236}">
                <a16:creationId xmlns:a16="http://schemas.microsoft.com/office/drawing/2014/main" id="{022DF4F2-527F-4B90-8424-59029703E5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구성된 사례의 전제와 확인할 가설</a:t>
            </a:r>
          </a:p>
        </p:txBody>
      </p:sp>
      <p:sp>
        <p:nvSpPr>
          <p:cNvPr id="6" name="가상 설정은 실제 Trial 관찰이 아님 · 실제 실행 경로와 참조 지침을 확인한 결과도 없음">
            <a:extLst xmlns:a="http://schemas.openxmlformats.org/drawingml/2006/main">
              <a:ext uri="{FF2B5EF4-FFF2-40B4-BE49-F238E27FC236}">
                <a16:creationId xmlns:a16="http://schemas.microsoft.com/office/drawing/2014/main" id="{4A05543D-DBB9-482D-A037-8F92DDFFCB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설정은 실제 Trial 관찰이 아님 · 실제 실행 경로와 참조 지침을 확인한 결과도 없음</a:t>
            </a:r>
          </a:p>
        </p:txBody>
      </p:sp>
      <p:sp>
        <p:nvSpPr>
          <p:cNvPr id="7" name="가상 사례에 주어진 정보">
            <a:extLst xmlns:a="http://schemas.openxmlformats.org/drawingml/2006/main">
              <a:ext uri="{FF2B5EF4-FFF2-40B4-BE49-F238E27FC236}">
                <a16:creationId xmlns:a16="http://schemas.microsoft.com/office/drawing/2014/main" id="{85D475BF-0AB3-415A-A509-F18A32CB328A}"/>
              </a:ext>
            </a:extLst>
          </p:cNvPr>
          <p:cNvSpPr>
            <a:spLocks xmlns:a="http://schemas.openxmlformats.org/drawingml/2006/main" noGrp="1"/>
          </p:cNvSpPr>
          <p:nvPr/>
        </p:nvSpPr>
        <p:spPr>
          <a:xfrm xmlns:a="http://schemas.openxmlformats.org/drawingml/2006/main">
            <a:off x="609600" y="23431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가상 사례에 주어진 정보</a:t>
            </a:r>
          </a:p>
        </p:txBody>
      </p:sp>
      <p:sp>
        <p:nvSpPr>
          <p:cNvPr id="8" name="추가로 확인할 원인 가설">
            <a:extLst xmlns:a="http://schemas.openxmlformats.org/drawingml/2006/main">
              <a:ext uri="{FF2B5EF4-FFF2-40B4-BE49-F238E27FC236}">
                <a16:creationId xmlns:a16="http://schemas.microsoft.com/office/drawing/2014/main" id="{01611DF5-B3E6-4832-8BE1-E8AE2675413F}"/>
              </a:ext>
            </a:extLst>
          </p:cNvPr>
          <p:cNvSpPr>
            <a:spLocks xmlns:a="http://schemas.openxmlformats.org/drawingml/2006/main" noGrp="1"/>
          </p:cNvSpPr>
          <p:nvPr/>
        </p:nvSpPr>
        <p:spPr>
          <a:xfrm xmlns:a="http://schemas.openxmlformats.org/drawingml/2006/main">
            <a:off x="6896100" y="234315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추가로 확인할 원인 가설</a:t>
            </a:r>
          </a:p>
        </p:txBody>
      </p:sp>
      <p:sp>
        <p:nvSpPr>
          <p:cNvPr id="9" name="">
            <a:extLst xmlns:a="http://schemas.openxmlformats.org/drawingml/2006/main">
              <a:ext uri="{FF2B5EF4-FFF2-40B4-BE49-F238E27FC236}">
                <a16:creationId xmlns:a16="http://schemas.microsoft.com/office/drawing/2014/main" id="{4C6353E2-D995-45F7-A24C-993294A0545E}"/>
              </a:ext>
            </a:extLst>
          </p:cNvPr>
          <p:cNvSpPr>
            <a:spLocks xmlns:a="http://schemas.openxmlformats.org/drawingml/2006/main" noGrp="1"/>
          </p:cNvSpPr>
          <p:nvPr/>
        </p:nvSpPr>
        <p:spPr>
          <a:xfrm xmlns:a="http://schemas.openxmlformats.org/drawingml/2006/main">
            <a:off x="609600" y="29527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7C86D6DF-1A64-4244-AEF0-8F0FB72BA38C}"/>
              </a:ext>
            </a:extLst>
          </p:cNvPr>
          <p:cNvSpPr>
            <a:spLocks xmlns:a="http://schemas.openxmlformats.org/drawingml/2006/main" noGrp="1"/>
          </p:cNvSpPr>
          <p:nvPr/>
        </p:nvSpPr>
        <p:spPr>
          <a:xfrm xmlns:a="http://schemas.openxmlformats.org/drawingml/2006/main">
            <a:off x="6896100" y="2952750"/>
            <a:ext cx="46863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7976E272-ED09-42C9-B936-85CF58858D9D}"/>
              </a:ext>
            </a:extLst>
          </p:cNvPr>
          <p:cNvSpPr>
            <a:spLocks xmlns:a="http://schemas.openxmlformats.org/drawingml/2006/main" noGrp="1"/>
          </p:cNvSpPr>
          <p:nvPr/>
        </p:nvSpPr>
        <p:spPr>
          <a:xfrm xmlns:a="http://schemas.openxmlformats.org/drawingml/2006/main">
            <a:off x="6096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지침이&#10;원인일 수 있다">
            <a:extLst xmlns:a="http://schemas.openxmlformats.org/drawingml/2006/main">
              <a:ext uri="{FF2B5EF4-FFF2-40B4-BE49-F238E27FC236}">
                <a16:creationId xmlns:a16="http://schemas.microsoft.com/office/drawing/2014/main" id="{D2AB0424-B383-4A83-84AD-CF17C0E18498}"/>
              </a:ext>
            </a:extLst>
          </p:cNvPr>
          <p:cNvSpPr>
            <a:spLocks xmlns:a="http://schemas.openxmlformats.org/drawingml/2006/main" noGrp="1"/>
          </p:cNvSpPr>
          <p:nvPr/>
        </p:nvSpPr>
        <p:spPr>
          <a:xfrm xmlns:a="http://schemas.openxmlformats.org/drawingml/2006/main">
            <a:off x="68961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지침이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원인일 수 있다</a:t>
            </a:r>
          </a:p>
        </p:txBody>
      </p:sp>
      <p:sp>
        <p:nvSpPr>
          <p:cNvPr id="13" name="두 지침의 차이만으로, 실제 작업의 원인이 확정되지는 않는다">
            <a:extLst xmlns:a="http://schemas.openxmlformats.org/drawingml/2006/main">
              <a:ext uri="{FF2B5EF4-FFF2-40B4-BE49-F238E27FC236}">
                <a16:creationId xmlns:a16="http://schemas.microsoft.com/office/drawing/2014/main" id="{5D9AA6B6-56DE-4458-93BC-C0F80003E54C}"/>
              </a:ext>
            </a:extLst>
          </p:cNvPr>
          <p:cNvSpPr>
            <a:spLocks xmlns:a="http://schemas.openxmlformats.org/drawingml/2006/main" noGrp="1"/>
          </p:cNvSpPr>
          <p:nvPr/>
        </p:nvSpPr>
        <p:spPr>
          <a:xfrm xmlns:a="http://schemas.openxmlformats.org/drawingml/2006/main">
            <a:off x="609600" y="5000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두 지침의 차이만으로, 실제 작업의 원인이 확정되지는 않는다</a:t>
            </a:r>
          </a:p>
        </p:txBody>
      </p:sp>
      <p:sp>
        <p:nvSpPr>
          <p:cNvPr id="14" name="Legacy module connection">
            <a:extLst xmlns:a="http://schemas.openxmlformats.org/drawingml/2006/main">
              <a:ext uri="{FF2B5EF4-FFF2-40B4-BE49-F238E27FC236}">
                <a16:creationId xmlns:a16="http://schemas.microsoft.com/office/drawing/2014/main" id="{24DF99F0-8CDD-4622-8252-31CA859B97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29350333"/>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원인 확인 뒤의 선택">
            <a:extLst xmlns:a="http://schemas.openxmlformats.org/drawingml/2006/main">
              <a:ext uri="{FF2B5EF4-FFF2-40B4-BE49-F238E27FC236}">
                <a16:creationId xmlns:a16="http://schemas.microsoft.com/office/drawing/2014/main" id="{78075107-FB14-4DAD-B236-4F52C13E29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확인 뒤의 선택</a:t>
            </a:r>
          </a:p>
        </p:txBody>
      </p:sp>
      <p:sp>
        <p:nvSpPr>
          <p:cNvPr id="2" name="S89">
            <a:extLst xmlns:a="http://schemas.openxmlformats.org/drawingml/2006/main">
              <a:ext uri="{FF2B5EF4-FFF2-40B4-BE49-F238E27FC236}">
                <a16:creationId xmlns:a16="http://schemas.microsoft.com/office/drawing/2014/main" id="{53A561F7-544B-4E53-BEB1-A810F9B559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확인한 원인에 맞춰 변경 대상을 고른다">
            <a:extLst xmlns:a="http://schemas.openxmlformats.org/drawingml/2006/main">
              <a:ext uri="{FF2B5EF4-FFF2-40B4-BE49-F238E27FC236}">
                <a16:creationId xmlns:a16="http://schemas.microsoft.com/office/drawing/2014/main" id="{5A0FB8CB-6220-4B31-9651-1DB3105A68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원인에 맞춰 변경 대상을 고른다</a:t>
            </a:r>
          </a:p>
        </p:txBody>
      </p:sp>
      <p:sp>
        <p:nvSpPr>
          <p:cNvPr id="4" name="">
            <a:extLst xmlns:a="http://schemas.openxmlformats.org/drawingml/2006/main">
              <a:ext uri="{FF2B5EF4-FFF2-40B4-BE49-F238E27FC236}">
                <a16:creationId xmlns:a16="http://schemas.microsoft.com/office/drawing/2014/main" id="{20F1B1EE-2C2C-4F77-8BB6-DA5AB21026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세 대응의 범위 비교">
            <a:extLst xmlns:a="http://schemas.openxmlformats.org/drawingml/2006/main">
              <a:ext uri="{FF2B5EF4-FFF2-40B4-BE49-F238E27FC236}">
                <a16:creationId xmlns:a16="http://schemas.microsoft.com/office/drawing/2014/main" id="{1D3B2A35-71D4-408D-9A8B-24DB2BBFE2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세 대응의 범위 비교</a:t>
            </a:r>
          </a:p>
        </p:txBody>
      </p:sp>
      <p:sp>
        <p:nvSpPr>
          <p:cNvPr id="6" name="Workflow 원인이라는 조건 안의 판단 · 일반 정답·실제 Product 변경·새 실행 결과 아님">
            <a:extLst xmlns:a="http://schemas.openxmlformats.org/drawingml/2006/main">
              <a:ext uri="{FF2B5EF4-FFF2-40B4-BE49-F238E27FC236}">
                <a16:creationId xmlns:a16="http://schemas.microsoft.com/office/drawing/2014/main" id="{A94E4894-9B77-422A-8A4A-C880F58CC7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 원인이라는 조건 안의 판단 · 일반 정답·실제 Product 변경·새 실행 결과 아님</a:t>
            </a:r>
          </a:p>
        </p:txBody>
      </p:sp>
      <p:sp>
        <p:nvSpPr>
          <p:cNvPr id="7" name="가정: 재사용 Workflow가 원인으로 확인됐다면">
            <a:extLst xmlns:a="http://schemas.openxmlformats.org/drawingml/2006/main">
              <a:ext uri="{FF2B5EF4-FFF2-40B4-BE49-F238E27FC236}">
                <a16:creationId xmlns:a16="http://schemas.microsoft.com/office/drawing/2014/main" id="{BDB35BEA-AD81-4F05-AD70-1B7456DA2336}"/>
              </a:ext>
            </a:extLst>
          </p:cNvPr>
          <p:cNvSpPr>
            <a:spLocks xmlns:a="http://schemas.openxmlformats.org/drawingml/2006/main" noGrp="1"/>
          </p:cNvSpPr>
          <p:nvPr/>
        </p:nvSpPr>
        <p:spPr>
          <a:xfrm xmlns:a="http://schemas.openxmlformats.org/drawingml/2006/main">
            <a:off x="609600" y="17716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가정: 재사용 Workflow가 원인으로 확인됐다면</a:t>
            </a:r>
          </a:p>
        </p:txBody>
      </p:sp>
      <p:sp>
        <p:nvSpPr>
          <p:cNvPr id="8" name="">
            <a:extLst xmlns:a="http://schemas.openxmlformats.org/drawingml/2006/main">
              <a:ext uri="{FF2B5EF4-FFF2-40B4-BE49-F238E27FC236}">
                <a16:creationId xmlns:a16="http://schemas.microsoft.com/office/drawing/2014/main" id="{6D6E866D-1F4B-403D-97B8-2FBAF9197EC0}"/>
              </a:ext>
            </a:extLst>
          </p:cNvPr>
          <p:cNvSpPr>
            <a:spLocks xmlns:a="http://schemas.openxmlformats.org/drawingml/2006/main" noGrp="1"/>
          </p:cNvSpPr>
          <p:nvPr/>
        </p:nvSpPr>
        <p:spPr>
          <a:xfrm xmlns:a="http://schemas.openxmlformats.org/drawingml/2006/main">
            <a:off x="609600" y="2600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요청 보정">
            <a:extLst xmlns:a="http://schemas.openxmlformats.org/drawingml/2006/main">
              <a:ext uri="{FF2B5EF4-FFF2-40B4-BE49-F238E27FC236}">
                <a16:creationId xmlns:a16="http://schemas.microsoft.com/office/drawing/2014/main" id="{4893A773-E363-4CCA-8C3E-A0F3D70BD966}"/>
              </a:ext>
            </a:extLst>
          </p:cNvPr>
          <p:cNvSpPr>
            <a:spLocks xmlns:a="http://schemas.openxmlformats.org/drawingml/2006/main" noGrp="1"/>
          </p:cNvSpPr>
          <p:nvPr/>
        </p:nvSpPr>
        <p:spPr>
          <a:xfrm xmlns:a="http://schemas.openxmlformats.org/drawingml/2006/main">
            <a:off x="762000" y="27241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요청 보정</a:t>
            </a:r>
          </a:p>
        </p:txBody>
      </p:sp>
      <p:sp>
        <p:nvSpPr>
          <p:cNvPr id="10" name="현재 Task의 요청 범위만 넓힘">
            <a:extLst xmlns:a="http://schemas.openxmlformats.org/drawingml/2006/main">
              <a:ext uri="{FF2B5EF4-FFF2-40B4-BE49-F238E27FC236}">
                <a16:creationId xmlns:a16="http://schemas.microsoft.com/office/drawing/2014/main" id="{B820A8E3-EA24-4F52-8D94-6B68A934ADFE}"/>
              </a:ext>
            </a:extLst>
          </p:cNvPr>
          <p:cNvSpPr>
            <a:spLocks xmlns:a="http://schemas.openxmlformats.org/drawingml/2006/main" noGrp="1"/>
          </p:cNvSpPr>
          <p:nvPr/>
        </p:nvSpPr>
        <p:spPr>
          <a:xfrm xmlns:a="http://schemas.openxmlformats.org/drawingml/2006/main">
            <a:off x="4762500" y="272415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범위만 넓힘</a:t>
            </a:r>
          </a:p>
        </p:txBody>
      </p:sp>
      <p:sp>
        <p:nvSpPr>
          <p:cNvPr id="11" name="">
            <a:extLst xmlns:a="http://schemas.openxmlformats.org/drawingml/2006/main">
              <a:ext uri="{FF2B5EF4-FFF2-40B4-BE49-F238E27FC236}">
                <a16:creationId xmlns:a16="http://schemas.microsoft.com/office/drawing/2014/main" id="{DA3076B4-CBE4-4BEF-87FC-21098EEE9D67}"/>
              </a:ext>
            </a:extLst>
          </p:cNvPr>
          <p:cNvSpPr>
            <a:spLocks xmlns:a="http://schemas.openxmlformats.org/drawingml/2006/main" noGrp="1"/>
          </p:cNvSpPr>
          <p:nvPr/>
        </p:nvSpPr>
        <p:spPr>
          <a:xfrm xmlns:a="http://schemas.openxmlformats.org/drawingml/2006/main">
            <a:off x="609600" y="3409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26DD8FF5-58E0-430C-8775-F2C981753D78}"/>
              </a:ext>
            </a:extLst>
          </p:cNvPr>
          <p:cNvSpPr>
            <a:spLocks xmlns:a="http://schemas.openxmlformats.org/drawingml/2006/main" noGrp="1"/>
          </p:cNvSpPr>
          <p:nvPr/>
        </p:nvSpPr>
        <p:spPr>
          <a:xfrm xmlns:a="http://schemas.openxmlformats.org/drawingml/2006/main">
            <a:off x="762000" y="35337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 가능">
            <a:extLst xmlns:a="http://schemas.openxmlformats.org/drawingml/2006/main">
              <a:ext uri="{FF2B5EF4-FFF2-40B4-BE49-F238E27FC236}">
                <a16:creationId xmlns:a16="http://schemas.microsoft.com/office/drawing/2014/main" id="{E85F2CE5-DD6D-490E-ADEF-44F8AB3FCD46}"/>
              </a:ext>
            </a:extLst>
          </p:cNvPr>
          <p:cNvSpPr>
            <a:spLocks xmlns:a="http://schemas.openxmlformats.org/drawingml/2006/main" noGrp="1"/>
          </p:cNvSpPr>
          <p:nvPr/>
        </p:nvSpPr>
        <p:spPr>
          <a:xfrm xmlns:a="http://schemas.openxmlformats.org/drawingml/2006/main">
            <a:off x="4762500" y="3533775"/>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 가능</a:t>
            </a:r>
          </a:p>
        </p:txBody>
      </p:sp>
      <p:sp>
        <p:nvSpPr>
          <p:cNvPr id="14" name="">
            <a:extLst xmlns:a="http://schemas.openxmlformats.org/drawingml/2006/main">
              <a:ext uri="{FF2B5EF4-FFF2-40B4-BE49-F238E27FC236}">
                <a16:creationId xmlns:a16="http://schemas.microsoft.com/office/drawing/2014/main" id="{26D44D8E-8F12-4146-AD43-8BF9A4D8EDAD}"/>
              </a:ext>
            </a:extLst>
          </p:cNvPr>
          <p:cNvSpPr>
            <a:spLocks xmlns:a="http://schemas.openxmlformats.org/drawingml/2006/main" noGrp="1"/>
          </p:cNvSpPr>
          <p:nvPr/>
        </p:nvSpPr>
        <p:spPr>
          <a:xfrm xmlns:a="http://schemas.openxmlformats.org/drawingml/2006/main">
            <a:off x="609600" y="4219575"/>
            <a:ext cx="109728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42E1E8E-9494-4AD4-AF04-DEB5DE1455D1}"/>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인 Workflow 갱신">
            <a:extLst xmlns:a="http://schemas.openxmlformats.org/drawingml/2006/main">
              <a:ext uri="{FF2B5EF4-FFF2-40B4-BE49-F238E27FC236}">
                <a16:creationId xmlns:a16="http://schemas.microsoft.com/office/drawing/2014/main" id="{D1292B12-D1AD-423A-BF46-B025293FB124}"/>
              </a:ext>
            </a:extLst>
          </p:cNvPr>
          <p:cNvSpPr>
            <a:spLocks xmlns:a="http://schemas.openxmlformats.org/drawingml/2006/main" noGrp="1"/>
          </p:cNvSpPr>
          <p:nvPr/>
        </p:nvSpPr>
        <p:spPr>
          <a:xfrm xmlns:a="http://schemas.openxmlformats.org/drawingml/2006/main">
            <a:off x="762000" y="43434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7" name="다음 작업이 읽는 절차를 변경">
            <a:extLst xmlns:a="http://schemas.openxmlformats.org/drawingml/2006/main">
              <a:ext uri="{FF2B5EF4-FFF2-40B4-BE49-F238E27FC236}">
                <a16:creationId xmlns:a16="http://schemas.microsoft.com/office/drawing/2014/main" id="{1ABAE9BE-8F90-4188-BB4E-1818765269DD}"/>
              </a:ext>
            </a:extLst>
          </p:cNvPr>
          <p:cNvSpPr>
            <a:spLocks xmlns:a="http://schemas.openxmlformats.org/drawingml/2006/main" noGrp="1"/>
          </p:cNvSpPr>
          <p:nvPr/>
        </p:nvSpPr>
        <p:spPr>
          <a:xfrm xmlns:a="http://schemas.openxmlformats.org/drawingml/2006/main">
            <a:off x="4762500" y="434340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작업이 읽는 절차를 변경</a:t>
            </a:r>
          </a:p>
        </p:txBody>
      </p:sp>
      <p:sp>
        <p:nvSpPr>
          <p:cNvPr id="18" name="검토 담당: 확인한 원인과 변경할 위치가 맞는지 판단">
            <a:extLst xmlns:a="http://schemas.openxmlformats.org/drawingml/2006/main">
              <a:ext uri="{FF2B5EF4-FFF2-40B4-BE49-F238E27FC236}">
                <a16:creationId xmlns:a16="http://schemas.microsoft.com/office/drawing/2014/main" id="{9502AE25-D06E-4375-BA76-5F057F91A248}"/>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검토 담당: 확인한 원인과 변경할 위치가 맞는지 판단</a:t>
            </a:r>
          </a:p>
        </p:txBody>
      </p:sp>
      <p:sp>
        <p:nvSpPr>
          <p:cNvPr id="19" name="Legacy module connection">
            <a:extLst xmlns:a="http://schemas.openxmlformats.org/drawingml/2006/main">
              <a:ext uri="{FF2B5EF4-FFF2-40B4-BE49-F238E27FC236}">
                <a16:creationId xmlns:a16="http://schemas.microsoft.com/office/drawing/2014/main" id="{410B402E-C944-4EBF-A505-67A4E71098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10632914"/>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CONCEPTUAL / 유지 책임과 최소 변경">
            <a:extLst xmlns:a="http://schemas.openxmlformats.org/drawingml/2006/main">
              <a:ext uri="{FF2B5EF4-FFF2-40B4-BE49-F238E27FC236}">
                <a16:creationId xmlns:a16="http://schemas.microsoft.com/office/drawing/2014/main" id="{413AFB7D-350A-4D1F-9A06-3836C7ED4D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유지 책임과 최소 변경</a:t>
            </a:r>
          </a:p>
        </p:txBody>
      </p:sp>
      <p:sp>
        <p:nvSpPr>
          <p:cNvPr id="2" name="S90">
            <a:extLst xmlns:a="http://schemas.openxmlformats.org/drawingml/2006/main">
              <a:ext uri="{FF2B5EF4-FFF2-40B4-BE49-F238E27FC236}">
                <a16:creationId xmlns:a16="http://schemas.microsoft.com/office/drawing/2014/main" id="{9CF8FF53-F626-4A03-B1A2-997EDCA157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확인된 범위만 검토하고 갱신한다">
            <a:extLst xmlns:a="http://schemas.openxmlformats.org/drawingml/2006/main">
              <a:ext uri="{FF2B5EF4-FFF2-40B4-BE49-F238E27FC236}">
                <a16:creationId xmlns:a16="http://schemas.microsoft.com/office/drawing/2014/main" id="{B11A4E84-08B3-4AEC-94DC-E2777C70E0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확인된 범위만 검토하고 갱신한다</a:t>
            </a:r>
          </a:p>
        </p:txBody>
      </p:sp>
      <p:sp>
        <p:nvSpPr>
          <p:cNvPr id="4" name="">
            <a:extLst xmlns:a="http://schemas.openxmlformats.org/drawingml/2006/main">
              <a:ext uri="{FF2B5EF4-FFF2-40B4-BE49-F238E27FC236}">
                <a16:creationId xmlns:a16="http://schemas.microsoft.com/office/drawing/2014/main" id="{9EEA692E-14DD-4E9F-A045-9A9E571585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Workflow 원인이 확인됐다는 가정에서의 변경 설계">
            <a:extLst xmlns:a="http://schemas.openxmlformats.org/drawingml/2006/main">
              <a:ext uri="{FF2B5EF4-FFF2-40B4-BE49-F238E27FC236}">
                <a16:creationId xmlns:a16="http://schemas.microsoft.com/office/drawing/2014/main" id="{4E3D022C-3758-4F75-98B0-93D12378E0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Workflow 원인이 확인됐다는 가정에서의 변경 설계</a:t>
            </a:r>
          </a:p>
        </p:txBody>
      </p:sp>
      <p:sp>
        <p:nvSpPr>
          <p:cNvPr id="6" name="역할의 교육용 예 · 실제 담당 배정·지침 수정·재평가 결과 아님 · 관련 없는 규칙은 유지">
            <a:extLst xmlns:a="http://schemas.openxmlformats.org/drawingml/2006/main">
              <a:ext uri="{FF2B5EF4-FFF2-40B4-BE49-F238E27FC236}">
                <a16:creationId xmlns:a16="http://schemas.microsoft.com/office/drawing/2014/main" id="{8DB9AB5B-7776-40ED-976A-0DA71E2846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역할의 교육용 예 · 실제 담당 배정·지침 수정·재평가 결과 아님 · 관련 없는 규칙은 유지</a:t>
            </a:r>
          </a:p>
        </p:txBody>
      </p:sp>
      <p:sp>
        <p:nvSpPr>
          <p:cNvPr id="7" name="원인이 뒷받침하는 범위를 변경 후보에 반영한다">
            <a:extLst xmlns:a="http://schemas.openxmlformats.org/drawingml/2006/main">
              <a:ext uri="{FF2B5EF4-FFF2-40B4-BE49-F238E27FC236}">
                <a16:creationId xmlns:a16="http://schemas.microsoft.com/office/drawing/2014/main" id="{741506B8-2A7A-46C5-8C11-B07E51EA5910}"/>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원인이 뒷받침하는 범위를 변경 후보에 반영한다</a:t>
            </a:r>
          </a:p>
        </p:txBody>
      </p:sp>
      <p:sp>
        <p:nvSpPr>
          <p:cNvPr id="8" name="기존 재사용 지침">
            <a:extLst xmlns:a="http://schemas.openxmlformats.org/drawingml/2006/main">
              <a:ext uri="{FF2B5EF4-FFF2-40B4-BE49-F238E27FC236}">
                <a16:creationId xmlns:a16="http://schemas.microsoft.com/office/drawing/2014/main" id="{87411714-9D37-4F84-8C93-D188BF9BDA4E}"/>
              </a:ext>
            </a:extLst>
          </p:cNvPr>
          <p:cNvSpPr>
            <a:spLocks xmlns:a="http://schemas.openxmlformats.org/drawingml/2006/main" noGrp="1"/>
          </p:cNvSpPr>
          <p:nvPr/>
        </p:nvSpPr>
        <p:spPr>
          <a:xfrm xmlns:a="http://schemas.openxmlformats.org/drawingml/2006/main">
            <a:off x="6096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기존 재사용 지침</a:t>
            </a:r>
          </a:p>
        </p:txBody>
      </p:sp>
      <p:sp>
        <p:nvSpPr>
          <p:cNvPr id="9" name="">
            <a:extLst xmlns:a="http://schemas.openxmlformats.org/drawingml/2006/main">
              <a:ext uri="{FF2B5EF4-FFF2-40B4-BE49-F238E27FC236}">
                <a16:creationId xmlns:a16="http://schemas.microsoft.com/office/drawing/2014/main" id="{129996B5-02A2-4CFE-AECF-B561EC137D1D}"/>
              </a:ext>
            </a:extLst>
          </p:cNvPr>
          <p:cNvSpPr>
            <a:spLocks xmlns:a="http://schemas.openxmlformats.org/drawingml/2006/main" noGrp="1"/>
          </p:cNvSpPr>
          <p:nvPr/>
        </p:nvSpPr>
        <p:spPr>
          <a:xfrm xmlns:a="http://schemas.openxmlformats.org/drawingml/2006/main">
            <a:off x="609600" y="3105150"/>
            <a:ext cx="46863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단위 테스트 확인">
            <a:extLst xmlns:a="http://schemas.openxmlformats.org/drawingml/2006/main">
              <a:ext uri="{FF2B5EF4-FFF2-40B4-BE49-F238E27FC236}">
                <a16:creationId xmlns:a16="http://schemas.microsoft.com/office/drawing/2014/main" id="{C17B60CF-CC1D-437E-BE8B-9A6CA494B65B}"/>
              </a:ext>
            </a:extLst>
          </p:cNvPr>
          <p:cNvSpPr>
            <a:spLocks xmlns:a="http://schemas.openxmlformats.org/drawingml/2006/main" noGrp="1"/>
          </p:cNvSpPr>
          <p:nvPr/>
        </p:nvSpPr>
        <p:spPr>
          <a:xfrm xmlns:a="http://schemas.openxmlformats.org/drawingml/2006/main">
            <a:off x="6096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 확인</a:t>
            </a:r>
          </a:p>
        </p:txBody>
      </p:sp>
      <p:sp>
        <p:nvSpPr>
          <p:cNvPr id="11" name="변경 후보 지침">
            <a:extLst xmlns:a="http://schemas.openxmlformats.org/drawingml/2006/main">
              <a:ext uri="{FF2B5EF4-FFF2-40B4-BE49-F238E27FC236}">
                <a16:creationId xmlns:a16="http://schemas.microsoft.com/office/drawing/2014/main" id="{339BDD28-DA92-4F31-A8A2-FA7CEAF01F31}"/>
              </a:ext>
            </a:extLst>
          </p:cNvPr>
          <p:cNvSpPr>
            <a:spLocks xmlns:a="http://schemas.openxmlformats.org/drawingml/2006/main" noGrp="1"/>
          </p:cNvSpPr>
          <p:nvPr/>
        </p:nvSpPr>
        <p:spPr>
          <a:xfrm xmlns:a="http://schemas.openxmlformats.org/drawingml/2006/main">
            <a:off x="68961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후보 지침</a:t>
            </a:r>
          </a:p>
        </p:txBody>
      </p:sp>
      <p:sp>
        <p:nvSpPr>
          <p:cNvPr id="12" name="">
            <a:extLst xmlns:a="http://schemas.openxmlformats.org/drawingml/2006/main">
              <a:ext uri="{FF2B5EF4-FFF2-40B4-BE49-F238E27FC236}">
                <a16:creationId xmlns:a16="http://schemas.microsoft.com/office/drawing/2014/main" id="{4CF055F0-91A5-4C95-BE0E-3C93401A3762}"/>
              </a:ext>
            </a:extLst>
          </p:cNvPr>
          <p:cNvSpPr>
            <a:spLocks xmlns:a="http://schemas.openxmlformats.org/drawingml/2006/main" noGrp="1"/>
          </p:cNvSpPr>
          <p:nvPr/>
        </p:nvSpPr>
        <p:spPr>
          <a:xfrm xmlns:a="http://schemas.openxmlformats.org/drawingml/2006/main">
            <a:off x="6896100" y="31051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단위 + 통합 테스트 확인">
            <a:extLst xmlns:a="http://schemas.openxmlformats.org/drawingml/2006/main">
              <a:ext uri="{FF2B5EF4-FFF2-40B4-BE49-F238E27FC236}">
                <a16:creationId xmlns:a16="http://schemas.microsoft.com/office/drawing/2014/main" id="{700BDAC7-75BB-4B15-A895-E72EC7F24DE0}"/>
              </a:ext>
            </a:extLst>
          </p:cNvPr>
          <p:cNvSpPr>
            <a:spLocks xmlns:a="http://schemas.openxmlformats.org/drawingml/2006/main" noGrp="1"/>
          </p:cNvSpPr>
          <p:nvPr/>
        </p:nvSpPr>
        <p:spPr>
          <a:xfrm xmlns:a="http://schemas.openxmlformats.org/drawingml/2006/main">
            <a:off x="68961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 통합 테스트 확인</a:t>
            </a:r>
          </a:p>
        </p:txBody>
      </p:sp>
      <p:cxnSp>
        <p:nvCxnSpPr>
          <p:cNvPr id="14" name="">
            <a:extLst xmlns:a="http://schemas.openxmlformats.org/drawingml/2006/main">
              <a:ext uri="{FF2B5EF4-FFF2-40B4-BE49-F238E27FC236}">
                <a16:creationId xmlns:a16="http://schemas.microsoft.com/office/drawing/2014/main" id="{FFC279FB-C742-45E5-AD51-AFF82B5DC371}"/>
              </a:ext>
            </a:extLst>
          </p:cNvPr>
          <p:cNvCxnSpPr/>
          <p:nvPr/>
        </p:nvCxnSpPr>
        <p:spPr>
          <a:xfrm xmlns:a="http://schemas.openxmlformats.org/drawingml/2006/main">
            <a:off x="5562600" y="3581400"/>
            <a:ext cx="952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19073310-4640-4C1F-B484-D073AB5BD143}"/>
              </a:ext>
            </a:extLst>
          </p:cNvPr>
          <p:cNvSpPr>
            <a:spLocks xmlns:a="http://schemas.openxmlformats.org/drawingml/2006/main" noGrp="1"/>
          </p:cNvSpPr>
          <p:nvPr/>
        </p:nvSpPr>
        <p:spPr>
          <a:xfrm xmlns:a="http://schemas.openxmlformats.org/drawingml/2006/main">
            <a:off x="60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갱신 담당">
            <a:extLst xmlns:a="http://schemas.openxmlformats.org/drawingml/2006/main">
              <a:ext uri="{FF2B5EF4-FFF2-40B4-BE49-F238E27FC236}">
                <a16:creationId xmlns:a16="http://schemas.microsoft.com/office/drawing/2014/main" id="{1CDF44EC-451F-45E0-9249-17691CC25AF3}"/>
              </a:ext>
            </a:extLst>
          </p:cNvPr>
          <p:cNvSpPr>
            <a:spLocks xmlns:a="http://schemas.openxmlformats.org/drawingml/2006/main" noGrp="1"/>
          </p:cNvSpPr>
          <p:nvPr/>
        </p:nvSpPr>
        <p:spPr>
          <a:xfrm xmlns:a="http://schemas.openxmlformats.org/drawingml/2006/main">
            <a:off x="60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갱신 담당</a:t>
            </a:r>
          </a:p>
        </p:txBody>
      </p:sp>
      <p:sp>
        <p:nvSpPr>
          <p:cNvPr id="17" name="확인된 지침 수정">
            <a:extLst xmlns:a="http://schemas.openxmlformats.org/drawingml/2006/main">
              <a:ext uri="{FF2B5EF4-FFF2-40B4-BE49-F238E27FC236}">
                <a16:creationId xmlns:a16="http://schemas.microsoft.com/office/drawing/2014/main" id="{2667151A-F960-4821-A9C2-A41A07C1BC14}"/>
              </a:ext>
            </a:extLst>
          </p:cNvPr>
          <p:cNvSpPr>
            <a:spLocks xmlns:a="http://schemas.openxmlformats.org/drawingml/2006/main" noGrp="1"/>
          </p:cNvSpPr>
          <p:nvPr/>
        </p:nvSpPr>
        <p:spPr>
          <a:xfrm xmlns:a="http://schemas.openxmlformats.org/drawingml/2006/main">
            <a:off x="60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확인된 지침 수정</a:t>
            </a:r>
          </a:p>
        </p:txBody>
      </p:sp>
      <p:sp>
        <p:nvSpPr>
          <p:cNvPr id="18" name="">
            <a:extLst xmlns:a="http://schemas.openxmlformats.org/drawingml/2006/main">
              <a:ext uri="{FF2B5EF4-FFF2-40B4-BE49-F238E27FC236}">
                <a16:creationId xmlns:a16="http://schemas.microsoft.com/office/drawing/2014/main" id="{C2A68325-7297-42B7-811F-E6C46B6929B0}"/>
              </a:ext>
            </a:extLst>
          </p:cNvPr>
          <p:cNvSpPr>
            <a:spLocks xmlns:a="http://schemas.openxmlformats.org/drawingml/2006/main" noGrp="1"/>
          </p:cNvSpPr>
          <p:nvPr/>
        </p:nvSpPr>
        <p:spPr>
          <a:xfrm xmlns:a="http://schemas.openxmlformats.org/drawingml/2006/main">
            <a:off x="441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검토 담당">
            <a:extLst xmlns:a="http://schemas.openxmlformats.org/drawingml/2006/main">
              <a:ext uri="{FF2B5EF4-FFF2-40B4-BE49-F238E27FC236}">
                <a16:creationId xmlns:a16="http://schemas.microsoft.com/office/drawing/2014/main" id="{762A83DA-548D-4DEC-9CC5-6BED9AFEEF45}"/>
              </a:ext>
            </a:extLst>
          </p:cNvPr>
          <p:cNvSpPr>
            <a:spLocks xmlns:a="http://schemas.openxmlformats.org/drawingml/2006/main" noGrp="1"/>
          </p:cNvSpPr>
          <p:nvPr/>
        </p:nvSpPr>
        <p:spPr>
          <a:xfrm xmlns:a="http://schemas.openxmlformats.org/drawingml/2006/main">
            <a:off x="441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검토 담당</a:t>
            </a:r>
          </a:p>
        </p:txBody>
      </p:sp>
      <p:sp>
        <p:nvSpPr>
          <p:cNvPr id="20" name="현재 기준·변경 범위 확인">
            <a:extLst xmlns:a="http://schemas.openxmlformats.org/drawingml/2006/main">
              <a:ext uri="{FF2B5EF4-FFF2-40B4-BE49-F238E27FC236}">
                <a16:creationId xmlns:a16="http://schemas.microsoft.com/office/drawing/2014/main" id="{0C0F4F6B-8AC7-4546-866A-292BF4DC8E98}"/>
              </a:ext>
            </a:extLst>
          </p:cNvPr>
          <p:cNvSpPr>
            <a:spLocks xmlns:a="http://schemas.openxmlformats.org/drawingml/2006/main" noGrp="1"/>
          </p:cNvSpPr>
          <p:nvPr/>
        </p:nvSpPr>
        <p:spPr>
          <a:xfrm xmlns:a="http://schemas.openxmlformats.org/drawingml/2006/main">
            <a:off x="441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기준·변경 범위 확인</a:t>
            </a:r>
          </a:p>
        </p:txBody>
      </p:sp>
      <p:sp>
        <p:nvSpPr>
          <p:cNvPr id="21" name="">
            <a:extLst xmlns:a="http://schemas.openxmlformats.org/drawingml/2006/main">
              <a:ext uri="{FF2B5EF4-FFF2-40B4-BE49-F238E27FC236}">
                <a16:creationId xmlns:a16="http://schemas.microsoft.com/office/drawing/2014/main" id="{19A5E26E-6E31-4ECE-A668-6459C8652BF3}"/>
              </a:ext>
            </a:extLst>
          </p:cNvPr>
          <p:cNvSpPr>
            <a:spLocks xmlns:a="http://schemas.openxmlformats.org/drawingml/2006/main" noGrp="1"/>
          </p:cNvSpPr>
          <p:nvPr/>
        </p:nvSpPr>
        <p:spPr>
          <a:xfrm xmlns:a="http://schemas.openxmlformats.org/drawingml/2006/main">
            <a:off x="822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2" name="채택 전 확인">
            <a:extLst xmlns:a="http://schemas.openxmlformats.org/drawingml/2006/main">
              <a:ext uri="{FF2B5EF4-FFF2-40B4-BE49-F238E27FC236}">
                <a16:creationId xmlns:a16="http://schemas.microsoft.com/office/drawing/2014/main" id="{2CDBB99E-5AB8-4D7D-89FA-BE89E7F7D0E7}"/>
              </a:ext>
            </a:extLst>
          </p:cNvPr>
          <p:cNvSpPr>
            <a:spLocks xmlns:a="http://schemas.openxmlformats.org/drawingml/2006/main" noGrp="1"/>
          </p:cNvSpPr>
          <p:nvPr/>
        </p:nvSpPr>
        <p:spPr>
          <a:xfrm xmlns:a="http://schemas.openxmlformats.org/drawingml/2006/main">
            <a:off x="822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채택 전 확인</a:t>
            </a:r>
          </a:p>
        </p:txBody>
      </p:sp>
      <p:sp>
        <p:nvSpPr>
          <p:cNvPr id="23" name="재평가 후 채택·재수정 판단">
            <a:extLst xmlns:a="http://schemas.openxmlformats.org/drawingml/2006/main">
              <a:ext uri="{FF2B5EF4-FFF2-40B4-BE49-F238E27FC236}">
                <a16:creationId xmlns:a16="http://schemas.microsoft.com/office/drawing/2014/main" id="{002AFFEF-2402-4D5B-83A7-053FCE55ABF6}"/>
              </a:ext>
            </a:extLst>
          </p:cNvPr>
          <p:cNvSpPr>
            <a:spLocks xmlns:a="http://schemas.openxmlformats.org/drawingml/2006/main" noGrp="1"/>
          </p:cNvSpPr>
          <p:nvPr/>
        </p:nvSpPr>
        <p:spPr>
          <a:xfrm xmlns:a="http://schemas.openxmlformats.org/drawingml/2006/main">
            <a:off x="822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재평가 후 채택·재수정 판단</a:t>
            </a:r>
          </a:p>
        </p:txBody>
      </p:sp>
      <p:sp>
        <p:nvSpPr>
          <p:cNvPr id="24" name="검토·갱신은 같은 사람이 맡을 수 있다 · 변경했다고 바로 채택하지 않는다">
            <a:extLst xmlns:a="http://schemas.openxmlformats.org/drawingml/2006/main">
              <a:ext uri="{FF2B5EF4-FFF2-40B4-BE49-F238E27FC236}">
                <a16:creationId xmlns:a16="http://schemas.microsoft.com/office/drawing/2014/main" id="{D8BF8E0F-D0C5-4B5D-A4D8-F5FBF9B23075}"/>
              </a:ext>
            </a:extLst>
          </p:cNvPr>
          <p:cNvSpPr>
            <a:spLocks xmlns:a="http://schemas.openxmlformats.org/drawingml/2006/main" noGrp="1"/>
          </p:cNvSpPr>
          <p:nvPr/>
        </p:nvSpPr>
        <p:spPr>
          <a:xfrm xmlns:a="http://schemas.openxmlformats.org/drawingml/2006/main">
            <a:off x="609600" y="542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검토·갱신은 같은 사람이 맡을 수 있다 · 변경했다고 바로 채택하지 않는다</a:t>
            </a:r>
          </a:p>
        </p:txBody>
      </p:sp>
      <p:sp>
        <p:nvSpPr>
          <p:cNvPr id="25" name="Legacy module connection">
            <a:extLst xmlns:a="http://schemas.openxmlformats.org/drawingml/2006/main">
              <a:ext uri="{FF2B5EF4-FFF2-40B4-BE49-F238E27FC236}">
                <a16:creationId xmlns:a16="http://schemas.microsoft.com/office/drawing/2014/main" id="{195969E6-70F0-48C2-AAFA-8B2BFD6744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63658097"/>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평가 질문과 확인할 기록">
            <a:extLst xmlns:a="http://schemas.openxmlformats.org/drawingml/2006/main">
              <a:ext uri="{FF2B5EF4-FFF2-40B4-BE49-F238E27FC236}">
                <a16:creationId xmlns:a16="http://schemas.microsoft.com/office/drawing/2014/main" id="{94FFD78B-1B92-476E-800A-F13F795E8C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질문과 확인할 기록</a:t>
            </a:r>
          </a:p>
        </p:txBody>
      </p:sp>
      <p:sp>
        <p:nvSpPr>
          <p:cNvPr id="2" name="S91">
            <a:extLst xmlns:a="http://schemas.openxmlformats.org/drawingml/2006/main">
              <a:ext uri="{FF2B5EF4-FFF2-40B4-BE49-F238E27FC236}">
                <a16:creationId xmlns:a16="http://schemas.microsoft.com/office/drawing/2014/main" id="{9F43E96E-8EDB-4E13-80FE-E2562897F3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지침을 고친 뒤, 무엇을 다시 확인할까?">
            <a:extLst xmlns:a="http://schemas.openxmlformats.org/drawingml/2006/main">
              <a:ext uri="{FF2B5EF4-FFF2-40B4-BE49-F238E27FC236}">
                <a16:creationId xmlns:a16="http://schemas.microsoft.com/office/drawing/2014/main" id="{CDBD7D22-4C1E-41F0-A452-19FE3F5FE7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지침을 고친 뒤, 무엇을 다시 확인할까?</a:t>
            </a:r>
          </a:p>
        </p:txBody>
      </p:sp>
      <p:sp>
        <p:nvSpPr>
          <p:cNvPr id="4" name="">
            <a:extLst xmlns:a="http://schemas.openxmlformats.org/drawingml/2006/main">
              <a:ext uri="{FF2B5EF4-FFF2-40B4-BE49-F238E27FC236}">
                <a16:creationId xmlns:a16="http://schemas.microsoft.com/office/drawing/2014/main" id="{5CA32E82-791F-4CEC-B2C8-C8BAD67D471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단위 + 통합 지침으로 바꾼 후보의 평가 설계">
            <a:extLst xmlns:a="http://schemas.openxmlformats.org/drawingml/2006/main">
              <a:ext uri="{FF2B5EF4-FFF2-40B4-BE49-F238E27FC236}">
                <a16:creationId xmlns:a16="http://schemas.microsoft.com/office/drawing/2014/main" id="{88C9BA7E-7F2D-4932-9C83-3C0774BF47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단위 + 통합 지침으로 바꾼 후보의 평가 설계</a:t>
            </a:r>
          </a:p>
        </p:txBody>
      </p:sp>
      <p:sp>
        <p:nvSpPr>
          <p:cNvPr id="6" name="가상 사례 · 실제 변경·재실행·검사 결과 없음 · 평가 후 판단도 설계">
            <a:extLst xmlns:a="http://schemas.openxmlformats.org/drawingml/2006/main">
              <a:ext uri="{FF2B5EF4-FFF2-40B4-BE49-F238E27FC236}">
                <a16:creationId xmlns:a16="http://schemas.microsoft.com/office/drawing/2014/main" id="{CBCC3D7B-0BFE-4153-98FB-19EEB1B1AB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사례 · 실제 변경·재실행·검사 결과 없음 · 평가 후 판단도 설계</a:t>
            </a:r>
          </a:p>
        </p:txBody>
      </p:sp>
      <p:sp>
        <p:nvSpPr>
          <p:cNvPr id="7" name="같은 작업 다시 확인">
            <a:extLst xmlns:a="http://schemas.openxmlformats.org/drawingml/2006/main">
              <a:ext uri="{FF2B5EF4-FFF2-40B4-BE49-F238E27FC236}">
                <a16:creationId xmlns:a16="http://schemas.microsoft.com/office/drawing/2014/main" id="{E5F3F7F5-8E83-44F3-924F-1B210E6BCF8F}"/>
              </a:ext>
            </a:extLst>
          </p:cNvPr>
          <p:cNvSpPr>
            <a:spLocks xmlns:a="http://schemas.openxmlformats.org/drawingml/2006/main" noGrp="1"/>
          </p:cNvSpPr>
          <p:nvPr/>
        </p:nvSpPr>
        <p:spPr>
          <a:xfrm xmlns:a="http://schemas.openxmlformats.org/drawingml/2006/main">
            <a:off x="609600" y="2152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작업 다시 확인</a:t>
            </a:r>
          </a:p>
        </p:txBody>
      </p:sp>
      <p:sp>
        <p:nvSpPr>
          <p:cNvPr id="8" name="">
            <a:extLst xmlns:a="http://schemas.openxmlformats.org/drawingml/2006/main">
              <a:ext uri="{FF2B5EF4-FFF2-40B4-BE49-F238E27FC236}">
                <a16:creationId xmlns:a16="http://schemas.microsoft.com/office/drawing/2014/main" id="{46678996-AB94-4425-89F9-B0E248E4B725}"/>
              </a:ext>
            </a:extLst>
          </p:cNvPr>
          <p:cNvSpPr>
            <a:spLocks xmlns:a="http://schemas.openxmlformats.org/drawingml/2006/main" noGrp="1"/>
          </p:cNvSpPr>
          <p:nvPr/>
        </p:nvSpPr>
        <p:spPr>
          <a:xfrm xmlns:a="http://schemas.openxmlformats.org/drawingml/2006/main">
            <a:off x="609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필요한 단위·통합 검증을&#10;실제로 다루는가?">
            <a:extLst xmlns:a="http://schemas.openxmlformats.org/drawingml/2006/main">
              <a:ext uri="{FF2B5EF4-FFF2-40B4-BE49-F238E27FC236}">
                <a16:creationId xmlns:a16="http://schemas.microsoft.com/office/drawing/2014/main" id="{E393A12E-0E03-4BD2-BEAD-24CCEEC90409}"/>
              </a:ext>
            </a:extLst>
          </p:cNvPr>
          <p:cNvSpPr>
            <a:spLocks xmlns:a="http://schemas.openxmlformats.org/drawingml/2006/main" noGrp="1"/>
          </p:cNvSpPr>
          <p:nvPr/>
        </p:nvSpPr>
        <p:spPr>
          <a:xfrm xmlns:a="http://schemas.openxmlformats.org/drawingml/2006/main">
            <a:off x="609600" y="2952750"/>
            <a:ext cx="4876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필요한 단위·통합 검증을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실제로 다루는가?</a:t>
            </a:r>
          </a:p>
        </p:txBody>
      </p:sp>
      <p:sp>
        <p:nvSpPr>
          <p:cNvPr id="10" name="대조할 기록">
            <a:extLst xmlns:a="http://schemas.openxmlformats.org/drawingml/2006/main">
              <a:ext uri="{FF2B5EF4-FFF2-40B4-BE49-F238E27FC236}">
                <a16:creationId xmlns:a16="http://schemas.microsoft.com/office/drawing/2014/main" id="{B2D4F1BF-2AAC-4C22-B9DA-D290215927C4}"/>
              </a:ext>
            </a:extLst>
          </p:cNvPr>
          <p:cNvSpPr>
            <a:spLocks xmlns:a="http://schemas.openxmlformats.org/drawingml/2006/main" noGrp="1"/>
          </p:cNvSpPr>
          <p:nvPr/>
        </p:nvSpPr>
        <p:spPr>
          <a:xfrm xmlns:a="http://schemas.openxmlformats.org/drawingml/2006/main">
            <a:off x="609600" y="423862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대조할 기록</a:t>
            </a:r>
          </a:p>
        </p:txBody>
      </p:sp>
      <p:sp>
        <p:nvSpPr>
          <p:cNvPr id="11" name="실행 명령 · 검사 로그 · 최종 보고">
            <a:extLst xmlns:a="http://schemas.openxmlformats.org/drawingml/2006/main">
              <a:ext uri="{FF2B5EF4-FFF2-40B4-BE49-F238E27FC236}">
                <a16:creationId xmlns:a16="http://schemas.microsoft.com/office/drawing/2014/main" id="{A6FC64EA-2576-471A-BD55-DD2C4F82DA45}"/>
              </a:ext>
            </a:extLst>
          </p:cNvPr>
          <p:cNvSpPr>
            <a:spLocks xmlns:a="http://schemas.openxmlformats.org/drawingml/2006/main" noGrp="1"/>
          </p:cNvSpPr>
          <p:nvPr/>
        </p:nvSpPr>
        <p:spPr>
          <a:xfrm xmlns:a="http://schemas.openxmlformats.org/drawingml/2006/main">
            <a:off x="609600" y="468630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실행 명령 · 검사 로그 · 최종 보고</a:t>
            </a:r>
          </a:p>
        </p:txBody>
      </p:sp>
      <p:sp>
        <p:nvSpPr>
          <p:cNvPr id="12" name="다른 작업의 영향 확인">
            <a:extLst xmlns:a="http://schemas.openxmlformats.org/drawingml/2006/main">
              <a:ext uri="{FF2B5EF4-FFF2-40B4-BE49-F238E27FC236}">
                <a16:creationId xmlns:a16="http://schemas.microsoft.com/office/drawing/2014/main" id="{B19BA305-A6E0-4C35-90FE-A967E84B92E7}"/>
              </a:ext>
            </a:extLst>
          </p:cNvPr>
          <p:cNvSpPr>
            <a:spLocks xmlns:a="http://schemas.openxmlformats.org/drawingml/2006/main" noGrp="1"/>
          </p:cNvSpPr>
          <p:nvPr/>
        </p:nvSpPr>
        <p:spPr>
          <a:xfrm xmlns:a="http://schemas.openxmlformats.org/drawingml/2006/main">
            <a:off x="6705600" y="2152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작업의 영향 확인</a:t>
            </a:r>
          </a:p>
        </p:txBody>
      </p:sp>
      <p:sp>
        <p:nvSpPr>
          <p:cNvPr id="13" name="">
            <a:extLst xmlns:a="http://schemas.openxmlformats.org/drawingml/2006/main">
              <a:ext uri="{FF2B5EF4-FFF2-40B4-BE49-F238E27FC236}">
                <a16:creationId xmlns:a16="http://schemas.microsoft.com/office/drawing/2014/main" id="{A52FAC20-C6A9-45A6-BD24-37E10446D8FC}"/>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문서만 바꿀 때도&#10;불필요한 검증을 강요하나?">
            <a:extLst xmlns:a="http://schemas.openxmlformats.org/drawingml/2006/main">
              <a:ext uri="{FF2B5EF4-FFF2-40B4-BE49-F238E27FC236}">
                <a16:creationId xmlns:a16="http://schemas.microsoft.com/office/drawing/2014/main" id="{3527A731-AF11-4F4D-9CD8-F56F39B21D0E}"/>
              </a:ext>
            </a:extLst>
          </p:cNvPr>
          <p:cNvSpPr>
            <a:spLocks xmlns:a="http://schemas.openxmlformats.org/drawingml/2006/main" noGrp="1"/>
          </p:cNvSpPr>
          <p:nvPr/>
        </p:nvSpPr>
        <p:spPr>
          <a:xfrm xmlns:a="http://schemas.openxmlformats.org/drawingml/2006/main">
            <a:off x="6705600" y="2952750"/>
            <a:ext cx="4876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문서만 바꿀 때도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불필요한 검증을 강요하나?</a:t>
            </a:r>
          </a:p>
        </p:txBody>
      </p:sp>
      <p:sp>
        <p:nvSpPr>
          <p:cNvPr id="15" name="대조할 기록">
            <a:extLst xmlns:a="http://schemas.openxmlformats.org/drawingml/2006/main">
              <a:ext uri="{FF2B5EF4-FFF2-40B4-BE49-F238E27FC236}">
                <a16:creationId xmlns:a16="http://schemas.microsoft.com/office/drawing/2014/main" id="{C2AD98E2-0005-4B1D-AE7F-189E90136F7A}"/>
              </a:ext>
            </a:extLst>
          </p:cNvPr>
          <p:cNvSpPr>
            <a:spLocks xmlns:a="http://schemas.openxmlformats.org/drawingml/2006/main" noGrp="1"/>
          </p:cNvSpPr>
          <p:nvPr/>
        </p:nvSpPr>
        <p:spPr>
          <a:xfrm xmlns:a="http://schemas.openxmlformats.org/drawingml/2006/main">
            <a:off x="6705600" y="423862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대조할 기록</a:t>
            </a:r>
          </a:p>
        </p:txBody>
      </p:sp>
      <p:sp>
        <p:nvSpPr>
          <p:cNvPr id="16" name="요청 범위 · 적용 지침 · 실행 기록">
            <a:extLst xmlns:a="http://schemas.openxmlformats.org/drawingml/2006/main">
              <a:ext uri="{FF2B5EF4-FFF2-40B4-BE49-F238E27FC236}">
                <a16:creationId xmlns:a16="http://schemas.microsoft.com/office/drawing/2014/main" id="{8F17A287-7238-4776-B3D0-EC03518262FE}"/>
              </a:ext>
            </a:extLst>
          </p:cNvPr>
          <p:cNvSpPr>
            <a:spLocks xmlns:a="http://schemas.openxmlformats.org/drawingml/2006/main" noGrp="1"/>
          </p:cNvSpPr>
          <p:nvPr/>
        </p:nvSpPr>
        <p:spPr>
          <a:xfrm xmlns:a="http://schemas.openxmlformats.org/drawingml/2006/main">
            <a:off x="6705600" y="468630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요청 범위 · 적용 지침 · 실행 기록</a:t>
            </a:r>
          </a:p>
        </p:txBody>
      </p:sp>
      <p:sp>
        <p:nvSpPr>
          <p:cNvPr id="17" name="평가 근거를 보고 채택·재수정·판단 보류를 결정한다">
            <a:extLst xmlns:a="http://schemas.openxmlformats.org/drawingml/2006/main">
              <a:ext uri="{FF2B5EF4-FFF2-40B4-BE49-F238E27FC236}">
                <a16:creationId xmlns:a16="http://schemas.microsoft.com/office/drawing/2014/main" id="{84B5BA68-DD9E-4BC2-AAEE-F83D6B47B8A0}"/>
              </a:ext>
            </a:extLst>
          </p:cNvPr>
          <p:cNvSpPr>
            <a:spLocks xmlns:a="http://schemas.openxmlformats.org/drawingml/2006/main" noGrp="1"/>
          </p:cNvSpPr>
          <p:nvPr/>
        </p:nvSpPr>
        <p:spPr>
          <a:xfrm xmlns:a="http://schemas.openxmlformats.org/drawingml/2006/main">
            <a:off x="609600" y="53244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평가 근거를 보고 채택·재수정·판단 보류를 결정한다</a:t>
            </a:r>
          </a:p>
        </p:txBody>
      </p:sp>
      <p:sp>
        <p:nvSpPr>
          <p:cNvPr id="18" name="">
            <a:extLst xmlns:a="http://schemas.openxmlformats.org/drawingml/2006/main">
              <a:ext uri="{FF2B5EF4-FFF2-40B4-BE49-F238E27FC236}">
                <a16:creationId xmlns:a16="http://schemas.microsoft.com/office/drawing/2014/main" id="{41E7E98C-CB4F-4B6F-BAF5-0E24C51C622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9" name="Practical application tip badge">
            <a:extLst xmlns:a="http://schemas.openxmlformats.org/drawingml/2006/main">
              <a:ext uri="{FF2B5EF4-FFF2-40B4-BE49-F238E27FC236}">
                <a16:creationId xmlns:a16="http://schemas.microsoft.com/office/drawing/2014/main" id="{F69D62EA-2ECD-4467-B9BE-333F9000697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0" name="Legacy module connection">
            <a:extLst xmlns:a="http://schemas.openxmlformats.org/drawingml/2006/main">
              <a:ext uri="{FF2B5EF4-FFF2-40B4-BE49-F238E27FC236}">
                <a16:creationId xmlns:a16="http://schemas.microsoft.com/office/drawing/2014/main" id="{C41A3FFA-A1FA-4F41-BEA1-FE933EA27D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43199637"/>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0" name="ACT 4 · CONCEPTUAL / 작업과 평가 근거 연결">
            <a:extLst xmlns:a="http://schemas.openxmlformats.org/drawingml/2006/main">
              <a:ext uri="{FF2B5EF4-FFF2-40B4-BE49-F238E27FC236}">
                <a16:creationId xmlns:a16="http://schemas.microsoft.com/office/drawing/2014/main" id="{0337CFE8-F1B8-4B00-A0F6-A2DA3EC925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작업과 평가 근거 연결</a:t>
            </a:r>
          </a:p>
        </p:txBody>
      </p:sp>
      <p:sp>
        <p:nvSpPr>
          <p:cNvPr id="2" name="S92">
            <a:extLst xmlns:a="http://schemas.openxmlformats.org/drawingml/2006/main">
              <a:ext uri="{FF2B5EF4-FFF2-40B4-BE49-F238E27FC236}">
                <a16:creationId xmlns:a16="http://schemas.microsoft.com/office/drawing/2014/main" id="{13CFC06A-3A20-4E2C-9C4D-CA92EA14DF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대표 작업은 서로 다른 위험을 확인한다">
            <a:extLst xmlns:a="http://schemas.openxmlformats.org/drawingml/2006/main">
              <a:ext uri="{FF2B5EF4-FFF2-40B4-BE49-F238E27FC236}">
                <a16:creationId xmlns:a16="http://schemas.microsoft.com/office/drawing/2014/main" id="{19E57139-0F8D-4F01-9739-C59E1CE9E9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작업은 서로 다른 위험을 확인한다</a:t>
            </a:r>
          </a:p>
        </p:txBody>
      </p:sp>
      <p:sp>
        <p:nvSpPr>
          <p:cNvPr id="4" name="">
            <a:extLst xmlns:a="http://schemas.openxmlformats.org/drawingml/2006/main">
              <a:ext uri="{FF2B5EF4-FFF2-40B4-BE49-F238E27FC236}">
                <a16:creationId xmlns:a16="http://schemas.microsoft.com/office/drawing/2014/main" id="{CC1C5E56-3D85-491B-AFEF-6C24A6CE0C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EVAL-01~04의 평가 설계 · 네 작업 모두 변경 후 실행 결과 없음">
            <a:extLst xmlns:a="http://schemas.openxmlformats.org/drawingml/2006/main">
              <a:ext uri="{FF2B5EF4-FFF2-40B4-BE49-F238E27FC236}">
                <a16:creationId xmlns:a16="http://schemas.microsoft.com/office/drawing/2014/main" id="{AD7ACFFB-5ED3-426D-BEBB-FD58E61B36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EVAL-01~04의 평가 설계 · 네 작업 모두 변경 후 실행 결과 없음</a:t>
            </a:r>
          </a:p>
        </p:txBody>
      </p:sp>
      <p:sp>
        <p:nvSpPr>
          <p:cNvPr id="6" name="버그·성능은 별도 과거 사례 참고 · 문서·리팩터링은 설계만 있음 · 새 PASS/FAIL 없음">
            <a:extLst xmlns:a="http://schemas.openxmlformats.org/drawingml/2006/main">
              <a:ext uri="{FF2B5EF4-FFF2-40B4-BE49-F238E27FC236}">
                <a16:creationId xmlns:a16="http://schemas.microsoft.com/office/drawing/2014/main" id="{072B9521-B766-4F33-95F6-04480D1FF1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버그·성능은 별도 과거 사례 참고 · 문서·리팩터링은 설계만 있음 · 새 PASS/FAIL 없음</a:t>
            </a:r>
          </a:p>
        </p:txBody>
      </p:sp>
      <p:sp>
        <p:nvSpPr>
          <p:cNvPr id="7" name="작업별 요청과 실제 수행 기록을 대조하도록 설계한다">
            <a:extLst xmlns:a="http://schemas.openxmlformats.org/drawingml/2006/main">
              <a:ext uri="{FF2B5EF4-FFF2-40B4-BE49-F238E27FC236}">
                <a16:creationId xmlns:a16="http://schemas.microsoft.com/office/drawing/2014/main" id="{A1BFAB6D-D90D-407C-977D-CC213118269A}"/>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작업별 요청과 실제 수행 기록을 대조하도록 설계한다</a:t>
            </a:r>
          </a:p>
        </p:txBody>
      </p:sp>
      <p:graphicFrame>
        <p:nvGraphicFramePr>
          <p:cNvPr id="8" name="">
            <a:extLst xmlns:a="http://schemas.openxmlformats.org/drawingml/2006/main">
              <a:ext uri="{FF2B5EF4-FFF2-40B4-BE49-F238E27FC236}">
                <a16:creationId xmlns:a16="http://schemas.microsoft.com/office/drawing/2014/main" id="{095E3D3D-14DE-400C-9EF6-82CCD7A56B6D}"/>
              </a:ext>
            </a:extLst>
          </p:cNvPr>
          <p:cNvGraphicFramePr/>
          <p:nvPr/>
        </p:nvGraphicFramePr>
        <p:xfrm>
          <a:off xmlns:a="http://schemas.openxmlformats.org/drawingml/2006/main" x="609600" y="2495550"/>
          <a:ext xmlns:a="http://schemas.openxmlformats.org/drawingml/2006/main" cx="10972800" cy="2857500"/>
        </p:xfrm>
        <a:graphic xmlns:a="http://schemas.openxmlformats.org/drawingml/2006/main">
          <a:graphicData uri="http://schemas.openxmlformats.org/drawingml/2006/table">
            <a:tbl>
              <a:tblPr firstRow="0" bandRow="0"/>
              <a:tblGrid>
                <a:gridCol w="2286000"/>
                <a:gridCol w="5943600"/>
                <a:gridCol w="2743200"/>
              </a:tblGrid>
              <a:tr h="457200">
                <a:tc>
                  <a:txBody>
                    <a:bodyPr wrap="none">
                      <a:noAutofit/>
                    </a:bodyPr>
                    <a:lstStyle/>
                    <a:p>
                      <a:pPr algn="l"/>
                      <a:r>
                        <a:rPr sz="1875" b="1">
                          <a:solidFill>
                            <a:srgbClr val="0B6172"/>
                          </a:solidFill>
                          <a:latin typeface="Malgun Gothic"/>
                          <a:ea typeface="Malgun Gothic"/>
                          <a:cs typeface="Malgun Gothic"/>
                        </a:rPr>
                        <a:t>작업 종류</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무엇을 대조할까?</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기존 근거</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600075">
                <a:tc>
                  <a:txBody>
                    <a:bodyPr wrap="none">
                      <a:noAutofit/>
                    </a:bodyPr>
                    <a:lstStyle/>
                    <a:p>
                      <a:pPr algn="l"/>
                      <a:r>
                        <a:rPr sz="1950" b="1">
                          <a:solidFill>
                            <a:srgbClr val="17212B"/>
                          </a:solidFill>
                          <a:latin typeface="Malgun Gothic"/>
                          <a:ea typeface="Malgun Gothic"/>
                          <a:cs typeface="Malgun Gothic"/>
                        </a:rPr>
                        <a:t>버그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동작 명세 ↔ 검사 범위·결과</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성능 변경</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측정 조건 ↔ 결과·동작 확인</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문서만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요청 범위 ↔ 불필요한 검증 요구</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작은 리팩터링</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보존 조건 ↔ 변경·검사 기록</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bl>
          </a:graphicData>
        </a:graphic>
      </p:graphicFrame>
      <p:sp>
        <p:nvSpPr>
          <p:cNvPr id="9" name="Legacy module connection">
            <a:extLst xmlns:a="http://schemas.openxmlformats.org/drawingml/2006/main">
              <a:ext uri="{FF2B5EF4-FFF2-40B4-BE49-F238E27FC236}">
                <a16:creationId xmlns:a16="http://schemas.microsoft.com/office/drawing/2014/main" id="{51BA95AA-05E3-4C39-BCE2-BF1F0289A4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48871428"/>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규칙의 영향과 유지 비용">
            <a:extLst xmlns:a="http://schemas.openxmlformats.org/drawingml/2006/main">
              <a:ext uri="{FF2B5EF4-FFF2-40B4-BE49-F238E27FC236}">
                <a16:creationId xmlns:a16="http://schemas.microsoft.com/office/drawing/2014/main" id="{299FC972-A4CB-4BF5-9EEB-97BB488B24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규칙의 영향과 유지 비용</a:t>
            </a:r>
          </a:p>
        </p:txBody>
      </p:sp>
      <p:sp>
        <p:nvSpPr>
          <p:cNvPr id="2" name="S93">
            <a:extLst xmlns:a="http://schemas.openxmlformats.org/drawingml/2006/main">
              <a:ext uri="{FF2B5EF4-FFF2-40B4-BE49-F238E27FC236}">
                <a16:creationId xmlns:a16="http://schemas.microsoft.com/office/drawing/2014/main" id="{ADB37D0F-10C1-4039-9429-29FEB56F0F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한 작업에 맞춘 규칙,&#10;다른 작업에도 맞을까?">
            <a:extLst xmlns:a="http://schemas.openxmlformats.org/drawingml/2006/main">
              <a:ext uri="{FF2B5EF4-FFF2-40B4-BE49-F238E27FC236}">
                <a16:creationId xmlns:a16="http://schemas.microsoft.com/office/drawing/2014/main" id="{DFF8BAE3-E437-4631-A668-979AB1D5760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한 작업에 맞춘 규칙,</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다른 작업에도 맞을까?</a:t>
            </a:r>
          </a:p>
        </p:txBody>
      </p:sp>
      <p:sp>
        <p:nvSpPr>
          <p:cNvPr id="4" name="">
            <a:extLst xmlns:a="http://schemas.openxmlformats.org/drawingml/2006/main">
              <a:ext uri="{FF2B5EF4-FFF2-40B4-BE49-F238E27FC236}">
                <a16:creationId xmlns:a16="http://schemas.microsoft.com/office/drawing/2014/main" id="{36E2827C-7761-440F-948E-00770E259B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특정 작업에만 맞추는 과적합은 교육용 비유">
            <a:extLst xmlns:a="http://schemas.openxmlformats.org/drawingml/2006/main">
              <a:ext uri="{FF2B5EF4-FFF2-40B4-BE49-F238E27FC236}">
                <a16:creationId xmlns:a16="http://schemas.microsoft.com/office/drawing/2014/main" id="{CB3FF657-35F6-4FD1-BECE-C9A48B9BC4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특정 작업에만 맞추는 과적합은 교육용 비유</a:t>
            </a:r>
          </a:p>
        </p:txBody>
      </p:sp>
      <p:sp>
        <p:nvSpPr>
          <p:cNvPr id="6" name="아래는 가정의 비교 · 실제 실행·비용 측정 아님 · ML의 통계적 과적합과 동일시하지 않음">
            <a:extLst xmlns:a="http://schemas.openxmlformats.org/drawingml/2006/main">
              <a:ext uri="{FF2B5EF4-FFF2-40B4-BE49-F238E27FC236}">
                <a16:creationId xmlns:a16="http://schemas.microsoft.com/office/drawing/2014/main" id="{5544CB69-1759-444A-9FBF-C4D71021DF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가정의 비교 · 실제 실행·비용 측정 아님 · ML의 통계적 과적합과 동일시하지 않음</a:t>
            </a:r>
          </a:p>
        </p:txBody>
      </p:sp>
      <p:sp>
        <p:nvSpPr>
          <p:cNvPr id="7" name="가정: 모든 작업에 통합 테스트를 요구하도록 넓힌다면">
            <a:extLst xmlns:a="http://schemas.openxmlformats.org/drawingml/2006/main">
              <a:ext uri="{FF2B5EF4-FFF2-40B4-BE49-F238E27FC236}">
                <a16:creationId xmlns:a16="http://schemas.microsoft.com/office/drawing/2014/main" id="{82D97A47-D283-4E77-BE58-237CD4B56228}"/>
              </a:ext>
            </a:extLst>
          </p:cNvPr>
          <p:cNvSpPr>
            <a:spLocks xmlns:a="http://schemas.openxmlformats.org/drawingml/2006/main" noGrp="1"/>
          </p:cNvSpPr>
          <p:nvPr/>
        </p:nvSpPr>
        <p:spPr>
          <a:xfrm xmlns:a="http://schemas.openxmlformats.org/drawingml/2006/main">
            <a:off x="609600" y="20574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가정: 모든 작업에 통합 테스트를 요구하도록 넓힌다면</a:t>
            </a:r>
          </a:p>
        </p:txBody>
      </p:sp>
      <p:sp>
        <p:nvSpPr>
          <p:cNvPr id="8" name="전역 지침">
            <a:extLst xmlns:a="http://schemas.openxmlformats.org/drawingml/2006/main">
              <a:ext uri="{FF2B5EF4-FFF2-40B4-BE49-F238E27FC236}">
                <a16:creationId xmlns:a16="http://schemas.microsoft.com/office/drawing/2014/main" id="{C27D0EC0-D879-4B0E-A060-594911568C29}"/>
              </a:ext>
            </a:extLst>
          </p:cNvPr>
          <p:cNvSpPr>
            <a:spLocks xmlns:a="http://schemas.openxmlformats.org/drawingml/2006/main" noGrp="1"/>
          </p:cNvSpPr>
          <p:nvPr/>
        </p:nvSpPr>
        <p:spPr>
          <a:xfrm xmlns:a="http://schemas.openxmlformats.org/drawingml/2006/main">
            <a:off x="609600" y="291465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전역 지침</a:t>
            </a:r>
          </a:p>
        </p:txBody>
      </p:sp>
      <p:sp>
        <p:nvSpPr>
          <p:cNvPr id="9" name="">
            <a:extLst xmlns:a="http://schemas.openxmlformats.org/drawingml/2006/main">
              <a:ext uri="{FF2B5EF4-FFF2-40B4-BE49-F238E27FC236}">
                <a16:creationId xmlns:a16="http://schemas.microsoft.com/office/drawing/2014/main" id="{3B6B9B77-DEE6-4FE6-93E8-3A18E934EB4C}"/>
              </a:ext>
            </a:extLst>
          </p:cNvPr>
          <p:cNvSpPr>
            <a:spLocks xmlns:a="http://schemas.openxmlformats.org/drawingml/2006/main" noGrp="1"/>
          </p:cNvSpPr>
          <p:nvPr/>
        </p:nvSpPr>
        <p:spPr>
          <a:xfrm xmlns:a="http://schemas.openxmlformats.org/drawingml/2006/main">
            <a:off x="609600" y="3390900"/>
            <a:ext cx="335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모든 작업에&#10;통합 테스트">
            <a:extLst xmlns:a="http://schemas.openxmlformats.org/drawingml/2006/main">
              <a:ext uri="{FF2B5EF4-FFF2-40B4-BE49-F238E27FC236}">
                <a16:creationId xmlns:a16="http://schemas.microsoft.com/office/drawing/2014/main" id="{6284FDF1-BDDA-4F8C-9942-898B898A7E62}"/>
              </a:ext>
            </a:extLst>
          </p:cNvPr>
          <p:cNvSpPr>
            <a:spLocks xmlns:a="http://schemas.openxmlformats.org/drawingml/2006/main" noGrp="1"/>
          </p:cNvSpPr>
          <p:nvPr/>
        </p:nvSpPr>
        <p:spPr>
          <a:xfrm xmlns:a="http://schemas.openxmlformats.org/drawingml/2006/main">
            <a:off x="609600" y="3629025"/>
            <a:ext cx="33528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모든 작업에</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통합 테스트</a:t>
            </a:r>
          </a:p>
        </p:txBody>
      </p:sp>
      <p:cxnSp>
        <p:nvCxnSpPr>
          <p:cNvPr id="11" name="">
            <a:extLst xmlns:a="http://schemas.openxmlformats.org/drawingml/2006/main">
              <a:ext uri="{FF2B5EF4-FFF2-40B4-BE49-F238E27FC236}">
                <a16:creationId xmlns:a16="http://schemas.microsoft.com/office/drawing/2014/main" id="{6B0F840E-B52F-40C7-864A-873F452275D2}"/>
              </a:ext>
            </a:extLst>
          </p:cNvPr>
          <p:cNvCxnSpPr/>
          <p:nvPr/>
        </p:nvCxnSpPr>
        <p:spPr>
          <a:xfrm xmlns:a="http://schemas.openxmlformats.org/drawingml/2006/main">
            <a:off x="4171950" y="3933825"/>
            <a:ext cx="1181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054A89F6-2E7F-4A5E-AB7C-EBDB8B2335AE}"/>
              </a:ext>
            </a:extLst>
          </p:cNvPr>
          <p:cNvSpPr>
            <a:spLocks xmlns:a="http://schemas.openxmlformats.org/drawingml/2006/main" noGrp="1"/>
          </p:cNvSpPr>
          <p:nvPr/>
        </p:nvSpPr>
        <p:spPr>
          <a:xfrm xmlns:a="http://schemas.openxmlformats.org/drawingml/2006/main">
            <a:off x="5353050" y="3171825"/>
            <a:ext cx="0" cy="15240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71493538-23C8-4C8D-AAEE-921A8F33D620}"/>
              </a:ext>
            </a:extLst>
          </p:cNvPr>
          <p:cNvCxnSpPr/>
          <p:nvPr/>
        </p:nvCxnSpPr>
        <p:spPr>
          <a:xfrm xmlns:a="http://schemas.openxmlformats.org/drawingml/2006/main">
            <a:off x="5353050" y="3171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122AF186-9C8A-4039-B699-E4ACDC87BFE8}"/>
              </a:ext>
            </a:extLst>
          </p:cNvPr>
          <p:cNvCxnSpPr/>
          <p:nvPr/>
        </p:nvCxnSpPr>
        <p:spPr>
          <a:xfrm xmlns:a="http://schemas.openxmlformats.org/drawingml/2006/main">
            <a:off x="5353050" y="4695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코드 변경">
            <a:extLst xmlns:a="http://schemas.openxmlformats.org/drawingml/2006/main">
              <a:ext uri="{FF2B5EF4-FFF2-40B4-BE49-F238E27FC236}">
                <a16:creationId xmlns:a16="http://schemas.microsoft.com/office/drawing/2014/main" id="{580ADF3C-831E-4AEE-A821-4D3C143768BC}"/>
              </a:ext>
            </a:extLst>
          </p:cNvPr>
          <p:cNvSpPr>
            <a:spLocks xmlns:a="http://schemas.openxmlformats.org/drawingml/2006/main" noGrp="1"/>
          </p:cNvSpPr>
          <p:nvPr/>
        </p:nvSpPr>
        <p:spPr>
          <a:xfrm xmlns:a="http://schemas.openxmlformats.org/drawingml/2006/main">
            <a:off x="6705600" y="273367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코드 변경</a:t>
            </a:r>
          </a:p>
        </p:txBody>
      </p:sp>
      <p:sp>
        <p:nvSpPr>
          <p:cNvPr id="16" name="필요한 검증 범위를 확인">
            <a:extLst xmlns:a="http://schemas.openxmlformats.org/drawingml/2006/main">
              <a:ext uri="{FF2B5EF4-FFF2-40B4-BE49-F238E27FC236}">
                <a16:creationId xmlns:a16="http://schemas.microsoft.com/office/drawing/2014/main" id="{4B30106D-4AD7-4D65-ADF6-AF30A30CA847}"/>
              </a:ext>
            </a:extLst>
          </p:cNvPr>
          <p:cNvSpPr>
            <a:spLocks xmlns:a="http://schemas.openxmlformats.org/drawingml/2006/main" noGrp="1"/>
          </p:cNvSpPr>
          <p:nvPr/>
        </p:nvSpPr>
        <p:spPr>
          <a:xfrm xmlns:a="http://schemas.openxmlformats.org/drawingml/2006/main">
            <a:off x="6705600" y="31908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필요한 검증 범위를 확인</a:t>
            </a:r>
          </a:p>
        </p:txBody>
      </p:sp>
      <p:sp>
        <p:nvSpPr>
          <p:cNvPr id="17" name="문서만 수정">
            <a:extLst xmlns:a="http://schemas.openxmlformats.org/drawingml/2006/main">
              <a:ext uri="{FF2B5EF4-FFF2-40B4-BE49-F238E27FC236}">
                <a16:creationId xmlns:a16="http://schemas.microsoft.com/office/drawing/2014/main" id="{6C662CCC-AF42-46C0-B842-B309AC759B72}"/>
              </a:ext>
            </a:extLst>
          </p:cNvPr>
          <p:cNvSpPr>
            <a:spLocks xmlns:a="http://schemas.openxmlformats.org/drawingml/2006/main" noGrp="1"/>
          </p:cNvSpPr>
          <p:nvPr/>
        </p:nvSpPr>
        <p:spPr>
          <a:xfrm xmlns:a="http://schemas.openxmlformats.org/drawingml/2006/main">
            <a:off x="6705600" y="41910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문서만 수정</a:t>
            </a:r>
          </a:p>
        </p:txBody>
      </p:sp>
      <p:sp>
        <p:nvSpPr>
          <p:cNvPr id="18" name="불필요한 절차가 될 수 있음">
            <a:extLst xmlns:a="http://schemas.openxmlformats.org/drawingml/2006/main">
              <a:ext uri="{FF2B5EF4-FFF2-40B4-BE49-F238E27FC236}">
                <a16:creationId xmlns:a16="http://schemas.microsoft.com/office/drawing/2014/main" id="{7EF49E08-EAB1-4B1C-8F8D-B21E6B605973}"/>
              </a:ext>
            </a:extLst>
          </p:cNvPr>
          <p:cNvSpPr>
            <a:spLocks xmlns:a="http://schemas.openxmlformats.org/drawingml/2006/main" noGrp="1"/>
          </p:cNvSpPr>
          <p:nvPr/>
        </p:nvSpPr>
        <p:spPr>
          <a:xfrm xmlns:a="http://schemas.openxmlformats.org/drawingml/2006/main">
            <a:off x="6705600" y="4648200"/>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불필요한 절차가 될 수 있음</a:t>
            </a:r>
          </a:p>
        </p:txBody>
      </p:sp>
      <p:sp>
        <p:nvSpPr>
          <p:cNvPr id="19" name="규칙 누적·충돌·특정 작업 편중을 보고, 원인과 범위에 맞춰 정리">
            <a:extLst xmlns:a="http://schemas.openxmlformats.org/drawingml/2006/main">
              <a:ext uri="{FF2B5EF4-FFF2-40B4-BE49-F238E27FC236}">
                <a16:creationId xmlns:a16="http://schemas.microsoft.com/office/drawing/2014/main" id="{183954FF-900B-422A-835F-CF03F36AAF05}"/>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규칙 누적·충돌·특정 작업 편중을 보고, 원인과 범위에 맞춰 정리</a:t>
            </a:r>
          </a:p>
        </p:txBody>
      </p:sp>
      <p:sp>
        <p:nvSpPr>
          <p:cNvPr id="20" name="Legacy module connection">
            <a:extLst xmlns:a="http://schemas.openxmlformats.org/drawingml/2006/main">
              <a:ext uri="{FF2B5EF4-FFF2-40B4-BE49-F238E27FC236}">
                <a16:creationId xmlns:a16="http://schemas.microsoft.com/office/drawing/2014/main" id="{BD29463D-DC11-4275-9789-275FBF482A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1595102"/>
      </p:ext>
    </p:extLst>
  </p:cSld>
</p:sld>
</file>

<file path=ppt/slides/slide9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4 · 이 교육의 체계 개선 루프">
            <a:extLst xmlns:a="http://schemas.openxmlformats.org/drawingml/2006/main">
              <a:ext uri="{FF2B5EF4-FFF2-40B4-BE49-F238E27FC236}">
                <a16:creationId xmlns:a16="http://schemas.microsoft.com/office/drawing/2014/main" id="{98D427F4-E1F7-4380-84B7-3DA21E24CE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체계 개선 루프</a:t>
            </a:r>
          </a:p>
        </p:txBody>
      </p:sp>
      <p:sp>
        <p:nvSpPr>
          <p:cNvPr id="2" name="S94">
            <a:extLst xmlns:a="http://schemas.openxmlformats.org/drawingml/2006/main">
              <a:ext uri="{FF2B5EF4-FFF2-40B4-BE49-F238E27FC236}">
                <a16:creationId xmlns:a16="http://schemas.microsoft.com/office/drawing/2014/main" id="{B7925867-F381-4543-9122-6AAB8C15DF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평가한 뒤, 다음 행동을 결정한다">
            <a:extLst xmlns:a="http://schemas.openxmlformats.org/drawingml/2006/main">
              <a:ext uri="{FF2B5EF4-FFF2-40B4-BE49-F238E27FC236}">
                <a16:creationId xmlns:a16="http://schemas.microsoft.com/office/drawing/2014/main" id="{5245C6F3-CBBF-4D76-848A-0A5032A488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평가한 뒤, 다음 행동을 결정한다</a:t>
            </a:r>
          </a:p>
        </p:txBody>
      </p:sp>
      <p:sp>
        <p:nvSpPr>
          <p:cNvPr id="4" name="">
            <a:extLst xmlns:a="http://schemas.openxmlformats.org/drawingml/2006/main">
              <a:ext uri="{FF2B5EF4-FFF2-40B4-BE49-F238E27FC236}">
                <a16:creationId xmlns:a16="http://schemas.microsoft.com/office/drawing/2014/main" id="{70859170-38C0-4578-A198-6BCD815EE7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DEC-0094 · 앞선 가상 사례를 연결한 운영 설계">
            <a:extLst xmlns:a="http://schemas.openxmlformats.org/drawingml/2006/main">
              <a:ext uri="{FF2B5EF4-FFF2-40B4-BE49-F238E27FC236}">
                <a16:creationId xmlns:a16="http://schemas.microsoft.com/office/drawing/2014/main" id="{BC1B687C-C5CB-4DC1-8247-091EBC7D57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DEC-0094 · 앞선 가상 사례를 연결한 운영 설계</a:t>
            </a:r>
          </a:p>
        </p:txBody>
      </p:sp>
      <p:sp>
        <p:nvSpPr>
          <p:cNvPr id="6" name="실제 실행·수정·평가 결과 없음 · 제품의 자동 제어·모델 학습을 관찰한 것이 아님">
            <a:extLst xmlns:a="http://schemas.openxmlformats.org/drawingml/2006/main">
              <a:ext uri="{FF2B5EF4-FFF2-40B4-BE49-F238E27FC236}">
                <a16:creationId xmlns:a16="http://schemas.microsoft.com/office/drawing/2014/main" id="{EC83CB93-8B83-46DD-8D6F-3BA1360338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실행·수정·평가 결과 없음 · 제품의 자동 제어·모델 학습을 관찰한 것이 아님</a:t>
            </a:r>
          </a:p>
        </p:txBody>
      </p:sp>
      <p:sp>
        <p:nvSpPr>
          <p:cNvPr id="7" name="">
            <a:extLst xmlns:a="http://schemas.openxmlformats.org/drawingml/2006/main">
              <a:ext uri="{FF2B5EF4-FFF2-40B4-BE49-F238E27FC236}">
                <a16:creationId xmlns:a16="http://schemas.microsoft.com/office/drawing/2014/main" id="{3422D014-5ECF-47BA-BC14-57C9677A4202}"/>
              </a:ext>
            </a:extLst>
          </p:cNvPr>
          <p:cNvSpPr>
            <a:spLocks xmlns:a="http://schemas.openxmlformats.org/drawingml/2006/main" noGrp="1"/>
          </p:cNvSpPr>
          <p:nvPr/>
        </p:nvSpPr>
        <p:spPr>
          <a:xfrm xmlns:a="http://schemas.openxmlformats.org/drawingml/2006/main">
            <a:off x="609600" y="1762125"/>
            <a:ext cx="193548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8" name="실행">
            <a:extLst xmlns:a="http://schemas.openxmlformats.org/drawingml/2006/main">
              <a:ext uri="{FF2B5EF4-FFF2-40B4-BE49-F238E27FC236}">
                <a16:creationId xmlns:a16="http://schemas.microsoft.com/office/drawing/2014/main" id="{29C975B1-6073-47E3-9065-51F69BE78A6E}"/>
              </a:ext>
            </a:extLst>
          </p:cNvPr>
          <p:cNvSpPr>
            <a:spLocks xmlns:a="http://schemas.openxmlformats.org/drawingml/2006/main" noGrp="1"/>
          </p:cNvSpPr>
          <p:nvPr/>
        </p:nvSpPr>
        <p:spPr>
          <a:xfrm xmlns:a="http://schemas.openxmlformats.org/drawingml/2006/main">
            <a:off x="609600" y="1905000"/>
            <a:ext cx="193548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cxnSp>
        <p:nvCxnSpPr>
          <p:cNvPr id="9" name="">
            <a:extLst xmlns:a="http://schemas.openxmlformats.org/drawingml/2006/main">
              <a:ext uri="{FF2B5EF4-FFF2-40B4-BE49-F238E27FC236}">
                <a16:creationId xmlns:a16="http://schemas.microsoft.com/office/drawing/2014/main" id="{9128D8FC-05B9-4F95-9C17-C52646C0C740}"/>
              </a:ext>
            </a:extLst>
          </p:cNvPr>
          <p:cNvCxnSpPr/>
          <p:nvPr/>
        </p:nvCxnSpPr>
        <p:spPr>
          <a:xfrm xmlns:a="http://schemas.openxmlformats.org/drawingml/2006/main">
            <a:off x="2611755" y="2124075"/>
            <a:ext cx="190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427DF566-D491-426A-8620-D70EC186A5C6}"/>
              </a:ext>
            </a:extLst>
          </p:cNvPr>
          <p:cNvSpPr>
            <a:spLocks xmlns:a="http://schemas.openxmlformats.org/drawingml/2006/main" noGrp="1"/>
          </p:cNvSpPr>
          <p:nvPr/>
        </p:nvSpPr>
        <p:spPr>
          <a:xfrm xmlns:a="http://schemas.openxmlformats.org/drawingml/2006/main">
            <a:off x="2868930" y="1762125"/>
            <a:ext cx="193548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관찰">
            <a:extLst xmlns:a="http://schemas.openxmlformats.org/drawingml/2006/main">
              <a:ext uri="{FF2B5EF4-FFF2-40B4-BE49-F238E27FC236}">
                <a16:creationId xmlns:a16="http://schemas.microsoft.com/office/drawing/2014/main" id="{C88E1CF6-AA6C-46E2-8AC9-8E6C0CA79B0D}"/>
              </a:ext>
            </a:extLst>
          </p:cNvPr>
          <p:cNvSpPr>
            <a:spLocks xmlns:a="http://schemas.openxmlformats.org/drawingml/2006/main" noGrp="1"/>
          </p:cNvSpPr>
          <p:nvPr/>
        </p:nvSpPr>
        <p:spPr>
          <a:xfrm xmlns:a="http://schemas.openxmlformats.org/drawingml/2006/main">
            <a:off x="2868930" y="1905000"/>
            <a:ext cx="193548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cxnSp>
        <p:nvCxnSpPr>
          <p:cNvPr id="12" name="">
            <a:extLst xmlns:a="http://schemas.openxmlformats.org/drawingml/2006/main">
              <a:ext uri="{FF2B5EF4-FFF2-40B4-BE49-F238E27FC236}">
                <a16:creationId xmlns:a16="http://schemas.microsoft.com/office/drawing/2014/main" id="{AB5FD483-1070-4F22-BA04-B62C2E8CAB7B}"/>
              </a:ext>
            </a:extLst>
          </p:cNvPr>
          <p:cNvCxnSpPr/>
          <p:nvPr/>
        </p:nvCxnSpPr>
        <p:spPr>
          <a:xfrm xmlns:a="http://schemas.openxmlformats.org/drawingml/2006/main">
            <a:off x="4871085" y="2124075"/>
            <a:ext cx="190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7D0CDE3D-35E1-4982-AEFC-3D6EDF90EF9C}"/>
              </a:ext>
            </a:extLst>
          </p:cNvPr>
          <p:cNvSpPr>
            <a:spLocks xmlns:a="http://schemas.openxmlformats.org/drawingml/2006/main" noGrp="1"/>
          </p:cNvSpPr>
          <p:nvPr/>
        </p:nvSpPr>
        <p:spPr>
          <a:xfrm xmlns:a="http://schemas.openxmlformats.org/drawingml/2006/main">
            <a:off x="5128260" y="1762125"/>
            <a:ext cx="193548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4" name="원인 판단">
            <a:extLst xmlns:a="http://schemas.openxmlformats.org/drawingml/2006/main">
              <a:ext uri="{FF2B5EF4-FFF2-40B4-BE49-F238E27FC236}">
                <a16:creationId xmlns:a16="http://schemas.microsoft.com/office/drawing/2014/main" id="{47AE866E-7BA3-422C-A2CF-FF277B5D8FCE}"/>
              </a:ext>
            </a:extLst>
          </p:cNvPr>
          <p:cNvSpPr>
            <a:spLocks xmlns:a="http://schemas.openxmlformats.org/drawingml/2006/main" noGrp="1"/>
          </p:cNvSpPr>
          <p:nvPr/>
        </p:nvSpPr>
        <p:spPr>
          <a:xfrm xmlns:a="http://schemas.openxmlformats.org/drawingml/2006/main">
            <a:off x="5128260" y="1905000"/>
            <a:ext cx="193548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cxnSp>
        <p:nvCxnSpPr>
          <p:cNvPr id="15" name="">
            <a:extLst xmlns:a="http://schemas.openxmlformats.org/drawingml/2006/main">
              <a:ext uri="{FF2B5EF4-FFF2-40B4-BE49-F238E27FC236}">
                <a16:creationId xmlns:a16="http://schemas.microsoft.com/office/drawing/2014/main" id="{D956485F-DBC1-4D23-8A8E-82E8614139B9}"/>
              </a:ext>
            </a:extLst>
          </p:cNvPr>
          <p:cNvCxnSpPr/>
          <p:nvPr/>
        </p:nvCxnSpPr>
        <p:spPr>
          <a:xfrm xmlns:a="http://schemas.openxmlformats.org/drawingml/2006/main">
            <a:off x="7130415" y="2124075"/>
            <a:ext cx="190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A7BF365D-BA18-4CFB-93EB-FCF3EDAAFC4E}"/>
              </a:ext>
            </a:extLst>
          </p:cNvPr>
          <p:cNvSpPr>
            <a:spLocks xmlns:a="http://schemas.openxmlformats.org/drawingml/2006/main" noGrp="1"/>
          </p:cNvSpPr>
          <p:nvPr/>
        </p:nvSpPr>
        <p:spPr>
          <a:xfrm xmlns:a="http://schemas.openxmlformats.org/drawingml/2006/main">
            <a:off x="7387590" y="1762125"/>
            <a:ext cx="193548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7" name="변경 후보">
            <a:extLst xmlns:a="http://schemas.openxmlformats.org/drawingml/2006/main">
              <a:ext uri="{FF2B5EF4-FFF2-40B4-BE49-F238E27FC236}">
                <a16:creationId xmlns:a16="http://schemas.microsoft.com/office/drawing/2014/main" id="{EE113D53-1AAF-4669-99D9-838BE0FFE011}"/>
              </a:ext>
            </a:extLst>
          </p:cNvPr>
          <p:cNvSpPr>
            <a:spLocks xmlns:a="http://schemas.openxmlformats.org/drawingml/2006/main" noGrp="1"/>
          </p:cNvSpPr>
          <p:nvPr/>
        </p:nvSpPr>
        <p:spPr>
          <a:xfrm xmlns:a="http://schemas.openxmlformats.org/drawingml/2006/main">
            <a:off x="7387590" y="1905000"/>
            <a:ext cx="193548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후보</a:t>
            </a:r>
          </a:p>
        </p:txBody>
      </p:sp>
      <p:cxnSp>
        <p:nvCxnSpPr>
          <p:cNvPr id="18" name="">
            <a:extLst xmlns:a="http://schemas.openxmlformats.org/drawingml/2006/main">
              <a:ext uri="{FF2B5EF4-FFF2-40B4-BE49-F238E27FC236}">
                <a16:creationId xmlns:a16="http://schemas.microsoft.com/office/drawing/2014/main" id="{8A3646DA-5C7B-4523-8985-3A10DC51B8F7}"/>
              </a:ext>
            </a:extLst>
          </p:cNvPr>
          <p:cNvCxnSpPr/>
          <p:nvPr/>
        </p:nvCxnSpPr>
        <p:spPr>
          <a:xfrm xmlns:a="http://schemas.openxmlformats.org/drawingml/2006/main">
            <a:off x="9389745" y="2124075"/>
            <a:ext cx="190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43786FBC-8B7A-4E7C-AC5C-EF28C38772DB}"/>
              </a:ext>
            </a:extLst>
          </p:cNvPr>
          <p:cNvSpPr>
            <a:spLocks xmlns:a="http://schemas.openxmlformats.org/drawingml/2006/main" noGrp="1"/>
          </p:cNvSpPr>
          <p:nvPr/>
        </p:nvSpPr>
        <p:spPr>
          <a:xfrm xmlns:a="http://schemas.openxmlformats.org/drawingml/2006/main">
            <a:off x="9646920" y="1762125"/>
            <a:ext cx="193548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재평가">
            <a:extLst xmlns:a="http://schemas.openxmlformats.org/drawingml/2006/main">
              <a:ext uri="{FF2B5EF4-FFF2-40B4-BE49-F238E27FC236}">
                <a16:creationId xmlns:a16="http://schemas.microsoft.com/office/drawing/2014/main" id="{83AADA55-994E-4E01-BB0F-EA71EFE67587}"/>
              </a:ext>
            </a:extLst>
          </p:cNvPr>
          <p:cNvSpPr>
            <a:spLocks xmlns:a="http://schemas.openxmlformats.org/drawingml/2006/main" noGrp="1"/>
          </p:cNvSpPr>
          <p:nvPr/>
        </p:nvSpPr>
        <p:spPr>
          <a:xfrm xmlns:a="http://schemas.openxmlformats.org/drawingml/2006/main">
            <a:off x="9646920" y="1905000"/>
            <a:ext cx="193548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21" name="재평가의 근거로 다음 행동을 고른다">
            <a:extLst xmlns:a="http://schemas.openxmlformats.org/drawingml/2006/main">
              <a:ext uri="{FF2B5EF4-FFF2-40B4-BE49-F238E27FC236}">
                <a16:creationId xmlns:a16="http://schemas.microsoft.com/office/drawing/2014/main" id="{93B35D7A-17D9-49D4-84C5-1D55F0C0FC51}"/>
              </a:ext>
            </a:extLst>
          </p:cNvPr>
          <p:cNvSpPr>
            <a:spLocks xmlns:a="http://schemas.openxmlformats.org/drawingml/2006/main" noGrp="1"/>
          </p:cNvSpPr>
          <p:nvPr/>
        </p:nvSpPr>
        <p:spPr>
          <a:xfrm xmlns:a="http://schemas.openxmlformats.org/drawingml/2006/main">
            <a:off x="609600" y="27908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재평가의 근거로 다음 행동을 고른다</a:t>
            </a:r>
          </a:p>
        </p:txBody>
      </p:sp>
      <p:sp>
        <p:nvSpPr>
          <p:cNvPr id="22" name="">
            <a:extLst xmlns:a="http://schemas.openxmlformats.org/drawingml/2006/main">
              <a:ext uri="{FF2B5EF4-FFF2-40B4-BE49-F238E27FC236}">
                <a16:creationId xmlns:a16="http://schemas.microsoft.com/office/drawing/2014/main" id="{3D0EEC3F-3C3E-4692-88B8-C30E36B6EED3}"/>
              </a:ext>
            </a:extLst>
          </p:cNvPr>
          <p:cNvSpPr>
            <a:spLocks xmlns:a="http://schemas.openxmlformats.org/drawingml/2006/main" noGrp="1"/>
          </p:cNvSpPr>
          <p:nvPr/>
        </p:nvSpPr>
        <p:spPr>
          <a:xfrm xmlns:a="http://schemas.openxmlformats.org/drawingml/2006/main">
            <a:off x="609600" y="34099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3" name="기준 충족">
            <a:extLst xmlns:a="http://schemas.openxmlformats.org/drawingml/2006/main">
              <a:ext uri="{FF2B5EF4-FFF2-40B4-BE49-F238E27FC236}">
                <a16:creationId xmlns:a16="http://schemas.microsoft.com/office/drawing/2014/main" id="{51C51AB7-CE4F-44D5-B807-F10E491A2E7A}"/>
              </a:ext>
            </a:extLst>
          </p:cNvPr>
          <p:cNvSpPr>
            <a:spLocks xmlns:a="http://schemas.openxmlformats.org/drawingml/2006/main" noGrp="1"/>
          </p:cNvSpPr>
          <p:nvPr/>
        </p:nvSpPr>
        <p:spPr>
          <a:xfrm xmlns:a="http://schemas.openxmlformats.org/drawingml/2006/main">
            <a:off x="609600" y="3590925"/>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기준 충족</a:t>
            </a:r>
          </a:p>
        </p:txBody>
      </p:sp>
      <p:sp>
        <p:nvSpPr>
          <p:cNvPr id="24" name="완료·채택">
            <a:extLst xmlns:a="http://schemas.openxmlformats.org/drawingml/2006/main">
              <a:ext uri="{FF2B5EF4-FFF2-40B4-BE49-F238E27FC236}">
                <a16:creationId xmlns:a16="http://schemas.microsoft.com/office/drawing/2014/main" id="{C0E07195-A996-4855-B944-1A621FAA0261}"/>
              </a:ext>
            </a:extLst>
          </p:cNvPr>
          <p:cNvSpPr>
            <a:spLocks xmlns:a="http://schemas.openxmlformats.org/drawingml/2006/main" noGrp="1"/>
          </p:cNvSpPr>
          <p:nvPr/>
        </p:nvSpPr>
        <p:spPr>
          <a:xfrm xmlns:a="http://schemas.openxmlformats.org/drawingml/2006/main">
            <a:off x="609600" y="413385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완료·채택</a:t>
            </a:r>
          </a:p>
        </p:txBody>
      </p:sp>
      <p:sp>
        <p:nvSpPr>
          <p:cNvPr id="25" name="이번 작업은 완료&#10;검토한 체계만 다음 작업에">
            <a:extLst xmlns:a="http://schemas.openxmlformats.org/drawingml/2006/main">
              <a:ext uri="{FF2B5EF4-FFF2-40B4-BE49-F238E27FC236}">
                <a16:creationId xmlns:a16="http://schemas.microsoft.com/office/drawing/2014/main" id="{0067655B-4BE4-4BFC-8B24-7B0A0F9F8A12}"/>
              </a:ext>
            </a:extLst>
          </p:cNvPr>
          <p:cNvSpPr>
            <a:spLocks xmlns:a="http://schemas.openxmlformats.org/drawingml/2006/main" noGrp="1"/>
          </p:cNvSpPr>
          <p:nvPr/>
        </p:nvSpPr>
        <p:spPr>
          <a:xfrm xmlns:a="http://schemas.openxmlformats.org/drawingml/2006/main">
            <a:off x="609600" y="4791075"/>
            <a:ext cx="335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이번 작업은 완료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검토한 체계만 다음 작업에</a:t>
            </a:r>
          </a:p>
        </p:txBody>
      </p:sp>
      <p:sp>
        <p:nvSpPr>
          <p:cNvPr id="26" name="">
            <a:extLst xmlns:a="http://schemas.openxmlformats.org/drawingml/2006/main">
              <a:ext uri="{FF2B5EF4-FFF2-40B4-BE49-F238E27FC236}">
                <a16:creationId xmlns:a16="http://schemas.microsoft.com/office/drawing/2014/main" id="{3297A1FE-839D-4E6D-8706-B1B70492D108}"/>
              </a:ext>
            </a:extLst>
          </p:cNvPr>
          <p:cNvSpPr>
            <a:spLocks xmlns:a="http://schemas.openxmlformats.org/drawingml/2006/main" noGrp="1"/>
          </p:cNvSpPr>
          <p:nvPr/>
        </p:nvSpPr>
        <p:spPr>
          <a:xfrm xmlns:a="http://schemas.openxmlformats.org/drawingml/2006/main">
            <a:off x="4419600" y="34099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7" name="미충족 · 수정 가능">
            <a:extLst xmlns:a="http://schemas.openxmlformats.org/drawingml/2006/main">
              <a:ext uri="{FF2B5EF4-FFF2-40B4-BE49-F238E27FC236}">
                <a16:creationId xmlns:a16="http://schemas.microsoft.com/office/drawing/2014/main" id="{D6BAB051-2F06-4CDA-B29D-B9E3F1C24362}"/>
              </a:ext>
            </a:extLst>
          </p:cNvPr>
          <p:cNvSpPr>
            <a:spLocks xmlns:a="http://schemas.openxmlformats.org/drawingml/2006/main" noGrp="1"/>
          </p:cNvSpPr>
          <p:nvPr/>
        </p:nvSpPr>
        <p:spPr>
          <a:xfrm xmlns:a="http://schemas.openxmlformats.org/drawingml/2006/main">
            <a:off x="4419600" y="3590925"/>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미충족 · 수정 가능</a:t>
            </a:r>
          </a:p>
        </p:txBody>
      </p:sp>
      <p:sp>
        <p:nvSpPr>
          <p:cNvPr id="28" name="수정 후 재시도">
            <a:extLst xmlns:a="http://schemas.openxmlformats.org/drawingml/2006/main">
              <a:ext uri="{FF2B5EF4-FFF2-40B4-BE49-F238E27FC236}">
                <a16:creationId xmlns:a16="http://schemas.microsoft.com/office/drawing/2014/main" id="{839C94D1-A2B0-4265-A024-579F652AA009}"/>
              </a:ext>
            </a:extLst>
          </p:cNvPr>
          <p:cNvSpPr>
            <a:spLocks xmlns:a="http://schemas.openxmlformats.org/drawingml/2006/main" noGrp="1"/>
          </p:cNvSpPr>
          <p:nvPr/>
        </p:nvSpPr>
        <p:spPr>
          <a:xfrm xmlns:a="http://schemas.openxmlformats.org/drawingml/2006/main">
            <a:off x="4419600" y="413385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수정 후 재시도</a:t>
            </a:r>
          </a:p>
        </p:txBody>
      </p:sp>
      <p:sp>
        <p:nvSpPr>
          <p:cNvPr id="29" name="원인·변경 범위를 다시 보고&#10;새 기록으로 재평가">
            <a:extLst xmlns:a="http://schemas.openxmlformats.org/drawingml/2006/main">
              <a:ext uri="{FF2B5EF4-FFF2-40B4-BE49-F238E27FC236}">
                <a16:creationId xmlns:a16="http://schemas.microsoft.com/office/drawing/2014/main" id="{A99226A9-B68C-44AE-8444-D52279E00600}"/>
              </a:ext>
            </a:extLst>
          </p:cNvPr>
          <p:cNvSpPr>
            <a:spLocks xmlns:a="http://schemas.openxmlformats.org/drawingml/2006/main" noGrp="1"/>
          </p:cNvSpPr>
          <p:nvPr/>
        </p:nvSpPr>
        <p:spPr>
          <a:xfrm xmlns:a="http://schemas.openxmlformats.org/drawingml/2006/main">
            <a:off x="4419600" y="4791075"/>
            <a:ext cx="335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원인·변경 범위를 다시 보고</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새 기록으로 재평가</a:t>
            </a:r>
          </a:p>
        </p:txBody>
      </p:sp>
      <p:sp>
        <p:nvSpPr>
          <p:cNvPr id="30" name="">
            <a:extLst xmlns:a="http://schemas.openxmlformats.org/drawingml/2006/main">
              <a:ext uri="{FF2B5EF4-FFF2-40B4-BE49-F238E27FC236}">
                <a16:creationId xmlns:a16="http://schemas.microsoft.com/office/drawing/2014/main" id="{CD24CB81-7DF6-4EBA-A249-8D0166483F1E}"/>
              </a:ext>
            </a:extLst>
          </p:cNvPr>
          <p:cNvSpPr>
            <a:spLocks xmlns:a="http://schemas.openxmlformats.org/drawingml/2006/main" noGrp="1"/>
          </p:cNvSpPr>
          <p:nvPr/>
        </p:nvSpPr>
        <p:spPr>
          <a:xfrm xmlns:a="http://schemas.openxmlformats.org/drawingml/2006/main">
            <a:off x="8229600" y="34099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31" name="근거 부족 · 한도 도달">
            <a:extLst xmlns:a="http://schemas.openxmlformats.org/drawingml/2006/main">
              <a:ext uri="{FF2B5EF4-FFF2-40B4-BE49-F238E27FC236}">
                <a16:creationId xmlns:a16="http://schemas.microsoft.com/office/drawing/2014/main" id="{C5A0F6A9-F9B4-4912-9EC0-C6AEAF8AE043}"/>
              </a:ext>
            </a:extLst>
          </p:cNvPr>
          <p:cNvSpPr>
            <a:spLocks xmlns:a="http://schemas.openxmlformats.org/drawingml/2006/main" noGrp="1"/>
          </p:cNvSpPr>
          <p:nvPr/>
        </p:nvSpPr>
        <p:spPr>
          <a:xfrm xmlns:a="http://schemas.openxmlformats.org/drawingml/2006/main">
            <a:off x="8229600" y="3590925"/>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근거 부족 · 한도 도달</a:t>
            </a:r>
          </a:p>
        </p:txBody>
      </p:sp>
      <p:sp>
        <p:nvSpPr>
          <p:cNvPr id="32" name="중단·사람에게 확인">
            <a:extLst xmlns:a="http://schemas.openxmlformats.org/drawingml/2006/main">
              <a:ext uri="{FF2B5EF4-FFF2-40B4-BE49-F238E27FC236}">
                <a16:creationId xmlns:a16="http://schemas.microsoft.com/office/drawing/2014/main" id="{132C42F4-1824-4E7C-A57B-77A5B80B4F0B}"/>
              </a:ext>
            </a:extLst>
          </p:cNvPr>
          <p:cNvSpPr>
            <a:spLocks xmlns:a="http://schemas.openxmlformats.org/drawingml/2006/main" noGrp="1"/>
          </p:cNvSpPr>
          <p:nvPr/>
        </p:nvSpPr>
        <p:spPr>
          <a:xfrm xmlns:a="http://schemas.openxmlformats.org/drawingml/2006/main">
            <a:off x="8229600" y="413385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중단·사람에게 확인</a:t>
            </a:r>
          </a:p>
        </p:txBody>
      </p:sp>
      <p:sp>
        <p:nvSpPr>
          <p:cNvPr id="33" name="시도·남은 문제를 기록&#10;반복·시간·비용 한도 유지">
            <a:extLst xmlns:a="http://schemas.openxmlformats.org/drawingml/2006/main">
              <a:ext uri="{FF2B5EF4-FFF2-40B4-BE49-F238E27FC236}">
                <a16:creationId xmlns:a16="http://schemas.microsoft.com/office/drawing/2014/main" id="{2C821536-E202-4E99-90E9-2BA89615B445}"/>
              </a:ext>
            </a:extLst>
          </p:cNvPr>
          <p:cNvSpPr>
            <a:spLocks xmlns:a="http://schemas.openxmlformats.org/drawingml/2006/main" noGrp="1"/>
          </p:cNvSpPr>
          <p:nvPr/>
        </p:nvSpPr>
        <p:spPr>
          <a:xfrm xmlns:a="http://schemas.openxmlformats.org/drawingml/2006/main">
            <a:off x="8229600" y="4791075"/>
            <a:ext cx="335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시도·남은 문제를 기록</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반복·시간·비용 한도 유지</a:t>
            </a:r>
          </a:p>
        </p:txBody>
      </p:sp>
      <p:sp>
        <p:nvSpPr>
          <p:cNvPr id="34" name="Legacy module connection">
            <a:extLst xmlns:a="http://schemas.openxmlformats.org/drawingml/2006/main">
              <a:ext uri="{FF2B5EF4-FFF2-40B4-BE49-F238E27FC236}">
                <a16:creationId xmlns:a16="http://schemas.microsoft.com/office/drawing/2014/main" id="{046B6CDA-98B0-4675-8120-3E20CDDD4D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108623718"/>
      </p:ext>
    </p:extLst>
  </p:cSld>
</p:sld>
</file>

<file path=ppt/slides/slide9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교육 Demo 제작 기록 / OBSERVED_META">
            <a:extLst xmlns:a="http://schemas.openxmlformats.org/drawingml/2006/main">
              <a:ext uri="{FF2B5EF4-FFF2-40B4-BE49-F238E27FC236}">
                <a16:creationId xmlns:a16="http://schemas.microsoft.com/office/drawing/2014/main" id="{DB6FC639-4A4A-4AB3-ADED-F495459FE6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교육 Demo 제작 기록 / OBSERVED_META</a:t>
            </a:r>
          </a:p>
        </p:txBody>
      </p:sp>
      <p:sp>
        <p:nvSpPr>
          <p:cNvPr id="2" name="S95">
            <a:extLst xmlns:a="http://schemas.openxmlformats.org/drawingml/2006/main">
              <a:ext uri="{FF2B5EF4-FFF2-40B4-BE49-F238E27FC236}">
                <a16:creationId xmlns:a16="http://schemas.microsoft.com/office/drawing/2014/main" id="{DE750115-5294-4537-97B1-D212646ABC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평가·보고 기준도 개선 대상이다">
            <a:extLst xmlns:a="http://schemas.openxmlformats.org/drawingml/2006/main">
              <a:ext uri="{FF2B5EF4-FFF2-40B4-BE49-F238E27FC236}">
                <a16:creationId xmlns:a16="http://schemas.microsoft.com/office/drawing/2014/main" id="{9710351E-73A4-429D-B7E9-09EB4B9484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평가·보고 기준도 개선 대상이다</a:t>
            </a:r>
          </a:p>
        </p:txBody>
      </p:sp>
      <p:sp>
        <p:nvSpPr>
          <p:cNvPr id="4" name="">
            <a:extLst xmlns:a="http://schemas.openxmlformats.org/drawingml/2006/main">
              <a:ext uri="{FF2B5EF4-FFF2-40B4-BE49-F238E27FC236}">
                <a16:creationId xmlns:a16="http://schemas.microsoft.com/office/drawing/2014/main" id="{DCB20A71-DBDA-4D8E-A140-9F00999BE2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0E5B0432-02AE-454A-BF8F-3D2E3BE414B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의 Resize 성능 조사 · 기록 재구성">
            <a:extLst xmlns:a="http://schemas.openxmlformats.org/drawingml/2006/main">
              <a:ext uri="{FF2B5EF4-FFF2-40B4-BE49-F238E27FC236}">
                <a16:creationId xmlns:a16="http://schemas.microsoft.com/office/drawing/2014/main" id="{F831E6E9-FFCC-42FA-B0C1-82E976B499D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CLI의 Resize 성능 조사 · 기록 재구성</a:t>
            </a:r>
          </a:p>
        </p:txBody>
      </p:sp>
      <p:sp>
        <p:nvSpPr>
          <p:cNvPr id="7" name="앞의 가상 지침과 별개 사건 · 개선 대상은 평가·보고 기준 · 제품 코드·Demo Skill 복구 아님">
            <a:extLst xmlns:a="http://schemas.openxmlformats.org/drawingml/2006/main">
              <a:ext uri="{FF2B5EF4-FFF2-40B4-BE49-F238E27FC236}">
                <a16:creationId xmlns:a16="http://schemas.microsoft.com/office/drawing/2014/main" id="{4C96D2A7-63D4-4F9E-8831-E8A7CC0301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지침과 별개 사건 · 개선 대상은 평가·보고 기준 · 제품 코드·Demo Skill 복구 아님</a:t>
            </a:r>
          </a:p>
        </p:txBody>
      </p:sp>
      <p:sp>
        <p:nvSpPr>
          <p:cNvPr id="8" name="이번에는 성능 조사 결과를 평가·보고하던 방식을 본다">
            <a:extLst xmlns:a="http://schemas.openxmlformats.org/drawingml/2006/main">
              <a:ext uri="{FF2B5EF4-FFF2-40B4-BE49-F238E27FC236}">
                <a16:creationId xmlns:a16="http://schemas.microsoft.com/office/drawing/2014/main" id="{3169DDC0-758A-47D8-A4C4-678001B567FC}"/>
              </a:ext>
            </a:extLst>
          </p:cNvPr>
          <p:cNvSpPr>
            <a:spLocks xmlns:a="http://schemas.openxmlformats.org/drawingml/2006/main" noGrp="1"/>
          </p:cNvSpPr>
          <p:nvPr/>
        </p:nvSpPr>
        <p:spPr>
          <a:xfrm xmlns:a="http://schemas.openxmlformats.org/drawingml/2006/main">
            <a:off x="609600" y="1781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이번에는 성능 조사 결과를 평가·보고하던 방식을 본다</a:t>
            </a:r>
          </a:p>
        </p:txBody>
      </p:sp>
      <p:sp>
        <p:nvSpPr>
          <p:cNvPr id="9" name="당시 작업: 이미지 크기 변경 성능 조사 (Resize)">
            <a:extLst xmlns:a="http://schemas.openxmlformats.org/drawingml/2006/main">
              <a:ext uri="{FF2B5EF4-FFF2-40B4-BE49-F238E27FC236}">
                <a16:creationId xmlns:a16="http://schemas.microsoft.com/office/drawing/2014/main" id="{C55FB22E-91DD-488A-8A72-1173D15CC656}"/>
              </a:ext>
            </a:extLst>
          </p:cNvPr>
          <p:cNvSpPr>
            <a:spLocks xmlns:a="http://schemas.openxmlformats.org/drawingml/2006/main" noGrp="1"/>
          </p:cNvSpPr>
          <p:nvPr/>
        </p:nvSpPr>
        <p:spPr>
          <a:xfrm xmlns:a="http://schemas.openxmlformats.org/drawingml/2006/main">
            <a:off x="609600" y="24003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당시 작업: 이미지 크기 변경 성능 조사 (Resize)</a:t>
            </a:r>
          </a:p>
        </p:txBody>
      </p:sp>
      <p:sp>
        <p:nvSpPr>
          <p:cNvPr id="10" name="관찰한 조건">
            <a:extLst xmlns:a="http://schemas.openxmlformats.org/drawingml/2006/main">
              <a:ext uri="{FF2B5EF4-FFF2-40B4-BE49-F238E27FC236}">
                <a16:creationId xmlns:a16="http://schemas.microsoft.com/office/drawing/2014/main" id="{43D9E461-9E3B-46B3-A273-EE326CE5F615}"/>
              </a:ext>
            </a:extLst>
          </p:cNvPr>
          <p:cNvSpPr>
            <a:spLocks xmlns:a="http://schemas.openxmlformats.org/drawingml/2006/main" noGrp="1"/>
          </p:cNvSpPr>
          <p:nvPr/>
        </p:nvSpPr>
        <p:spPr>
          <a:xfrm xmlns:a="http://schemas.openxmlformats.org/drawingml/2006/main">
            <a:off x="60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관찰한 조건</a:t>
            </a:r>
          </a:p>
        </p:txBody>
      </p:sp>
      <p:sp>
        <p:nvSpPr>
          <p:cNvPr id="11" name="">
            <a:extLst xmlns:a="http://schemas.openxmlformats.org/drawingml/2006/main">
              <a:ext uri="{FF2B5EF4-FFF2-40B4-BE49-F238E27FC236}">
                <a16:creationId xmlns:a16="http://schemas.microsoft.com/office/drawing/2014/main" id="{C1508B60-A6E4-498E-B287-1135258EA16F}"/>
              </a:ext>
            </a:extLst>
          </p:cNvPr>
          <p:cNvSpPr>
            <a:spLocks xmlns:a="http://schemas.openxmlformats.org/drawingml/2006/main" noGrp="1"/>
          </p:cNvSpPr>
          <p:nvPr/>
        </p:nvSpPr>
        <p:spPr>
          <a:xfrm xmlns:a="http://schemas.openxmlformats.org/drawingml/2006/main">
            <a:off x="60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전역 Skill 포함&#10;시작 단계 경고">
            <a:extLst xmlns:a="http://schemas.openxmlformats.org/drawingml/2006/main">
              <a:ext uri="{FF2B5EF4-FFF2-40B4-BE49-F238E27FC236}">
                <a16:creationId xmlns:a16="http://schemas.microsoft.com/office/drawing/2014/main" id="{74690024-1998-4748-B154-3DC620695E8D}"/>
              </a:ext>
            </a:extLst>
          </p:cNvPr>
          <p:cNvSpPr>
            <a:spLocks xmlns:a="http://schemas.openxmlformats.org/drawingml/2006/main" noGrp="1"/>
          </p:cNvSpPr>
          <p:nvPr/>
        </p:nvSpPr>
        <p:spPr>
          <a:xfrm xmlns:a="http://schemas.openxmlformats.org/drawingml/2006/main">
            <a:off x="60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전역 Skill 포함</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단계 경고</a:t>
            </a:r>
          </a:p>
        </p:txBody>
      </p:sp>
      <p:cxnSp>
        <p:nvCxnSpPr>
          <p:cNvPr id="13" name="">
            <a:extLst xmlns:a="http://schemas.openxmlformats.org/drawingml/2006/main">
              <a:ext uri="{FF2B5EF4-FFF2-40B4-BE49-F238E27FC236}">
                <a16:creationId xmlns:a16="http://schemas.microsoft.com/office/drawing/2014/main" id="{1BCE7DCD-E700-461E-B3E9-DD3A144FA9B4}"/>
              </a:ext>
            </a:extLst>
          </p:cNvPr>
          <p:cNvCxnSpPr/>
          <p:nvPr/>
        </p:nvCxnSpPr>
        <p:spPr>
          <a:xfrm xmlns:a="http://schemas.openxmlformats.org/drawingml/2006/main">
            <a:off x="403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판단의 한계">
            <a:extLst xmlns:a="http://schemas.openxmlformats.org/drawingml/2006/main">
              <a:ext uri="{FF2B5EF4-FFF2-40B4-BE49-F238E27FC236}">
                <a16:creationId xmlns:a16="http://schemas.microsoft.com/office/drawing/2014/main" id="{5D2B20A8-7178-4D38-9834-1D9F0528F5FB}"/>
              </a:ext>
            </a:extLst>
          </p:cNvPr>
          <p:cNvSpPr>
            <a:spLocks xmlns:a="http://schemas.openxmlformats.org/drawingml/2006/main" noGrp="1"/>
          </p:cNvSpPr>
          <p:nvPr/>
        </p:nvSpPr>
        <p:spPr>
          <a:xfrm xmlns:a="http://schemas.openxmlformats.org/drawingml/2006/main">
            <a:off x="441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판단의 한계</a:t>
            </a:r>
          </a:p>
        </p:txBody>
      </p:sp>
      <p:sp>
        <p:nvSpPr>
          <p:cNvPr id="15" name="">
            <a:extLst xmlns:a="http://schemas.openxmlformats.org/drawingml/2006/main">
              <a:ext uri="{FF2B5EF4-FFF2-40B4-BE49-F238E27FC236}">
                <a16:creationId xmlns:a16="http://schemas.microsoft.com/office/drawing/2014/main" id="{BA7ABEEF-513E-4CDF-9048-0CEDA82F3F2E}"/>
              </a:ext>
            </a:extLst>
          </p:cNvPr>
          <p:cNvSpPr>
            <a:spLocks xmlns:a="http://schemas.openxmlformats.org/drawingml/2006/main" noGrp="1"/>
          </p:cNvSpPr>
          <p:nvPr/>
        </p:nvSpPr>
        <p:spPr>
          <a:xfrm xmlns:a="http://schemas.openxmlformats.org/drawingml/2006/main">
            <a:off x="441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결과 전체를 Prompt의&#10;효과로 분리 못함">
            <a:extLst xmlns:a="http://schemas.openxmlformats.org/drawingml/2006/main">
              <a:ext uri="{FF2B5EF4-FFF2-40B4-BE49-F238E27FC236}">
                <a16:creationId xmlns:a16="http://schemas.microsoft.com/office/drawing/2014/main" id="{2404D038-D74A-485B-B8BA-A524F05B8B5E}"/>
              </a:ext>
            </a:extLst>
          </p:cNvPr>
          <p:cNvSpPr>
            <a:spLocks xmlns:a="http://schemas.openxmlformats.org/drawingml/2006/main" noGrp="1"/>
          </p:cNvSpPr>
          <p:nvPr/>
        </p:nvSpPr>
        <p:spPr>
          <a:xfrm xmlns:a="http://schemas.openxmlformats.org/drawingml/2006/main">
            <a:off x="441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결과 전체를 Prompt의</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효과로 분리 못함</a:t>
            </a:r>
          </a:p>
        </p:txBody>
      </p:sp>
      <p:cxnSp>
        <p:nvCxnSpPr>
          <p:cNvPr id="17" name="">
            <a:extLst xmlns:a="http://schemas.openxmlformats.org/drawingml/2006/main">
              <a:ext uri="{FF2B5EF4-FFF2-40B4-BE49-F238E27FC236}">
                <a16:creationId xmlns:a16="http://schemas.microsoft.com/office/drawing/2014/main" id="{817718E9-D7EE-4BA3-8FD9-8CE176899843}"/>
              </a:ext>
            </a:extLst>
          </p:cNvPr>
          <p:cNvCxnSpPr/>
          <p:nvPr/>
        </p:nvCxnSpPr>
        <p:spPr>
          <a:xfrm xmlns:a="http://schemas.openxmlformats.org/drawingml/2006/main">
            <a:off x="784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바꿀 대상">
            <a:extLst xmlns:a="http://schemas.openxmlformats.org/drawingml/2006/main">
              <a:ext uri="{FF2B5EF4-FFF2-40B4-BE49-F238E27FC236}">
                <a16:creationId xmlns:a16="http://schemas.microsoft.com/office/drawing/2014/main" id="{AE7FE761-D195-43D0-AE54-ADD113DFB796}"/>
              </a:ext>
            </a:extLst>
          </p:cNvPr>
          <p:cNvSpPr>
            <a:spLocks xmlns:a="http://schemas.openxmlformats.org/drawingml/2006/main" noGrp="1"/>
          </p:cNvSpPr>
          <p:nvPr/>
        </p:nvSpPr>
        <p:spPr>
          <a:xfrm xmlns:a="http://schemas.openxmlformats.org/drawingml/2006/main">
            <a:off x="822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바꿀 대상</a:t>
            </a:r>
          </a:p>
        </p:txBody>
      </p:sp>
      <p:sp>
        <p:nvSpPr>
          <p:cNvPr id="19" name="">
            <a:extLst xmlns:a="http://schemas.openxmlformats.org/drawingml/2006/main">
              <a:ext uri="{FF2B5EF4-FFF2-40B4-BE49-F238E27FC236}">
                <a16:creationId xmlns:a16="http://schemas.microsoft.com/office/drawing/2014/main" id="{3F8810AB-58D1-4EB5-9EAF-A63B35DE8436}"/>
              </a:ext>
            </a:extLst>
          </p:cNvPr>
          <p:cNvSpPr>
            <a:spLocks xmlns:a="http://schemas.openxmlformats.org/drawingml/2006/main" noGrp="1"/>
          </p:cNvSpPr>
          <p:nvPr/>
        </p:nvSpPr>
        <p:spPr>
          <a:xfrm xmlns:a="http://schemas.openxmlformats.org/drawingml/2006/main">
            <a:off x="822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평가·보고에&#10;무엇을 남길까?">
            <a:extLst xmlns:a="http://schemas.openxmlformats.org/drawingml/2006/main">
              <a:ext uri="{FF2B5EF4-FFF2-40B4-BE49-F238E27FC236}">
                <a16:creationId xmlns:a16="http://schemas.microsoft.com/office/drawing/2014/main" id="{5D29B68B-9864-457B-9587-F916DA5E7B05}"/>
              </a:ext>
            </a:extLst>
          </p:cNvPr>
          <p:cNvSpPr>
            <a:spLocks xmlns:a="http://schemas.openxmlformats.org/drawingml/2006/main" noGrp="1"/>
          </p:cNvSpPr>
          <p:nvPr/>
        </p:nvSpPr>
        <p:spPr>
          <a:xfrm xmlns:a="http://schemas.openxmlformats.org/drawingml/2006/main">
            <a:off x="822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평가·보고에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남길까?</a:t>
            </a:r>
          </a:p>
        </p:txBody>
      </p:sp>
      <p:sp>
        <p:nvSpPr>
          <p:cNvPr id="21" name="지침의 유지에서, 결과를 판단·보고하는 기준의 유지로">
            <a:extLst xmlns:a="http://schemas.openxmlformats.org/drawingml/2006/main">
              <a:ext uri="{FF2B5EF4-FFF2-40B4-BE49-F238E27FC236}">
                <a16:creationId xmlns:a16="http://schemas.microsoft.com/office/drawing/2014/main" id="{3C768F31-7298-4AFB-8AD9-EF924994E190}"/>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지침의 유지에서, 결과를 판단·보고하는 기준의 유지로</a:t>
            </a:r>
          </a:p>
        </p:txBody>
      </p:sp>
      <p:sp>
        <p:nvSpPr>
          <p:cNvPr id="22" name="Legacy module connection">
            <a:extLst xmlns:a="http://schemas.openxmlformats.org/drawingml/2006/main">
              <a:ext uri="{FF2B5EF4-FFF2-40B4-BE49-F238E27FC236}">
                <a16:creationId xmlns:a16="http://schemas.microsoft.com/office/drawing/2014/main" id="{AF503B92-CDBE-4496-ADB1-4E459D68B3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61727612"/>
      </p:ext>
    </p:extLst>
  </p:cSld>
</p:sld>
</file>

<file path=ppt/slides/slide9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실제 제작 기록 / 확인 범위와 해석의 한계">
            <a:extLst xmlns:a="http://schemas.openxmlformats.org/drawingml/2006/main">
              <a:ext uri="{FF2B5EF4-FFF2-40B4-BE49-F238E27FC236}">
                <a16:creationId xmlns:a16="http://schemas.microsoft.com/office/drawing/2014/main" id="{ECB4E56B-3B2F-483E-875B-D0863DCB3F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 범위와 해석의 한계</a:t>
            </a:r>
          </a:p>
        </p:txBody>
      </p:sp>
      <p:sp>
        <p:nvSpPr>
          <p:cNvPr id="2" name="S96">
            <a:extLst xmlns:a="http://schemas.openxmlformats.org/drawingml/2006/main">
              <a:ext uri="{FF2B5EF4-FFF2-40B4-BE49-F238E27FC236}">
                <a16:creationId xmlns:a16="http://schemas.microsoft.com/office/drawing/2014/main" id="{45C83756-A8EB-47C8-BA0A-F563E45017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결과 확인과 원인 해석을 따로 기록한다">
            <a:extLst xmlns:a="http://schemas.openxmlformats.org/drawingml/2006/main">
              <a:ext uri="{FF2B5EF4-FFF2-40B4-BE49-F238E27FC236}">
                <a16:creationId xmlns:a16="http://schemas.microsoft.com/office/drawing/2014/main" id="{66C054AC-16EB-40AE-98F6-15ADC25E64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 확인과 원인 해석을 따로 기록한다</a:t>
            </a:r>
          </a:p>
        </p:txBody>
      </p:sp>
      <p:sp>
        <p:nvSpPr>
          <p:cNvPr id="4" name="">
            <a:extLst xmlns:a="http://schemas.openxmlformats.org/drawingml/2006/main">
              <a:ext uri="{FF2B5EF4-FFF2-40B4-BE49-F238E27FC236}">
                <a16:creationId xmlns:a16="http://schemas.microsoft.com/office/drawing/2014/main" id="{50818C5F-AB97-4151-9C9C-152183F4FA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052E895-BFA4-4FD6-BC36-B77A707B24A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같은 조건의 7 one-call samples · 기록 ">
            <a:extLst xmlns:a="http://schemas.openxmlformats.org/drawingml/2006/main">
              <a:ext uri="{FF2B5EF4-FFF2-40B4-BE49-F238E27FC236}">
                <a16:creationId xmlns:a16="http://schemas.microsoft.com/office/drawing/2014/main" id="{EEA87555-C4F7-4DB7-A168-467A84BCE8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같은 조건의 7 one-call samples · 기록 재구성</a:t>
            </a:r>
          </a:p>
        </p:txBody>
      </p:sp>
      <p:sp>
        <p:nvSpPr>
          <p:cNvPr id="7" name="기록된 합성 입력·CPython 3.9.6·macOS arm64 범위 · 현재 Desktop·일반 효과로 확">
            <a:extLst xmlns:a="http://schemas.openxmlformats.org/drawingml/2006/main">
              <a:ext uri="{FF2B5EF4-FFF2-40B4-BE49-F238E27FC236}">
                <a16:creationId xmlns:a16="http://schemas.microsoft.com/office/drawing/2014/main" id="{E3661E79-94EA-4FEE-B70B-639BB65CDF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 범위 · 현재 Desktop·일반 효과로 확대하지 않음</a:t>
            </a:r>
          </a:p>
        </p:txBody>
      </p:sp>
      <p:sp>
        <p:nvSpPr>
          <p:cNvPr id="8" name="Resize 성능 조사 · 앞의 밝기 통계 Benchmark와 별도 기록">
            <a:extLst xmlns:a="http://schemas.openxmlformats.org/drawingml/2006/main">
              <a:ext uri="{FF2B5EF4-FFF2-40B4-BE49-F238E27FC236}">
                <a16:creationId xmlns:a16="http://schemas.microsoft.com/office/drawing/2014/main" id="{9036FAB9-9483-426C-BA0B-7DF022371631}"/>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Resize 성능 조사 · 앞의 밝기 통계 Benchmark와 별도 기록</a:t>
            </a:r>
          </a:p>
        </p:txBody>
      </p:sp>
      <p:sp>
        <p:nvSpPr>
          <p:cNvPr id="9" name="측정 결과를 확인했나?">
            <a:extLst xmlns:a="http://schemas.openxmlformats.org/drawingml/2006/main">
              <a:ext uri="{FF2B5EF4-FFF2-40B4-BE49-F238E27FC236}">
                <a16:creationId xmlns:a16="http://schemas.microsoft.com/office/drawing/2014/main" id="{943C5195-E371-403E-BEB8-25BAC950711F}"/>
              </a:ext>
            </a:extLst>
          </p:cNvPr>
          <p:cNvSpPr>
            <a:spLocks xmlns:a="http://schemas.openxmlformats.org/drawingml/2006/main" noGrp="1"/>
          </p:cNvSpPr>
          <p:nvPr/>
        </p:nvSpPr>
        <p:spPr>
          <a:xfrm xmlns:a="http://schemas.openxmlformats.org/drawingml/2006/main">
            <a:off x="609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측정 결과를 확인했나?</a:t>
            </a:r>
          </a:p>
        </p:txBody>
      </p:sp>
      <p:sp>
        <p:nvSpPr>
          <p:cNvPr id="10" name="무엇의 효과인지 아는가?">
            <a:extLst xmlns:a="http://schemas.openxmlformats.org/drawingml/2006/main">
              <a:ext uri="{FF2B5EF4-FFF2-40B4-BE49-F238E27FC236}">
                <a16:creationId xmlns:a16="http://schemas.microsoft.com/office/drawing/2014/main" id="{F2BAC6B2-8883-4B28-BF4A-552801C92C4D}"/>
              </a:ext>
            </a:extLst>
          </p:cNvPr>
          <p:cNvSpPr>
            <a:spLocks xmlns:a="http://schemas.openxmlformats.org/drawingml/2006/main" noGrp="1"/>
          </p:cNvSpPr>
          <p:nvPr/>
        </p:nvSpPr>
        <p:spPr>
          <a:xfrm xmlns:a="http://schemas.openxmlformats.org/drawingml/2006/main">
            <a:off x="6705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무엇의 효과인지 아는가?</a:t>
            </a:r>
          </a:p>
        </p:txBody>
      </p:sp>
      <p:sp>
        <p:nvSpPr>
          <p:cNvPr id="11" name="">
            <a:extLst xmlns:a="http://schemas.openxmlformats.org/drawingml/2006/main">
              <a:ext uri="{FF2B5EF4-FFF2-40B4-BE49-F238E27FC236}">
                <a16:creationId xmlns:a16="http://schemas.microsoft.com/office/drawing/2014/main" id="{F666C134-4F50-403D-A5FA-5A03199F7CB8}"/>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
            <a:extLst xmlns:a="http://schemas.openxmlformats.org/drawingml/2006/main">
              <a:ext uri="{FF2B5EF4-FFF2-40B4-BE49-F238E27FC236}">
                <a16:creationId xmlns:a16="http://schemas.microsoft.com/office/drawing/2014/main" id="{72F55A84-C3A3-4E4A-8734-3A2F138054ED}"/>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3" name="입력·출력 hash 일치&#10;같은 조건의 7회 측정">
            <a:extLst xmlns:a="http://schemas.openxmlformats.org/drawingml/2006/main">
              <a:ext uri="{FF2B5EF4-FFF2-40B4-BE49-F238E27FC236}">
                <a16:creationId xmlns:a16="http://schemas.microsoft.com/office/drawing/2014/main" id="{41F0CA19-92B4-460A-9A5C-CE6BF591A8B3}"/>
              </a:ext>
            </a:extLst>
          </p:cNvPr>
          <p:cNvSpPr>
            <a:spLocks xmlns:a="http://schemas.openxmlformats.org/drawingml/2006/main" noGrp="1"/>
          </p:cNvSpPr>
          <p:nvPr/>
        </p:nvSpPr>
        <p:spPr>
          <a:xfrm xmlns:a="http://schemas.openxmlformats.org/drawingml/2006/main">
            <a:off x="609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7회 측정</a:t>
            </a:r>
          </a:p>
        </p:txBody>
      </p:sp>
      <p:sp>
        <p:nvSpPr>
          <p:cNvPr id="14" name="전역 Skill이 평가 절차에 관여&#10;Prompt만의 효과는 분리 못함">
            <a:extLst xmlns:a="http://schemas.openxmlformats.org/drawingml/2006/main">
              <a:ext uri="{FF2B5EF4-FFF2-40B4-BE49-F238E27FC236}">
                <a16:creationId xmlns:a16="http://schemas.microsoft.com/office/drawing/2014/main" id="{569B1DB9-979E-4BAF-B530-6770DD8C6CAA}"/>
              </a:ext>
            </a:extLst>
          </p:cNvPr>
          <p:cNvSpPr>
            <a:spLocks xmlns:a="http://schemas.openxmlformats.org/drawingml/2006/main" noGrp="1"/>
          </p:cNvSpPr>
          <p:nvPr/>
        </p:nvSpPr>
        <p:spPr>
          <a:xfrm xmlns:a="http://schemas.openxmlformats.org/drawingml/2006/main">
            <a:off x="6705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5" name="144.2 → 33.5 ms/call median">
            <a:extLst xmlns:a="http://schemas.openxmlformats.org/drawingml/2006/main">
              <a:ext uri="{FF2B5EF4-FFF2-40B4-BE49-F238E27FC236}">
                <a16:creationId xmlns:a16="http://schemas.microsoft.com/office/drawing/2014/main" id="{CD0B628B-7F0A-4A99-89DF-251B45CB0E25}"/>
              </a:ext>
            </a:extLst>
          </p:cNvPr>
          <p:cNvSpPr>
            <a:spLocks xmlns:a="http://schemas.openxmlformats.org/drawingml/2006/main" noGrp="1"/>
          </p:cNvSpPr>
          <p:nvPr/>
        </p:nvSpPr>
        <p:spPr>
          <a:xfrm xmlns:a="http://schemas.openxmlformats.org/drawingml/2006/main">
            <a:off x="609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6" name="원인 해석: PARTIAL">
            <a:extLst xmlns:a="http://schemas.openxmlformats.org/drawingml/2006/main">
              <a:ext uri="{FF2B5EF4-FFF2-40B4-BE49-F238E27FC236}">
                <a16:creationId xmlns:a16="http://schemas.microsoft.com/office/drawing/2014/main" id="{B8C90FAB-9808-4A58-9DCC-BB9D99FA15E6}"/>
              </a:ext>
            </a:extLst>
          </p:cNvPr>
          <p:cNvSpPr>
            <a:spLocks xmlns:a="http://schemas.openxmlformats.org/drawingml/2006/main" noGrp="1"/>
          </p:cNvSpPr>
          <p:nvPr/>
        </p:nvSpPr>
        <p:spPr>
          <a:xfrm xmlns:a="http://schemas.openxmlformats.org/drawingml/2006/main">
            <a:off x="6705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원인 해석: PARTIAL</a:t>
            </a:r>
          </a:p>
        </p:txBody>
      </p:sp>
      <p:sp>
        <p:nvSpPr>
          <p:cNvPr id="17" name="수치의 확인 범위와, 원인 해석의 한계를 함께 남긴다">
            <a:extLst xmlns:a="http://schemas.openxmlformats.org/drawingml/2006/main">
              <a:ext uri="{FF2B5EF4-FFF2-40B4-BE49-F238E27FC236}">
                <a16:creationId xmlns:a16="http://schemas.microsoft.com/office/drawing/2014/main" id="{46F02F4B-8445-4DFF-956C-8EC78CCE0B09}"/>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수치의 확인 범위와, 원인 해석의 한계를 함께 남긴다</a:t>
            </a:r>
          </a:p>
        </p:txBody>
      </p:sp>
      <p:sp>
        <p:nvSpPr>
          <p:cNvPr id="18" name="Legacy module connection">
            <a:extLst xmlns:a="http://schemas.openxmlformats.org/drawingml/2006/main">
              <a:ext uri="{FF2B5EF4-FFF2-40B4-BE49-F238E27FC236}">
                <a16:creationId xmlns:a16="http://schemas.microsoft.com/office/drawing/2014/main" id="{B15422BE-263D-4161-8111-EA0E1DCB7B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73750605"/>
      </p:ext>
    </p:extLst>
  </p:cSld>
</p:sld>
</file>

<file path=ppt/slides/slide9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실제 제작 기록 / 평가·보고 기준의 변경">
            <a:extLst xmlns:a="http://schemas.openxmlformats.org/drawingml/2006/main">
              <a:ext uri="{FF2B5EF4-FFF2-40B4-BE49-F238E27FC236}">
                <a16:creationId xmlns:a16="http://schemas.microsoft.com/office/drawing/2014/main" id="{C0EA63A2-6C78-402C-B898-22B62A8059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평가·보고 기준의 변경</a:t>
            </a:r>
          </a:p>
        </p:txBody>
      </p:sp>
      <p:sp>
        <p:nvSpPr>
          <p:cNvPr id="2" name="S97">
            <a:extLst xmlns:a="http://schemas.openxmlformats.org/drawingml/2006/main">
              <a:ext uri="{FF2B5EF4-FFF2-40B4-BE49-F238E27FC236}">
                <a16:creationId xmlns:a16="http://schemas.microsoft.com/office/drawing/2014/main" id="{B3BA4D39-A472-424F-B286-34066A522E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다음 조사에 남길 기록을 바꿨다">
            <a:extLst xmlns:a="http://schemas.openxmlformats.org/drawingml/2006/main">
              <a:ext uri="{FF2B5EF4-FFF2-40B4-BE49-F238E27FC236}">
                <a16:creationId xmlns:a16="http://schemas.microsoft.com/office/drawing/2014/main" id="{B1FE45E5-9682-4605-8CF3-CA72C964F8E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조사에 남길 기록을 바꿨다</a:t>
            </a:r>
          </a:p>
        </p:txBody>
      </p:sp>
      <p:sp>
        <p:nvSpPr>
          <p:cNvPr id="4" name="">
            <a:extLst xmlns:a="http://schemas.openxmlformats.org/drawingml/2006/main">
              <a:ext uri="{FF2B5EF4-FFF2-40B4-BE49-F238E27FC236}">
                <a16:creationId xmlns:a16="http://schemas.microsoft.com/office/drawing/2014/main" id="{DE1DBFA7-2369-422A-BC65-3485E9B6DE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5EB2100-AD4C-4EEB-9F4E-1B85DCA23BA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DEC-0016 · TRIAL-006 판정 보존과 후속 기록 기준 변경 · 의미 요약">
            <a:extLst xmlns:a="http://schemas.openxmlformats.org/drawingml/2006/main">
              <a:ext uri="{FF2B5EF4-FFF2-40B4-BE49-F238E27FC236}">
                <a16:creationId xmlns:a16="http://schemas.microsoft.com/office/drawing/2014/main" id="{AF1844E3-1C6B-4155-8748-7CB49935E8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DEC-0016 · TRIAL-006 판정 보존과 후속 기록 기준 변경 · 의미 요약</a:t>
            </a:r>
          </a:p>
        </p:txBody>
      </p:sp>
      <p:sp>
        <p:nvSpPr>
          <p:cNvPr id="7" name="제품 코드·Demo Skill 수정 아님 · 격리 실험이나 Prompt 인과 검증을 완료한 것도 아님">
            <a:extLst xmlns:a="http://schemas.openxmlformats.org/drawingml/2006/main">
              <a:ext uri="{FF2B5EF4-FFF2-40B4-BE49-F238E27FC236}">
                <a16:creationId xmlns:a16="http://schemas.microsoft.com/office/drawing/2014/main" id="{B6DF99E3-F2A4-4D0E-B300-3E6D7FC274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 아님 · 격리 실험이나 Prompt 인과 검증을 완료한 것도 아님</a:t>
            </a:r>
          </a:p>
        </p:txBody>
      </p:sp>
      <p:sp>
        <p:nvSpPr>
          <p:cNvPr id="8" name="기존: 작업·저장소 중심의 보고">
            <a:extLst xmlns:a="http://schemas.openxmlformats.org/drawingml/2006/main">
              <a:ext uri="{FF2B5EF4-FFF2-40B4-BE49-F238E27FC236}">
                <a16:creationId xmlns:a16="http://schemas.microsoft.com/office/drawing/2014/main" id="{AFAAD1CD-B353-4F35-93A8-0F9F99702C88}"/>
              </a:ext>
            </a:extLst>
          </p:cNvPr>
          <p:cNvSpPr>
            <a:spLocks xmlns:a="http://schemas.openxmlformats.org/drawingml/2006/main" noGrp="1"/>
          </p:cNvSpPr>
          <p:nvPr/>
        </p:nvSpPr>
        <p:spPr>
          <a:xfrm xmlns:a="http://schemas.openxmlformats.org/drawingml/2006/main">
            <a:off x="609600" y="18192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작업·저장소 중심의 보고</a:t>
            </a:r>
          </a:p>
        </p:txBody>
      </p:sp>
      <p:sp>
        <p:nvSpPr>
          <p:cNvPr id="9" name="변경: 실행 조건과 결과의 해석 범위도 함께 기록">
            <a:extLst xmlns:a="http://schemas.openxmlformats.org/drawingml/2006/main">
              <a:ext uri="{FF2B5EF4-FFF2-40B4-BE49-F238E27FC236}">
                <a16:creationId xmlns:a16="http://schemas.microsoft.com/office/drawing/2014/main" id="{39AB8A52-C2C0-46D9-8950-7955D4C00E22}"/>
              </a:ext>
            </a:extLst>
          </p:cNvPr>
          <p:cNvSpPr>
            <a:spLocks xmlns:a="http://schemas.openxmlformats.org/drawingml/2006/main" noGrp="1"/>
          </p:cNvSpPr>
          <p:nvPr/>
        </p:nvSpPr>
        <p:spPr>
          <a:xfrm xmlns:a="http://schemas.openxmlformats.org/drawingml/2006/main">
            <a:off x="609600" y="2352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 실행 조건과 결과의 해석 범위도 함께 기록</a:t>
            </a:r>
          </a:p>
        </p:txBody>
      </p:sp>
      <p:sp>
        <p:nvSpPr>
          <p:cNvPr id="10" name="">
            <a:extLst xmlns:a="http://schemas.openxmlformats.org/drawingml/2006/main">
              <a:ext uri="{FF2B5EF4-FFF2-40B4-BE49-F238E27FC236}">
                <a16:creationId xmlns:a16="http://schemas.microsoft.com/office/drawing/2014/main" id="{B591B3BC-DC29-4C94-9C11-1DEB41FECBEB}"/>
              </a:ext>
            </a:extLst>
          </p:cNvPr>
          <p:cNvSpPr>
            <a:spLocks xmlns:a="http://schemas.openxmlformats.org/drawingml/2006/main" noGrp="1"/>
          </p:cNvSpPr>
          <p:nvPr/>
        </p:nvSpPr>
        <p:spPr>
          <a:xfrm xmlns:a="http://schemas.openxmlformats.org/drawingml/2006/main">
            <a:off x="609600" y="3000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적용된 지침">
            <a:extLst xmlns:a="http://schemas.openxmlformats.org/drawingml/2006/main">
              <a:ext uri="{FF2B5EF4-FFF2-40B4-BE49-F238E27FC236}">
                <a16:creationId xmlns:a16="http://schemas.microsoft.com/office/drawing/2014/main" id="{3FF0E434-827F-447A-B25A-8930E95607F9}"/>
              </a:ext>
            </a:extLst>
          </p:cNvPr>
          <p:cNvSpPr>
            <a:spLocks xmlns:a="http://schemas.openxmlformats.org/drawingml/2006/main" noGrp="1"/>
          </p:cNvSpPr>
          <p:nvPr/>
        </p:nvSpPr>
        <p:spPr>
          <a:xfrm xmlns:a="http://schemas.openxmlformats.org/drawingml/2006/main">
            <a:off x="609600" y="311467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적용된 지침</a:t>
            </a:r>
          </a:p>
        </p:txBody>
      </p:sp>
      <p:sp>
        <p:nvSpPr>
          <p:cNvPr id="12" name="어떤 Skill·환경 조건이 관찰됐나?">
            <a:extLst xmlns:a="http://schemas.openxmlformats.org/drawingml/2006/main">
              <a:ext uri="{FF2B5EF4-FFF2-40B4-BE49-F238E27FC236}">
                <a16:creationId xmlns:a16="http://schemas.microsoft.com/office/drawing/2014/main" id="{CD7E8109-5131-438E-B30A-6509648DC197}"/>
              </a:ext>
            </a:extLst>
          </p:cNvPr>
          <p:cNvSpPr>
            <a:spLocks xmlns:a="http://schemas.openxmlformats.org/drawingml/2006/main" noGrp="1"/>
          </p:cNvSpPr>
          <p:nvPr/>
        </p:nvSpPr>
        <p:spPr>
          <a:xfrm xmlns:a="http://schemas.openxmlformats.org/drawingml/2006/main">
            <a:off x="3848100" y="311467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Skill·환경 조건이 관찰됐나?</a:t>
            </a:r>
          </a:p>
        </p:txBody>
      </p:sp>
      <p:sp>
        <p:nvSpPr>
          <p:cNvPr id="13" name="">
            <a:extLst xmlns:a="http://schemas.openxmlformats.org/drawingml/2006/main">
              <a:ext uri="{FF2B5EF4-FFF2-40B4-BE49-F238E27FC236}">
                <a16:creationId xmlns:a16="http://schemas.microsoft.com/office/drawing/2014/main" id="{7FCFBD2E-36F3-4F41-AE80-1E7AD32EDC7D}"/>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경고와 실제 사용">
            <a:extLst xmlns:a="http://schemas.openxmlformats.org/drawingml/2006/main">
              <a:ext uri="{FF2B5EF4-FFF2-40B4-BE49-F238E27FC236}">
                <a16:creationId xmlns:a16="http://schemas.microsoft.com/office/drawing/2014/main" id="{D22893C0-DD67-41A9-B9C6-A106F5A8EA98}"/>
              </a:ext>
            </a:extLst>
          </p:cNvPr>
          <p:cNvSpPr>
            <a:spLocks xmlns:a="http://schemas.openxmlformats.org/drawingml/2006/main" noGrp="1"/>
          </p:cNvSpPr>
          <p:nvPr/>
        </p:nvSpPr>
        <p:spPr>
          <a:xfrm xmlns:a="http://schemas.openxmlformats.org/drawingml/2006/main">
            <a:off x="609600" y="3810000"/>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경고와 실제 사용</a:t>
            </a:r>
          </a:p>
        </p:txBody>
      </p:sp>
      <p:sp>
        <p:nvSpPr>
          <p:cNvPr id="15" name="시작 경고와 도구의 실제 실행·결과를 구분">
            <a:extLst xmlns:a="http://schemas.openxmlformats.org/drawingml/2006/main">
              <a:ext uri="{FF2B5EF4-FFF2-40B4-BE49-F238E27FC236}">
                <a16:creationId xmlns:a16="http://schemas.microsoft.com/office/drawing/2014/main" id="{37C7AEE3-4E4A-4B0B-A56E-3C5DE07FEA1B}"/>
              </a:ext>
            </a:extLst>
          </p:cNvPr>
          <p:cNvSpPr>
            <a:spLocks xmlns:a="http://schemas.openxmlformats.org/drawingml/2006/main" noGrp="1"/>
          </p:cNvSpPr>
          <p:nvPr/>
        </p:nvSpPr>
        <p:spPr>
          <a:xfrm xmlns:a="http://schemas.openxmlformats.org/drawingml/2006/main">
            <a:off x="3848100" y="3810000"/>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시작 경고와 도구의 실제 실행·결과를 구분</a:t>
            </a:r>
          </a:p>
        </p:txBody>
      </p:sp>
      <p:sp>
        <p:nvSpPr>
          <p:cNvPr id="16" name="">
            <a:extLst xmlns:a="http://schemas.openxmlformats.org/drawingml/2006/main">
              <a:ext uri="{FF2B5EF4-FFF2-40B4-BE49-F238E27FC236}">
                <a16:creationId xmlns:a16="http://schemas.microsoft.com/office/drawing/2014/main" id="{D30A2201-FE77-4E81-92A0-B2B3044884CC}"/>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해석 가능한 범위">
            <a:extLst xmlns:a="http://schemas.openxmlformats.org/drawingml/2006/main">
              <a:ext uri="{FF2B5EF4-FFF2-40B4-BE49-F238E27FC236}">
                <a16:creationId xmlns:a16="http://schemas.microsoft.com/office/drawing/2014/main" id="{09A735CC-3155-4074-8FF9-0679B261EBBE}"/>
              </a:ext>
            </a:extLst>
          </p:cNvPr>
          <p:cNvSpPr>
            <a:spLocks xmlns:a="http://schemas.openxmlformats.org/drawingml/2006/main" noGrp="1"/>
          </p:cNvSpPr>
          <p:nvPr/>
        </p:nvSpPr>
        <p:spPr>
          <a:xfrm xmlns:a="http://schemas.openxmlformats.org/drawingml/2006/main">
            <a:off x="609600" y="450532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해석 가능한 범위</a:t>
            </a:r>
          </a:p>
        </p:txBody>
      </p:sp>
      <p:sp>
        <p:nvSpPr>
          <p:cNvPr id="18" name="확인된 결과와 원인 불확실성을 구분">
            <a:extLst xmlns:a="http://schemas.openxmlformats.org/drawingml/2006/main">
              <a:ext uri="{FF2B5EF4-FFF2-40B4-BE49-F238E27FC236}">
                <a16:creationId xmlns:a16="http://schemas.microsoft.com/office/drawing/2014/main" id="{1EA2B515-E452-423C-9A70-CC9DFDE889D3}"/>
              </a:ext>
            </a:extLst>
          </p:cNvPr>
          <p:cNvSpPr>
            <a:spLocks xmlns:a="http://schemas.openxmlformats.org/drawingml/2006/main" noGrp="1"/>
          </p:cNvSpPr>
          <p:nvPr/>
        </p:nvSpPr>
        <p:spPr>
          <a:xfrm xmlns:a="http://schemas.openxmlformats.org/drawingml/2006/main">
            <a:off x="3848100" y="450532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확인된 결과와 원인 불확실성을 구분</a:t>
            </a:r>
          </a:p>
        </p:txBody>
      </p:sp>
      <p:sp>
        <p:nvSpPr>
          <p:cNvPr id="19" name="당시 결정: PARTIAL 보존 · 환경 격리를 진행 조건으로 두지 않음">
            <a:extLst xmlns:a="http://schemas.openxmlformats.org/drawingml/2006/main">
              <a:ext uri="{FF2B5EF4-FFF2-40B4-BE49-F238E27FC236}">
                <a16:creationId xmlns:a16="http://schemas.microsoft.com/office/drawing/2014/main" id="{E06CAB80-EDB6-464A-86D9-560A887EA213}"/>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당시 결정: PARTIAL 보존 · 환경 격리를 진행 조건으로 두지 않음</a:t>
            </a:r>
          </a:p>
        </p:txBody>
      </p:sp>
      <p:sp>
        <p:nvSpPr>
          <p:cNvPr id="20" name="Legacy module connection">
            <a:extLst xmlns:a="http://schemas.openxmlformats.org/drawingml/2006/main">
              <a:ext uri="{FF2B5EF4-FFF2-40B4-BE49-F238E27FC236}">
                <a16:creationId xmlns:a16="http://schemas.microsoft.com/office/drawing/2014/main" id="{74131C61-CFFE-417F-917A-4C0496A5EE3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14343720"/>
      </p:ext>
    </p:extLst>
  </p:cSld>
</p:sld>
</file>

<file path=ppt/slides/slide9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제작 기록 / 후속 적용과 남은 불일치">
            <a:extLst xmlns:a="http://schemas.openxmlformats.org/drawingml/2006/main">
              <a:ext uri="{FF2B5EF4-FFF2-40B4-BE49-F238E27FC236}">
                <a16:creationId xmlns:a16="http://schemas.microsoft.com/office/drawing/2014/main" id="{50035EFD-48D9-453D-9000-DA46F01B9F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후속 적용과 남은 불일치</a:t>
            </a:r>
          </a:p>
        </p:txBody>
      </p:sp>
      <p:sp>
        <p:nvSpPr>
          <p:cNvPr id="2" name="S98">
            <a:extLst xmlns:a="http://schemas.openxmlformats.org/drawingml/2006/main">
              <a:ext uri="{FF2B5EF4-FFF2-40B4-BE49-F238E27FC236}">
                <a16:creationId xmlns:a16="http://schemas.microsoft.com/office/drawing/2014/main" id="{A758E4FC-94AB-4631-AC3D-9EBE994BD0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후속 기록도 원문과 다시 대조했다">
            <a:extLst xmlns:a="http://schemas.openxmlformats.org/drawingml/2006/main">
              <a:ext uri="{FF2B5EF4-FFF2-40B4-BE49-F238E27FC236}">
                <a16:creationId xmlns:a16="http://schemas.microsoft.com/office/drawing/2014/main" id="{F6A159E5-76EE-4EEE-9363-A01BB93E54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기록도 원문과 다시 대조했다</a:t>
            </a:r>
          </a:p>
        </p:txBody>
      </p:sp>
      <p:sp>
        <p:nvSpPr>
          <p:cNvPr id="4" name="">
            <a:extLst xmlns:a="http://schemas.openxmlformats.org/drawingml/2006/main">
              <a:ext uri="{FF2B5EF4-FFF2-40B4-BE49-F238E27FC236}">
                <a16:creationId xmlns:a16="http://schemas.microsoft.com/office/drawing/2014/main" id="{37298456-D608-4160-A3DF-27D96C9EE4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C4D5D0C-916B-44FD-BA05-B8B7EF55857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보고·원문 대조와 지침 사용 경로를 요약한 도식">
            <a:extLst xmlns:a="http://schemas.openxmlformats.org/drawingml/2006/main">
              <a:ext uri="{FF2B5EF4-FFF2-40B4-BE49-F238E27FC236}">
                <a16:creationId xmlns:a16="http://schemas.microsoft.com/office/drawing/2014/main" id="{AA09235B-B7AD-4238-B8FD-358657C829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보고·원문 대조와 지침 사용 경로를 요약한 도식</a:t>
            </a:r>
          </a:p>
        </p:txBody>
      </p:sp>
      <p:sp>
        <p:nvSpPr>
          <p:cNvPr id="7" name="MCP 작업 결과 없음 · 두 기록의 서로 다른 확인 내용 · 완전한 환경 목록·품질 향상 미입증">
            <a:extLst xmlns:a="http://schemas.openxmlformats.org/drawingml/2006/main">
              <a:ext uri="{FF2B5EF4-FFF2-40B4-BE49-F238E27FC236}">
                <a16:creationId xmlns:a16="http://schemas.microsoft.com/office/drawing/2014/main" id="{807F4158-FC7A-4F06-B38D-DEB2C064F9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 없음 · 두 기록의 서로 다른 확인 내용 · 완전한 환경 목록·품질 향상 미입증</a:t>
            </a:r>
          </a:p>
        </p:txBody>
      </p:sp>
      <p:sp>
        <p:nvSpPr>
          <p:cNvPr id="8" name="보고와 원문에 남은 차이">
            <a:extLst xmlns:a="http://schemas.openxmlformats.org/drawingml/2006/main">
              <a:ext uri="{FF2B5EF4-FFF2-40B4-BE49-F238E27FC236}">
                <a16:creationId xmlns:a16="http://schemas.microsoft.com/office/drawing/2014/main" id="{5886D7F4-A854-441A-B2C2-061A788611B0}"/>
              </a:ext>
            </a:extLst>
          </p:cNvPr>
          <p:cNvSpPr>
            <a:spLocks xmlns:a="http://schemas.openxmlformats.org/drawingml/2006/main" noGrp="1"/>
          </p:cNvSpPr>
          <p:nvPr/>
        </p:nvSpPr>
        <p:spPr>
          <a:xfrm xmlns:a="http://schemas.openxmlformats.org/drawingml/2006/main">
            <a:off x="609600" y="2105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보고와 원문에 남은 차이</a:t>
            </a:r>
          </a:p>
        </p:txBody>
      </p:sp>
      <p:sp>
        <p:nvSpPr>
          <p:cNvPr id="9" name="구분해서 남긴 사용 경로">
            <a:extLst xmlns:a="http://schemas.openxmlformats.org/drawingml/2006/main">
              <a:ext uri="{FF2B5EF4-FFF2-40B4-BE49-F238E27FC236}">
                <a16:creationId xmlns:a16="http://schemas.microsoft.com/office/drawing/2014/main" id="{8EA10DC1-9211-4A1F-9F03-E966CAF2C07E}"/>
              </a:ext>
            </a:extLst>
          </p:cNvPr>
          <p:cNvSpPr>
            <a:spLocks xmlns:a="http://schemas.openxmlformats.org/drawingml/2006/main" noGrp="1"/>
          </p:cNvSpPr>
          <p:nvPr/>
        </p:nvSpPr>
        <p:spPr>
          <a:xfrm xmlns:a="http://schemas.openxmlformats.org/drawingml/2006/main">
            <a:off x="6705600" y="21050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구분해서 남긴 사용 경로</a:t>
            </a:r>
          </a:p>
        </p:txBody>
      </p:sp>
      <p:sp>
        <p:nvSpPr>
          <p:cNvPr id="10" name="후속 기록 · TRIAL-007">
            <a:extLst xmlns:a="http://schemas.openxmlformats.org/drawingml/2006/main">
              <a:ext uri="{FF2B5EF4-FFF2-40B4-BE49-F238E27FC236}">
                <a16:creationId xmlns:a16="http://schemas.microsoft.com/office/drawing/2014/main" id="{E1204ED2-ECA7-4F70-88A3-A473A3A23400}"/>
              </a:ext>
            </a:extLst>
          </p:cNvPr>
          <p:cNvSpPr>
            <a:spLocks xmlns:a="http://schemas.openxmlformats.org/drawingml/2006/main" noGrp="1"/>
          </p:cNvSpPr>
          <p:nvPr/>
        </p:nvSpPr>
        <p:spPr>
          <a:xfrm xmlns:a="http://schemas.openxmlformats.org/drawingml/2006/main">
            <a:off x="609600" y="2619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TRIAL-007</a:t>
            </a:r>
          </a:p>
        </p:txBody>
      </p:sp>
      <p:sp>
        <p:nvSpPr>
          <p:cNvPr id="11" name="후속 기록 · TRIAL-008">
            <a:extLst xmlns:a="http://schemas.openxmlformats.org/drawingml/2006/main">
              <a:ext uri="{FF2B5EF4-FFF2-40B4-BE49-F238E27FC236}">
                <a16:creationId xmlns:a16="http://schemas.microsoft.com/office/drawing/2014/main" id="{E3564306-071D-4171-9DC8-61A300686D82}"/>
              </a:ext>
            </a:extLst>
          </p:cNvPr>
          <p:cNvSpPr>
            <a:spLocks xmlns:a="http://schemas.openxmlformats.org/drawingml/2006/main" noGrp="1"/>
          </p:cNvSpPr>
          <p:nvPr/>
        </p:nvSpPr>
        <p:spPr>
          <a:xfrm xmlns:a="http://schemas.openxmlformats.org/drawingml/2006/main">
            <a:off x="6705600" y="261937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TRIAL-008</a:t>
            </a:r>
          </a:p>
        </p:txBody>
      </p:sp>
      <p:sp>
        <p:nvSpPr>
          <p:cNvPr id="12" name="">
            <a:extLst xmlns:a="http://schemas.openxmlformats.org/drawingml/2006/main">
              <a:ext uri="{FF2B5EF4-FFF2-40B4-BE49-F238E27FC236}">
                <a16:creationId xmlns:a16="http://schemas.microsoft.com/office/drawing/2014/main" id="{AD75425C-DE1F-446F-904F-C3429F556CE6}"/>
              </a:ext>
            </a:extLst>
          </p:cNvPr>
          <p:cNvSpPr>
            <a:spLocks xmlns:a="http://schemas.openxmlformats.org/drawingml/2006/main" noGrp="1"/>
          </p:cNvSpPr>
          <p:nvPr/>
        </p:nvSpPr>
        <p:spPr>
          <a:xfrm xmlns:a="http://schemas.openxmlformats.org/drawingml/2006/main">
            <a:off x="609600" y="307657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8A678BB7-044F-4467-A96A-C0FAA5141BB2}"/>
              </a:ext>
            </a:extLst>
          </p:cNvPr>
          <p:cNvSpPr>
            <a:spLocks xmlns:a="http://schemas.openxmlformats.org/drawingml/2006/main" noGrp="1"/>
          </p:cNvSpPr>
          <p:nvPr/>
        </p:nvSpPr>
        <p:spPr>
          <a:xfrm xmlns:a="http://schemas.openxmlformats.org/drawingml/2006/main">
            <a:off x="6705600" y="30765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보고서">
            <a:extLst xmlns:a="http://schemas.openxmlformats.org/drawingml/2006/main">
              <a:ext uri="{FF2B5EF4-FFF2-40B4-BE49-F238E27FC236}">
                <a16:creationId xmlns:a16="http://schemas.microsoft.com/office/drawing/2014/main" id="{C2230AEA-A85F-495F-988B-8EEDAC97C99A}"/>
              </a:ext>
            </a:extLst>
          </p:cNvPr>
          <p:cNvSpPr>
            <a:spLocks xmlns:a="http://schemas.openxmlformats.org/drawingml/2006/main" noGrp="1"/>
          </p:cNvSpPr>
          <p:nvPr/>
        </p:nvSpPr>
        <p:spPr>
          <a:xfrm xmlns:a="http://schemas.openxmlformats.org/drawingml/2006/main">
            <a:off x="609600" y="329565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보고서</a:t>
            </a:r>
          </a:p>
        </p:txBody>
      </p:sp>
      <p:sp>
        <p:nvSpPr>
          <p:cNvPr id="15" name="MCP 경고 없음">
            <a:extLst xmlns:a="http://schemas.openxmlformats.org/drawingml/2006/main">
              <a:ext uri="{FF2B5EF4-FFF2-40B4-BE49-F238E27FC236}">
                <a16:creationId xmlns:a16="http://schemas.microsoft.com/office/drawing/2014/main" id="{D68D53DF-1358-418E-B5F4-E3B64AD0921F}"/>
              </a:ext>
            </a:extLst>
          </p:cNvPr>
          <p:cNvSpPr>
            <a:spLocks xmlns:a="http://schemas.openxmlformats.org/drawingml/2006/main" noGrp="1"/>
          </p:cNvSpPr>
          <p:nvPr/>
        </p:nvSpPr>
        <p:spPr>
          <a:xfrm xmlns:a="http://schemas.openxmlformats.org/drawingml/2006/main">
            <a:off x="609600" y="37052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MCP 경고 없음</a:t>
            </a:r>
          </a:p>
        </p:txBody>
      </p:sp>
      <p:sp>
        <p:nvSpPr>
          <p:cNvPr id="16" name="원문 진단 기록">
            <a:extLst xmlns:a="http://schemas.openxmlformats.org/drawingml/2006/main">
              <a:ext uri="{FF2B5EF4-FFF2-40B4-BE49-F238E27FC236}">
                <a16:creationId xmlns:a16="http://schemas.microsoft.com/office/drawing/2014/main" id="{85FE0BE4-8849-4822-89C6-7E8DBAEA3229}"/>
              </a:ext>
            </a:extLst>
          </p:cNvPr>
          <p:cNvSpPr>
            <a:spLocks xmlns:a="http://schemas.openxmlformats.org/drawingml/2006/main" noGrp="1"/>
          </p:cNvSpPr>
          <p:nvPr/>
        </p:nvSpPr>
        <p:spPr>
          <a:xfrm xmlns:a="http://schemas.openxmlformats.org/drawingml/2006/main">
            <a:off x="609600" y="434340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원문 진단 기록</a:t>
            </a:r>
          </a:p>
        </p:txBody>
      </p:sp>
      <p:sp>
        <p:nvSpPr>
          <p:cNvPr id="17" name="인증 필요 경고가 남음">
            <a:extLst xmlns:a="http://schemas.openxmlformats.org/drawingml/2006/main">
              <a:ext uri="{FF2B5EF4-FFF2-40B4-BE49-F238E27FC236}">
                <a16:creationId xmlns:a16="http://schemas.microsoft.com/office/drawing/2014/main" id="{4C1FBB7D-C141-439F-84B8-3180B7F77557}"/>
              </a:ext>
            </a:extLst>
          </p:cNvPr>
          <p:cNvSpPr>
            <a:spLocks xmlns:a="http://schemas.openxmlformats.org/drawingml/2006/main" noGrp="1"/>
          </p:cNvSpPr>
          <p:nvPr/>
        </p:nvSpPr>
        <p:spPr>
          <a:xfrm xmlns:a="http://schemas.openxmlformats.org/drawingml/2006/main">
            <a:off x="609600" y="476250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인증 필요 경고가 남음</a:t>
            </a:r>
          </a:p>
        </p:txBody>
      </p:sp>
      <p:sp>
        <p:nvSpPr>
          <p:cNvPr id="18" name="원문: Nimble AuthRequired">
            <a:extLst xmlns:a="http://schemas.openxmlformats.org/drawingml/2006/main">
              <a:ext uri="{FF2B5EF4-FFF2-40B4-BE49-F238E27FC236}">
                <a16:creationId xmlns:a16="http://schemas.microsoft.com/office/drawing/2014/main" id="{F29F6572-B406-4E24-B0EB-111630146B14}"/>
              </a:ext>
            </a:extLst>
          </p:cNvPr>
          <p:cNvSpPr>
            <a:spLocks xmlns:a="http://schemas.openxmlformats.org/drawingml/2006/main" noGrp="1"/>
          </p:cNvSpPr>
          <p:nvPr/>
        </p:nvSpPr>
        <p:spPr>
          <a:xfrm xmlns:a="http://schemas.openxmlformats.org/drawingml/2006/main">
            <a:off x="609600" y="5286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Consolas"/>
                <a:ea typeface="Consolas"/>
                <a:cs typeface="Consolas"/>
              </a:defRPr>
            </a:defPPr>
            <a:lvl1pPr algn="l">
              <a:defRPr sz="1650" b="0">
                <a:solidFill>
                  <a:srgbClr val="4D5A68"/>
                </a:solidFill>
                <a:latin typeface="Consolas"/>
                <a:ea typeface="Consolas"/>
                <a:cs typeface="Consolas"/>
              </a:defRPr>
            </a:lvl1pPr>
            <a:lvl2pPr algn="l">
              <a:defRPr sz="1650" b="0">
                <a:solidFill>
                  <a:srgbClr val="4D5A68"/>
                </a:solidFill>
                <a:latin typeface="Consolas"/>
                <a:ea typeface="Consolas"/>
                <a:cs typeface="Consolas"/>
              </a:defRPr>
            </a:lvl2pPr>
            <a:lvl3pPr algn="l">
              <a:defRPr sz="1650" b="0">
                <a:solidFill>
                  <a:srgbClr val="4D5A68"/>
                </a:solidFill>
                <a:latin typeface="Consolas"/>
                <a:ea typeface="Consolas"/>
                <a:cs typeface="Consolas"/>
              </a:defRPr>
            </a:lvl3pPr>
            <a:lvl4pPr algn="l">
              <a:defRPr sz="1650" b="0">
                <a:solidFill>
                  <a:srgbClr val="4D5A68"/>
                </a:solidFill>
                <a:latin typeface="Consolas"/>
                <a:ea typeface="Consolas"/>
                <a:cs typeface="Consolas"/>
              </a:defRPr>
            </a:lvl4pPr>
            <a:lvl5pPr algn="l">
              <a:defRPr sz="1650" b="0">
                <a:solidFill>
                  <a:srgbClr val="4D5A68"/>
                </a:solidFill>
                <a:latin typeface="Consolas"/>
                <a:ea typeface="Consolas"/>
                <a:cs typeface="Consolas"/>
              </a:defRPr>
            </a:lvl5pPr>
            <a:lvl6pPr algn="l">
              <a:defRPr sz="1650" b="0">
                <a:solidFill>
                  <a:srgbClr val="4D5A68"/>
                </a:solidFill>
                <a:latin typeface="Consolas"/>
                <a:ea typeface="Consolas"/>
                <a:cs typeface="Consolas"/>
              </a:defRPr>
            </a:lvl6pPr>
            <a:lvl7pPr algn="l">
              <a:defRPr sz="1650" b="0">
                <a:solidFill>
                  <a:srgbClr val="4D5A68"/>
                </a:solidFill>
                <a:latin typeface="Consolas"/>
                <a:ea typeface="Consolas"/>
                <a:cs typeface="Consolas"/>
              </a:defRPr>
            </a:lvl7pPr>
            <a:lvl8pPr algn="l">
              <a:defRPr sz="1650" b="0">
                <a:solidFill>
                  <a:srgbClr val="4D5A68"/>
                </a:solidFill>
                <a:latin typeface="Consolas"/>
                <a:ea typeface="Consolas"/>
                <a:cs typeface="Consolas"/>
              </a:defRPr>
            </a:lvl8pPr>
            <a:lvl9pPr algn="l">
              <a:defRPr sz="1650" b="0">
                <a:solidFill>
                  <a:srgbClr val="4D5A68"/>
                </a:solidFill>
                <a:latin typeface="Consolas"/>
                <a:ea typeface="Consolas"/>
                <a:cs typeface="Consolas"/>
              </a:defRPr>
            </a:lvl9pPr>
          </a:lstStyle>
          <a:p xmlns:a="http://schemas.openxmlformats.org/drawingml/2006/main">
            <a:pPr algn="l">
              <a:defRPr sz="1650" b="0">
                <a:solidFill>
                  <a:srgbClr val="4D5A68"/>
                </a:solidFill>
                <a:latin typeface="Consolas"/>
                <a:ea typeface="Consolas"/>
                <a:cs typeface="Consolas"/>
              </a:defRPr>
            </a:pPr>
            <a:r>
              <a:rPr sz="1650" b="0">
                <a:solidFill>
                  <a:srgbClr val="4D5A68"/>
                </a:solidFill>
                <a:latin typeface="Consolas"/>
                <a:ea typeface="Consolas"/>
                <a:cs typeface="Consolas"/>
              </a:rPr>
              <a:t>원문: Nimble AuthRequired</a:t>
            </a:r>
          </a:p>
        </p:txBody>
      </p:sp>
      <p:sp>
        <p:nvSpPr>
          <p:cNvPr id="19" name="저장소 Skill의 명시 호출">
            <a:extLst xmlns:a="http://schemas.openxmlformats.org/drawingml/2006/main">
              <a:ext uri="{FF2B5EF4-FFF2-40B4-BE49-F238E27FC236}">
                <a16:creationId xmlns:a16="http://schemas.microsoft.com/office/drawing/2014/main" id="{F17D6CC7-C281-447C-838E-22EEA8F5264B}"/>
              </a:ext>
            </a:extLst>
          </p:cNvPr>
          <p:cNvSpPr>
            <a:spLocks xmlns:a="http://schemas.openxmlformats.org/drawingml/2006/main" noGrp="1"/>
          </p:cNvSpPr>
          <p:nvPr/>
        </p:nvSpPr>
        <p:spPr>
          <a:xfrm xmlns:a="http://schemas.openxmlformats.org/drawingml/2006/main">
            <a:off x="6705600" y="3476625"/>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저장소 Skill의 명시 호출</a:t>
            </a:r>
          </a:p>
        </p:txBody>
      </p:sp>
      <p:sp>
        <p:nvSpPr>
          <p:cNvPr id="20" name="서로 구분해 기록">
            <a:extLst xmlns:a="http://schemas.openxmlformats.org/drawingml/2006/main">
              <a:ext uri="{FF2B5EF4-FFF2-40B4-BE49-F238E27FC236}">
                <a16:creationId xmlns:a16="http://schemas.microsoft.com/office/drawing/2014/main" id="{8ED8AEB7-3F7E-400F-A46E-BAFBCE961712}"/>
              </a:ext>
            </a:extLst>
          </p:cNvPr>
          <p:cNvSpPr>
            <a:spLocks xmlns:a="http://schemas.openxmlformats.org/drawingml/2006/main" noGrp="1"/>
          </p:cNvSpPr>
          <p:nvPr/>
        </p:nvSpPr>
        <p:spPr>
          <a:xfrm xmlns:a="http://schemas.openxmlformats.org/drawingml/2006/main">
            <a:off x="6705600" y="4219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서로 구분해 기록</a:t>
            </a:r>
          </a:p>
        </p:txBody>
      </p:sp>
      <p:sp>
        <p:nvSpPr>
          <p:cNvPr id="21" name="전역 지침·Skill의 영향">
            <a:extLst xmlns:a="http://schemas.openxmlformats.org/drawingml/2006/main">
              <a:ext uri="{FF2B5EF4-FFF2-40B4-BE49-F238E27FC236}">
                <a16:creationId xmlns:a16="http://schemas.microsoft.com/office/drawing/2014/main" id="{A3169432-CAF7-48EF-A520-FAA2C38B8ADC}"/>
              </a:ext>
            </a:extLst>
          </p:cNvPr>
          <p:cNvSpPr>
            <a:spLocks xmlns:a="http://schemas.openxmlformats.org/drawingml/2006/main" noGrp="1"/>
          </p:cNvSpPr>
          <p:nvPr/>
        </p:nvSpPr>
        <p:spPr>
          <a:xfrm xmlns:a="http://schemas.openxmlformats.org/drawingml/2006/main">
            <a:off x="6705600" y="4819650"/>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전역 지침·Skill의 영향</a:t>
            </a:r>
          </a:p>
        </p:txBody>
      </p:sp>
      <p:sp>
        <p:nvSpPr>
          <p:cNvPr id="22" name="Legacy module connection">
            <a:extLst xmlns:a="http://schemas.openxmlformats.org/drawingml/2006/main">
              <a:ext uri="{FF2B5EF4-FFF2-40B4-BE49-F238E27FC236}">
                <a16:creationId xmlns:a16="http://schemas.microsoft.com/office/drawing/2014/main" id="{62CA184D-7E7D-4511-B9A0-DA0B9992D4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78319726"/>
      </p:ext>
    </p:extLst>
  </p:cSld>
</p:sld>
</file>

<file path=ppt/slides/slide9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4 · 실제 제작 기록 / 확인한 변화와 다음 개선 질문">
            <a:extLst xmlns:a="http://schemas.openxmlformats.org/drawingml/2006/main">
              <a:ext uri="{FF2B5EF4-FFF2-40B4-BE49-F238E27FC236}">
                <a16:creationId xmlns:a16="http://schemas.microsoft.com/office/drawing/2014/main" id="{C5CC0BC4-BF28-47DB-A44E-21199EAC80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확인한 변화와 다음 개선 질문</a:t>
            </a:r>
          </a:p>
        </p:txBody>
      </p:sp>
      <p:sp>
        <p:nvSpPr>
          <p:cNvPr id="2" name="S99">
            <a:extLst xmlns:a="http://schemas.openxmlformats.org/drawingml/2006/main">
              <a:ext uri="{FF2B5EF4-FFF2-40B4-BE49-F238E27FC236}">
                <a16:creationId xmlns:a16="http://schemas.microsoft.com/office/drawing/2014/main" id="{77FDCEE7-AC18-443E-B44A-1BC8B15B2A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실제 기록을 Loop의 단계에 대응하면">
            <a:extLst xmlns:a="http://schemas.openxmlformats.org/drawingml/2006/main">
              <a:ext uri="{FF2B5EF4-FFF2-40B4-BE49-F238E27FC236}">
                <a16:creationId xmlns:a16="http://schemas.microsoft.com/office/drawing/2014/main" id="{09974DF1-ADD2-4053-817C-F1DCBDB55F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기록을 Loop의 단계에 대응하면</a:t>
            </a:r>
          </a:p>
        </p:txBody>
      </p:sp>
      <p:sp>
        <p:nvSpPr>
          <p:cNvPr id="4" name="">
            <a:extLst xmlns:a="http://schemas.openxmlformats.org/drawingml/2006/main">
              <a:ext uri="{FF2B5EF4-FFF2-40B4-BE49-F238E27FC236}">
                <a16:creationId xmlns:a16="http://schemas.microsoft.com/office/drawing/2014/main" id="{0C1E4877-2A02-4C4B-9404-A67247328D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FD75CD5-8991-4CE2-8E09-0BBEABC7164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보존된 평가·보고 기록">
            <a:extLst xmlns:a="http://schemas.openxmlformats.org/drawingml/2006/main">
              <a:ext uri="{FF2B5EF4-FFF2-40B4-BE49-F238E27FC236}">
                <a16:creationId xmlns:a16="http://schemas.microsoft.com/office/drawing/2014/main" id="{66D34926-EC37-4CF6-B786-E10D742B51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보존된 평가·보고 기록</a:t>
            </a:r>
          </a:p>
        </p:txBody>
      </p:sp>
      <p:sp>
        <p:nvSpPr>
          <p:cNvPr id="7" name="후속 확인은 부분적 · 원인 확정·품질 향상 미입증 · 다음 개선 질문은 제안이며 미실행">
            <a:extLst xmlns:a="http://schemas.openxmlformats.org/drawingml/2006/main">
              <a:ext uri="{FF2B5EF4-FFF2-40B4-BE49-F238E27FC236}">
                <a16:creationId xmlns:a16="http://schemas.microsoft.com/office/drawing/2014/main" id="{E9FB56DA-CC86-4BC9-9AE6-47D8BD1819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후속 확인은 부분적 · 원인 확정·품질 향상 미입증 · 다음 개선 질문은 제안이며 미실행</a:t>
            </a:r>
          </a:p>
        </p:txBody>
      </p:sp>
      <p:sp>
        <p:nvSpPr>
          <p:cNvPr id="8" name="01">
            <a:extLst xmlns:a="http://schemas.openxmlformats.org/drawingml/2006/main">
              <a:ext uri="{FF2B5EF4-FFF2-40B4-BE49-F238E27FC236}">
                <a16:creationId xmlns:a16="http://schemas.microsoft.com/office/drawing/2014/main" id="{A31E7DBC-BE5D-40BA-A624-8826598446E2}"/>
              </a:ext>
            </a:extLst>
          </p:cNvPr>
          <p:cNvSpPr>
            <a:spLocks xmlns:a="http://schemas.openxmlformats.org/drawingml/2006/main" noGrp="1"/>
          </p:cNvSpPr>
          <p:nvPr/>
        </p:nvSpPr>
        <p:spPr>
          <a:xfrm xmlns:a="http://schemas.openxmlformats.org/drawingml/2006/main">
            <a:off x="609600" y="1952625"/>
            <a:ext cx="1981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Consolas"/>
                <a:ea typeface="Consolas"/>
                <a:cs typeface="Consolas"/>
              </a:defRPr>
            </a:defPPr>
            <a:lvl1pPr algn="l">
              <a:defRPr sz="1650" b="1">
                <a:solidFill>
                  <a:srgbClr val="0B6172"/>
                </a:solidFill>
                <a:latin typeface="Consolas"/>
                <a:ea typeface="Consolas"/>
                <a:cs typeface="Consolas"/>
              </a:defRPr>
            </a:lvl1pPr>
            <a:lvl2pPr algn="l">
              <a:defRPr sz="1650" b="1">
                <a:solidFill>
                  <a:srgbClr val="0B6172"/>
                </a:solidFill>
                <a:latin typeface="Consolas"/>
                <a:ea typeface="Consolas"/>
                <a:cs typeface="Consolas"/>
              </a:defRPr>
            </a:lvl2pPr>
            <a:lvl3pPr algn="l">
              <a:defRPr sz="1650" b="1">
                <a:solidFill>
                  <a:srgbClr val="0B6172"/>
                </a:solidFill>
                <a:latin typeface="Consolas"/>
                <a:ea typeface="Consolas"/>
                <a:cs typeface="Consolas"/>
              </a:defRPr>
            </a:lvl3pPr>
            <a:lvl4pPr algn="l">
              <a:defRPr sz="1650" b="1">
                <a:solidFill>
                  <a:srgbClr val="0B6172"/>
                </a:solidFill>
                <a:latin typeface="Consolas"/>
                <a:ea typeface="Consolas"/>
                <a:cs typeface="Consolas"/>
              </a:defRPr>
            </a:lvl4pPr>
            <a:lvl5pPr algn="l">
              <a:defRPr sz="1650" b="1">
                <a:solidFill>
                  <a:srgbClr val="0B6172"/>
                </a:solidFill>
                <a:latin typeface="Consolas"/>
                <a:ea typeface="Consolas"/>
                <a:cs typeface="Consolas"/>
              </a:defRPr>
            </a:lvl5pPr>
            <a:lvl6pPr algn="l">
              <a:defRPr sz="1650" b="1">
                <a:solidFill>
                  <a:srgbClr val="0B6172"/>
                </a:solidFill>
                <a:latin typeface="Consolas"/>
                <a:ea typeface="Consolas"/>
                <a:cs typeface="Consolas"/>
              </a:defRPr>
            </a:lvl6pPr>
            <a:lvl7pPr algn="l">
              <a:defRPr sz="1650" b="1">
                <a:solidFill>
                  <a:srgbClr val="0B6172"/>
                </a:solidFill>
                <a:latin typeface="Consolas"/>
                <a:ea typeface="Consolas"/>
                <a:cs typeface="Consolas"/>
              </a:defRPr>
            </a:lvl7pPr>
            <a:lvl8pPr algn="l">
              <a:defRPr sz="1650" b="1">
                <a:solidFill>
                  <a:srgbClr val="0B6172"/>
                </a:solidFill>
                <a:latin typeface="Consolas"/>
                <a:ea typeface="Consolas"/>
                <a:cs typeface="Consolas"/>
              </a:defRPr>
            </a:lvl8pPr>
            <a:lvl9pPr algn="l">
              <a:defRPr sz="1650" b="1">
                <a:solidFill>
                  <a:srgbClr val="0B6172"/>
                </a:solidFill>
                <a:latin typeface="Consolas"/>
                <a:ea typeface="Consolas"/>
                <a:cs typeface="Consolas"/>
              </a:defRPr>
            </a:lvl9pPr>
          </a:lstStyle>
          <a:p xmlns:a="http://schemas.openxmlformats.org/drawingml/2006/main">
            <a:pPr algn="l">
              <a:defRPr sz="1650" b="1">
                <a:solidFill>
                  <a:srgbClr val="0B6172"/>
                </a:solidFill>
                <a:latin typeface="Consolas"/>
                <a:ea typeface="Consolas"/>
                <a:cs typeface="Consolas"/>
              </a:defRPr>
            </a:pPr>
            <a:r>
              <a:rPr sz="1650"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E653D41-2352-4BAE-87E1-1CE12E7E7039}"/>
              </a:ext>
            </a:extLst>
          </p:cNvPr>
          <p:cNvSpPr>
            <a:spLocks xmlns:a="http://schemas.openxmlformats.org/drawingml/2006/main" noGrp="1"/>
          </p:cNvSpPr>
          <p:nvPr/>
        </p:nvSpPr>
        <p:spPr>
          <a:xfrm xmlns:a="http://schemas.openxmlformats.org/drawingml/2006/main">
            <a:off x="609600" y="23336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A7835617-2FFF-4726-A633-6010B5F2D6CE}"/>
              </a:ext>
            </a:extLst>
          </p:cNvPr>
          <p:cNvSpPr>
            <a:spLocks xmlns:a="http://schemas.openxmlformats.org/drawingml/2006/main" noGrp="1"/>
          </p:cNvSpPr>
          <p:nvPr/>
        </p:nvSpPr>
        <p:spPr>
          <a:xfrm xmlns:a="http://schemas.openxmlformats.org/drawingml/2006/main">
            <a:off x="609600" y="2466975"/>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Resize 성능&#10;조사">
            <a:extLst xmlns:a="http://schemas.openxmlformats.org/drawingml/2006/main">
              <a:ext uri="{FF2B5EF4-FFF2-40B4-BE49-F238E27FC236}">
                <a16:creationId xmlns:a16="http://schemas.microsoft.com/office/drawing/2014/main" id="{91BC101B-10A4-49F0-A0E2-4057BB16E80A}"/>
              </a:ext>
            </a:extLst>
          </p:cNvPr>
          <p:cNvSpPr>
            <a:spLocks xmlns:a="http://schemas.openxmlformats.org/drawingml/2006/main" noGrp="1"/>
          </p:cNvSpPr>
          <p:nvPr/>
        </p:nvSpPr>
        <p:spPr>
          <a:xfrm xmlns:a="http://schemas.openxmlformats.org/drawingml/2006/main">
            <a:off x="609600" y="3009900"/>
            <a:ext cx="1981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Resize 성능</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조사</a:t>
            </a:r>
          </a:p>
        </p:txBody>
      </p:sp>
      <p:cxnSp>
        <p:nvCxnSpPr>
          <p:cNvPr id="12" name="">
            <a:extLst xmlns:a="http://schemas.openxmlformats.org/drawingml/2006/main">
              <a:ext uri="{FF2B5EF4-FFF2-40B4-BE49-F238E27FC236}">
                <a16:creationId xmlns:a16="http://schemas.microsoft.com/office/drawing/2014/main" id="{5F3AFA0D-03F0-489F-92F2-14B1E7384800}"/>
              </a:ext>
            </a:extLst>
          </p:cNvPr>
          <p:cNvCxnSpPr/>
          <p:nvPr/>
        </p:nvCxnSpPr>
        <p:spPr>
          <a:xfrm xmlns:a="http://schemas.openxmlformats.org/drawingml/2006/main">
            <a:off x="2647950" y="26479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02">
            <a:extLst xmlns:a="http://schemas.openxmlformats.org/drawingml/2006/main">
              <a:ext uri="{FF2B5EF4-FFF2-40B4-BE49-F238E27FC236}">
                <a16:creationId xmlns:a16="http://schemas.microsoft.com/office/drawing/2014/main" id="{B030BC7E-DBF6-41A2-8FC6-9EE6182D8DBE}"/>
              </a:ext>
            </a:extLst>
          </p:cNvPr>
          <p:cNvSpPr>
            <a:spLocks xmlns:a="http://schemas.openxmlformats.org/drawingml/2006/main" noGrp="1"/>
          </p:cNvSpPr>
          <p:nvPr/>
        </p:nvSpPr>
        <p:spPr>
          <a:xfrm xmlns:a="http://schemas.openxmlformats.org/drawingml/2006/main">
            <a:off x="2857500" y="1952625"/>
            <a:ext cx="1981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Consolas"/>
                <a:ea typeface="Consolas"/>
                <a:cs typeface="Consolas"/>
              </a:defRPr>
            </a:defPPr>
            <a:lvl1pPr algn="l">
              <a:defRPr sz="1650" b="1">
                <a:solidFill>
                  <a:srgbClr val="0B6172"/>
                </a:solidFill>
                <a:latin typeface="Consolas"/>
                <a:ea typeface="Consolas"/>
                <a:cs typeface="Consolas"/>
              </a:defRPr>
            </a:lvl1pPr>
            <a:lvl2pPr algn="l">
              <a:defRPr sz="1650" b="1">
                <a:solidFill>
                  <a:srgbClr val="0B6172"/>
                </a:solidFill>
                <a:latin typeface="Consolas"/>
                <a:ea typeface="Consolas"/>
                <a:cs typeface="Consolas"/>
              </a:defRPr>
            </a:lvl2pPr>
            <a:lvl3pPr algn="l">
              <a:defRPr sz="1650" b="1">
                <a:solidFill>
                  <a:srgbClr val="0B6172"/>
                </a:solidFill>
                <a:latin typeface="Consolas"/>
                <a:ea typeface="Consolas"/>
                <a:cs typeface="Consolas"/>
              </a:defRPr>
            </a:lvl3pPr>
            <a:lvl4pPr algn="l">
              <a:defRPr sz="1650" b="1">
                <a:solidFill>
                  <a:srgbClr val="0B6172"/>
                </a:solidFill>
                <a:latin typeface="Consolas"/>
                <a:ea typeface="Consolas"/>
                <a:cs typeface="Consolas"/>
              </a:defRPr>
            </a:lvl4pPr>
            <a:lvl5pPr algn="l">
              <a:defRPr sz="1650" b="1">
                <a:solidFill>
                  <a:srgbClr val="0B6172"/>
                </a:solidFill>
                <a:latin typeface="Consolas"/>
                <a:ea typeface="Consolas"/>
                <a:cs typeface="Consolas"/>
              </a:defRPr>
            </a:lvl5pPr>
            <a:lvl6pPr algn="l">
              <a:defRPr sz="1650" b="1">
                <a:solidFill>
                  <a:srgbClr val="0B6172"/>
                </a:solidFill>
                <a:latin typeface="Consolas"/>
                <a:ea typeface="Consolas"/>
                <a:cs typeface="Consolas"/>
              </a:defRPr>
            </a:lvl6pPr>
            <a:lvl7pPr algn="l">
              <a:defRPr sz="1650" b="1">
                <a:solidFill>
                  <a:srgbClr val="0B6172"/>
                </a:solidFill>
                <a:latin typeface="Consolas"/>
                <a:ea typeface="Consolas"/>
                <a:cs typeface="Consolas"/>
              </a:defRPr>
            </a:lvl7pPr>
            <a:lvl8pPr algn="l">
              <a:defRPr sz="1650" b="1">
                <a:solidFill>
                  <a:srgbClr val="0B6172"/>
                </a:solidFill>
                <a:latin typeface="Consolas"/>
                <a:ea typeface="Consolas"/>
                <a:cs typeface="Consolas"/>
              </a:defRPr>
            </a:lvl8pPr>
            <a:lvl9pPr algn="l">
              <a:defRPr sz="1650" b="1">
                <a:solidFill>
                  <a:srgbClr val="0B6172"/>
                </a:solidFill>
                <a:latin typeface="Consolas"/>
                <a:ea typeface="Consolas"/>
                <a:cs typeface="Consolas"/>
              </a:defRPr>
            </a:lvl9pPr>
          </a:lstStyle>
          <a:p xmlns:a="http://schemas.openxmlformats.org/drawingml/2006/main">
            <a:pPr algn="l">
              <a:defRPr sz="1650" b="1">
                <a:solidFill>
                  <a:srgbClr val="0B6172"/>
                </a:solidFill>
                <a:latin typeface="Consolas"/>
                <a:ea typeface="Consolas"/>
                <a:cs typeface="Consolas"/>
              </a:defRPr>
            </a:pPr>
            <a:r>
              <a:rPr sz="1650" b="1">
                <a:solidFill>
                  <a:srgbClr val="0B6172"/>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60AD050C-F641-4845-91F7-424FFDA8316B}"/>
              </a:ext>
            </a:extLst>
          </p:cNvPr>
          <p:cNvSpPr>
            <a:spLocks xmlns:a="http://schemas.openxmlformats.org/drawingml/2006/main" noGrp="1"/>
          </p:cNvSpPr>
          <p:nvPr/>
        </p:nvSpPr>
        <p:spPr>
          <a:xfrm xmlns:a="http://schemas.openxmlformats.org/drawingml/2006/main">
            <a:off x="2857500" y="23336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관찰">
            <a:extLst xmlns:a="http://schemas.openxmlformats.org/drawingml/2006/main">
              <a:ext uri="{FF2B5EF4-FFF2-40B4-BE49-F238E27FC236}">
                <a16:creationId xmlns:a16="http://schemas.microsoft.com/office/drawing/2014/main" id="{DC52366B-250E-4EBB-B3D7-CEA0AB445F56}"/>
              </a:ext>
            </a:extLst>
          </p:cNvPr>
          <p:cNvSpPr>
            <a:spLocks xmlns:a="http://schemas.openxmlformats.org/drawingml/2006/main" noGrp="1"/>
          </p:cNvSpPr>
          <p:nvPr/>
        </p:nvSpPr>
        <p:spPr>
          <a:xfrm xmlns:a="http://schemas.openxmlformats.org/drawingml/2006/main">
            <a:off x="2857500" y="2466975"/>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6" name="전역 Skill과&#10;시작 경고">
            <a:extLst xmlns:a="http://schemas.openxmlformats.org/drawingml/2006/main">
              <a:ext uri="{FF2B5EF4-FFF2-40B4-BE49-F238E27FC236}">
                <a16:creationId xmlns:a16="http://schemas.microsoft.com/office/drawing/2014/main" id="{F1BFAD67-CF83-4C4F-9CF7-1B6A38579064}"/>
              </a:ext>
            </a:extLst>
          </p:cNvPr>
          <p:cNvSpPr>
            <a:spLocks xmlns:a="http://schemas.openxmlformats.org/drawingml/2006/main" noGrp="1"/>
          </p:cNvSpPr>
          <p:nvPr/>
        </p:nvSpPr>
        <p:spPr>
          <a:xfrm xmlns:a="http://schemas.openxmlformats.org/drawingml/2006/main">
            <a:off x="2857500" y="3009900"/>
            <a:ext cx="1981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Skill과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시작 경고</a:t>
            </a:r>
          </a:p>
        </p:txBody>
      </p:sp>
      <p:cxnSp>
        <p:nvCxnSpPr>
          <p:cNvPr id="17" name="">
            <a:extLst xmlns:a="http://schemas.openxmlformats.org/drawingml/2006/main">
              <a:ext uri="{FF2B5EF4-FFF2-40B4-BE49-F238E27FC236}">
                <a16:creationId xmlns:a16="http://schemas.microsoft.com/office/drawing/2014/main" id="{FBA8C640-3C04-421B-A33F-02F339C78268}"/>
              </a:ext>
            </a:extLst>
          </p:cNvPr>
          <p:cNvCxnSpPr/>
          <p:nvPr/>
        </p:nvCxnSpPr>
        <p:spPr>
          <a:xfrm xmlns:a="http://schemas.openxmlformats.org/drawingml/2006/main">
            <a:off x="4895850" y="26479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03">
            <a:extLst xmlns:a="http://schemas.openxmlformats.org/drawingml/2006/main">
              <a:ext uri="{FF2B5EF4-FFF2-40B4-BE49-F238E27FC236}">
                <a16:creationId xmlns:a16="http://schemas.microsoft.com/office/drawing/2014/main" id="{4B11A168-4EFD-429C-8233-4517C540AF4C}"/>
              </a:ext>
            </a:extLst>
          </p:cNvPr>
          <p:cNvSpPr>
            <a:spLocks xmlns:a="http://schemas.openxmlformats.org/drawingml/2006/main" noGrp="1"/>
          </p:cNvSpPr>
          <p:nvPr/>
        </p:nvSpPr>
        <p:spPr>
          <a:xfrm xmlns:a="http://schemas.openxmlformats.org/drawingml/2006/main">
            <a:off x="5105400" y="1952625"/>
            <a:ext cx="1981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Consolas"/>
                <a:ea typeface="Consolas"/>
                <a:cs typeface="Consolas"/>
              </a:defRPr>
            </a:defPPr>
            <a:lvl1pPr algn="l">
              <a:defRPr sz="1650" b="1">
                <a:solidFill>
                  <a:srgbClr val="0B6172"/>
                </a:solidFill>
                <a:latin typeface="Consolas"/>
                <a:ea typeface="Consolas"/>
                <a:cs typeface="Consolas"/>
              </a:defRPr>
            </a:lvl1pPr>
            <a:lvl2pPr algn="l">
              <a:defRPr sz="1650" b="1">
                <a:solidFill>
                  <a:srgbClr val="0B6172"/>
                </a:solidFill>
                <a:latin typeface="Consolas"/>
                <a:ea typeface="Consolas"/>
                <a:cs typeface="Consolas"/>
              </a:defRPr>
            </a:lvl2pPr>
            <a:lvl3pPr algn="l">
              <a:defRPr sz="1650" b="1">
                <a:solidFill>
                  <a:srgbClr val="0B6172"/>
                </a:solidFill>
                <a:latin typeface="Consolas"/>
                <a:ea typeface="Consolas"/>
                <a:cs typeface="Consolas"/>
              </a:defRPr>
            </a:lvl3pPr>
            <a:lvl4pPr algn="l">
              <a:defRPr sz="1650" b="1">
                <a:solidFill>
                  <a:srgbClr val="0B6172"/>
                </a:solidFill>
                <a:latin typeface="Consolas"/>
                <a:ea typeface="Consolas"/>
                <a:cs typeface="Consolas"/>
              </a:defRPr>
            </a:lvl4pPr>
            <a:lvl5pPr algn="l">
              <a:defRPr sz="1650" b="1">
                <a:solidFill>
                  <a:srgbClr val="0B6172"/>
                </a:solidFill>
                <a:latin typeface="Consolas"/>
                <a:ea typeface="Consolas"/>
                <a:cs typeface="Consolas"/>
              </a:defRPr>
            </a:lvl5pPr>
            <a:lvl6pPr algn="l">
              <a:defRPr sz="1650" b="1">
                <a:solidFill>
                  <a:srgbClr val="0B6172"/>
                </a:solidFill>
                <a:latin typeface="Consolas"/>
                <a:ea typeface="Consolas"/>
                <a:cs typeface="Consolas"/>
              </a:defRPr>
            </a:lvl6pPr>
            <a:lvl7pPr algn="l">
              <a:defRPr sz="1650" b="1">
                <a:solidFill>
                  <a:srgbClr val="0B6172"/>
                </a:solidFill>
                <a:latin typeface="Consolas"/>
                <a:ea typeface="Consolas"/>
                <a:cs typeface="Consolas"/>
              </a:defRPr>
            </a:lvl7pPr>
            <a:lvl8pPr algn="l">
              <a:defRPr sz="1650" b="1">
                <a:solidFill>
                  <a:srgbClr val="0B6172"/>
                </a:solidFill>
                <a:latin typeface="Consolas"/>
                <a:ea typeface="Consolas"/>
                <a:cs typeface="Consolas"/>
              </a:defRPr>
            </a:lvl8pPr>
            <a:lvl9pPr algn="l">
              <a:defRPr sz="1650" b="1">
                <a:solidFill>
                  <a:srgbClr val="0B6172"/>
                </a:solidFill>
                <a:latin typeface="Consolas"/>
                <a:ea typeface="Consolas"/>
                <a:cs typeface="Consolas"/>
              </a:defRPr>
            </a:lvl9pPr>
          </a:lstStyle>
          <a:p xmlns:a="http://schemas.openxmlformats.org/drawingml/2006/main">
            <a:pPr algn="l">
              <a:defRPr sz="1650" b="1">
                <a:solidFill>
                  <a:srgbClr val="0B6172"/>
                </a:solidFill>
                <a:latin typeface="Consolas"/>
                <a:ea typeface="Consolas"/>
                <a:cs typeface="Consolas"/>
              </a:defRPr>
            </a:pPr>
            <a:r>
              <a:rPr sz="1650" b="1">
                <a:solidFill>
                  <a:srgbClr val="0B6172"/>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1C3DAD6C-2798-4722-A56E-F6A75A13008B}"/>
              </a:ext>
            </a:extLst>
          </p:cNvPr>
          <p:cNvSpPr>
            <a:spLocks xmlns:a="http://schemas.openxmlformats.org/drawingml/2006/main" noGrp="1"/>
          </p:cNvSpPr>
          <p:nvPr/>
        </p:nvSpPr>
        <p:spPr>
          <a:xfrm xmlns:a="http://schemas.openxmlformats.org/drawingml/2006/main">
            <a:off x="5105400" y="23336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해석 판단">
            <a:extLst xmlns:a="http://schemas.openxmlformats.org/drawingml/2006/main">
              <a:ext uri="{FF2B5EF4-FFF2-40B4-BE49-F238E27FC236}">
                <a16:creationId xmlns:a16="http://schemas.microsoft.com/office/drawing/2014/main" id="{55BD305E-438C-4A08-A9D1-E34507A91A0A}"/>
              </a:ext>
            </a:extLst>
          </p:cNvPr>
          <p:cNvSpPr>
            <a:spLocks xmlns:a="http://schemas.openxmlformats.org/drawingml/2006/main" noGrp="1"/>
          </p:cNvSpPr>
          <p:nvPr/>
        </p:nvSpPr>
        <p:spPr>
          <a:xfrm xmlns:a="http://schemas.openxmlformats.org/drawingml/2006/main">
            <a:off x="5105400" y="2466975"/>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해석 판단</a:t>
            </a:r>
          </a:p>
        </p:txBody>
      </p:sp>
      <p:sp>
        <p:nvSpPr>
          <p:cNvPr id="21" name="Prompt만의&#10;효과 분리 불가">
            <a:extLst xmlns:a="http://schemas.openxmlformats.org/drawingml/2006/main">
              <a:ext uri="{FF2B5EF4-FFF2-40B4-BE49-F238E27FC236}">
                <a16:creationId xmlns:a16="http://schemas.microsoft.com/office/drawing/2014/main" id="{D7EAE985-B359-4492-8E11-C3EFF39195E8}"/>
              </a:ext>
            </a:extLst>
          </p:cNvPr>
          <p:cNvSpPr>
            <a:spLocks xmlns:a="http://schemas.openxmlformats.org/drawingml/2006/main" noGrp="1"/>
          </p:cNvSpPr>
          <p:nvPr/>
        </p:nvSpPr>
        <p:spPr>
          <a:xfrm xmlns:a="http://schemas.openxmlformats.org/drawingml/2006/main">
            <a:off x="5105400" y="3009900"/>
            <a:ext cx="1981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Prompt만의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효과 분리 불가</a:t>
            </a:r>
          </a:p>
        </p:txBody>
      </p:sp>
      <p:cxnSp>
        <p:nvCxnSpPr>
          <p:cNvPr id="22" name="">
            <a:extLst xmlns:a="http://schemas.openxmlformats.org/drawingml/2006/main">
              <a:ext uri="{FF2B5EF4-FFF2-40B4-BE49-F238E27FC236}">
                <a16:creationId xmlns:a16="http://schemas.microsoft.com/office/drawing/2014/main" id="{587673E9-B0AA-49C7-BECC-7B94995556FB}"/>
              </a:ext>
            </a:extLst>
          </p:cNvPr>
          <p:cNvCxnSpPr/>
          <p:nvPr/>
        </p:nvCxnSpPr>
        <p:spPr>
          <a:xfrm xmlns:a="http://schemas.openxmlformats.org/drawingml/2006/main">
            <a:off x="7143750" y="26479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04">
            <a:extLst xmlns:a="http://schemas.openxmlformats.org/drawingml/2006/main">
              <a:ext uri="{FF2B5EF4-FFF2-40B4-BE49-F238E27FC236}">
                <a16:creationId xmlns:a16="http://schemas.microsoft.com/office/drawing/2014/main" id="{5353E5FB-24D7-4C78-902A-AFE9A0CA6711}"/>
              </a:ext>
            </a:extLst>
          </p:cNvPr>
          <p:cNvSpPr>
            <a:spLocks xmlns:a="http://schemas.openxmlformats.org/drawingml/2006/main" noGrp="1"/>
          </p:cNvSpPr>
          <p:nvPr/>
        </p:nvSpPr>
        <p:spPr>
          <a:xfrm xmlns:a="http://schemas.openxmlformats.org/drawingml/2006/main">
            <a:off x="7353300" y="1952625"/>
            <a:ext cx="1981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Consolas"/>
                <a:ea typeface="Consolas"/>
                <a:cs typeface="Consolas"/>
              </a:defRPr>
            </a:defPPr>
            <a:lvl1pPr algn="l">
              <a:defRPr sz="1650" b="1">
                <a:solidFill>
                  <a:srgbClr val="0B6172"/>
                </a:solidFill>
                <a:latin typeface="Consolas"/>
                <a:ea typeface="Consolas"/>
                <a:cs typeface="Consolas"/>
              </a:defRPr>
            </a:lvl1pPr>
            <a:lvl2pPr algn="l">
              <a:defRPr sz="1650" b="1">
                <a:solidFill>
                  <a:srgbClr val="0B6172"/>
                </a:solidFill>
                <a:latin typeface="Consolas"/>
                <a:ea typeface="Consolas"/>
                <a:cs typeface="Consolas"/>
              </a:defRPr>
            </a:lvl2pPr>
            <a:lvl3pPr algn="l">
              <a:defRPr sz="1650" b="1">
                <a:solidFill>
                  <a:srgbClr val="0B6172"/>
                </a:solidFill>
                <a:latin typeface="Consolas"/>
                <a:ea typeface="Consolas"/>
                <a:cs typeface="Consolas"/>
              </a:defRPr>
            </a:lvl3pPr>
            <a:lvl4pPr algn="l">
              <a:defRPr sz="1650" b="1">
                <a:solidFill>
                  <a:srgbClr val="0B6172"/>
                </a:solidFill>
                <a:latin typeface="Consolas"/>
                <a:ea typeface="Consolas"/>
                <a:cs typeface="Consolas"/>
              </a:defRPr>
            </a:lvl4pPr>
            <a:lvl5pPr algn="l">
              <a:defRPr sz="1650" b="1">
                <a:solidFill>
                  <a:srgbClr val="0B6172"/>
                </a:solidFill>
                <a:latin typeface="Consolas"/>
                <a:ea typeface="Consolas"/>
                <a:cs typeface="Consolas"/>
              </a:defRPr>
            </a:lvl5pPr>
            <a:lvl6pPr algn="l">
              <a:defRPr sz="1650" b="1">
                <a:solidFill>
                  <a:srgbClr val="0B6172"/>
                </a:solidFill>
                <a:latin typeface="Consolas"/>
                <a:ea typeface="Consolas"/>
                <a:cs typeface="Consolas"/>
              </a:defRPr>
            </a:lvl6pPr>
            <a:lvl7pPr algn="l">
              <a:defRPr sz="1650" b="1">
                <a:solidFill>
                  <a:srgbClr val="0B6172"/>
                </a:solidFill>
                <a:latin typeface="Consolas"/>
                <a:ea typeface="Consolas"/>
                <a:cs typeface="Consolas"/>
              </a:defRPr>
            </a:lvl7pPr>
            <a:lvl8pPr algn="l">
              <a:defRPr sz="1650" b="1">
                <a:solidFill>
                  <a:srgbClr val="0B6172"/>
                </a:solidFill>
                <a:latin typeface="Consolas"/>
                <a:ea typeface="Consolas"/>
                <a:cs typeface="Consolas"/>
              </a:defRPr>
            </a:lvl8pPr>
            <a:lvl9pPr algn="l">
              <a:defRPr sz="1650" b="1">
                <a:solidFill>
                  <a:srgbClr val="0B6172"/>
                </a:solidFill>
                <a:latin typeface="Consolas"/>
                <a:ea typeface="Consolas"/>
                <a:cs typeface="Consolas"/>
              </a:defRPr>
            </a:lvl9pPr>
          </a:lstStyle>
          <a:p xmlns:a="http://schemas.openxmlformats.org/drawingml/2006/main">
            <a:pPr algn="l">
              <a:defRPr sz="1650" b="1">
                <a:solidFill>
                  <a:srgbClr val="0B6172"/>
                </a:solidFill>
                <a:latin typeface="Consolas"/>
                <a:ea typeface="Consolas"/>
                <a:cs typeface="Consolas"/>
              </a:defRPr>
            </a:pPr>
            <a:r>
              <a:rPr sz="1650" b="1">
                <a:solidFill>
                  <a:srgbClr val="0B6172"/>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74C64B7B-4AF2-411A-9567-36466FA59385}"/>
              </a:ext>
            </a:extLst>
          </p:cNvPr>
          <p:cNvSpPr>
            <a:spLocks xmlns:a="http://schemas.openxmlformats.org/drawingml/2006/main" noGrp="1"/>
          </p:cNvSpPr>
          <p:nvPr/>
        </p:nvSpPr>
        <p:spPr>
          <a:xfrm xmlns:a="http://schemas.openxmlformats.org/drawingml/2006/main">
            <a:off x="7353300" y="23336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기준 변경">
            <a:extLst xmlns:a="http://schemas.openxmlformats.org/drawingml/2006/main">
              <a:ext uri="{FF2B5EF4-FFF2-40B4-BE49-F238E27FC236}">
                <a16:creationId xmlns:a16="http://schemas.microsoft.com/office/drawing/2014/main" id="{DD076FFF-8D8F-412A-AEBF-CE2836FB05BA}"/>
              </a:ext>
            </a:extLst>
          </p:cNvPr>
          <p:cNvSpPr>
            <a:spLocks xmlns:a="http://schemas.openxmlformats.org/drawingml/2006/main" noGrp="1"/>
          </p:cNvSpPr>
          <p:nvPr/>
        </p:nvSpPr>
        <p:spPr>
          <a:xfrm xmlns:a="http://schemas.openxmlformats.org/drawingml/2006/main">
            <a:off x="7353300" y="2466975"/>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기준 변경</a:t>
            </a:r>
          </a:p>
        </p:txBody>
      </p:sp>
      <p:sp>
        <p:nvSpPr>
          <p:cNvPr id="26" name="평가·보고&#10;기준 변경">
            <a:extLst xmlns:a="http://schemas.openxmlformats.org/drawingml/2006/main">
              <a:ext uri="{FF2B5EF4-FFF2-40B4-BE49-F238E27FC236}">
                <a16:creationId xmlns:a16="http://schemas.microsoft.com/office/drawing/2014/main" id="{DF3F83E9-C389-40A6-B1DA-EDA1DF00EC8B}"/>
              </a:ext>
            </a:extLst>
          </p:cNvPr>
          <p:cNvSpPr>
            <a:spLocks xmlns:a="http://schemas.openxmlformats.org/drawingml/2006/main" noGrp="1"/>
          </p:cNvSpPr>
          <p:nvPr/>
        </p:nvSpPr>
        <p:spPr>
          <a:xfrm xmlns:a="http://schemas.openxmlformats.org/drawingml/2006/main">
            <a:off x="7353300" y="3009900"/>
            <a:ext cx="1981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평가·보고</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기준 변경</a:t>
            </a:r>
          </a:p>
        </p:txBody>
      </p:sp>
      <p:cxnSp>
        <p:nvCxnSpPr>
          <p:cNvPr id="27" name="">
            <a:extLst xmlns:a="http://schemas.openxmlformats.org/drawingml/2006/main">
              <a:ext uri="{FF2B5EF4-FFF2-40B4-BE49-F238E27FC236}">
                <a16:creationId xmlns:a16="http://schemas.microsoft.com/office/drawing/2014/main" id="{BAC54A6E-AE40-4C00-B098-8AD844713C7E}"/>
              </a:ext>
            </a:extLst>
          </p:cNvPr>
          <p:cNvCxnSpPr/>
          <p:nvPr/>
        </p:nvCxnSpPr>
        <p:spPr>
          <a:xfrm xmlns:a="http://schemas.openxmlformats.org/drawingml/2006/main">
            <a:off x="9391650" y="26479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05">
            <a:extLst xmlns:a="http://schemas.openxmlformats.org/drawingml/2006/main">
              <a:ext uri="{FF2B5EF4-FFF2-40B4-BE49-F238E27FC236}">
                <a16:creationId xmlns:a16="http://schemas.microsoft.com/office/drawing/2014/main" id="{D9E078CA-1E7E-4B67-8366-C38DA840FE77}"/>
              </a:ext>
            </a:extLst>
          </p:cNvPr>
          <p:cNvSpPr>
            <a:spLocks xmlns:a="http://schemas.openxmlformats.org/drawingml/2006/main" noGrp="1"/>
          </p:cNvSpPr>
          <p:nvPr/>
        </p:nvSpPr>
        <p:spPr>
          <a:xfrm xmlns:a="http://schemas.openxmlformats.org/drawingml/2006/main">
            <a:off x="9601200" y="1952625"/>
            <a:ext cx="1981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Consolas"/>
                <a:ea typeface="Consolas"/>
                <a:cs typeface="Consolas"/>
              </a:defRPr>
            </a:defPPr>
            <a:lvl1pPr algn="l">
              <a:defRPr sz="1650" b="1">
                <a:solidFill>
                  <a:srgbClr val="0B6172"/>
                </a:solidFill>
                <a:latin typeface="Consolas"/>
                <a:ea typeface="Consolas"/>
                <a:cs typeface="Consolas"/>
              </a:defRPr>
            </a:lvl1pPr>
            <a:lvl2pPr algn="l">
              <a:defRPr sz="1650" b="1">
                <a:solidFill>
                  <a:srgbClr val="0B6172"/>
                </a:solidFill>
                <a:latin typeface="Consolas"/>
                <a:ea typeface="Consolas"/>
                <a:cs typeface="Consolas"/>
              </a:defRPr>
            </a:lvl2pPr>
            <a:lvl3pPr algn="l">
              <a:defRPr sz="1650" b="1">
                <a:solidFill>
                  <a:srgbClr val="0B6172"/>
                </a:solidFill>
                <a:latin typeface="Consolas"/>
                <a:ea typeface="Consolas"/>
                <a:cs typeface="Consolas"/>
              </a:defRPr>
            </a:lvl3pPr>
            <a:lvl4pPr algn="l">
              <a:defRPr sz="1650" b="1">
                <a:solidFill>
                  <a:srgbClr val="0B6172"/>
                </a:solidFill>
                <a:latin typeface="Consolas"/>
                <a:ea typeface="Consolas"/>
                <a:cs typeface="Consolas"/>
              </a:defRPr>
            </a:lvl4pPr>
            <a:lvl5pPr algn="l">
              <a:defRPr sz="1650" b="1">
                <a:solidFill>
                  <a:srgbClr val="0B6172"/>
                </a:solidFill>
                <a:latin typeface="Consolas"/>
                <a:ea typeface="Consolas"/>
                <a:cs typeface="Consolas"/>
              </a:defRPr>
            </a:lvl5pPr>
            <a:lvl6pPr algn="l">
              <a:defRPr sz="1650" b="1">
                <a:solidFill>
                  <a:srgbClr val="0B6172"/>
                </a:solidFill>
                <a:latin typeface="Consolas"/>
                <a:ea typeface="Consolas"/>
                <a:cs typeface="Consolas"/>
              </a:defRPr>
            </a:lvl6pPr>
            <a:lvl7pPr algn="l">
              <a:defRPr sz="1650" b="1">
                <a:solidFill>
                  <a:srgbClr val="0B6172"/>
                </a:solidFill>
                <a:latin typeface="Consolas"/>
                <a:ea typeface="Consolas"/>
                <a:cs typeface="Consolas"/>
              </a:defRPr>
            </a:lvl7pPr>
            <a:lvl8pPr algn="l">
              <a:defRPr sz="1650" b="1">
                <a:solidFill>
                  <a:srgbClr val="0B6172"/>
                </a:solidFill>
                <a:latin typeface="Consolas"/>
                <a:ea typeface="Consolas"/>
                <a:cs typeface="Consolas"/>
              </a:defRPr>
            </a:lvl8pPr>
            <a:lvl9pPr algn="l">
              <a:defRPr sz="1650" b="1">
                <a:solidFill>
                  <a:srgbClr val="0B6172"/>
                </a:solidFill>
                <a:latin typeface="Consolas"/>
                <a:ea typeface="Consolas"/>
                <a:cs typeface="Consolas"/>
              </a:defRPr>
            </a:lvl9pPr>
          </a:lstStyle>
          <a:p xmlns:a="http://schemas.openxmlformats.org/drawingml/2006/main">
            <a:pPr algn="l">
              <a:defRPr sz="1650" b="1">
                <a:solidFill>
                  <a:srgbClr val="0B6172"/>
                </a:solidFill>
                <a:latin typeface="Consolas"/>
                <a:ea typeface="Consolas"/>
                <a:cs typeface="Consolas"/>
              </a:defRPr>
            </a:pPr>
            <a:r>
              <a:rPr sz="1650" b="1">
                <a:solidFill>
                  <a:srgbClr val="0B6172"/>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942F0781-6207-4D59-9E93-C11D2F80FEE9}"/>
              </a:ext>
            </a:extLst>
          </p:cNvPr>
          <p:cNvSpPr>
            <a:spLocks xmlns:a="http://schemas.openxmlformats.org/drawingml/2006/main" noGrp="1"/>
          </p:cNvSpPr>
          <p:nvPr/>
        </p:nvSpPr>
        <p:spPr>
          <a:xfrm xmlns:a="http://schemas.openxmlformats.org/drawingml/2006/main">
            <a:off x="9601200" y="23336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후속 확인">
            <a:extLst xmlns:a="http://schemas.openxmlformats.org/drawingml/2006/main">
              <a:ext uri="{FF2B5EF4-FFF2-40B4-BE49-F238E27FC236}">
                <a16:creationId xmlns:a16="http://schemas.microsoft.com/office/drawing/2014/main" id="{9860CCC9-BFE4-4AA1-823B-B962811C1362}"/>
              </a:ext>
            </a:extLst>
          </p:cNvPr>
          <p:cNvSpPr>
            <a:spLocks xmlns:a="http://schemas.openxmlformats.org/drawingml/2006/main" noGrp="1"/>
          </p:cNvSpPr>
          <p:nvPr/>
        </p:nvSpPr>
        <p:spPr>
          <a:xfrm xmlns:a="http://schemas.openxmlformats.org/drawingml/2006/main">
            <a:off x="9601200" y="2466975"/>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후속 확인</a:t>
            </a:r>
          </a:p>
        </p:txBody>
      </p:sp>
      <p:sp>
        <p:nvSpPr>
          <p:cNvPr id="31" name="원문과 대조&#10;불일치도 남음">
            <a:extLst xmlns:a="http://schemas.openxmlformats.org/drawingml/2006/main">
              <a:ext uri="{FF2B5EF4-FFF2-40B4-BE49-F238E27FC236}">
                <a16:creationId xmlns:a16="http://schemas.microsoft.com/office/drawing/2014/main" id="{6D7E51D0-EA2C-42BF-9311-33FFC963B755}"/>
              </a:ext>
            </a:extLst>
          </p:cNvPr>
          <p:cNvSpPr>
            <a:spLocks xmlns:a="http://schemas.openxmlformats.org/drawingml/2006/main" noGrp="1"/>
          </p:cNvSpPr>
          <p:nvPr/>
        </p:nvSpPr>
        <p:spPr>
          <a:xfrm xmlns:a="http://schemas.openxmlformats.org/drawingml/2006/main">
            <a:off x="9601200" y="3009900"/>
            <a:ext cx="1981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원문과 대조</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불일치도 남음</a:t>
            </a:r>
          </a:p>
        </p:txBody>
      </p:sp>
      <p:sp>
        <p:nvSpPr>
          <p:cNvPr id="32" name="">
            <a:extLst xmlns:a="http://schemas.openxmlformats.org/drawingml/2006/main">
              <a:ext uri="{FF2B5EF4-FFF2-40B4-BE49-F238E27FC236}">
                <a16:creationId xmlns:a16="http://schemas.microsoft.com/office/drawing/2014/main" id="{3119EF70-B204-4BCA-8451-DB9CCF15433C}"/>
              </a:ext>
            </a:extLst>
          </p:cNvPr>
          <p:cNvSpPr>
            <a:spLocks xmlns:a="http://schemas.openxmlformats.org/drawingml/2006/main" noGrp="1"/>
          </p:cNvSpPr>
          <p:nvPr/>
        </p:nvSpPr>
        <p:spPr>
          <a:xfrm xmlns:a="http://schemas.openxmlformats.org/drawingml/2006/main">
            <a:off x="609600" y="4181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확인한 변화">
            <a:extLst xmlns:a="http://schemas.openxmlformats.org/drawingml/2006/main">
              <a:ext uri="{FF2B5EF4-FFF2-40B4-BE49-F238E27FC236}">
                <a16:creationId xmlns:a16="http://schemas.microsoft.com/office/drawing/2014/main" id="{491A2D8E-E0BF-4F62-B063-C85284A24CBC}"/>
              </a:ext>
            </a:extLst>
          </p:cNvPr>
          <p:cNvSpPr>
            <a:spLocks xmlns:a="http://schemas.openxmlformats.org/drawingml/2006/main" noGrp="1"/>
          </p:cNvSpPr>
          <p:nvPr/>
        </p:nvSpPr>
        <p:spPr>
          <a:xfrm xmlns:a="http://schemas.openxmlformats.org/drawingml/2006/main">
            <a:off x="609600" y="4362450"/>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확인한 변화</a:t>
            </a:r>
          </a:p>
        </p:txBody>
      </p:sp>
      <p:sp>
        <p:nvSpPr>
          <p:cNvPr id="34" name="평가·보고 기준을 바꿨다">
            <a:extLst xmlns:a="http://schemas.openxmlformats.org/drawingml/2006/main">
              <a:ext uri="{FF2B5EF4-FFF2-40B4-BE49-F238E27FC236}">
                <a16:creationId xmlns:a16="http://schemas.microsoft.com/office/drawing/2014/main" id="{F633B2EF-6083-4218-A754-0430EA7C0F18}"/>
              </a:ext>
            </a:extLst>
          </p:cNvPr>
          <p:cNvSpPr>
            <a:spLocks xmlns:a="http://schemas.openxmlformats.org/drawingml/2006/main" noGrp="1"/>
          </p:cNvSpPr>
          <p:nvPr/>
        </p:nvSpPr>
        <p:spPr>
          <a:xfrm xmlns:a="http://schemas.openxmlformats.org/drawingml/2006/main">
            <a:off x="609600" y="482917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평가·보고 기준을 바꿨다</a:t>
            </a:r>
          </a:p>
        </p:txBody>
      </p:sp>
      <p:sp>
        <p:nvSpPr>
          <p:cNvPr id="35" name="다음 개선 질문 · 제안 / 미실행">
            <a:extLst xmlns:a="http://schemas.openxmlformats.org/drawingml/2006/main">
              <a:ext uri="{FF2B5EF4-FFF2-40B4-BE49-F238E27FC236}">
                <a16:creationId xmlns:a16="http://schemas.microsoft.com/office/drawing/2014/main" id="{89094C0E-0EEF-43B6-9947-12BFD8625300}"/>
              </a:ext>
            </a:extLst>
          </p:cNvPr>
          <p:cNvSpPr>
            <a:spLocks xmlns:a="http://schemas.openxmlformats.org/drawingml/2006/main" noGrp="1"/>
          </p:cNvSpPr>
          <p:nvPr/>
        </p:nvSpPr>
        <p:spPr>
          <a:xfrm xmlns:a="http://schemas.openxmlformats.org/drawingml/2006/main">
            <a:off x="6705600" y="4362450"/>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다음 개선 질문 · 제안 / 미실행</a:t>
            </a:r>
          </a:p>
        </p:txBody>
      </p:sp>
      <p:sp>
        <p:nvSpPr>
          <p:cNvPr id="36" name="왜 보고와 원문이 달랐을까?">
            <a:extLst xmlns:a="http://schemas.openxmlformats.org/drawingml/2006/main">
              <a:ext uri="{FF2B5EF4-FFF2-40B4-BE49-F238E27FC236}">
                <a16:creationId xmlns:a16="http://schemas.microsoft.com/office/drawing/2014/main" id="{7B85946F-C7FB-4897-9AC6-6B9CF4421757}"/>
              </a:ext>
            </a:extLst>
          </p:cNvPr>
          <p:cNvSpPr>
            <a:spLocks xmlns:a="http://schemas.openxmlformats.org/drawingml/2006/main" noGrp="1"/>
          </p:cNvSpPr>
          <p:nvPr/>
        </p:nvSpPr>
        <p:spPr>
          <a:xfrm xmlns:a="http://schemas.openxmlformats.org/drawingml/2006/main">
            <a:off x="6705600" y="482917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왜 보고와 원문이 달랐을까?</a:t>
            </a:r>
          </a:p>
        </p:txBody>
      </p:sp>
      <p:sp>
        <p:nvSpPr>
          <p:cNvPr id="37" name="불일치 기록 → 대조·검사 방법 재검토">
            <a:extLst xmlns:a="http://schemas.openxmlformats.org/drawingml/2006/main">
              <a:ext uri="{FF2B5EF4-FFF2-40B4-BE49-F238E27FC236}">
                <a16:creationId xmlns:a16="http://schemas.microsoft.com/office/drawing/2014/main" id="{F5F579F7-E3D1-40B5-AE04-B1E9F85D57FD}"/>
              </a:ext>
            </a:extLst>
          </p:cNvPr>
          <p:cNvSpPr>
            <a:spLocks xmlns:a="http://schemas.openxmlformats.org/drawingml/2006/main" noGrp="1"/>
          </p:cNvSpPr>
          <p:nvPr/>
        </p:nvSpPr>
        <p:spPr>
          <a:xfrm xmlns:a="http://schemas.openxmlformats.org/drawingml/2006/main">
            <a:off x="6705600" y="533400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805400"/>
                </a:solidFill>
                <a:latin typeface="Malgun Gothic"/>
                <a:ea typeface="Malgun Gothic"/>
                <a:cs typeface="Malgun Gothic"/>
              </a:defRPr>
            </a:defPPr>
            <a:lvl1pPr algn="l">
              <a:defRPr sz="1800" b="0">
                <a:solidFill>
                  <a:srgbClr val="805400"/>
                </a:solidFill>
                <a:latin typeface="Malgun Gothic"/>
                <a:ea typeface="Malgun Gothic"/>
                <a:cs typeface="Malgun Gothic"/>
              </a:defRPr>
            </a:lvl1pPr>
            <a:lvl2pPr algn="l">
              <a:defRPr sz="1800" b="0">
                <a:solidFill>
                  <a:srgbClr val="805400"/>
                </a:solidFill>
                <a:latin typeface="Malgun Gothic"/>
                <a:ea typeface="Malgun Gothic"/>
                <a:cs typeface="Malgun Gothic"/>
              </a:defRPr>
            </a:lvl2pPr>
            <a:lvl3pPr algn="l">
              <a:defRPr sz="1800" b="0">
                <a:solidFill>
                  <a:srgbClr val="805400"/>
                </a:solidFill>
                <a:latin typeface="Malgun Gothic"/>
                <a:ea typeface="Malgun Gothic"/>
                <a:cs typeface="Malgun Gothic"/>
              </a:defRPr>
            </a:lvl3pPr>
            <a:lvl4pPr algn="l">
              <a:defRPr sz="1800" b="0">
                <a:solidFill>
                  <a:srgbClr val="805400"/>
                </a:solidFill>
                <a:latin typeface="Malgun Gothic"/>
                <a:ea typeface="Malgun Gothic"/>
                <a:cs typeface="Malgun Gothic"/>
              </a:defRPr>
            </a:lvl4pPr>
            <a:lvl5pPr algn="l">
              <a:defRPr sz="1800" b="0">
                <a:solidFill>
                  <a:srgbClr val="805400"/>
                </a:solidFill>
                <a:latin typeface="Malgun Gothic"/>
                <a:ea typeface="Malgun Gothic"/>
                <a:cs typeface="Malgun Gothic"/>
              </a:defRPr>
            </a:lvl5pPr>
            <a:lvl6pPr algn="l">
              <a:defRPr sz="1800" b="0">
                <a:solidFill>
                  <a:srgbClr val="805400"/>
                </a:solidFill>
                <a:latin typeface="Malgun Gothic"/>
                <a:ea typeface="Malgun Gothic"/>
                <a:cs typeface="Malgun Gothic"/>
              </a:defRPr>
            </a:lvl6pPr>
            <a:lvl7pPr algn="l">
              <a:defRPr sz="1800" b="0">
                <a:solidFill>
                  <a:srgbClr val="805400"/>
                </a:solidFill>
                <a:latin typeface="Malgun Gothic"/>
                <a:ea typeface="Malgun Gothic"/>
                <a:cs typeface="Malgun Gothic"/>
              </a:defRPr>
            </a:lvl7pPr>
            <a:lvl8pPr algn="l">
              <a:defRPr sz="1800" b="0">
                <a:solidFill>
                  <a:srgbClr val="805400"/>
                </a:solidFill>
                <a:latin typeface="Malgun Gothic"/>
                <a:ea typeface="Malgun Gothic"/>
                <a:cs typeface="Malgun Gothic"/>
              </a:defRPr>
            </a:lvl8pPr>
            <a:lvl9pPr algn="l">
              <a:defRPr sz="1800" b="0">
                <a:solidFill>
                  <a:srgbClr val="805400"/>
                </a:solidFill>
                <a:latin typeface="Malgun Gothic"/>
                <a:ea typeface="Malgun Gothic"/>
                <a:cs typeface="Malgun Gothic"/>
              </a:defRPr>
            </a:lvl9pPr>
          </a:lstStyle>
          <a:p xmlns:a="http://schemas.openxmlformats.org/drawingml/2006/main">
            <a:pPr algn="l">
              <a:defRPr sz="1800" b="0">
                <a:solidFill>
                  <a:srgbClr val="805400"/>
                </a:solidFill>
                <a:latin typeface="Malgun Gothic"/>
                <a:ea typeface="Malgun Gothic"/>
                <a:cs typeface="Malgun Gothic"/>
              </a:defRPr>
            </a:pPr>
            <a:r>
              <a:rPr sz="1800" b="0">
                <a:solidFill>
                  <a:srgbClr val="805400"/>
                </a:solidFill>
                <a:latin typeface="Malgun Gothic"/>
                <a:ea typeface="Malgun Gothic"/>
                <a:cs typeface="Malgun Gothic"/>
              </a:rPr>
              <a:t>불일치 기록 → 대조·검사 방법 재검토</a:t>
            </a:r>
          </a:p>
        </p:txBody>
      </p:sp>
      <p:sp>
        <p:nvSpPr>
          <p:cNvPr id="38" name="Legacy module connection">
            <a:extLst xmlns:a="http://schemas.openxmlformats.org/drawingml/2006/main">
              <a:ext uri="{FF2B5EF4-FFF2-40B4-BE49-F238E27FC236}">
                <a16:creationId xmlns:a16="http://schemas.microsoft.com/office/drawing/2014/main" id="{E1A3C312-3650-4FC4-85E0-ED0A5FD5E0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73004841"/>
      </p:ext>
    </p:extLst>
  </p:cSld>
</p:sld>
</file>

<file path=ppt/slides/slide10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반복할 검증 기준을 다음 작업에 연결">
            <a:extLst xmlns:a="http://schemas.openxmlformats.org/drawingml/2006/main">
              <a:ext uri="{FF2B5EF4-FFF2-40B4-BE49-F238E27FC236}">
                <a16:creationId xmlns:a16="http://schemas.microsoft.com/office/drawing/2014/main" id="{D0C5C578-4C3D-4CD1-B44E-0C8CD8BE59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반복할 검증 기준을 다음 작업에 연결</a:t>
            </a:r>
          </a:p>
        </p:txBody>
      </p:sp>
      <p:sp>
        <p:nvSpPr>
          <p:cNvPr id="2" name="S100">
            <a:extLst xmlns:a="http://schemas.openxmlformats.org/drawingml/2006/main">
              <a:ext uri="{FF2B5EF4-FFF2-40B4-BE49-F238E27FC236}">
                <a16:creationId xmlns:a16="http://schemas.microsoft.com/office/drawing/2014/main" id="{05318340-1BCA-4996-8B25-C07E53BE66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Project와 환경이 바뀌면&#10;검증도 다시 본다">
            <a:extLst xmlns:a="http://schemas.openxmlformats.org/drawingml/2006/main">
              <a:ext uri="{FF2B5EF4-FFF2-40B4-BE49-F238E27FC236}">
                <a16:creationId xmlns:a16="http://schemas.microsoft.com/office/drawing/2014/main" id="{74E9ED11-2A6B-4F3F-8BBE-9C520A42B5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GPU 변경 뒤, 검증 조건을 다시 본다</a:t>
            </a:r>
          </a:p>
        </p:txBody>
      </p:sp>
      <p:sp>
        <p:nvSpPr>
          <p:cNvPr id="4" name="">
            <a:extLst xmlns:a="http://schemas.openxmlformats.org/drawingml/2006/main">
              <a:ext uri="{FF2B5EF4-FFF2-40B4-BE49-F238E27FC236}">
                <a16:creationId xmlns:a16="http://schemas.microsoft.com/office/drawing/2014/main" id="{915737AC-9237-4641-8D1F-C011F069B8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541CA3F9-08FA-4E2B-894B-AE2A21658F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교육용 적용 설계 · 실제 GPU 실행·기준 변경·재평가·다음 작업 적용 결과 없음">
            <a:extLst xmlns:a="http://schemas.openxmlformats.org/drawingml/2006/main">
              <a:ext uri="{FF2B5EF4-FFF2-40B4-BE49-F238E27FC236}">
                <a16:creationId xmlns:a16="http://schemas.microsoft.com/office/drawing/2014/main" id="{9923108B-893F-4423-AC62-7BFA3C26E5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적용 설계 · 실제 GPU 실행·기준 변경·재평가·다음 작업 적용 결과 없음</a:t>
            </a:r>
          </a:p>
        </p:txBody>
      </p:sp>
      <p:sp>
        <p:nvSpPr>
          <p:cNvPr id="7" name="GPU · 빌드 · 측정 조건이 달라졌다면?">
            <a:extLst xmlns:a="http://schemas.openxmlformats.org/drawingml/2006/main">
              <a:ext uri="{FF2B5EF4-FFF2-40B4-BE49-F238E27FC236}">
                <a16:creationId xmlns:a16="http://schemas.microsoft.com/office/drawing/2014/main" id="{35C74FC6-80D0-448C-90F3-97C9D3D3203F}"/>
              </a:ext>
            </a:extLst>
          </p:cNvPr>
          <p:cNvSpPr>
            <a:spLocks xmlns:a="http://schemas.openxmlformats.org/drawingml/2006/main" noGrp="1"/>
          </p:cNvSpPr>
          <p:nvPr/>
        </p:nvSpPr>
        <p:spPr>
          <a:xfrm xmlns:a="http://schemas.openxmlformats.org/drawingml/2006/main">
            <a:off x="609600" y="1952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같은 검사 코드가 새 GPU에서 실행된다</a:t>
            </a:r>
          </a:p>
        </p:txBody>
      </p:sp>
      <p:pic>
        <p:nvPicPr>
          <p:cNvPr id="8" name="">
            <a:extLst xmlns:a="http://schemas.openxmlformats.org/drawingml/2006/main">
              <a:ext uri="{FF2B5EF4-FFF2-40B4-BE49-F238E27FC236}">
                <a16:creationId xmlns:a16="http://schemas.microsoft.com/office/drawing/2014/main" id="{04E0507C-D330-4C38-8A1A-AEB419897C86}"/>
              </a:ext>
            </a:extLst>
          </p:cNvPr>
          <p:cNvPicPr>
            <a:picLocks xmlns:a="http://schemas.openxmlformats.org/drawingml/2006/main" noChangeAspect="1"/>
          </p:cNvPicPr>
          <p:nvPr/>
        </p:nvPicPr>
        <p:blipFill>
          <a:blip xmlns:r="http://schemas.openxmlformats.org/officeDocument/2006/relationships" xmlns:a="http://schemas.openxmlformats.org/drawingml/2006/main" r:embed="R903fd2f2bcbf4613"/>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85A5CC24-118C-40C2-A39F-C1A39FC5F09D}"/>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5CDA6C82-77A5-4445-A3D0-91E6495429F7}"/>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CF81A8AC-9D72-421B-87A8-1749C570FBEE}"/>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98FA353B-699F-43BD-8849-2F66F33B6D65}"/>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29475410-4BA5-40B1-9875-885D0560642C}"/>
              </a:ext>
            </a:extLst>
          </p:cNvPr>
          <p:cNvSpPr>
            <a:spLocks xmlns:a="http://schemas.openxmlformats.org/drawingml/2006/main" noGrp="1"/>
          </p:cNvSpPr>
          <p:nvPr/>
        </p:nvSpPr>
        <p:spPr>
          <a:xfrm xmlns:a="http://schemas.openxmlformats.org/drawingml/2006/main">
            <a:off x="7620000" y="23907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460F582A-CF7F-4EE0-98D8-0C8E7A2857E7}"/>
              </a:ext>
            </a:extLst>
          </p:cNvPr>
          <p:cNvSpPr>
            <a:spLocks xmlns:a="http://schemas.openxmlformats.org/drawingml/2006/main" noGrp="1"/>
          </p:cNvSpPr>
          <p:nvPr/>
        </p:nvSpPr>
        <p:spPr>
          <a:xfrm xmlns:a="http://schemas.openxmlformats.org/drawingml/2006/main">
            <a:off x="8077200" y="239077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493B8751-A715-4BD3-B53B-6B70439BCB6F}"/>
              </a:ext>
            </a:extLst>
          </p:cNvPr>
          <p:cNvSpPr>
            <a:spLocks xmlns:a="http://schemas.openxmlformats.org/drawingml/2006/main" noGrp="1"/>
          </p:cNvSpPr>
          <p:nvPr/>
        </p:nvSpPr>
        <p:spPr>
          <a:xfrm xmlns:a="http://schemas.openxmlformats.org/drawingml/2006/main">
            <a:off x="8077200" y="271462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예전 판단은 어떤</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장치·조건에서 유효했나?</a:t>
            </a:r>
          </a:p>
        </p:txBody>
      </p:sp>
      <p:sp>
        <p:nvSpPr>
          <p:cNvPr id="16" name="02">
            <a:extLst xmlns:a="http://schemas.openxmlformats.org/drawingml/2006/main">
              <a:ext uri="{FF2B5EF4-FFF2-40B4-BE49-F238E27FC236}">
                <a16:creationId xmlns:a16="http://schemas.microsoft.com/office/drawing/2014/main" id="{9F809B55-798B-4F67-B8C8-D871191054A1}"/>
              </a:ext>
            </a:extLst>
          </p:cNvPr>
          <p:cNvSpPr>
            <a:spLocks xmlns:a="http://schemas.openxmlformats.org/drawingml/2006/main" noGrp="1"/>
          </p:cNvSpPr>
          <p:nvPr/>
        </p:nvSpPr>
        <p:spPr>
          <a:xfrm xmlns:a="http://schemas.openxmlformats.org/drawingml/2006/main">
            <a:off x="7620000" y="33528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C9AFE299-6118-457A-8817-71AEC16E9D9E}"/>
              </a:ext>
            </a:extLst>
          </p:cNvPr>
          <p:cNvSpPr>
            <a:spLocks xmlns:a="http://schemas.openxmlformats.org/drawingml/2006/main" noGrp="1"/>
          </p:cNvSpPr>
          <p:nvPr/>
        </p:nvSpPr>
        <p:spPr>
          <a:xfrm xmlns:a="http://schemas.openxmlformats.org/drawingml/2006/main">
            <a:off x="8077200" y="33528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46EC0C81-C843-47D2-956D-45E9641BD900}"/>
              </a:ext>
            </a:extLst>
          </p:cNvPr>
          <p:cNvSpPr>
            <a:spLocks xmlns:a="http://schemas.openxmlformats.org/drawingml/2006/main" noGrp="1"/>
          </p:cNvSpPr>
          <p:nvPr/>
        </p:nvSpPr>
        <p:spPr>
          <a:xfrm xmlns:a="http://schemas.openxmlformats.org/drawingml/2006/main">
            <a:off x="8077200" y="3676650"/>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입력·빌드·측정 조건을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다시 맞췄나?</a:t>
            </a:r>
          </a:p>
        </p:txBody>
      </p:sp>
      <p:sp>
        <p:nvSpPr>
          <p:cNvPr id="19" name="03">
            <a:extLst xmlns:a="http://schemas.openxmlformats.org/drawingml/2006/main">
              <a:ext uri="{FF2B5EF4-FFF2-40B4-BE49-F238E27FC236}">
                <a16:creationId xmlns:a16="http://schemas.microsoft.com/office/drawing/2014/main" id="{B0EF2C51-1589-4834-98E5-2F437FD86E35}"/>
              </a:ext>
            </a:extLst>
          </p:cNvPr>
          <p:cNvSpPr>
            <a:spLocks xmlns:a="http://schemas.openxmlformats.org/drawingml/2006/main" noGrp="1"/>
          </p:cNvSpPr>
          <p:nvPr/>
        </p:nvSpPr>
        <p:spPr>
          <a:xfrm xmlns:a="http://schemas.openxmlformats.org/drawingml/2006/main">
            <a:off x="7620000" y="43148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FA96135B-DFE1-444A-A71E-61C3FE577CE6}"/>
              </a:ext>
            </a:extLst>
          </p:cNvPr>
          <p:cNvSpPr>
            <a:spLocks xmlns:a="http://schemas.openxmlformats.org/drawingml/2006/main" noGrp="1"/>
          </p:cNvSpPr>
          <p:nvPr/>
        </p:nvSpPr>
        <p:spPr>
          <a:xfrm xmlns:a="http://schemas.openxmlformats.org/drawingml/2006/main">
            <a:off x="8077200" y="431482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동작 명세</a:t>
            </a:r>
          </a:p>
        </p:txBody>
      </p:sp>
      <p:sp>
        <p:nvSpPr>
          <p:cNvPr id="21" name="함께 다시 확인할&#10;동작은?">
            <a:extLst xmlns:a="http://schemas.openxmlformats.org/drawingml/2006/main">
              <a:ext uri="{FF2B5EF4-FFF2-40B4-BE49-F238E27FC236}">
                <a16:creationId xmlns:a16="http://schemas.microsoft.com/office/drawing/2014/main" id="{98B19238-9900-4A1E-843F-F1B095792F5C}"/>
              </a:ext>
            </a:extLst>
          </p:cNvPr>
          <p:cNvSpPr>
            <a:spLocks xmlns:a="http://schemas.openxmlformats.org/drawingml/2006/main" noGrp="1"/>
          </p:cNvSpPr>
          <p:nvPr/>
        </p:nvSpPr>
        <p:spPr>
          <a:xfrm xmlns:a="http://schemas.openxmlformats.org/drawingml/2006/main">
            <a:off x="8077200" y="463867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장치가 달라도 지킬</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출력·동작은 무엇인가?</a:t>
            </a:r>
          </a:p>
        </p:txBody>
      </p:sp>
      <p:sp>
        <p:nvSpPr>
          <p:cNvPr id="22" name="조건 기록 → 기준 검토·갱신 → 재평가 → 다음 작업에 적용">
            <a:extLst xmlns:a="http://schemas.openxmlformats.org/drawingml/2006/main">
              <a:ext uri="{FF2B5EF4-FFF2-40B4-BE49-F238E27FC236}">
                <a16:creationId xmlns:a16="http://schemas.microsoft.com/office/drawing/2014/main" id="{CABAEB27-3110-4B9E-9763-20B643CEEDC6}"/>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조건 기록 → 기준 검토·갱신 → 재평가 → 다음 작업에 적용</a:t>
            </a:r>
          </a:p>
        </p:txBody>
      </p:sp>
      <p:sp>
        <p:nvSpPr>
          <p:cNvPr id="23" name="Legacy module connection">
            <a:extLst xmlns:a="http://schemas.openxmlformats.org/drawingml/2006/main">
              <a:ext uri="{FF2B5EF4-FFF2-40B4-BE49-F238E27FC236}">
                <a16:creationId xmlns:a16="http://schemas.microsoft.com/office/drawing/2014/main" id="{68897AA0-2E3A-4E53-B870-5FC24A4D33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32822833"/>
      </p:ext>
    </p:extLst>
  </p:cSld>
</p:sld>
</file>

<file path=ppt/slides/slide10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9F104596-B0D5-4A2F-9D5C-5F3885AE36E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1">
            <a:extLst xmlns:a="http://schemas.openxmlformats.org/drawingml/2006/main">
              <a:ext uri="{FF2B5EF4-FFF2-40B4-BE49-F238E27FC236}">
                <a16:creationId xmlns:a16="http://schemas.microsoft.com/office/drawing/2014/main" id="{E783E895-841A-42B9-BB10-43D0B01205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
            <a:extLst xmlns:a="http://schemas.openxmlformats.org/drawingml/2006/main">
              <a:ext uri="{FF2B5EF4-FFF2-40B4-BE49-F238E27FC236}">
                <a16:creationId xmlns:a16="http://schemas.microsoft.com/office/drawing/2014/main" id="{6BD7A7A2-00FB-4D1D-A631-7677D6D61CE3}"/>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CA2FAF20-3574-46D8-B94A-3F5BF5745949}"/>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432630A8-3413-4622-B1A7-82D0B68E2344}"/>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C5555E41-F769-4B22-A79E-8B4FC1B8807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7A106743-E6AA-467D-B9CD-36FAAA35D1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38150843"/>
      </p:ext>
    </p:extLst>
  </p:cSld>
</p:sld>
</file>

<file path=ppt/slides/slide10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7DA3E11D-0945-4477-9AD0-7B53B4BBFE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102">
            <a:extLst xmlns:a="http://schemas.openxmlformats.org/drawingml/2006/main">
              <a:ext uri="{FF2B5EF4-FFF2-40B4-BE49-F238E27FC236}">
                <a16:creationId xmlns:a16="http://schemas.microsoft.com/office/drawing/2014/main" id="{F7A5D47C-B43B-45C7-A974-FD7677B0CE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문제에 맞춰, 일하는 방식을 넓혔다">
            <a:extLst xmlns:a="http://schemas.openxmlformats.org/drawingml/2006/main">
              <a:ext uri="{FF2B5EF4-FFF2-40B4-BE49-F238E27FC236}">
                <a16:creationId xmlns:a16="http://schemas.microsoft.com/office/drawing/2014/main" id="{D7C2FB07-39F9-4FFD-9A48-FC59D7379C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CFED87A8-21D0-4704-8882-F7395B604D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45C2C507-34F3-4228-B736-5002FC6D94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098C25FD-6C30-4760-9E65-9002B1BECF8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8CC28B39-332B-4D14-86F9-3925349D9B53}"/>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70CB49C3-2BD0-42FA-90E7-43DA637F2F3C}"/>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E39E694E-B029-4730-8394-054015ACF180}"/>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AC17F4D2-3D11-4C3F-B696-A826058A44A5}"/>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CF3CED24-73E2-4613-9BDE-F33558ABAA63}"/>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9F7AFBA9-3A43-41FB-8702-F30849925084}"/>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06D6028C-4720-467A-A885-27D20EE64752}"/>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711FE524-9C36-4D0C-BED4-38CABD6A953E}"/>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E30E1691-AECF-43FB-90BE-D18621C521F0}"/>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9A7262E9-9E5B-4F7E-A0A0-7F153D1DC21A}"/>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553CD4B7-9CA5-4B60-9677-FB31B986A12B}"/>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44164BA4-E954-475C-8CBB-F6FD9714F346}"/>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D28DF242-FA7B-424E-A746-B1259A17C922}"/>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51E5BE82-15B6-44CE-8A99-D89677CDD7BA}"/>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0989CEAA-BFE5-4802-9289-CF9C3B10F611}"/>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1DFFBA91-3E51-4A45-8431-E910CCB74BD0}"/>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8B1FBD06-2934-445E-BA1B-C0F6055F03D3}"/>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AF6BBD54-8C72-4930-8510-0C25BE2F321A}"/>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39EBB53A-4D9F-4D6F-8589-74FA3ADB1FA0}"/>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FD46F1CE-C2BF-4E5D-BE3B-0201054AE569}"/>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C3E23FB9-DEF4-4123-A3B7-FC2F15D6897E}"/>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조건이 달라지면">
            <a:extLst xmlns:a="http://schemas.openxmlformats.org/drawingml/2006/main">
              <a:ext uri="{FF2B5EF4-FFF2-40B4-BE49-F238E27FC236}">
                <a16:creationId xmlns:a16="http://schemas.microsoft.com/office/drawing/2014/main" id="{FD908869-B80D-4BFC-B51C-E57730FCD7F1}"/>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조건이 달라지면</a:t>
            </a:r>
          </a:p>
        </p:txBody>
      </p:sp>
      <p:sp>
        <p:nvSpPr>
          <p:cNvPr id="29" name="">
            <a:extLst xmlns:a="http://schemas.openxmlformats.org/drawingml/2006/main">
              <a:ext uri="{FF2B5EF4-FFF2-40B4-BE49-F238E27FC236}">
                <a16:creationId xmlns:a16="http://schemas.microsoft.com/office/drawing/2014/main" id="{3693C6C1-ACB5-4401-BAEE-D343CBDC3EDA}"/>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D7E0211B-5332-4C97-A91E-894A28C5F141}"/>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근거를 확인해&#10;시스템을 고친다">
            <a:extLst xmlns:a="http://schemas.openxmlformats.org/drawingml/2006/main">
              <a:ext uri="{FF2B5EF4-FFF2-40B4-BE49-F238E27FC236}">
                <a16:creationId xmlns:a16="http://schemas.microsoft.com/office/drawing/2014/main" id="{EEE3F252-7BFD-43EA-BBF8-62704F6FAD17}"/>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근거를 확인해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시스템을 고친다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56B8BAD8-5DA9-4349-A7ED-DCE43BE65BC1}"/>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6AC9186E-6955-4308-9826-B97441831A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272946619"/>
      </p:ext>
    </p:extLst>
  </p:cSld>
</p:sld>
</file>

<file path=ppt/slides/slide10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2D29FB73-9B4F-432E-B889-396C30B859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103">
            <a:extLst xmlns:a="http://schemas.openxmlformats.org/drawingml/2006/main">
              <a:ext uri="{FF2B5EF4-FFF2-40B4-BE49-F238E27FC236}">
                <a16:creationId xmlns:a16="http://schemas.microsoft.com/office/drawing/2014/main" id="{6B08E2BF-354D-4F25-8C45-037A4BD970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실제 Demo는 문제에 맞춰 바뀌었다">
            <a:extLst xmlns:a="http://schemas.openxmlformats.org/drawingml/2006/main">
              <a:ext uri="{FF2B5EF4-FFF2-40B4-BE49-F238E27FC236}">
                <a16:creationId xmlns:a16="http://schemas.microsoft.com/office/drawing/2014/main" id="{4F0C370F-D139-4E56-8F45-0E92C2EC37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93D546C3-7ADE-41B4-9567-ABF407F248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F71BA46D-73BD-4737-880A-C826C227BD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579771F3-170F-4315-AE91-0E40934C92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5BF2089B-810F-4B4D-B964-DB2644EE544D}"/>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ADC8572B-4E71-4087-961F-B05B739DE6EC}"/>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A458E749-8161-43E4-8126-101CCB0CD7F6}"/>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25F3CE2F-1C1E-4A74-9E33-83D6889A6372}"/>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0A129B89-893E-4A15-A822-43487649F302}"/>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5EF81A75-F20F-476A-A7C3-93F67731DA52}"/>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336452E1-F3E3-48E9-A675-9FDF353A5DCE}"/>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273806FF-E679-4CF2-B8D2-2DE81E8F720E}"/>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415D1426-CE8D-4945-9E14-B1208251279D}"/>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61E92C1D-A129-4EDE-B590-C245058551DA}"/>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7E23634F-9F56-4D94-92D6-667F56A54B0C}"/>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5B3F09A8-CCEE-4036-AD88-6EC1C2A38490}"/>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DE13A030-FD63-45D2-B6F7-568DA7643F26}"/>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677B3388-92DF-4AE9-9002-8D1809D556EC}"/>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4ADADA35-326A-4806-A111-0AB698913214}"/>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34041C0C-62E2-431C-8AAC-ADCBE42558B8}"/>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7965A1C4-D55A-40A1-A009-C2A27CA3D66E}"/>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D31BDBB6-B44B-456A-B830-C421DFB05BC8}"/>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가상 사례·실제 제작 기록에서 따로 살펴봤다">
            <a:extLst xmlns:a="http://schemas.openxmlformats.org/drawingml/2006/main">
              <a:ext uri="{FF2B5EF4-FFF2-40B4-BE49-F238E27FC236}">
                <a16:creationId xmlns:a16="http://schemas.microsoft.com/office/drawing/2014/main" id="{3F09C0EB-7B8F-4EC3-A468-5449113196CF}"/>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Loop는 앞 ACT의 가상 사례·실제 제작 기록에서 따로 살펴봤다</a:t>
            </a:r>
          </a:p>
        </p:txBody>
      </p:sp>
      <p:sp>
        <p:nvSpPr>
          <p:cNvPr id="26" name="Legacy module connection">
            <a:extLst xmlns:a="http://schemas.openxmlformats.org/drawingml/2006/main">
              <a:ext uri="{FF2B5EF4-FFF2-40B4-BE49-F238E27FC236}">
                <a16:creationId xmlns:a16="http://schemas.microsoft.com/office/drawing/2014/main" id="{EBB4212E-D86B-425C-ACD6-1F5602E207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7382831"/>
      </p:ext>
    </p:extLst>
  </p:cSld>
</p:sld>
</file>

<file path=ppt/slides/slide10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4D94D977-029C-44EC-BC1B-2676DFDD42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104">
            <a:extLst xmlns:a="http://schemas.openxmlformats.org/drawingml/2006/main">
              <a:ext uri="{FF2B5EF4-FFF2-40B4-BE49-F238E27FC236}">
                <a16:creationId xmlns:a16="http://schemas.microsoft.com/office/drawing/2014/main" id="{17ED325A-30BE-46F1-9362-40F937005B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이번 문제에 필요한 구성만 선택했다">
            <a:extLst xmlns:a="http://schemas.openxmlformats.org/drawingml/2006/main">
              <a:ext uri="{FF2B5EF4-FFF2-40B4-BE49-F238E27FC236}">
                <a16:creationId xmlns:a16="http://schemas.microsoft.com/office/drawing/2014/main" id="{DC9AAF31-2C38-483D-A774-660DC172DA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EFB8D418-42EB-43C0-8552-924AAF106F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6DAE6596-CBAF-452B-A75D-34F54B6482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E85CDF00-E694-47B8-BFDD-9EECF28307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3FBEB0E2-5733-4890-B7D6-91BC2B2DE2EC}"/>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A159522A-FC51-443B-A461-12B50C358BC5}"/>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34B4213B-5794-45A3-8638-D9AFAA87E970}"/>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366A1000-B5B3-4DDE-88FA-1F44D04C6B98}"/>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3F6F7B73-C64B-41D1-8E3C-084BE947D199}"/>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56554C99-EF2D-4585-9E3A-0C3EC8AB452D}"/>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08BB1597-1A12-4000-B271-665317378E24}"/>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8DAF79A7-513B-4B2E-ADDC-C9DA461F1C67}"/>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FD284C85-7961-4208-AF23-5675E944295C}"/>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047E3C26-D516-4AEC-A069-FF625CFAC649}"/>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80BB9984-C2C7-439F-BE51-2CBD5F98FD6D}"/>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B2C94452-BB67-4FD1-A225-9FE3342299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679491786"/>
      </p:ext>
    </p:extLst>
  </p:cSld>
</p:sld>
</file>

<file path=ppt/slides/slide10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A1272BA2-6803-451B-8E9D-8EB1C5012F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105">
            <a:extLst xmlns:a="http://schemas.openxmlformats.org/drawingml/2006/main">
              <a:ext uri="{FF2B5EF4-FFF2-40B4-BE49-F238E27FC236}">
                <a16:creationId xmlns:a16="http://schemas.microsoft.com/office/drawing/2014/main" id="{515EF92C-FA7B-429D-8BE2-A6D3F4F9B3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결과를 수용할지는 사람이 판단한다">
            <a:extLst xmlns:a="http://schemas.openxmlformats.org/drawingml/2006/main">
              <a:ext uri="{FF2B5EF4-FFF2-40B4-BE49-F238E27FC236}">
                <a16:creationId xmlns:a16="http://schemas.microsoft.com/office/drawing/2014/main" id="{F37AED40-1D06-4515-B8E6-A5C22BC128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7C3D391-AE05-4062-9622-CA175DB527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9F395208-235F-4798-BC27-2E10953151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5401CFC5-E79E-42ED-88AD-6EF7352651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AD6E441D-FF4B-4187-AB21-2F27EC8C2DA5}"/>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037BD4DF-D4EF-456C-9515-1072E0486426}"/>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FD551AF-F9AF-48C8-96D8-CCB711DB5638}"/>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68768ED8-7A71-46CF-AA13-CCB3B56E4C80}"/>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4C271CE2-672E-4783-AD8E-DAFE3CF599D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AB268FFB-0727-4E82-B383-ADA5BDDD0F22}"/>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C575E658-8FDF-4A91-8514-0E8A5F49A0B0}"/>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C8E6BAA5-CD63-466E-9AC8-1E30BABE9032}"/>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EB1B111C-077E-4016-8AA2-E7E9CAFB7886}"/>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BCB57D20-4A96-4C3B-9AD2-8A52977F2FBF}"/>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28B29483-A91E-4C6C-8F87-092E2B2BCCD4}"/>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0B450C20-89E7-42AF-A9A0-07A78BEEB2C8}"/>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A1FC8CFB-0045-4157-A352-5E49DFCB5DD5}"/>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A9457D9B-D082-4EC7-9154-C4ED118028E4}"/>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6B71C47B-B003-4AE4-BD1B-4269EDA8482E}"/>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761A076-C0CD-4A29-880B-706DEBE71F20}"/>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6C5836B8-E825-4947-AF8D-269DD7E88EFB}"/>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C622988B-D494-43EC-96B3-7158AAE95412}"/>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56BA1E30-31B4-4CCC-AD8E-416DFF5A42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162248662"/>
      </p:ext>
    </p:extLst>
  </p:cSld>
</p:sld>
</file>

<file path=ppt/slides/slide10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7CDC9D87-4284-491D-B097-A06758D056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106">
            <a:extLst xmlns:a="http://schemas.openxmlformats.org/drawingml/2006/main">
              <a:ext uri="{FF2B5EF4-FFF2-40B4-BE49-F238E27FC236}">
                <a16:creationId xmlns:a16="http://schemas.microsoft.com/office/drawing/2014/main" id="{B14995EA-7518-4032-B437-B8C5AE7C4D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AI가 일할 조건과 확인 경로를 설계한다">
            <a:extLst xmlns:a="http://schemas.openxmlformats.org/drawingml/2006/main">
              <a:ext uri="{FF2B5EF4-FFF2-40B4-BE49-F238E27FC236}">
                <a16:creationId xmlns:a16="http://schemas.microsoft.com/office/drawing/2014/main" id="{46846ABF-1492-4D65-8F74-AC39CFE6FD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4F441DEA-7F9C-448B-ACA9-2D76A0BCBCF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64AEA625-4D7D-4EF2-92D5-58095A2C60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7CDCD6E2-1F28-40C4-A98D-24424E226E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B18BF7BB-7234-4524-B707-A380B3E94A39}"/>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276AFDF9-EC34-4DEC-8E10-A3A019BC7271}"/>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80D40DAD-A93E-4845-81CD-AC785ECA8C11}"/>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5023870A-C716-4225-837F-E6CA355EC5B3}"/>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32915B8B-1977-4C9B-A10A-49C2BEEE6FAD}"/>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3207BA9E-8F50-44A7-91F1-091F30E0DED0}"/>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5B031000-E29B-4A6A-8F0E-81CACB4CE0BD}"/>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39DC478F-2759-4621-BA4F-95F33E167E61}"/>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6604E0F5-554F-4BCA-ACB5-F127C6499547}"/>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CD865BF0-9C21-46B4-837D-2FD3F0A4F92F}"/>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124BE1F7-69E4-49F8-B618-56313F1DF319}"/>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276043D6-C66B-4A5E-9B5F-B4A20107534A}"/>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6F45C0B6-57C1-44BA-862F-4897D6EA624A}"/>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다음 작업의 개선">
            <a:extLst xmlns:a="http://schemas.openxmlformats.org/drawingml/2006/main">
              <a:ext uri="{FF2B5EF4-FFF2-40B4-BE49-F238E27FC236}">
                <a16:creationId xmlns:a16="http://schemas.microsoft.com/office/drawing/2014/main" id="{3E0B8186-196E-496D-BC72-EA41FC93B808}"/>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작업의 개선</a:t>
            </a:r>
          </a:p>
        </p:txBody>
      </p:sp>
      <p:sp>
        <p:nvSpPr>
          <p:cNvPr id="21" name="Verification · Feedback Loop">
            <a:extLst xmlns:a="http://schemas.openxmlformats.org/drawingml/2006/main">
              <a:ext uri="{FF2B5EF4-FFF2-40B4-BE49-F238E27FC236}">
                <a16:creationId xmlns:a16="http://schemas.microsoft.com/office/drawing/2014/main" id="{6972FB14-A4BD-496F-8A04-A46C05BD0A62}"/>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3F77B9AA-AF6D-44F6-B57E-F0C676303333}"/>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B98261DA-E77B-47E5-8152-EA49632824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1771348"/>
      </p:ext>
    </p:extLst>
  </p:cSld>
</p:sld>
</file>

<file path=ppt/slides/slide10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23DE6F2B-3FDE-4D37-9772-962A65013D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7">
            <a:extLst xmlns:a="http://schemas.openxmlformats.org/drawingml/2006/main">
              <a:ext uri="{FF2B5EF4-FFF2-40B4-BE49-F238E27FC236}">
                <a16:creationId xmlns:a16="http://schemas.microsoft.com/office/drawing/2014/main" id="{03409095-643C-4D08-AF5F-036A9F7A1B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모델·플랫폼이 바뀌면 Harness도 다시 본다">
            <a:extLst xmlns:a="http://schemas.openxmlformats.org/drawingml/2006/main">
              <a:ext uri="{FF2B5EF4-FFF2-40B4-BE49-F238E27FC236}">
                <a16:creationId xmlns:a16="http://schemas.microsoft.com/office/drawing/2014/main" id="{051EED4D-26D8-416C-8FA3-49639BCFE6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9575F92E-B0F2-4D33-AB2B-CA8F309824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7ED50226-4B9B-4F3D-A28C-3550CBE30E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E1782C72-0122-49C8-8691-D3F7119214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E1176118-88C7-43C2-AEFB-8261AF854336}"/>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B2D7B323-E071-4873-AE5D-539075E694B9}"/>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EAD5B8A8-278C-46A8-A1A5-9EEF962F69EA}"/>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99C3125E-B781-43A6-9512-9DA6351F8C7D}"/>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104A9344-07D8-467C-BD37-48A174C0AF75}"/>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EBB89F62-51B2-4FB5-A547-03CA2953FA90}"/>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5F3B8754-E911-4CA6-A978-CB6F46845ED4}"/>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FAB52123-6556-43E5-9E51-6CB6C8F93646}"/>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388DFE54-4D86-473D-9831-DFE29D6FF1D9}"/>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81DFC018-D1E7-419D-AF50-202C26754C19}"/>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FAEF3A8C-2AC5-4850-8046-D7C3391F1461}"/>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660AE137-837D-4C02-9DC6-9B3AF6B6E16D}"/>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C3C3A78A-4A64-48CC-AAAF-64F61D1EE943}"/>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B66BF6FD-61D7-4798-8CDE-1174F4F2BC26}"/>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C9115B3C-ED13-4A86-9DD8-9C50A7A48F73}"/>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D843785A-7629-4B60-B842-A73A86D43A95}"/>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B52209CC-7B46-4D1A-9C62-77C284F8D78F}"/>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34BA8BE8-F96C-42F5-9E46-D9AB01D32753}"/>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3A73CB76-3148-48BA-900E-16DC80B7665F}"/>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E68236F0-3CB8-4941-8DB2-75565735886D}"/>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9DCF25F5-AFD5-4B6A-AC7B-2B386D463128}"/>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50F51E05-5005-432C-A66C-F3AE8B017782}"/>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215CCBC9-219A-42A8-ADC0-8C89D52094E0}"/>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ACDDB216-D391-4B62-8AE4-072D342852FF}"/>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83A16C98-9B30-484B-AAEE-D88CCA5803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36248186"/>
      </p:ext>
    </p:extLst>
  </p:cSld>
</p:sld>
</file>

<file path=ppt/slides/slide10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14306FDF-E218-431D-BFD7-2CF9342A62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8">
            <a:extLst xmlns:a="http://schemas.openxmlformats.org/drawingml/2006/main">
              <a:ext uri="{FF2B5EF4-FFF2-40B4-BE49-F238E27FC236}">
                <a16:creationId xmlns:a16="http://schemas.microsoft.com/office/drawing/2014/main" id="{C5942A3B-09D5-40D4-B96C-58B2248B54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무엇을 남기고, 무엇을 덜어낼까?">
            <a:extLst xmlns:a="http://schemas.openxmlformats.org/drawingml/2006/main">
              <a:ext uri="{FF2B5EF4-FFF2-40B4-BE49-F238E27FC236}">
                <a16:creationId xmlns:a16="http://schemas.microsoft.com/office/drawing/2014/main" id="{86DA913F-805A-4748-B8F2-6ECAD5EE797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27E8B29E-40B8-4090-A0BC-27E9D788D1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16705176-4D81-4482-87B9-033EECC96F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F49C118C-AB10-48CF-B287-1EE899D946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DA9D4BC9-4E8B-40D2-BF75-A2F1B0605258}"/>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7396DDB2-7AD0-448D-A5A1-E4EE6FD080E1}"/>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C7518D8D-6454-4230-A14A-41A729A00A27}"/>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200CC4D0-52BF-4DFA-B8B7-F12BCAF0FFBE}"/>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DEE4CFDD-2723-4E89-B087-B530FAFD871A}"/>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9521B34D-9D1C-42AA-993E-8FD1D2E6F174}"/>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76DF6471-6449-4D8A-90F5-4B8E4AF0E7C8}"/>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9B59ACB7-2876-41C1-A44C-7FC8F4E8FD0A}"/>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CEFCE55A-F784-4E2A-B4F6-F11C7D8DA4CA}"/>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A7FE06BE-C34A-485F-83BB-F1CF1B473B1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B5109BBE-6308-405F-8F99-9DD4E6BCC6BE}"/>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4734075A-EEAE-44C3-B1DC-D0A75E71D452}"/>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88BDBEC9-1A98-4889-9A8A-5ABEB2149266}"/>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533B639B-4897-457B-A681-145E2D4E5CC4}"/>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7B7734C4-DCD4-416E-80DC-EF57CF57E50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993B5321-8408-4CCF-BE6E-46F7049996E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7F430E8A-8905-4F96-97A1-F09D526060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79147207"/>
      </p:ext>
    </p:extLst>
  </p:cSld>
</p:sld>
</file>

<file path=ppt/slides/slide10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FD5BFD81-8423-46D6-8EA5-CEDA03DA4F4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09">
            <a:extLst xmlns:a="http://schemas.openxmlformats.org/drawingml/2006/main">
              <a:ext uri="{FF2B5EF4-FFF2-40B4-BE49-F238E27FC236}">
                <a16:creationId xmlns:a16="http://schemas.microsoft.com/office/drawing/2014/main" id="{84785C4C-F2FC-4919-BFBC-EAD98BE55E6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덜어낸 뒤에도 필요한 일을 하는가?">
            <a:extLst xmlns:a="http://schemas.openxmlformats.org/drawingml/2006/main">
              <a:ext uri="{FF2B5EF4-FFF2-40B4-BE49-F238E27FC236}">
                <a16:creationId xmlns:a16="http://schemas.microsoft.com/office/drawing/2014/main" id="{72BE207E-2FD4-4A5E-917A-A33567CFEE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CB6B3A6E-3422-4226-9D4B-891DE8B30B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C724DDBB-F74C-4A75-A7E9-289DBF34F6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CA32EDB8-3566-4D8B-B829-83C64FDBF3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F579CA78-BE4E-414F-AA53-E136BFF31672}"/>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C0340A7D-101F-44AD-9BA5-D393A9DCA9E8}"/>
              </a:ext>
            </a:extLst>
          </p:cNvPr>
          <p:cNvSpPr>
            <a:spLocks xmlns:a="http://schemas.openxmlformats.org/drawingml/2006/main" noGrp="1"/>
          </p:cNvSpPr>
          <p:nvPr/>
        </p:nvSpPr>
        <p:spPr>
          <a:xfrm xmlns:a="http://schemas.openxmlformats.org/drawingml/2006/main">
            <a:off x="609600" y="3381375"/>
            <a:ext cx="1924050" cy="9334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E1185912-95A0-4FD1-A208-43FEEB650F8A}"/>
              </a:ext>
            </a:extLst>
          </p:cNvPr>
          <p:cNvSpPr>
            <a:spLocks xmlns:a="http://schemas.openxmlformats.org/drawingml/2006/main" noGrp="1"/>
          </p:cNvSpPr>
          <p:nvPr/>
        </p:nvSpPr>
        <p:spPr>
          <a:xfrm xmlns:a="http://schemas.openxmlformats.org/drawingml/2006/main">
            <a:off x="762000" y="3486150"/>
            <a:ext cx="1619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3BD22A36-E814-4419-860B-A08F513F38A5}"/>
              </a:ext>
            </a:extLst>
          </p:cNvPr>
          <p:cNvCxnSpPr/>
          <p:nvPr/>
        </p:nvCxnSpPr>
        <p:spPr>
          <a:xfrm xmlns:a="http://schemas.openxmlformats.org/drawingml/2006/main">
            <a:off x="2628900" y="38481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E23932A3-D420-43D8-9B46-4D9923C388EC}"/>
              </a:ext>
            </a:extLst>
          </p:cNvPr>
          <p:cNvCxnSpPr/>
          <p:nvPr/>
        </p:nvCxnSpPr>
        <p:spPr>
          <a:xfrm xmlns:a="http://schemas.openxmlformats.org/drawingml/2006/main">
            <a:off x="2895600"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6054F2A0-EFE7-4C46-95B8-42538134CC6F}"/>
              </a:ext>
            </a:extLst>
          </p:cNvPr>
          <p:cNvCxnSpPr/>
          <p:nvPr/>
        </p:nvCxnSpPr>
        <p:spPr>
          <a:xfrm xmlns:a="http://schemas.openxmlformats.org/drawingml/2006/main">
            <a:off x="7439025"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C859AE64-60A9-4FFB-B462-82574EB478A7}"/>
              </a:ext>
            </a:extLst>
          </p:cNvPr>
          <p:cNvCxnSpPr/>
          <p:nvPr/>
        </p:nvCxnSpPr>
        <p:spPr>
          <a:xfrm xmlns:a="http://schemas.openxmlformats.org/drawingml/2006/main">
            <a:off x="7439025" y="3829050"/>
            <a:ext cx="1143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9DCA0F62-160B-4C11-AB25-80C73E5A3705}"/>
              </a:ext>
            </a:extLst>
          </p:cNvPr>
          <p:cNvCxnSpPr/>
          <p:nvPr/>
        </p:nvCxnSpPr>
        <p:spPr>
          <a:xfrm xmlns:a="http://schemas.openxmlformats.org/drawingml/2006/main">
            <a:off x="2895600" y="31337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D44A1936-35EF-4A96-A3EA-52D8F8895B5A}"/>
              </a:ext>
            </a:extLst>
          </p:cNvPr>
          <p:cNvSpPr>
            <a:spLocks xmlns:a="http://schemas.openxmlformats.org/drawingml/2006/main" noGrp="1"/>
          </p:cNvSpPr>
          <p:nvPr/>
        </p:nvSpPr>
        <p:spPr>
          <a:xfrm xmlns:a="http://schemas.openxmlformats.org/drawingml/2006/main">
            <a:off x="3476625" y="2762250"/>
            <a:ext cx="32956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C08987B6-4C99-48A4-9D3A-57013203B6CB}"/>
              </a:ext>
            </a:extLst>
          </p:cNvPr>
          <p:cNvSpPr>
            <a:spLocks xmlns:a="http://schemas.openxmlformats.org/drawingml/2006/main" noGrp="1"/>
          </p:cNvSpPr>
          <p:nvPr/>
        </p:nvSpPr>
        <p:spPr>
          <a:xfrm xmlns:a="http://schemas.openxmlformats.org/drawingml/2006/main">
            <a:off x="3629025" y="28860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62F93BAC-2AAD-4199-8339-8F18A55F580F}"/>
              </a:ext>
            </a:extLst>
          </p:cNvPr>
          <p:cNvCxnSpPr/>
          <p:nvPr/>
        </p:nvCxnSpPr>
        <p:spPr>
          <a:xfrm xmlns:a="http://schemas.openxmlformats.org/drawingml/2006/main">
            <a:off x="6858000" y="31337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BDB63C82-0A73-498B-864A-A40203914CA0}"/>
              </a:ext>
            </a:extLst>
          </p:cNvPr>
          <p:cNvCxnSpPr/>
          <p:nvPr/>
        </p:nvCxnSpPr>
        <p:spPr>
          <a:xfrm xmlns:a="http://schemas.openxmlformats.org/drawingml/2006/main">
            <a:off x="2895600" y="45815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4CF287DE-107E-43BE-A9AF-21ABAB01FBA7}"/>
              </a:ext>
            </a:extLst>
          </p:cNvPr>
          <p:cNvSpPr>
            <a:spLocks xmlns:a="http://schemas.openxmlformats.org/drawingml/2006/main" noGrp="1"/>
          </p:cNvSpPr>
          <p:nvPr/>
        </p:nvSpPr>
        <p:spPr>
          <a:xfrm xmlns:a="http://schemas.openxmlformats.org/drawingml/2006/main">
            <a:off x="3476625" y="4210050"/>
            <a:ext cx="329565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414E1EF1-C78E-49DE-8493-E250BCC9700B}"/>
              </a:ext>
            </a:extLst>
          </p:cNvPr>
          <p:cNvSpPr>
            <a:spLocks xmlns:a="http://schemas.openxmlformats.org/drawingml/2006/main" noGrp="1"/>
          </p:cNvSpPr>
          <p:nvPr/>
        </p:nvSpPr>
        <p:spPr>
          <a:xfrm xmlns:a="http://schemas.openxmlformats.org/drawingml/2006/main">
            <a:off x="3629025" y="43338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7B2DB088-7E0B-4094-B363-C5DD2C13C614}"/>
              </a:ext>
            </a:extLst>
          </p:cNvPr>
          <p:cNvCxnSpPr/>
          <p:nvPr/>
        </p:nvCxnSpPr>
        <p:spPr>
          <a:xfrm xmlns:a="http://schemas.openxmlformats.org/drawingml/2006/main">
            <a:off x="6858000" y="45815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C920C2A5-7B69-4A69-8926-C17F0F448A84}"/>
              </a:ext>
            </a:extLst>
          </p:cNvPr>
          <p:cNvSpPr>
            <a:spLocks xmlns:a="http://schemas.openxmlformats.org/drawingml/2006/main" noGrp="1"/>
          </p:cNvSpPr>
          <p:nvPr/>
        </p:nvSpPr>
        <p:spPr>
          <a:xfrm xmlns:a="http://schemas.openxmlformats.org/drawingml/2006/main">
            <a:off x="7648575" y="2590800"/>
            <a:ext cx="3933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05E2F251-339C-4170-A4F5-AC0230C068B8}"/>
              </a:ext>
            </a:extLst>
          </p:cNvPr>
          <p:cNvSpPr>
            <a:spLocks xmlns:a="http://schemas.openxmlformats.org/drawingml/2006/main" noGrp="1"/>
          </p:cNvSpPr>
          <p:nvPr/>
        </p:nvSpPr>
        <p:spPr>
          <a:xfrm xmlns:a="http://schemas.openxmlformats.org/drawingml/2006/main">
            <a:off x="7648575" y="31146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B2EDF101-48FD-4D9C-BA09-741AE6E8B92F}"/>
              </a:ext>
            </a:extLst>
          </p:cNvPr>
          <p:cNvSpPr>
            <a:spLocks xmlns:a="http://schemas.openxmlformats.org/drawingml/2006/main" noGrp="1"/>
          </p:cNvSpPr>
          <p:nvPr/>
        </p:nvSpPr>
        <p:spPr>
          <a:xfrm xmlns:a="http://schemas.openxmlformats.org/drawingml/2006/main">
            <a:off x="7648575" y="31623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8DF02778-B0B7-4A0B-B514-7E5A2ED1B545}"/>
              </a:ext>
            </a:extLst>
          </p:cNvPr>
          <p:cNvSpPr>
            <a:spLocks xmlns:a="http://schemas.openxmlformats.org/drawingml/2006/main" noGrp="1"/>
          </p:cNvSpPr>
          <p:nvPr/>
        </p:nvSpPr>
        <p:spPr>
          <a:xfrm xmlns:a="http://schemas.openxmlformats.org/drawingml/2006/main">
            <a:off x="7648575" y="34671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C2F3AF89-8E0A-4FED-861B-B8EC5DC76994}"/>
              </a:ext>
            </a:extLst>
          </p:cNvPr>
          <p:cNvSpPr>
            <a:spLocks xmlns:a="http://schemas.openxmlformats.org/drawingml/2006/main" noGrp="1"/>
          </p:cNvSpPr>
          <p:nvPr/>
        </p:nvSpPr>
        <p:spPr>
          <a:xfrm xmlns:a="http://schemas.openxmlformats.org/drawingml/2006/main">
            <a:off x="7648575" y="378142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9256B759-E9A1-4D0E-8E47-F68D241D5133}"/>
              </a:ext>
            </a:extLst>
          </p:cNvPr>
          <p:cNvSpPr>
            <a:spLocks xmlns:a="http://schemas.openxmlformats.org/drawingml/2006/main" noGrp="1"/>
          </p:cNvSpPr>
          <p:nvPr/>
        </p:nvSpPr>
        <p:spPr>
          <a:xfrm xmlns:a="http://schemas.openxmlformats.org/drawingml/2006/main">
            <a:off x="7648575" y="38290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DC750D31-0C22-402C-AA64-2B78D12BAB0D}"/>
              </a:ext>
            </a:extLst>
          </p:cNvPr>
          <p:cNvSpPr>
            <a:spLocks xmlns:a="http://schemas.openxmlformats.org/drawingml/2006/main" noGrp="1"/>
          </p:cNvSpPr>
          <p:nvPr/>
        </p:nvSpPr>
        <p:spPr>
          <a:xfrm xmlns:a="http://schemas.openxmlformats.org/drawingml/2006/main">
            <a:off x="7648575" y="41338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7FEC8D01-1B80-46F3-A24E-DF52B4340643}"/>
              </a:ext>
            </a:extLst>
          </p:cNvPr>
          <p:cNvSpPr>
            <a:spLocks xmlns:a="http://schemas.openxmlformats.org/drawingml/2006/main" noGrp="1"/>
          </p:cNvSpPr>
          <p:nvPr/>
        </p:nvSpPr>
        <p:spPr>
          <a:xfrm xmlns:a="http://schemas.openxmlformats.org/drawingml/2006/main">
            <a:off x="7648575" y="44481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2C9D7988-B1F8-4AAB-B506-1E09B1186FB6}"/>
              </a:ext>
            </a:extLst>
          </p:cNvPr>
          <p:cNvSpPr>
            <a:spLocks xmlns:a="http://schemas.openxmlformats.org/drawingml/2006/main" noGrp="1"/>
          </p:cNvSpPr>
          <p:nvPr/>
        </p:nvSpPr>
        <p:spPr>
          <a:xfrm xmlns:a="http://schemas.openxmlformats.org/drawingml/2006/main">
            <a:off x="7648575" y="44958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1ABE2ACA-7CAA-4CD8-BADB-4401AEEEF6C5}"/>
              </a:ext>
            </a:extLst>
          </p:cNvPr>
          <p:cNvSpPr>
            <a:spLocks xmlns:a="http://schemas.openxmlformats.org/drawingml/2006/main" noGrp="1"/>
          </p:cNvSpPr>
          <p:nvPr/>
        </p:nvSpPr>
        <p:spPr>
          <a:xfrm xmlns:a="http://schemas.openxmlformats.org/drawingml/2006/main">
            <a:off x="7648575" y="48006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F9B2319D-B915-44FC-BA28-EF9F5E14CE16}"/>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1BA0EE8B-6781-40A0-BE5D-C3AD0D7541CE}"/>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0E265F75-6290-4B0B-8F7B-259F9774B9E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B5B313E7-62DB-4787-A271-40C757E0AB92}"/>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2E0C0C9F-ECC0-4161-A047-30B51400FA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94383253"/>
      </p:ext>
    </p:extLst>
  </p:cSld>
</p:sld>
</file>

<file path=ppt/slides/slide1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1C0E9F27-7755-403C-B1FB-A4FE12FBC4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0">
            <a:extLst xmlns:a="http://schemas.openxmlformats.org/drawingml/2006/main">
              <a:ext uri="{FF2B5EF4-FFF2-40B4-BE49-F238E27FC236}">
                <a16:creationId xmlns:a16="http://schemas.microsoft.com/office/drawing/2014/main" id="{42529DDA-BD69-466D-A9E2-4913C2CC07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내 업무에서는 무엇이 반복해서 막힐까?">
            <a:extLst xmlns:a="http://schemas.openxmlformats.org/drawingml/2006/main">
              <a:ext uri="{FF2B5EF4-FFF2-40B4-BE49-F238E27FC236}">
                <a16:creationId xmlns:a16="http://schemas.microsoft.com/office/drawing/2014/main" id="{93E06BC7-8705-4FA1-A29A-66C6428775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B1FBFA70-10BA-423D-A0F4-2B7A46B81B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8870ABF1-4229-4EC3-B217-15563AD014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7A232E43-1B52-4C18-8043-B644750A6E8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53456426-9841-4BF8-9638-C57F616ABC51}"/>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52FE64BB-1079-4517-8DFA-C208D47871E2}"/>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86516B1-7B40-4AC0-905A-BCC8027D9C73}"/>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E5D62AF7-29D1-4438-8ABD-3DF984203732}"/>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F89E5970-F895-4DCA-ADA9-C6733E181AF1}"/>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E03F693D-0DD3-4C89-AB0E-725049513976}"/>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FFC51544-547C-4461-AE3E-9D7CEF158653}"/>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44D202D7-772B-4366-A610-6438B0EAAE6F}"/>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8790AA47-7103-4055-95C8-A8CD5D5D9350}"/>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E5C38DAB-9EE1-42C6-B905-92D53F9474A6}"/>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2A1D362E-C174-4028-B928-893C67158A41}"/>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7E834C7B-DC5A-458F-94F2-3A80358BA8E0}"/>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6089706-1711-4030-958D-7510A75EB16A}"/>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DE2FF518-3EC6-499B-B4F6-DD2BDE9EC4AB}"/>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374AC975-EA4D-46A8-9632-2E961FE4A236}"/>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98EC2838-C1A0-4300-9C77-D626A8A526AB}"/>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1F139A54-E0F0-4C23-8974-DC8ABEF25386}"/>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7E39891E-4940-44AC-B158-3CB4D123AEE5}"/>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C0132C3F-8FBF-4C9A-A6B2-CF3F84266852}"/>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49BA2423-754B-4000-BED1-6DDA2099C788}"/>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09F954EF-FB5E-47F9-A0DD-D82D9975EB30}"/>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AA4E6E33-B562-4ACB-B344-EAFEDECE5705}"/>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3669C4E9-650D-4F77-89EC-2FD233FBF30A}"/>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44DA22EB-F612-40CE-A2CF-BB8D0EC5FBA0}"/>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같은 실패 뒤에도 원인·기준을 다시 안 본다">
            <a:extLst xmlns:a="http://schemas.openxmlformats.org/drawingml/2006/main">
              <a:ext uri="{FF2B5EF4-FFF2-40B4-BE49-F238E27FC236}">
                <a16:creationId xmlns:a16="http://schemas.microsoft.com/office/drawing/2014/main" id="{FA30C502-7284-46D5-A404-09538DA70942}"/>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실패 뒤에도 원인·기준을 다시 안 본다</a:t>
            </a:r>
          </a:p>
        </p:txBody>
      </p:sp>
      <p:sp>
        <p:nvSpPr>
          <p:cNvPr id="32" name="개선 · Feedback Loop">
            <a:extLst xmlns:a="http://schemas.openxmlformats.org/drawingml/2006/main">
              <a:ext uri="{FF2B5EF4-FFF2-40B4-BE49-F238E27FC236}">
                <a16:creationId xmlns:a16="http://schemas.microsoft.com/office/drawing/2014/main" id="{CB311A1B-96DB-457D-85D0-BB3CBCAB2B58}"/>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8E55206A-7E14-4D49-B752-689E110AA9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54840129"/>
      </p:ext>
    </p:extLst>
  </p:cSld>
</p:sld>
</file>

<file path=ppt/slides/slide1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6CD89799-3EC2-4D8A-9E17-DC409FE148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1">
            <a:extLst xmlns:a="http://schemas.openxmlformats.org/drawingml/2006/main">
              <a:ext uri="{FF2B5EF4-FFF2-40B4-BE49-F238E27FC236}">
                <a16:creationId xmlns:a16="http://schemas.microsoft.com/office/drawing/2014/main" id="{9B00271C-614D-45BD-95D2-50879BFACC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고른 문제에서, 다음 행동 하나로">
            <a:extLst xmlns:a="http://schemas.openxmlformats.org/drawingml/2006/main">
              <a:ext uri="{FF2B5EF4-FFF2-40B4-BE49-F238E27FC236}">
                <a16:creationId xmlns:a16="http://schemas.microsoft.com/office/drawing/2014/main" id="{3CFED826-13F4-4DCC-910C-AADCC4F1B2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49DDB735-6C9D-4BE7-9A73-E9004D316C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90FA767A-5B43-4366-91C2-5FA95A1D62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D5B86C37-806F-4688-9630-B2EC904F94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54B1ADBF-D21D-4F25-B42D-24264A0AF283}"/>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842E2341-47F4-4234-A577-043B3410E4F1}"/>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B5ABD78-18DE-4B57-BEAF-EB8E39DE2438}"/>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DB6C2613-CAE7-46AB-A25D-5EE9B3B47197}"/>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50548794-C8A8-43CC-8000-7D393FAC9F0B}"/>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6A28B561-F0A0-4385-8C74-0D8057B55D89}"/>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55804C0-FDA2-42D0-A3E3-B68EA4832A52}"/>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47F7723B-1D97-4412-8194-BD282790F1DF}"/>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6FB88E57-D465-473B-8117-741EB463241C}"/>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2E68125A-3044-49AE-9F8B-D35DE505D00B}"/>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03FE6967-CE22-479C-8792-F83F1D294F19}"/>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142BD4F8-08EE-497D-8398-7B23E75B854B}"/>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35826FCD-8F1F-4A0F-8566-05BC9B1D994D}"/>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0E9B2FF6-0CC5-4AEC-8549-8A762D84B73A}"/>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3E93E2FC-188A-451C-8247-48B597987D1B}"/>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97CEE6CE-3787-415B-A40F-5160B702E60C}"/>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B009E83C-DED6-42D7-80C4-14271A76E922}"/>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E87CDC67-CE55-4519-8D60-B47CECC4B97E}"/>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BF0260A-0E50-4571-8900-426FEED468F1}"/>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20298C0C-8067-4DE5-A3E0-8217D5D5B867}"/>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반복 실패의 기록·원인부터 대조한다">
            <a:extLst xmlns:a="http://schemas.openxmlformats.org/drawingml/2006/main">
              <a:ext uri="{FF2B5EF4-FFF2-40B4-BE49-F238E27FC236}">
                <a16:creationId xmlns:a16="http://schemas.microsoft.com/office/drawing/2014/main" id="{D16CB396-E458-47FC-9C4D-3C18B8985651}"/>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 실패의 기록·원인부터 대조한다</a:t>
            </a:r>
          </a:p>
        </p:txBody>
      </p:sp>
      <p:sp>
        <p:nvSpPr>
          <p:cNvPr id="28" name="그리고,&#10;확인할 근거 하나">
            <a:extLst xmlns:a="http://schemas.openxmlformats.org/drawingml/2006/main">
              <a:ext uri="{FF2B5EF4-FFF2-40B4-BE49-F238E27FC236}">
                <a16:creationId xmlns:a16="http://schemas.microsoft.com/office/drawing/2014/main" id="{F4C475ED-A8E6-467B-80AA-78EFD15D70F1}"/>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FD38DD05-FF10-4557-ADDF-AA35EA25AD91}"/>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F6B4F963-BCB8-43A8-BADB-495B46D07FC0}"/>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CD205349-3B3E-4607-867B-675D03A006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378793948"/>
      </p:ext>
    </p:extLst>
  </p:cSld>
</p:sld>
</file>

<file path=ppt/slides/slide1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마지막 정리 · 찾아보기 1/3">
            <a:extLst xmlns:a="http://schemas.openxmlformats.org/drawingml/2006/main">
              <a:ext uri="{FF2B5EF4-FFF2-40B4-BE49-F238E27FC236}">
                <a16:creationId xmlns:a16="http://schemas.microsoft.com/office/drawing/2014/main" id="{B99C3D73-3F81-4F68-A964-309AA4D83C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2">
            <a:extLst xmlns:a="http://schemas.openxmlformats.org/drawingml/2006/main">
              <a:ext uri="{FF2B5EF4-FFF2-40B4-BE49-F238E27FC236}">
                <a16:creationId xmlns:a16="http://schemas.microsoft.com/office/drawing/2014/main" id="{36445E0B-E54D-4D94-A84E-CDEE8374B5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실무 적용 팁 · 작업 환경과 기준">
            <a:extLst xmlns:a="http://schemas.openxmlformats.org/drawingml/2006/main">
              <a:ext uri="{FF2B5EF4-FFF2-40B4-BE49-F238E27FC236}">
                <a16:creationId xmlns:a16="http://schemas.microsoft.com/office/drawing/2014/main" id="{E04FA4B6-56AA-403F-AC1F-B0092171F0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16271A0D-5269-46D2-87D6-5EE6386796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0A2E9430-56DF-471A-8335-8EBDD4ED31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126C2070-6456-4BE1-AC89-78FC4A9358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46BA35A1-E1F5-47BC-BEFB-06AD95DE16C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686E9FF7-AA5F-4BD2-996A-4F45A9C067F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9351F400-7BF3-45B6-903D-F6C784110253}"/>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EC6DE9C2-61CD-4010-B1D8-96C88121A681}"/>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75B30E28-5B21-4D27-AEAC-DB822873C7D4}"/>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2">
            <a:extLst xmlns:a="http://schemas.openxmlformats.org/drawingml/2006/main">
              <a:ext uri="{FF2B5EF4-FFF2-40B4-BE49-F238E27FC236}">
                <a16:creationId xmlns:a16="http://schemas.microsoft.com/office/drawing/2014/main" id="{6902D03A-D0D3-45C6-9AEA-95F0A5D2C40D}"/>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S12</a:t>
            </a:r>
          </a:p>
        </p:txBody>
      </p:sp>
      <p:sp>
        <p:nvSpPr>
          <p:cNvPr id="13" name="Repository 작업은 Codex에서 시작한다">
            <a:extLst xmlns:a="http://schemas.openxmlformats.org/drawingml/2006/main">
              <a:ext uri="{FF2B5EF4-FFF2-40B4-BE49-F238E27FC236}">
                <a16:creationId xmlns:a16="http://schemas.microsoft.com/office/drawing/2014/main" id="{9528A05F-677F-4720-B844-B5E1F7B23395}"/>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D60371CE-38D2-4D98-BD14-B90ABCD1B581}"/>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801037C1-6AF3-412D-900F-4AF47BE1EA75}"/>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8">
            <a:extLst xmlns:a="http://schemas.openxmlformats.org/drawingml/2006/main">
              <a:ext uri="{FF2B5EF4-FFF2-40B4-BE49-F238E27FC236}">
                <a16:creationId xmlns:a16="http://schemas.microsoft.com/office/drawing/2014/main" id="{8CCF75FD-AA4B-4991-8DF8-DE7BA55170AE}"/>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S48</a:t>
            </a:r>
          </a:p>
        </p:txBody>
      </p:sp>
      <p:sp>
        <p:nvSpPr>
          <p:cNvPr id="17" name="AGENTS.md에는 무엇을 남길까?">
            <a:extLst xmlns:a="http://schemas.openxmlformats.org/drawingml/2006/main">
              <a:ext uri="{FF2B5EF4-FFF2-40B4-BE49-F238E27FC236}">
                <a16:creationId xmlns:a16="http://schemas.microsoft.com/office/drawing/2014/main" id="{8100502F-F0EE-4257-8736-A9B5A44E232B}"/>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EA39F43B-13FA-435C-BC54-6ECB1AE09DB0}"/>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353F44C8-CDE1-4053-94D9-B4BD8529079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8">
            <a:extLst xmlns:a="http://schemas.openxmlformats.org/drawingml/2006/main">
              <a:ext uri="{FF2B5EF4-FFF2-40B4-BE49-F238E27FC236}">
                <a16:creationId xmlns:a16="http://schemas.microsoft.com/office/drawing/2014/main" id="{92044255-98B7-4576-ADB3-67B6579BA6C5}"/>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S58</a:t>
            </a:r>
          </a:p>
        </p:txBody>
      </p:sp>
      <p:sp>
        <p:nvSpPr>
          <p:cNvPr id="21" name="테스트 명령을 언제 쓰고 무엇을 판단할까?">
            <a:extLst xmlns:a="http://schemas.openxmlformats.org/drawingml/2006/main">
              <a:ext uri="{FF2B5EF4-FFF2-40B4-BE49-F238E27FC236}">
                <a16:creationId xmlns:a16="http://schemas.microsoft.com/office/drawing/2014/main" id="{AFCB5AD9-EBC2-44A5-AC3A-5888BB2E77CB}"/>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03D32D92-79C5-4473-A0AB-E5536D54BE0A}"/>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A5DC4F4A-452E-4D87-BE65-050F124736C0}"/>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3">
            <a:extLst xmlns:a="http://schemas.openxmlformats.org/drawingml/2006/main">
              <a:ext uri="{FF2B5EF4-FFF2-40B4-BE49-F238E27FC236}">
                <a16:creationId xmlns:a16="http://schemas.microsoft.com/office/drawing/2014/main" id="{65EC4D0B-C4C1-48E8-9E40-8C44E8D2EE6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S63</a:t>
            </a:r>
          </a:p>
        </p:txBody>
      </p:sp>
      <p:sp>
        <p:nvSpPr>
          <p:cNvPr id="25" name="대화로 재사용할 Skill 만들기">
            <a:extLst xmlns:a="http://schemas.openxmlformats.org/drawingml/2006/main">
              <a:ext uri="{FF2B5EF4-FFF2-40B4-BE49-F238E27FC236}">
                <a16:creationId xmlns:a16="http://schemas.microsoft.com/office/drawing/2014/main" id="{EC2C58F6-9340-40E7-A796-DD08733E46D7}"/>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재사용할 Skill 만들기</a:t>
            </a:r>
          </a:p>
        </p:txBody>
      </p:sp>
      <p:sp>
        <p:nvSpPr>
          <p:cNvPr id="26" name="">
            <a:extLst xmlns:a="http://schemas.openxmlformats.org/drawingml/2006/main">
              <a:ext uri="{FF2B5EF4-FFF2-40B4-BE49-F238E27FC236}">
                <a16:creationId xmlns:a16="http://schemas.microsoft.com/office/drawing/2014/main" id="{19944AF1-BF45-464A-B137-A98313FCFE41}"/>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97FAF332-00DB-471C-A402-C23FEBEA85ED}"/>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68">
            <a:extLst xmlns:a="http://schemas.openxmlformats.org/drawingml/2006/main">
              <a:ext uri="{FF2B5EF4-FFF2-40B4-BE49-F238E27FC236}">
                <a16:creationId xmlns:a16="http://schemas.microsoft.com/office/drawing/2014/main" id="{D731AD22-B466-4404-B184-68497C0B617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S68</a:t>
            </a:r>
          </a:p>
        </p:txBody>
      </p:sp>
      <p:sp>
        <p:nvSpPr>
          <p:cNvPr id="29" name="대화로 조사 Agent 만들기">
            <a:extLst xmlns:a="http://schemas.openxmlformats.org/drawingml/2006/main">
              <a:ext uri="{FF2B5EF4-FFF2-40B4-BE49-F238E27FC236}">
                <a16:creationId xmlns:a16="http://schemas.microsoft.com/office/drawing/2014/main" id="{F88CC1D0-B4D5-4819-A278-C0249B3D7278}"/>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조사 Agent 만들기</a:t>
            </a:r>
          </a:p>
        </p:txBody>
      </p:sp>
      <p:sp>
        <p:nvSpPr>
          <p:cNvPr id="30" name="">
            <a:extLst xmlns:a="http://schemas.openxmlformats.org/drawingml/2006/main">
              <a:ext uri="{FF2B5EF4-FFF2-40B4-BE49-F238E27FC236}">
                <a16:creationId xmlns:a16="http://schemas.microsoft.com/office/drawing/2014/main" id="{888CF279-BA81-4BF2-8AA1-13414E9CD783}"/>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AD05863D-8248-48A2-B011-AC4ED9DD2871}"/>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70">
            <a:extLst xmlns:a="http://schemas.openxmlformats.org/drawingml/2006/main">
              <a:ext uri="{FF2B5EF4-FFF2-40B4-BE49-F238E27FC236}">
                <a16:creationId xmlns:a16="http://schemas.microsoft.com/office/drawing/2014/main" id="{6C348E14-51C4-4586-9013-5600D806165A}"/>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S70</a:t>
            </a:r>
          </a:p>
        </p:txBody>
      </p:sp>
      <p:sp>
        <p:nvSpPr>
          <p:cNvPr id="33" name="이번 Context와 다시 쓸 지식">
            <a:extLst xmlns:a="http://schemas.openxmlformats.org/drawingml/2006/main">
              <a:ext uri="{FF2B5EF4-FFF2-40B4-BE49-F238E27FC236}">
                <a16:creationId xmlns:a16="http://schemas.microsoft.com/office/drawing/2014/main" id="{2F6650F4-C15C-4BFB-A524-FFA1C0372053}"/>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34" name="">
            <a:extLst xmlns:a="http://schemas.openxmlformats.org/drawingml/2006/main">
              <a:ext uri="{FF2B5EF4-FFF2-40B4-BE49-F238E27FC236}">
                <a16:creationId xmlns:a16="http://schemas.microsoft.com/office/drawing/2014/main" id="{2ED0455E-7541-490D-A61A-BEA574AEFE59}"/>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4BEECCC0-A89F-43FC-83EB-44E2A62482B6}"/>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80">
            <a:extLst xmlns:a="http://schemas.openxmlformats.org/drawingml/2006/main">
              <a:ext uri="{FF2B5EF4-FFF2-40B4-BE49-F238E27FC236}">
                <a16:creationId xmlns:a16="http://schemas.microsoft.com/office/drawing/2014/main" id="{1879CAF7-5ECE-45B8-B259-82580CD6821B}"/>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S80</a:t>
            </a:r>
          </a:p>
        </p:txBody>
      </p:sp>
      <p:sp>
        <p:nvSpPr>
          <p:cNvPr id="37" name="반복 보정을 개선으로 잇는 기록">
            <a:extLst xmlns:a="http://schemas.openxmlformats.org/drawingml/2006/main">
              <a:ext uri="{FF2B5EF4-FFF2-40B4-BE49-F238E27FC236}">
                <a16:creationId xmlns:a16="http://schemas.microsoft.com/office/drawing/2014/main" id="{2412EFF6-9810-4EE4-BC35-6DECC170C409}"/>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반복 보정을 개선으로 잇는 기록</a:t>
            </a:r>
          </a:p>
        </p:txBody>
      </p:sp>
      <p:sp>
        <p:nvSpPr>
          <p:cNvPr id="38" name="Legacy module connection">
            <a:extLst xmlns:a="http://schemas.openxmlformats.org/drawingml/2006/main">
              <a:ext uri="{FF2B5EF4-FFF2-40B4-BE49-F238E27FC236}">
                <a16:creationId xmlns:a16="http://schemas.microsoft.com/office/drawing/2014/main" id="{B789D3BF-6257-4793-ABBB-8A80CB8851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34752405"/>
      </p:ext>
    </p:extLst>
  </p:cSld>
</p:sld>
</file>

<file path=ppt/slides/slide1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12768605-226F-45FF-89C3-F7FC99BAEA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3">
            <a:extLst xmlns:a="http://schemas.openxmlformats.org/drawingml/2006/main">
              <a:ext uri="{FF2B5EF4-FFF2-40B4-BE49-F238E27FC236}">
                <a16:creationId xmlns:a16="http://schemas.microsoft.com/office/drawing/2014/main" id="{75F35193-DA4A-4388-922A-BB26EE060B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실무 적용 팁 · 요청 작성">
            <a:extLst xmlns:a="http://schemas.openxmlformats.org/drawingml/2006/main">
              <a:ext uri="{FF2B5EF4-FFF2-40B4-BE49-F238E27FC236}">
                <a16:creationId xmlns:a16="http://schemas.microsoft.com/office/drawing/2014/main" id="{B56F536D-B4D3-4056-B60B-D3496980DF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86B8C626-E6B3-4396-A724-CC9CF0F4FA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2558347D-762F-401C-8E38-F0F06438C5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75FAB651-AA77-4AEE-93FD-083FDC14AA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A81CDAC0-9D6A-408F-B711-981C936CD20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AB43DE55-9C4C-4662-B8C1-D95D2601D7B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C27E052F-707F-40A0-A390-E38D6172DA15}"/>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72981FB2-639D-4ED4-80A5-75F67800142C}"/>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7B22E5AF-CBAB-4AC6-9AAD-CC8F03BC72EB}"/>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31EE6AC4-B620-4A59-9B99-F0206F99BD0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13" name="지시와 참고 자료의 구분">
            <a:extLst xmlns:a="http://schemas.openxmlformats.org/drawingml/2006/main">
              <a:ext uri="{FF2B5EF4-FFF2-40B4-BE49-F238E27FC236}">
                <a16:creationId xmlns:a16="http://schemas.microsoft.com/office/drawing/2014/main" id="{1120F35A-FF6E-4FB5-9DF8-7D0CE4ADA459}"/>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299C44B8-99A3-4EF4-B22A-46F32D6C4973}"/>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C0F368F6-F5EF-4D2E-AA3B-AF64FCA7EEA1}"/>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9CEC644B-58A1-47B0-9644-582242194877}"/>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7" name="입력과 기대 결과의 작은 예시">
            <a:extLst xmlns:a="http://schemas.openxmlformats.org/drawingml/2006/main">
              <a:ext uri="{FF2B5EF4-FFF2-40B4-BE49-F238E27FC236}">
                <a16:creationId xmlns:a16="http://schemas.microsoft.com/office/drawing/2014/main" id="{6904C49A-91D8-44B1-8718-1C8AC9FC9C1F}"/>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B1553152-B243-498E-865B-CF60C4F0D899}"/>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7D2487E1-C472-4C6A-A2A0-BB3F3960E0EE}"/>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A27B9801-2D76-4A11-9B08-81FC6C4FAD4D}"/>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1" name="바로 검토할 수 있는 결과 형식">
            <a:extLst xmlns:a="http://schemas.openxmlformats.org/drawingml/2006/main">
              <a:ext uri="{FF2B5EF4-FFF2-40B4-BE49-F238E27FC236}">
                <a16:creationId xmlns:a16="http://schemas.microsoft.com/office/drawing/2014/main" id="{A5FFEF7E-FF5E-4A48-BA82-880C1F107F6D}"/>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FC2CE2A3-94D8-46A8-9D09-6C417F8535F5}"/>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6307802F-7EDF-47B0-966D-555A263DDEEC}"/>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15833E1C-3FA5-426E-9324-982FA3A318BD}"/>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5" name="근거가 있는 설명과 미확인의 구분">
            <a:extLst xmlns:a="http://schemas.openxmlformats.org/drawingml/2006/main">
              <a:ext uri="{FF2B5EF4-FFF2-40B4-BE49-F238E27FC236}">
                <a16:creationId xmlns:a16="http://schemas.microsoft.com/office/drawing/2014/main" id="{435DA648-AB16-42C9-9ADE-D1288DC5C504}"/>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07183B9A-C3D7-4052-9651-250DC70A652A}"/>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FE526DF3-695B-4A5E-A8EC-F9929868B29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78F374EA-1911-4907-BE8E-F89DCBA046C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9" name="결과를 바꾸는 결정에서 확인 질문">
            <a:extLst xmlns:a="http://schemas.openxmlformats.org/drawingml/2006/main">
              <a:ext uri="{FF2B5EF4-FFF2-40B4-BE49-F238E27FC236}">
                <a16:creationId xmlns:a16="http://schemas.microsoft.com/office/drawing/2014/main" id="{66365557-68CA-407F-9798-79BE7F0B511A}"/>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120358D9-91ED-4BC6-BAD6-8449BD79A5A2}"/>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D0E6FB5A-BA50-49CF-B5C0-59D8A5E11322}"/>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89A73918-51F5-4CEC-B2C9-917700EF3C85}"/>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33" name="큰 작업을 검토할 결과물로 나누기">
            <a:extLst xmlns:a="http://schemas.openxmlformats.org/drawingml/2006/main">
              <a:ext uri="{FF2B5EF4-FFF2-40B4-BE49-F238E27FC236}">
                <a16:creationId xmlns:a16="http://schemas.microsoft.com/office/drawing/2014/main" id="{9880977C-0C11-4A8F-B8FE-51AFCDA67488}"/>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2CEF614A-66BA-4F88-BA7F-44EB994C9907}"/>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2D5DEBDF-17F7-40DB-A4F7-C2DAAC247972}"/>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6C4811D5-26D8-4050-8D98-DB9A0383B21D}"/>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7" name="기준을 지정한 코드 리뷰 요청">
            <a:extLst xmlns:a="http://schemas.openxmlformats.org/drawingml/2006/main">
              <a:ext uri="{FF2B5EF4-FFF2-40B4-BE49-F238E27FC236}">
                <a16:creationId xmlns:a16="http://schemas.microsoft.com/office/drawing/2014/main" id="{94406983-BF0F-4CD5-970A-7675879E9375}"/>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551BADB5-74A7-4ABA-98D9-257FA2F8E700}"/>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935238D3-07D5-464A-90C9-D43D75E8E916}"/>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128F7B82-4D7C-4DED-B766-F4411106C3BE}"/>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41" name="구체적인 근거로 수정 방향 피드백">
            <a:extLst xmlns:a="http://schemas.openxmlformats.org/drawingml/2006/main">
              <a:ext uri="{FF2B5EF4-FFF2-40B4-BE49-F238E27FC236}">
                <a16:creationId xmlns:a16="http://schemas.microsoft.com/office/drawing/2014/main" id="{F6A3F8EF-104F-4CD9-BEB4-450FAD91FA3F}"/>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5D4558E0-BD97-4957-BC59-5D5FA6B790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18255525"/>
      </p:ext>
    </p:extLst>
  </p:cSld>
</p:sld>
</file>

<file path=ppt/slides/slide1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마지막 정리 · 찾아보기 3/3">
            <a:extLst xmlns:a="http://schemas.openxmlformats.org/drawingml/2006/main">
              <a:ext uri="{FF2B5EF4-FFF2-40B4-BE49-F238E27FC236}">
                <a16:creationId xmlns:a16="http://schemas.microsoft.com/office/drawing/2014/main" id="{BEB942EE-4191-4F7A-BDE9-8F20595900B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4">
            <a:extLst xmlns:a="http://schemas.openxmlformats.org/drawingml/2006/main">
              <a:ext uri="{FF2B5EF4-FFF2-40B4-BE49-F238E27FC236}">
                <a16:creationId xmlns:a16="http://schemas.microsoft.com/office/drawing/2014/main" id="{EEA5636E-EC23-4613-A811-76EEFF3914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실무 적용 팁 · 검증과 개선">
            <a:extLst xmlns:a="http://schemas.openxmlformats.org/drawingml/2006/main">
              <a:ext uri="{FF2B5EF4-FFF2-40B4-BE49-F238E27FC236}">
                <a16:creationId xmlns:a16="http://schemas.microsoft.com/office/drawing/2014/main" id="{6AF4BD37-BBDB-4EAC-8833-0F373ED480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F60AF9CF-5B86-4CB1-BD76-BAA75A8593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27191A63-5C81-48B9-8714-2A85897314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1BF079E1-F3EF-491C-8586-8858C11593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358D86BB-B7C0-4F17-A211-1914F379675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CC567947-781F-42E8-AA81-AD91797CD54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8048522A-A653-4E1C-97D5-750CA3F81577}"/>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147EAA1B-D6CF-4137-BE34-09DC8691C532}"/>
              </a:ext>
            </a:extLst>
          </p:cNvPr>
          <p:cNvSpPr>
            <a:spLocks xmlns:a="http://schemas.openxmlformats.org/drawingml/2006/main" noGrp="1"/>
          </p:cNvSpPr>
          <p:nvPr/>
        </p:nvSpPr>
        <p:spPr>
          <a:xfrm xmlns:a="http://schemas.openxmlformats.org/drawingml/2006/main">
            <a:off x="609600" y="2476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3116CE15-D804-4C80-9C39-ECAE06F53BD5}"/>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7">
            <a:extLst xmlns:a="http://schemas.openxmlformats.org/drawingml/2006/main">
              <a:ext uri="{FF2B5EF4-FFF2-40B4-BE49-F238E27FC236}">
                <a16:creationId xmlns:a16="http://schemas.microsoft.com/office/drawing/2014/main" id="{C36D1215-16D4-4C07-ABF2-731C675EE95C}"/>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S87</a:t>
            </a:r>
          </a:p>
        </p:txBody>
      </p:sp>
      <p:sp>
        <p:nvSpPr>
          <p:cNvPr id="13" name="원인을 고르기 전에 확인할 기록">
            <a:extLst xmlns:a="http://schemas.openxmlformats.org/drawingml/2006/main">
              <a:ext uri="{FF2B5EF4-FFF2-40B4-BE49-F238E27FC236}">
                <a16:creationId xmlns:a16="http://schemas.microsoft.com/office/drawing/2014/main" id="{7A109046-A659-45AE-BDD6-5F84C04F07D6}"/>
              </a:ext>
            </a:extLst>
          </p:cNvPr>
          <p:cNvSpPr>
            <a:spLocks xmlns:a="http://schemas.openxmlformats.org/drawingml/2006/main" noGrp="1"/>
          </p:cNvSpPr>
          <p:nvPr/>
        </p:nvSpPr>
        <p:spPr>
          <a:xfrm xmlns:a="http://schemas.openxmlformats.org/drawingml/2006/main">
            <a:off x="1714500" y="26003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원인을 고르기 전에 확인할 기록</a:t>
            </a:r>
          </a:p>
        </p:txBody>
      </p:sp>
      <p:sp>
        <p:nvSpPr>
          <p:cNvPr id="14" name="">
            <a:extLst xmlns:a="http://schemas.openxmlformats.org/drawingml/2006/main">
              <a:ext uri="{FF2B5EF4-FFF2-40B4-BE49-F238E27FC236}">
                <a16:creationId xmlns:a16="http://schemas.microsoft.com/office/drawing/2014/main" id="{11D9EE10-637E-48EB-BBC6-67609B1FB1D8}"/>
              </a:ext>
            </a:extLst>
          </p:cNvPr>
          <p:cNvSpPr>
            <a:spLocks xmlns:a="http://schemas.openxmlformats.org/drawingml/2006/main" noGrp="1"/>
          </p:cNvSpPr>
          <p:nvPr/>
        </p:nvSpPr>
        <p:spPr>
          <a:xfrm xmlns:a="http://schemas.openxmlformats.org/drawingml/2006/main">
            <a:off x="609600" y="3200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7A16509D-E1FD-4A37-8E92-AEBFED1AC10F}"/>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1">
            <a:extLst xmlns:a="http://schemas.openxmlformats.org/drawingml/2006/main">
              <a:ext uri="{FF2B5EF4-FFF2-40B4-BE49-F238E27FC236}">
                <a16:creationId xmlns:a16="http://schemas.microsoft.com/office/drawing/2014/main" id="{1BAFAE09-8AD2-4DF3-B426-F445CB905487}"/>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S91</a:t>
            </a:r>
          </a:p>
        </p:txBody>
      </p:sp>
      <p:sp>
        <p:nvSpPr>
          <p:cNvPr id="17" name="지침을 고친 뒤, 무엇을 다시 확인할까?">
            <a:extLst xmlns:a="http://schemas.openxmlformats.org/drawingml/2006/main">
              <a:ext uri="{FF2B5EF4-FFF2-40B4-BE49-F238E27FC236}">
                <a16:creationId xmlns:a16="http://schemas.microsoft.com/office/drawing/2014/main" id="{12B046C1-83F1-462E-9157-1849B6CD4366}"/>
              </a:ext>
            </a:extLst>
          </p:cNvPr>
          <p:cNvSpPr>
            <a:spLocks xmlns:a="http://schemas.openxmlformats.org/drawingml/2006/main" noGrp="1"/>
          </p:cNvSpPr>
          <p:nvPr/>
        </p:nvSpPr>
        <p:spPr>
          <a:xfrm xmlns:a="http://schemas.openxmlformats.org/drawingml/2006/main">
            <a:off x="1714500" y="33242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지침을 고친 뒤, 무엇을 다시 확인할까?</a:t>
            </a:r>
          </a:p>
        </p:txBody>
      </p:sp>
      <p:sp>
        <p:nvSpPr>
          <p:cNvPr id="18" name="">
            <a:extLst xmlns:a="http://schemas.openxmlformats.org/drawingml/2006/main">
              <a:ext uri="{FF2B5EF4-FFF2-40B4-BE49-F238E27FC236}">
                <a16:creationId xmlns:a16="http://schemas.microsoft.com/office/drawing/2014/main" id="{DF9781BB-A00C-4993-8520-3987481E3B20}"/>
              </a:ext>
            </a:extLst>
          </p:cNvPr>
          <p:cNvSpPr>
            <a:spLocks xmlns:a="http://schemas.openxmlformats.org/drawingml/2006/main" noGrp="1"/>
          </p:cNvSpPr>
          <p:nvPr/>
        </p:nvSpPr>
        <p:spPr>
          <a:xfrm xmlns:a="http://schemas.openxmlformats.org/drawingml/2006/main">
            <a:off x="609600" y="3924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7E3250A5-75FB-4D2C-A663-2A5822EEEF60}"/>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8">
            <a:extLst xmlns:a="http://schemas.openxmlformats.org/drawingml/2006/main">
              <a:ext uri="{FF2B5EF4-FFF2-40B4-BE49-F238E27FC236}">
                <a16:creationId xmlns:a16="http://schemas.microsoft.com/office/drawing/2014/main" id="{6FEFD34B-50CB-402F-9C0F-D381CE2F58FE}"/>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S108</a:t>
            </a:r>
          </a:p>
        </p:txBody>
      </p:sp>
      <p:sp>
        <p:nvSpPr>
          <p:cNvPr id="21" name="무엇을 남기고, 무엇을 덜어낼까?">
            <a:extLst xmlns:a="http://schemas.openxmlformats.org/drawingml/2006/main">
              <a:ext uri="{FF2B5EF4-FFF2-40B4-BE49-F238E27FC236}">
                <a16:creationId xmlns:a16="http://schemas.microsoft.com/office/drawing/2014/main" id="{2AF5C7BD-0A73-47DE-8E93-40C9B5A8DC38}"/>
              </a:ext>
            </a:extLst>
          </p:cNvPr>
          <p:cNvSpPr>
            <a:spLocks xmlns:a="http://schemas.openxmlformats.org/drawingml/2006/main" noGrp="1"/>
          </p:cNvSpPr>
          <p:nvPr/>
        </p:nvSpPr>
        <p:spPr>
          <a:xfrm xmlns:a="http://schemas.openxmlformats.org/drawingml/2006/main">
            <a:off x="1714500" y="40481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남기고, 무엇을 덜어낼까?</a:t>
            </a:r>
          </a:p>
        </p:txBody>
      </p:sp>
      <p:sp>
        <p:nvSpPr>
          <p:cNvPr id="22" name="">
            <a:extLst xmlns:a="http://schemas.openxmlformats.org/drawingml/2006/main">
              <a:ext uri="{FF2B5EF4-FFF2-40B4-BE49-F238E27FC236}">
                <a16:creationId xmlns:a16="http://schemas.microsoft.com/office/drawing/2014/main" id="{0E6A566F-20AA-42CB-8B81-6144A3AF48C3}"/>
              </a:ext>
            </a:extLst>
          </p:cNvPr>
          <p:cNvSpPr>
            <a:spLocks xmlns:a="http://schemas.openxmlformats.org/drawingml/2006/main" noGrp="1"/>
          </p:cNvSpPr>
          <p:nvPr/>
        </p:nvSpPr>
        <p:spPr>
          <a:xfrm xmlns:a="http://schemas.openxmlformats.org/drawingml/2006/main">
            <a:off x="609600" y="4648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25E4FC91-566C-49B7-9BB8-B533F1CE2EA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9">
            <a:extLst xmlns:a="http://schemas.openxmlformats.org/drawingml/2006/main">
              <a:ext uri="{FF2B5EF4-FFF2-40B4-BE49-F238E27FC236}">
                <a16:creationId xmlns:a16="http://schemas.microsoft.com/office/drawing/2014/main" id="{9E2EB990-2054-4F24-9E3C-6239AB2F7CD2}"/>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S109</a:t>
            </a:r>
          </a:p>
        </p:txBody>
      </p:sp>
      <p:sp>
        <p:nvSpPr>
          <p:cNvPr id="25" name="덜어낸 뒤에도 필요한 일을 하는가?">
            <a:extLst xmlns:a="http://schemas.openxmlformats.org/drawingml/2006/main">
              <a:ext uri="{FF2B5EF4-FFF2-40B4-BE49-F238E27FC236}">
                <a16:creationId xmlns:a16="http://schemas.microsoft.com/office/drawing/2014/main" id="{CD32EB3E-62DB-4C6A-B4B3-193CA85E03B4}"/>
              </a:ext>
            </a:extLst>
          </p:cNvPr>
          <p:cNvSpPr>
            <a:spLocks xmlns:a="http://schemas.openxmlformats.org/drawingml/2006/main" noGrp="1"/>
          </p:cNvSpPr>
          <p:nvPr/>
        </p:nvSpPr>
        <p:spPr>
          <a:xfrm xmlns:a="http://schemas.openxmlformats.org/drawingml/2006/main">
            <a:off x="1714500" y="47720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덜어낸 뒤에도 필요한 일을 하는가?</a:t>
            </a:r>
          </a:p>
        </p:txBody>
      </p:sp>
      <p:sp>
        <p:nvSpPr>
          <p:cNvPr id="26" name="Legacy module connection">
            <a:extLst xmlns:a="http://schemas.openxmlformats.org/drawingml/2006/main">
              <a:ext uri="{FF2B5EF4-FFF2-40B4-BE49-F238E27FC236}">
                <a16:creationId xmlns:a16="http://schemas.microsoft.com/office/drawing/2014/main" id="{792C173C-B20B-4B74-94D6-5E60449472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195823758"/>
      </p:ext>
    </p:extLst>
  </p:cSld>
</p:sld>
</file>

<file path=ppt/slides/slide1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D689F9BA-2062-44E1-94FC-FC7A8F9DE0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5">
            <a:extLst xmlns:a="http://schemas.openxmlformats.org/drawingml/2006/main">
              <a:ext uri="{FF2B5EF4-FFF2-40B4-BE49-F238E27FC236}">
                <a16:creationId xmlns:a16="http://schemas.microsoft.com/office/drawing/2014/main" id="{DE9A5E76-902E-450D-9C46-3DB5216727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Q&amp;A와 교육 마무리">
            <a:extLst xmlns:a="http://schemas.openxmlformats.org/drawingml/2006/main">
              <a:ext uri="{FF2B5EF4-FFF2-40B4-BE49-F238E27FC236}">
                <a16:creationId xmlns:a16="http://schemas.microsoft.com/office/drawing/2014/main" id="{8D1EBF1B-2B86-4B52-9BF4-D90C9F0942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596E48FB-41F7-48CF-A5BC-29D87E1DFF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DE2EA5C7-9C3B-4EF6-95DB-980E61888D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37E4326C-595E-4CD2-8031-3BE792E952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8DFC955F-DADA-494E-A592-E63B764C85AC}"/>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64C8E5FD-DEE6-4FD8-ACC4-1283C118DC57}"/>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FCF66798-AD84-4F25-AAF9-185057CDCD69}"/>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4730E6AE-57D9-4DE8-8A32-EF4ABD40880A}"/>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F0AE3C36-2154-475C-8618-9D437F05C7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64930607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2026-10-25T11:57:58.0740000Z</dcterms:created>
  <dcterms:modified xsi:type="dcterms:W3CDTF">2026-10-25T11:57:58.0740000Z</dcterms:modified>
</coreProperties>
</file>