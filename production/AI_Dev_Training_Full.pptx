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slides/charts/chart1.xml" ContentType="application/vnd.openxmlformats-officedocument.drawingml.chart+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7ac7823a5f0143b4" /><Relationship Type="http://schemas.openxmlformats.org/officeDocument/2006/relationships/extended-properties" Target="/docProps/app.xml" Id="Rdcbadc59c998439c" /><Relationship Type="http://schemas.openxmlformats.org/officeDocument/2006/relationships/officeDocument" Target="/ppt/presentation.xml" Id="Ra844f1dfc1e346d7" /></Relationships>
</file>

<file path=ppt/presentation.xml><?xml version="1.0" encoding="utf-8"?>
<p:presentation xmlns:p="http://schemas.openxmlformats.org/presentationml/2006/main">
  <p:sldMasterIdLst>
    <p:sldMasterId xmlns:r="http://schemas.openxmlformats.org/officeDocument/2006/relationships" id="2147483648" r:id="Ra95488a0ed9b4432"/>
  </p:sldMasterIdLst>
  <p:notesMasterIdLst>
    <p:notesMasterId xmlns:r="http://schemas.openxmlformats.org/officeDocument/2006/relationships" r:id="R8284d158f9984141"/>
  </p:notesMasterIdLst>
  <p:sldIdLst>
    <p:sldId xmlns:r="http://schemas.openxmlformats.org/officeDocument/2006/relationships" id="256" r:id="R8975dd60595441d8"/>
    <p:sldId xmlns:r="http://schemas.openxmlformats.org/officeDocument/2006/relationships" id="257" r:id="R9b653a8679d94152"/>
    <p:sldId xmlns:r="http://schemas.openxmlformats.org/officeDocument/2006/relationships" id="258" r:id="R5e7189b4d94b480b"/>
    <p:sldId xmlns:r="http://schemas.openxmlformats.org/officeDocument/2006/relationships" id="259" r:id="R3d00042465844d68"/>
    <p:sldId xmlns:r="http://schemas.openxmlformats.org/officeDocument/2006/relationships" id="260" r:id="R904de7ed8906445c"/>
    <p:sldId xmlns:r="http://schemas.openxmlformats.org/officeDocument/2006/relationships" id="261" r:id="Rebafdd36812743f0"/>
    <p:sldId xmlns:r="http://schemas.openxmlformats.org/officeDocument/2006/relationships" id="262" r:id="Rd512aba2179e4fa3"/>
    <p:sldId xmlns:r="http://schemas.openxmlformats.org/officeDocument/2006/relationships" id="263" r:id="R94a3de2a0c13425c"/>
    <p:sldId xmlns:r="http://schemas.openxmlformats.org/officeDocument/2006/relationships" id="264" r:id="R42c5284a46b94255"/>
    <p:sldId xmlns:r="http://schemas.openxmlformats.org/officeDocument/2006/relationships" id="265" r:id="Rad928c93e9364973"/>
    <p:sldId xmlns:r="http://schemas.openxmlformats.org/officeDocument/2006/relationships" id="266" r:id="R8c487fb65f7946ca"/>
    <p:sldId xmlns:r="http://schemas.openxmlformats.org/officeDocument/2006/relationships" id="267" r:id="Rdcb45eda0d6d4b3f"/>
    <p:sldId xmlns:r="http://schemas.openxmlformats.org/officeDocument/2006/relationships" id="268" r:id="R9667de3236c64032"/>
    <p:sldId xmlns:r="http://schemas.openxmlformats.org/officeDocument/2006/relationships" id="269" r:id="R1d01d6ee2e934af6"/>
    <p:sldId xmlns:r="http://schemas.openxmlformats.org/officeDocument/2006/relationships" id="270" r:id="Rb5c93bb7746141da"/>
    <p:sldId xmlns:r="http://schemas.openxmlformats.org/officeDocument/2006/relationships" id="271" r:id="R76cd7cdcd0af48b8"/>
    <p:sldId xmlns:r="http://schemas.openxmlformats.org/officeDocument/2006/relationships" id="272" r:id="R8ad292490ed84eca"/>
    <p:sldId xmlns:r="http://schemas.openxmlformats.org/officeDocument/2006/relationships" id="273" r:id="R53fa32b9c36a4552"/>
    <p:sldId xmlns:r="http://schemas.openxmlformats.org/officeDocument/2006/relationships" id="274" r:id="R11375fdd355a46f9"/>
    <p:sldId xmlns:r="http://schemas.openxmlformats.org/officeDocument/2006/relationships" id="275" r:id="Reb4731b1e1594651"/>
    <p:sldId xmlns:r="http://schemas.openxmlformats.org/officeDocument/2006/relationships" id="276" r:id="R444be6850e044b1e"/>
    <p:sldId xmlns:r="http://schemas.openxmlformats.org/officeDocument/2006/relationships" id="277" r:id="R5d57121105c04f2c"/>
    <p:sldId xmlns:r="http://schemas.openxmlformats.org/officeDocument/2006/relationships" id="278" r:id="R95599d94e3af469f"/>
    <p:sldId xmlns:r="http://schemas.openxmlformats.org/officeDocument/2006/relationships" id="279" r:id="R49e63f14454a4146"/>
    <p:sldId xmlns:r="http://schemas.openxmlformats.org/officeDocument/2006/relationships" id="280" r:id="R494ea345bd5a4c67"/>
    <p:sldId xmlns:r="http://schemas.openxmlformats.org/officeDocument/2006/relationships" id="281" r:id="R6d6d8a4fec2a413c"/>
    <p:sldId xmlns:r="http://schemas.openxmlformats.org/officeDocument/2006/relationships" id="282" r:id="R2d8fd29bcfc44ca2"/>
    <p:sldId xmlns:r="http://schemas.openxmlformats.org/officeDocument/2006/relationships" id="283" r:id="R7661dc0d189b42e6"/>
    <p:sldId xmlns:r="http://schemas.openxmlformats.org/officeDocument/2006/relationships" id="284" r:id="R47f8010bacc94029"/>
    <p:sldId xmlns:r="http://schemas.openxmlformats.org/officeDocument/2006/relationships" id="285" r:id="R1984010537864406"/>
    <p:sldId xmlns:r="http://schemas.openxmlformats.org/officeDocument/2006/relationships" id="286" r:id="R21fff83f3b6f413c"/>
    <p:sldId xmlns:r="http://schemas.openxmlformats.org/officeDocument/2006/relationships" id="287" r:id="R694ad947d9444b46"/>
    <p:sldId xmlns:r="http://schemas.openxmlformats.org/officeDocument/2006/relationships" id="288" r:id="R5d05218e6dd44716"/>
    <p:sldId xmlns:r="http://schemas.openxmlformats.org/officeDocument/2006/relationships" id="289" r:id="R6281dd98bc724c2f"/>
    <p:sldId xmlns:r="http://schemas.openxmlformats.org/officeDocument/2006/relationships" id="290" r:id="R74ecbf1f97be4765"/>
    <p:sldId xmlns:r="http://schemas.openxmlformats.org/officeDocument/2006/relationships" id="291" r:id="R71f4574007574d7b"/>
    <p:sldId xmlns:r="http://schemas.openxmlformats.org/officeDocument/2006/relationships" id="292" r:id="R7ca6af8360434bbe"/>
    <p:sldId xmlns:r="http://schemas.openxmlformats.org/officeDocument/2006/relationships" id="293" r:id="R1db5c544d4464ea2"/>
    <p:sldId xmlns:r="http://schemas.openxmlformats.org/officeDocument/2006/relationships" id="294" r:id="Re6857301f8f947ac"/>
    <p:sldId xmlns:r="http://schemas.openxmlformats.org/officeDocument/2006/relationships" id="295" r:id="R8e79bc8ba95b4918"/>
    <p:sldId xmlns:r="http://schemas.openxmlformats.org/officeDocument/2006/relationships" id="296" r:id="Rfc1ce9967a9c437a"/>
    <p:sldId xmlns:r="http://schemas.openxmlformats.org/officeDocument/2006/relationships" id="297" r:id="Rc174dd5b4ff94808"/>
    <p:sldId xmlns:r="http://schemas.openxmlformats.org/officeDocument/2006/relationships" id="298" r:id="Re6f2aa8670884570"/>
    <p:sldId xmlns:r="http://schemas.openxmlformats.org/officeDocument/2006/relationships" id="299" r:id="Rfaa8b7310b114442"/>
    <p:sldId xmlns:r="http://schemas.openxmlformats.org/officeDocument/2006/relationships" id="300" r:id="R7d532217aaf34a7d"/>
    <p:sldId xmlns:r="http://schemas.openxmlformats.org/officeDocument/2006/relationships" id="301" r:id="Rc44310d005b64169"/>
    <p:sldId xmlns:r="http://schemas.openxmlformats.org/officeDocument/2006/relationships" id="302" r:id="R2ade6d048df04633"/>
    <p:sldId xmlns:r="http://schemas.openxmlformats.org/officeDocument/2006/relationships" id="303" r:id="R143714e4818d4d95"/>
    <p:sldId xmlns:r="http://schemas.openxmlformats.org/officeDocument/2006/relationships" id="304" r:id="R92ed87a74e5f478d"/>
    <p:sldId xmlns:r="http://schemas.openxmlformats.org/officeDocument/2006/relationships" id="305" r:id="R2860ff03a95f4ece"/>
    <p:sldId xmlns:r="http://schemas.openxmlformats.org/officeDocument/2006/relationships" id="306" r:id="R15aebfd09c1d40c4"/>
    <p:sldId xmlns:r="http://schemas.openxmlformats.org/officeDocument/2006/relationships" id="307" r:id="R8201bcae1a984ccd"/>
    <p:sldId xmlns:r="http://schemas.openxmlformats.org/officeDocument/2006/relationships" id="308" r:id="Re0bd6bc978c246ed"/>
    <p:sldId xmlns:r="http://schemas.openxmlformats.org/officeDocument/2006/relationships" id="309" r:id="R7e5bebc7b4f64574"/>
    <p:sldId xmlns:r="http://schemas.openxmlformats.org/officeDocument/2006/relationships" id="310" r:id="R996c4ac907b54b82"/>
    <p:sldId xmlns:r="http://schemas.openxmlformats.org/officeDocument/2006/relationships" id="311" r:id="R708cc1608fcc4c3d"/>
    <p:sldId xmlns:r="http://schemas.openxmlformats.org/officeDocument/2006/relationships" id="312" r:id="R4721cd87b7c34cc8"/>
    <p:sldId xmlns:r="http://schemas.openxmlformats.org/officeDocument/2006/relationships" id="313" r:id="R952bd10822f847ad"/>
    <p:sldId xmlns:r="http://schemas.openxmlformats.org/officeDocument/2006/relationships" id="314" r:id="R4c62bbac536e4461"/>
    <p:sldId xmlns:r="http://schemas.openxmlformats.org/officeDocument/2006/relationships" id="315" r:id="R2dd7c04ff41d40c9"/>
    <p:sldId xmlns:r="http://schemas.openxmlformats.org/officeDocument/2006/relationships" id="316" r:id="R61afe8126cae4f4d"/>
    <p:sldId xmlns:r="http://schemas.openxmlformats.org/officeDocument/2006/relationships" id="317" r:id="Rdfa1cb5f1a964340"/>
    <p:sldId xmlns:r="http://schemas.openxmlformats.org/officeDocument/2006/relationships" id="318" r:id="R584b77aabda34cb2"/>
    <p:sldId xmlns:r="http://schemas.openxmlformats.org/officeDocument/2006/relationships" id="319" r:id="Rd12eee7f2b6a4ed5"/>
    <p:sldId xmlns:r="http://schemas.openxmlformats.org/officeDocument/2006/relationships" id="320" r:id="R83e3648e8aea423d"/>
    <p:sldId xmlns:r="http://schemas.openxmlformats.org/officeDocument/2006/relationships" id="321" r:id="R0607cd3ce2424320"/>
    <p:sldId xmlns:r="http://schemas.openxmlformats.org/officeDocument/2006/relationships" id="322" r:id="Raadabadd375b4664"/>
    <p:sldId xmlns:r="http://schemas.openxmlformats.org/officeDocument/2006/relationships" id="323" r:id="R9296bed5ab1b4e59"/>
    <p:sldId xmlns:r="http://schemas.openxmlformats.org/officeDocument/2006/relationships" id="324" r:id="Rbd227160b49c4828"/>
    <p:sldId xmlns:r="http://schemas.openxmlformats.org/officeDocument/2006/relationships" id="325" r:id="R8f30fe9f488e4d86"/>
    <p:sldId xmlns:r="http://schemas.openxmlformats.org/officeDocument/2006/relationships" id="326" r:id="R1084ddfa1639483d"/>
    <p:sldId xmlns:r="http://schemas.openxmlformats.org/officeDocument/2006/relationships" id="327" r:id="R07f20d3fa75e40a3"/>
    <p:sldId xmlns:r="http://schemas.openxmlformats.org/officeDocument/2006/relationships" id="328" r:id="Ra7d1c69b88734bff"/>
    <p:sldId xmlns:r="http://schemas.openxmlformats.org/officeDocument/2006/relationships" id="329" r:id="R4cb9a5d7ce3d4f70"/>
    <p:sldId xmlns:r="http://schemas.openxmlformats.org/officeDocument/2006/relationships" id="330" r:id="Re30ac364b9ad48d3"/>
    <p:sldId xmlns:r="http://schemas.openxmlformats.org/officeDocument/2006/relationships" id="331" r:id="Rc539bf46f72f471a"/>
    <p:sldId xmlns:r="http://schemas.openxmlformats.org/officeDocument/2006/relationships" id="332" r:id="Rba7dca2d04834f5b"/>
    <p:sldId xmlns:r="http://schemas.openxmlformats.org/officeDocument/2006/relationships" id="333" r:id="Rfaccbb57ad07436f"/>
    <p:sldId xmlns:r="http://schemas.openxmlformats.org/officeDocument/2006/relationships" id="334" r:id="R9491885c45a045c6"/>
    <p:sldId xmlns:r="http://schemas.openxmlformats.org/officeDocument/2006/relationships" id="335" r:id="R9017a228835a4425"/>
    <p:sldId xmlns:r="http://schemas.openxmlformats.org/officeDocument/2006/relationships" id="336" r:id="R05caaf1c3c374b91"/>
    <p:sldId xmlns:r="http://schemas.openxmlformats.org/officeDocument/2006/relationships" id="337" r:id="Rab925f993d50435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4acd606e5aa4638" /><Relationship Type="http://schemas.openxmlformats.org/officeDocument/2006/relationships/slideMaster" Target="/ppt/slideMasters/slideMaster1.xml" Id="Ra95488a0ed9b4432" /><Relationship Type="http://schemas.openxmlformats.org/officeDocument/2006/relationships/notesMaster" Target="/ppt/notesMasters/notesMaster1.xml" Id="R8284d158f9984141" /><Relationship Type="http://schemas.openxmlformats.org/officeDocument/2006/relationships/presProps" Target="/ppt/presProps.xml" Id="Rab5cf458c75c4ab5" /><Relationship Type="http://schemas.openxmlformats.org/officeDocument/2006/relationships/tableStyles" Target="/ppt/tableStyles.xml" Id="R40733e8a761e4ee1" /><Relationship Type="http://schemas.openxmlformats.org/officeDocument/2006/relationships/slide" Target="/ppt/slides/slide1.xml" Id="R8975dd60595441d8" /><Relationship Type="http://schemas.openxmlformats.org/officeDocument/2006/relationships/slide" Target="/ppt/slides/slide2.xml" Id="R9b653a8679d94152" /><Relationship Type="http://schemas.openxmlformats.org/officeDocument/2006/relationships/slide" Target="/ppt/slides/slide3.xml" Id="R5e7189b4d94b480b" /><Relationship Type="http://schemas.openxmlformats.org/officeDocument/2006/relationships/slide" Target="/ppt/slides/slide4.xml" Id="R3d00042465844d68" /><Relationship Type="http://schemas.openxmlformats.org/officeDocument/2006/relationships/slide" Target="/ppt/slides/slide5.xml" Id="R904de7ed8906445c" /><Relationship Type="http://schemas.openxmlformats.org/officeDocument/2006/relationships/slide" Target="/ppt/slides/slide6.xml" Id="Rebafdd36812743f0" /><Relationship Type="http://schemas.openxmlformats.org/officeDocument/2006/relationships/slide" Target="/ppt/slides/slide7.xml" Id="Rd512aba2179e4fa3" /><Relationship Type="http://schemas.openxmlformats.org/officeDocument/2006/relationships/slide" Target="/ppt/slides/slide8.xml" Id="R94a3de2a0c13425c" /><Relationship Type="http://schemas.openxmlformats.org/officeDocument/2006/relationships/slide" Target="/ppt/slides/slide9.xml" Id="R42c5284a46b94255" /><Relationship Type="http://schemas.openxmlformats.org/officeDocument/2006/relationships/slide" Target="/ppt/slides/slide10.xml" Id="Rad928c93e9364973" /><Relationship Type="http://schemas.openxmlformats.org/officeDocument/2006/relationships/slide" Target="/ppt/slides/slide11.xml" Id="R8c487fb65f7946ca" /><Relationship Type="http://schemas.openxmlformats.org/officeDocument/2006/relationships/slide" Target="/ppt/slides/slide12.xml" Id="Rdcb45eda0d6d4b3f" /><Relationship Type="http://schemas.openxmlformats.org/officeDocument/2006/relationships/slide" Target="/ppt/slides/slide13.xml" Id="R9667de3236c64032" /><Relationship Type="http://schemas.openxmlformats.org/officeDocument/2006/relationships/slide" Target="/ppt/slides/slide14.xml" Id="R1d01d6ee2e934af6" /><Relationship Type="http://schemas.openxmlformats.org/officeDocument/2006/relationships/slide" Target="/ppt/slides/slide15.xml" Id="Rb5c93bb7746141da" /><Relationship Type="http://schemas.openxmlformats.org/officeDocument/2006/relationships/slide" Target="/ppt/slides/slide16.xml" Id="R76cd7cdcd0af48b8" /><Relationship Type="http://schemas.openxmlformats.org/officeDocument/2006/relationships/slide" Target="/ppt/slides/slide17.xml" Id="R8ad292490ed84eca" /><Relationship Type="http://schemas.openxmlformats.org/officeDocument/2006/relationships/slide" Target="/ppt/slides/slide18.xml" Id="R53fa32b9c36a4552" /><Relationship Type="http://schemas.openxmlformats.org/officeDocument/2006/relationships/slide" Target="/ppt/slides/slide19.xml" Id="R11375fdd355a46f9" /><Relationship Type="http://schemas.openxmlformats.org/officeDocument/2006/relationships/slide" Target="/ppt/slides/slide20.xml" Id="Reb4731b1e1594651" /><Relationship Type="http://schemas.openxmlformats.org/officeDocument/2006/relationships/slide" Target="/ppt/slides/slide21.xml" Id="R444be6850e044b1e" /><Relationship Type="http://schemas.openxmlformats.org/officeDocument/2006/relationships/slide" Target="/ppt/slides/slide22.xml" Id="R5d57121105c04f2c" /><Relationship Type="http://schemas.openxmlformats.org/officeDocument/2006/relationships/slide" Target="/ppt/slides/slide23.xml" Id="R95599d94e3af469f" /><Relationship Type="http://schemas.openxmlformats.org/officeDocument/2006/relationships/slide" Target="/ppt/slides/slide24.xml" Id="R49e63f14454a4146" /><Relationship Type="http://schemas.openxmlformats.org/officeDocument/2006/relationships/slide" Target="/ppt/slides/slide25.xml" Id="R494ea345bd5a4c67" /><Relationship Type="http://schemas.openxmlformats.org/officeDocument/2006/relationships/slide" Target="/ppt/slides/slide26.xml" Id="R6d6d8a4fec2a413c" /><Relationship Type="http://schemas.openxmlformats.org/officeDocument/2006/relationships/slide" Target="/ppt/slides/slide27.xml" Id="R2d8fd29bcfc44ca2" /><Relationship Type="http://schemas.openxmlformats.org/officeDocument/2006/relationships/slide" Target="/ppt/slides/slide28.xml" Id="R7661dc0d189b42e6" /><Relationship Type="http://schemas.openxmlformats.org/officeDocument/2006/relationships/slide" Target="/ppt/slides/slide29.xml" Id="R47f8010bacc94029" /><Relationship Type="http://schemas.openxmlformats.org/officeDocument/2006/relationships/slide" Target="/ppt/slides/slide30.xml" Id="R1984010537864406" /><Relationship Type="http://schemas.openxmlformats.org/officeDocument/2006/relationships/slide" Target="/ppt/slides/slide31.xml" Id="R21fff83f3b6f413c" /><Relationship Type="http://schemas.openxmlformats.org/officeDocument/2006/relationships/slide" Target="/ppt/slides/slide32.xml" Id="R694ad947d9444b46" /><Relationship Type="http://schemas.openxmlformats.org/officeDocument/2006/relationships/slide" Target="/ppt/slides/slide33.xml" Id="R5d05218e6dd44716" /><Relationship Type="http://schemas.openxmlformats.org/officeDocument/2006/relationships/slide" Target="/ppt/slides/slide34.xml" Id="R6281dd98bc724c2f" /><Relationship Type="http://schemas.openxmlformats.org/officeDocument/2006/relationships/slide" Target="/ppt/slides/slide35.xml" Id="R74ecbf1f97be4765" /><Relationship Type="http://schemas.openxmlformats.org/officeDocument/2006/relationships/slide" Target="/ppt/slides/slide36.xml" Id="R71f4574007574d7b" /><Relationship Type="http://schemas.openxmlformats.org/officeDocument/2006/relationships/slide" Target="/ppt/slides/slide37.xml" Id="R7ca6af8360434bbe" /><Relationship Type="http://schemas.openxmlformats.org/officeDocument/2006/relationships/slide" Target="/ppt/slides/slide38.xml" Id="R1db5c544d4464ea2" /><Relationship Type="http://schemas.openxmlformats.org/officeDocument/2006/relationships/slide" Target="/ppt/slides/slide39.xml" Id="Re6857301f8f947ac" /><Relationship Type="http://schemas.openxmlformats.org/officeDocument/2006/relationships/slide" Target="/ppt/slides/slide40.xml" Id="R8e79bc8ba95b4918" /><Relationship Type="http://schemas.openxmlformats.org/officeDocument/2006/relationships/slide" Target="/ppt/slides/slide41.xml" Id="Rfc1ce9967a9c437a" /><Relationship Type="http://schemas.openxmlformats.org/officeDocument/2006/relationships/slide" Target="/ppt/slides/slide42.xml" Id="Rc174dd5b4ff94808" /><Relationship Type="http://schemas.openxmlformats.org/officeDocument/2006/relationships/slide" Target="/ppt/slides/slide43.xml" Id="Re6f2aa8670884570" /><Relationship Type="http://schemas.openxmlformats.org/officeDocument/2006/relationships/slide" Target="/ppt/slides/slide44.xml" Id="Rfaa8b7310b114442" /><Relationship Type="http://schemas.openxmlformats.org/officeDocument/2006/relationships/slide" Target="/ppt/slides/slide45.xml" Id="R7d532217aaf34a7d" /><Relationship Type="http://schemas.openxmlformats.org/officeDocument/2006/relationships/slide" Target="/ppt/slides/slide46.xml" Id="Rc44310d005b64169" /><Relationship Type="http://schemas.openxmlformats.org/officeDocument/2006/relationships/slide" Target="/ppt/slides/slide47.xml" Id="R2ade6d048df04633" /><Relationship Type="http://schemas.openxmlformats.org/officeDocument/2006/relationships/slide" Target="/ppt/slides/slide48.xml" Id="R143714e4818d4d95" /><Relationship Type="http://schemas.openxmlformats.org/officeDocument/2006/relationships/slide" Target="/ppt/slides/slide49.xml" Id="R92ed87a74e5f478d" /><Relationship Type="http://schemas.openxmlformats.org/officeDocument/2006/relationships/slide" Target="/ppt/slides/slide50.xml" Id="R2860ff03a95f4ece" /><Relationship Type="http://schemas.openxmlformats.org/officeDocument/2006/relationships/slide" Target="/ppt/slides/slide51.xml" Id="R15aebfd09c1d40c4" /><Relationship Type="http://schemas.openxmlformats.org/officeDocument/2006/relationships/slide" Target="/ppt/slides/slide52.xml" Id="R8201bcae1a984ccd" /><Relationship Type="http://schemas.openxmlformats.org/officeDocument/2006/relationships/slide" Target="/ppt/slides/slide53.xml" Id="Re0bd6bc978c246ed" /><Relationship Type="http://schemas.openxmlformats.org/officeDocument/2006/relationships/slide" Target="/ppt/slides/slide54.xml" Id="R7e5bebc7b4f64574" /><Relationship Type="http://schemas.openxmlformats.org/officeDocument/2006/relationships/slide" Target="/ppt/slides/slide55.xml" Id="R996c4ac907b54b82" /><Relationship Type="http://schemas.openxmlformats.org/officeDocument/2006/relationships/slide" Target="/ppt/slides/slide56.xml" Id="R708cc1608fcc4c3d" /><Relationship Type="http://schemas.openxmlformats.org/officeDocument/2006/relationships/slide" Target="/ppt/slides/slide57.xml" Id="R4721cd87b7c34cc8" /><Relationship Type="http://schemas.openxmlformats.org/officeDocument/2006/relationships/slide" Target="/ppt/slides/slide58.xml" Id="R952bd10822f847ad" /><Relationship Type="http://schemas.openxmlformats.org/officeDocument/2006/relationships/slide" Target="/ppt/slides/slide59.xml" Id="R4c62bbac536e4461" /><Relationship Type="http://schemas.openxmlformats.org/officeDocument/2006/relationships/slide" Target="/ppt/slides/slide60.xml" Id="R2dd7c04ff41d40c9" /><Relationship Type="http://schemas.openxmlformats.org/officeDocument/2006/relationships/slide" Target="/ppt/slides/slide61.xml" Id="R61afe8126cae4f4d" /><Relationship Type="http://schemas.openxmlformats.org/officeDocument/2006/relationships/slide" Target="/ppt/slides/slide62.xml" Id="Rdfa1cb5f1a964340" /><Relationship Type="http://schemas.openxmlformats.org/officeDocument/2006/relationships/slide" Target="/ppt/slides/slide63.xml" Id="R584b77aabda34cb2" /><Relationship Type="http://schemas.openxmlformats.org/officeDocument/2006/relationships/slide" Target="/ppt/slides/slide64.xml" Id="Rd12eee7f2b6a4ed5" /><Relationship Type="http://schemas.openxmlformats.org/officeDocument/2006/relationships/slide" Target="/ppt/slides/slide65.xml" Id="R83e3648e8aea423d" /><Relationship Type="http://schemas.openxmlformats.org/officeDocument/2006/relationships/slide" Target="/ppt/slides/slide66.xml" Id="R0607cd3ce2424320" /><Relationship Type="http://schemas.openxmlformats.org/officeDocument/2006/relationships/slide" Target="/ppt/slides/slide67.xml" Id="Raadabadd375b4664" /><Relationship Type="http://schemas.openxmlformats.org/officeDocument/2006/relationships/slide" Target="/ppt/slides/slide68.xml" Id="R9296bed5ab1b4e59" /><Relationship Type="http://schemas.openxmlformats.org/officeDocument/2006/relationships/slide" Target="/ppt/slides/slide69.xml" Id="Rbd227160b49c4828" /><Relationship Type="http://schemas.openxmlformats.org/officeDocument/2006/relationships/slide" Target="/ppt/slides/slide70.xml" Id="R8f30fe9f488e4d86" /><Relationship Type="http://schemas.openxmlformats.org/officeDocument/2006/relationships/slide" Target="/ppt/slides/slide71.xml" Id="R1084ddfa1639483d" /><Relationship Type="http://schemas.openxmlformats.org/officeDocument/2006/relationships/slide" Target="/ppt/slides/slide72.xml" Id="R07f20d3fa75e40a3" /><Relationship Type="http://schemas.openxmlformats.org/officeDocument/2006/relationships/slide" Target="/ppt/slides/slide73.xml" Id="Ra7d1c69b88734bff" /><Relationship Type="http://schemas.openxmlformats.org/officeDocument/2006/relationships/slide" Target="/ppt/slides/slide74.xml" Id="R4cb9a5d7ce3d4f70" /><Relationship Type="http://schemas.openxmlformats.org/officeDocument/2006/relationships/slide" Target="/ppt/slides/slide75.xml" Id="Re30ac364b9ad48d3" /><Relationship Type="http://schemas.openxmlformats.org/officeDocument/2006/relationships/slide" Target="/ppt/slides/slide76.xml" Id="Rc539bf46f72f471a" /><Relationship Type="http://schemas.openxmlformats.org/officeDocument/2006/relationships/slide" Target="/ppt/slides/slide77.xml" Id="Rba7dca2d04834f5b" /><Relationship Type="http://schemas.openxmlformats.org/officeDocument/2006/relationships/slide" Target="/ppt/slides/slide78.xml" Id="Rfaccbb57ad07436f" /><Relationship Type="http://schemas.openxmlformats.org/officeDocument/2006/relationships/slide" Target="/ppt/slides/slide79.xml" Id="R9491885c45a045c6" /><Relationship Type="http://schemas.openxmlformats.org/officeDocument/2006/relationships/slide" Target="/ppt/slides/slide80.xml" Id="R9017a228835a4425" /><Relationship Type="http://schemas.openxmlformats.org/officeDocument/2006/relationships/slide" Target="/ppt/slides/slide81.xml" Id="R05caaf1c3c374b91" /><Relationship Type="http://schemas.openxmlformats.org/officeDocument/2006/relationships/slide" Target="/ppt/slides/slide82.xml" Id="Rab925f993d50435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b6ff6cd87204ec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c250e584cad40bb" /><Relationship Type="http://schemas.openxmlformats.org/officeDocument/2006/relationships/notesMaster" Target="/ppt/notesMasters/notesMaster1.xml" Id="R8386d0ddf0fd406b" /></Relationships>
</file>

<file path=ppt/notesSlides/_rels/notesSlide2.xml.rels>&#65279;<?xml version="1.0" encoding="utf-8"?><Relationships xmlns="http://schemas.openxmlformats.org/package/2006/relationships"><Relationship Type="http://schemas.openxmlformats.org/officeDocument/2006/relationships/slide" Target="/ppt/slides/slide2.xml" Id="R6614b4989fe14c5a" /><Relationship Type="http://schemas.openxmlformats.org/officeDocument/2006/relationships/notesMaster" Target="/ppt/notesMasters/notesMaster1.xml" Id="Rad94a2de46074b33" /></Relationships>
</file>

<file path=ppt/notesSlides/_rels/notesSlide3.xml.rels>&#65279;<?xml version="1.0" encoding="utf-8"?><Relationships xmlns="http://schemas.openxmlformats.org/package/2006/relationships"><Relationship Type="http://schemas.openxmlformats.org/officeDocument/2006/relationships/slide" Target="/ppt/slides/slide3.xml" Id="Ra9bb1fd84df84eb0" /><Relationship Type="http://schemas.openxmlformats.org/officeDocument/2006/relationships/notesMaster" Target="/ppt/notesMasters/notesMaster1.xml" Id="R74a428af54ed496e" /></Relationships>
</file>

<file path=ppt/notesSlides/_rels/notesSlide4.xml.rels>&#65279;<?xml version="1.0" encoding="utf-8"?><Relationships xmlns="http://schemas.openxmlformats.org/package/2006/relationships"><Relationship Type="http://schemas.openxmlformats.org/officeDocument/2006/relationships/slide" Target="/ppt/slides/slide4.xml" Id="R9e58d1af210d4537" /><Relationship Type="http://schemas.openxmlformats.org/officeDocument/2006/relationships/notesMaster" Target="/ppt/notesMasters/notesMaster1.xml" Id="R80df0cc79e614307" /></Relationships>
</file>

<file path=ppt/notesSlides/_rels/notesSlide5.xml.rels>&#65279;<?xml version="1.0" encoding="utf-8"?><Relationships xmlns="http://schemas.openxmlformats.org/package/2006/relationships"><Relationship Type="http://schemas.openxmlformats.org/officeDocument/2006/relationships/slide" Target="/ppt/slides/slide5.xml" Id="R9804e43598094774" /><Relationship Type="http://schemas.openxmlformats.org/officeDocument/2006/relationships/notesMaster" Target="/ppt/notesMasters/notesMaster1.xml" Id="Rd242f8890bf044c0" /></Relationships>
</file>

<file path=ppt/notesSlides/_rels/notesSlide6.xml.rels>&#65279;<?xml version="1.0" encoding="utf-8"?><Relationships xmlns="http://schemas.openxmlformats.org/package/2006/relationships"><Relationship Type="http://schemas.openxmlformats.org/officeDocument/2006/relationships/slide" Target="/ppt/slides/slide6.xml" Id="Rd1ac9b235e1b4dde" /><Relationship Type="http://schemas.openxmlformats.org/officeDocument/2006/relationships/notesMaster" Target="/ppt/notesMasters/notesMaster1.xml" Id="Raafd6216ba904c51" /></Relationships>
</file>

<file path=ppt/notesSlides/_rels/notesSlide7.xml.rels>&#65279;<?xml version="1.0" encoding="utf-8"?><Relationships xmlns="http://schemas.openxmlformats.org/package/2006/relationships"><Relationship Type="http://schemas.openxmlformats.org/officeDocument/2006/relationships/slide" Target="/ppt/slides/slide7.xml" Id="Rebdb427c212a4219" /><Relationship Type="http://schemas.openxmlformats.org/officeDocument/2006/relationships/notesMaster" Target="/ppt/notesMasters/notesMaster1.xml" Id="R0137728cf45b4110" /></Relationships>
</file>

<file path=ppt/notesSlides/_rels/notesSlide8.xml.rels>&#65279;<?xml version="1.0" encoding="utf-8"?><Relationships xmlns="http://schemas.openxmlformats.org/package/2006/relationships"><Relationship Type="http://schemas.openxmlformats.org/officeDocument/2006/relationships/slide" Target="/ppt/slides/slide8.xml" Id="Rc7ec8f11cbc64aaf" /><Relationship Type="http://schemas.openxmlformats.org/officeDocument/2006/relationships/notesMaster" Target="/ppt/notesMasters/notesMaster1.xml" Id="R918ee4417c784c60" /></Relationships>
</file>

<file path=ppt/notesSlides/_rels/notesSlide9.xml.rels>&#65279;<?xml version="1.0" encoding="utf-8"?><Relationships xmlns="http://schemas.openxmlformats.org/package/2006/relationships"><Relationship Type="http://schemas.openxmlformats.org/officeDocument/2006/relationships/slide" Target="/ppt/slides/slide9.xml" Id="Rc0d930be93284adf" /><Relationship Type="http://schemas.openxmlformats.org/officeDocument/2006/relationships/notesMaster" Target="/ppt/notesMasters/notesMaster1.xml" Id="R38f8b8d279554ee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a383861dd0c4c74" /><Relationship Type="http://schemas.openxmlformats.org/officeDocument/2006/relationships/notesMaster" Target="/ppt/notesMasters/notesMaster1.xml" Id="R6b34ac701025479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3301f0758984994" /><Relationship Type="http://schemas.openxmlformats.org/officeDocument/2006/relationships/notesMaster" Target="/ppt/notesMasters/notesMaster1.xml" Id="R01907da111e142a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f19f3d3975543d6" /><Relationship Type="http://schemas.openxmlformats.org/officeDocument/2006/relationships/notesMaster" Target="/ppt/notesMasters/notesMaster1.xml" Id="Ra1eb537144a14a2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61a751d47524dad" /><Relationship Type="http://schemas.openxmlformats.org/officeDocument/2006/relationships/notesMaster" Target="/ppt/notesMasters/notesMaster1.xml" Id="Rf8625f35c40b454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979f2ddd2fc4620" /><Relationship Type="http://schemas.openxmlformats.org/officeDocument/2006/relationships/notesMaster" Target="/ppt/notesMasters/notesMaster1.xml" Id="R1f74039577564b1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ac42abc0671495c" /><Relationship Type="http://schemas.openxmlformats.org/officeDocument/2006/relationships/notesMaster" Target="/ppt/notesMasters/notesMaster1.xml" Id="R665c2e0fcd0f4cf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23d0e6be7694ff3" /><Relationship Type="http://schemas.openxmlformats.org/officeDocument/2006/relationships/notesMaster" Target="/ppt/notesMasters/notesMaster1.xml" Id="Ra74f1814ecf646f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25a0eb47229457a" /><Relationship Type="http://schemas.openxmlformats.org/officeDocument/2006/relationships/notesMaster" Target="/ppt/notesMasters/notesMaster1.xml" Id="R645a459df20642f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613189d487643ee" /><Relationship Type="http://schemas.openxmlformats.org/officeDocument/2006/relationships/notesMaster" Target="/ppt/notesMasters/notesMaster1.xml" Id="R9e10ce939b3e481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05e363b6d294c74" /><Relationship Type="http://schemas.openxmlformats.org/officeDocument/2006/relationships/notesMaster" Target="/ppt/notesMasters/notesMaster1.xml" Id="R8796fb3cdef54c4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f95b11da773404c" /><Relationship Type="http://schemas.openxmlformats.org/officeDocument/2006/relationships/notesMaster" Target="/ppt/notesMasters/notesMaster1.xml" Id="Rc7cc487521d6400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09d28b3a3584331" /><Relationship Type="http://schemas.openxmlformats.org/officeDocument/2006/relationships/notesMaster" Target="/ppt/notesMasters/notesMaster1.xml" Id="Rb2fca95cf3c14ae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32136ec502a409b" /><Relationship Type="http://schemas.openxmlformats.org/officeDocument/2006/relationships/notesMaster" Target="/ppt/notesMasters/notesMaster1.xml" Id="R0fa18dc72d98405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7d3a7d63aca44c8" /><Relationship Type="http://schemas.openxmlformats.org/officeDocument/2006/relationships/notesMaster" Target="/ppt/notesMasters/notesMaster1.xml" Id="R85327dcae0ae4b8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2aa9915e71e4db5" /><Relationship Type="http://schemas.openxmlformats.org/officeDocument/2006/relationships/notesMaster" Target="/ppt/notesMasters/notesMaster1.xml" Id="R2cffced8311c4f9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62727c81c8f4de8" /><Relationship Type="http://schemas.openxmlformats.org/officeDocument/2006/relationships/notesMaster" Target="/ppt/notesMasters/notesMaster1.xml" Id="R5f69805fbe9e454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d86bc9ced2b403a" /><Relationship Type="http://schemas.openxmlformats.org/officeDocument/2006/relationships/notesMaster" Target="/ppt/notesMasters/notesMaster1.xml" Id="Rf55b3738dba74a8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c0ec81348a6408b" /><Relationship Type="http://schemas.openxmlformats.org/officeDocument/2006/relationships/notesMaster" Target="/ppt/notesMasters/notesMaster1.xml" Id="Ra2de808404b940e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10510f599d241f9" /><Relationship Type="http://schemas.openxmlformats.org/officeDocument/2006/relationships/notesMaster" Target="/ppt/notesMasters/notesMaster1.xml" Id="R5411be72089b4c1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9800adebc7b41dd" /><Relationship Type="http://schemas.openxmlformats.org/officeDocument/2006/relationships/notesMaster" Target="/ppt/notesMasters/notesMaster1.xml" Id="Rc95c3ad8230d412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fbe44d109094033" /><Relationship Type="http://schemas.openxmlformats.org/officeDocument/2006/relationships/notesMaster" Target="/ppt/notesMasters/notesMaster1.xml" Id="R097a3723c7df4bd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e775661a669499f" /><Relationship Type="http://schemas.openxmlformats.org/officeDocument/2006/relationships/notesMaster" Target="/ppt/notesMasters/notesMaster1.xml" Id="R1952b74c5764407b"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24acde11bc344ed" /><Relationship Type="http://schemas.openxmlformats.org/officeDocument/2006/relationships/notesMaster" Target="/ppt/notesMasters/notesMaster1.xml" Id="R5dcd28238fb64c21"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9dba230e8b8644dc" /><Relationship Type="http://schemas.openxmlformats.org/officeDocument/2006/relationships/notesMaster" Target="/ppt/notesMasters/notesMaster1.xml" Id="R50882e0f8fc8477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de732db25c74923" /><Relationship Type="http://schemas.openxmlformats.org/officeDocument/2006/relationships/notesMaster" Target="/ppt/notesMasters/notesMaster1.xml" Id="R8a70bae6a98041d5"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53a20fb8980f450e" /><Relationship Type="http://schemas.openxmlformats.org/officeDocument/2006/relationships/notesMaster" Target="/ppt/notesMasters/notesMaster1.xml" Id="R12427f1fdfa0470e"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d37ccd62c724917" /><Relationship Type="http://schemas.openxmlformats.org/officeDocument/2006/relationships/notesMaster" Target="/ppt/notesMasters/notesMaster1.xml" Id="Rc678b006f48d4c5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451e9996431544c5" /><Relationship Type="http://schemas.openxmlformats.org/officeDocument/2006/relationships/notesMaster" Target="/ppt/notesMasters/notesMaster1.xml" Id="Re617c8179de64433"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9fc1e69f1a5f4e88" /><Relationship Type="http://schemas.openxmlformats.org/officeDocument/2006/relationships/notesMaster" Target="/ppt/notesMasters/notesMaster1.xml" Id="Re9034557562e4e9b"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8b1798723dc8420b" /><Relationship Type="http://schemas.openxmlformats.org/officeDocument/2006/relationships/notesMaster" Target="/ppt/notesMasters/notesMaster1.xml" Id="R471c9779ca41406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23074ba1314d4754" /><Relationship Type="http://schemas.openxmlformats.org/officeDocument/2006/relationships/notesMaster" Target="/ppt/notesMasters/notesMaster1.xml" Id="Raad4c2acb9384bf8"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9d7fd9e56ac24d85" /><Relationship Type="http://schemas.openxmlformats.org/officeDocument/2006/relationships/notesMaster" Target="/ppt/notesMasters/notesMaster1.xml" Id="Rfe73d7b722144c99"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e2832313ac9c4ec4" /><Relationship Type="http://schemas.openxmlformats.org/officeDocument/2006/relationships/notesMaster" Target="/ppt/notesMasters/notesMaster1.xml" Id="Refb1adcff6124630"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e199a87063974e6f" /><Relationship Type="http://schemas.openxmlformats.org/officeDocument/2006/relationships/notesMaster" Target="/ppt/notesMasters/notesMaster1.xml" Id="R7d36494ee3bc4da0"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78e81df54ab544f4" /><Relationship Type="http://schemas.openxmlformats.org/officeDocument/2006/relationships/notesMaster" Target="/ppt/notesMasters/notesMaster1.xml" Id="Rdf2ed610e2f848f8"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63d4605eb61d4443" /><Relationship Type="http://schemas.openxmlformats.org/officeDocument/2006/relationships/notesMaster" Target="/ppt/notesMasters/notesMaster1.xml" Id="Rdcd4e854ce1c443b"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1b0e2b042fa246e5" /><Relationship Type="http://schemas.openxmlformats.org/officeDocument/2006/relationships/notesMaster" Target="/ppt/notesMasters/notesMaster1.xml" Id="R348435720ed746ff"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804ec29974fe4948" /><Relationship Type="http://schemas.openxmlformats.org/officeDocument/2006/relationships/notesMaster" Target="/ppt/notesMasters/notesMaster1.xml" Id="R4de0b6659a3742cb"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707fceaec7814248" /><Relationship Type="http://schemas.openxmlformats.org/officeDocument/2006/relationships/notesMaster" Target="/ppt/notesMasters/notesMaster1.xml" Id="R478ca42a6ba54e91"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8566005da0f14de6" /><Relationship Type="http://schemas.openxmlformats.org/officeDocument/2006/relationships/notesMaster" Target="/ppt/notesMasters/notesMaster1.xml" Id="Reda601fde0d14d1d"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2e5bf892031b4935" /><Relationship Type="http://schemas.openxmlformats.org/officeDocument/2006/relationships/notesMaster" Target="/ppt/notesMasters/notesMaster1.xml" Id="R246745006d4c4c47"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3fe48953cde94213" /><Relationship Type="http://schemas.openxmlformats.org/officeDocument/2006/relationships/notesMaster" Target="/ppt/notesMasters/notesMaster1.xml" Id="R4d5a5dbcfd324c06"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214d2be534344a03" /><Relationship Type="http://schemas.openxmlformats.org/officeDocument/2006/relationships/notesMaster" Target="/ppt/notesMasters/notesMaster1.xml" Id="Rb9aa5c2527fd4a38"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73c092397fe041c0" /><Relationship Type="http://schemas.openxmlformats.org/officeDocument/2006/relationships/notesMaster" Target="/ppt/notesMasters/notesMaster1.xml" Id="R70b37a05ef664b15"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94b313853ea5419b" /><Relationship Type="http://schemas.openxmlformats.org/officeDocument/2006/relationships/notesMaster" Target="/ppt/notesMasters/notesMaster1.xml" Id="Rfee7a874fe294cf3"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89e6f1fb04164844" /><Relationship Type="http://schemas.openxmlformats.org/officeDocument/2006/relationships/notesMaster" Target="/ppt/notesMasters/notesMaster1.xml" Id="Raddbdb157f944b17"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d845e5bde6c04d1b" /><Relationship Type="http://schemas.openxmlformats.org/officeDocument/2006/relationships/notesMaster" Target="/ppt/notesMasters/notesMaster1.xml" Id="R5468754ea9e64e50"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c49a566388d741f5" /><Relationship Type="http://schemas.openxmlformats.org/officeDocument/2006/relationships/notesMaster" Target="/ppt/notesMasters/notesMaster1.xml" Id="R6398a25807574165"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d2b51a3a7b764d24" /><Relationship Type="http://schemas.openxmlformats.org/officeDocument/2006/relationships/notesMaster" Target="/ppt/notesMasters/notesMaster1.xml" Id="R1a7029bfde7445ad"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a1411d69047a4f18" /><Relationship Type="http://schemas.openxmlformats.org/officeDocument/2006/relationships/notesMaster" Target="/ppt/notesMasters/notesMaster1.xml" Id="R380924bcd50045c9"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9ec3d3c5256a433e" /><Relationship Type="http://schemas.openxmlformats.org/officeDocument/2006/relationships/notesMaster" Target="/ppt/notesMasters/notesMaster1.xml" Id="R8d6aed227a7d43fa"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df78aaff4fb941a7" /><Relationship Type="http://schemas.openxmlformats.org/officeDocument/2006/relationships/notesMaster" Target="/ppt/notesMasters/notesMaster1.xml" Id="Rc8ee52270710411f"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d907972971864a9f" /><Relationship Type="http://schemas.openxmlformats.org/officeDocument/2006/relationships/notesMaster" Target="/ppt/notesMasters/notesMaster1.xml" Id="Ra702524376e147ea"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879b5f570d164590" /><Relationship Type="http://schemas.openxmlformats.org/officeDocument/2006/relationships/notesMaster" Target="/ppt/notesMasters/notesMaster1.xml" Id="Rc8556568c31549a9"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4d3ab5f4b6d74a0c" /><Relationship Type="http://schemas.openxmlformats.org/officeDocument/2006/relationships/notesMaster" Target="/ppt/notesMasters/notesMaster1.xml" Id="R9e9c32438bb6414e"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3851e4ce605241ff" /><Relationship Type="http://schemas.openxmlformats.org/officeDocument/2006/relationships/notesMaster" Target="/ppt/notesMasters/notesMaster1.xml" Id="R1d18fadca6cf45ba"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ceebc1c6c525444d" /><Relationship Type="http://schemas.openxmlformats.org/officeDocument/2006/relationships/notesMaster" Target="/ppt/notesMasters/notesMaster1.xml" Id="R82677f27ce2c4b22"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f562b1a3bef34c52" /><Relationship Type="http://schemas.openxmlformats.org/officeDocument/2006/relationships/notesMaster" Target="/ppt/notesMasters/notesMaster1.xml" Id="Rf0576803a7474404"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c0febb8fdc5e4ce6" /><Relationship Type="http://schemas.openxmlformats.org/officeDocument/2006/relationships/notesMaster" Target="/ppt/notesMasters/notesMaster1.xml" Id="Rdc28630186dc433b"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0050c95658054484" /><Relationship Type="http://schemas.openxmlformats.org/officeDocument/2006/relationships/notesMaster" Target="/ppt/notesMasters/notesMaster1.xml" Id="R13a37220ce164881"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5c740794c5ad498f" /><Relationship Type="http://schemas.openxmlformats.org/officeDocument/2006/relationships/notesMaster" Target="/ppt/notesMasters/notesMaster1.xml" Id="Rf89d4eb2b1f04677"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18964db788214101" /><Relationship Type="http://schemas.openxmlformats.org/officeDocument/2006/relationships/notesMaster" Target="/ppt/notesMasters/notesMaster1.xml" Id="Ra5f6dcf874ae4ccf"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ef77ffd863d047dd" /><Relationship Type="http://schemas.openxmlformats.org/officeDocument/2006/relationships/notesMaster" Target="/ppt/notesMasters/notesMaster1.xml" Id="Rb2287ae7b6ba4340"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f2927c612b594182" /><Relationship Type="http://schemas.openxmlformats.org/officeDocument/2006/relationships/notesMaster" Target="/ppt/notesMasters/notesMaster1.xml" Id="R15eca46923b84e82"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8271744ba6ae485a" /><Relationship Type="http://schemas.openxmlformats.org/officeDocument/2006/relationships/notesMaster" Target="/ppt/notesMasters/notesMaster1.xml" Id="Rc293db1a2957437d"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61c3ee4716d44543" /><Relationship Type="http://schemas.openxmlformats.org/officeDocument/2006/relationships/notesMaster" Target="/ppt/notesMasters/notesMaster1.xml" Id="Re2bf2ddb7dd4438d"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665cf499e5cb445c" /><Relationship Type="http://schemas.openxmlformats.org/officeDocument/2006/relationships/notesMaster" Target="/ppt/notesMasters/notesMaster1.xml" Id="Rc790d93c05e8494c"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41bf9a8afb5d411a" /><Relationship Type="http://schemas.openxmlformats.org/officeDocument/2006/relationships/notesMaster" Target="/ppt/notesMasters/notesMaster1.xml" Id="Re4c04fdbe4734a0d"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37e3cd80f020456f" /><Relationship Type="http://schemas.openxmlformats.org/officeDocument/2006/relationships/notesMaster" Target="/ppt/notesMasters/notesMaster1.xml" Id="R07c0576172894196"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e57a0ceeb15e4a1e" /><Relationship Type="http://schemas.openxmlformats.org/officeDocument/2006/relationships/notesMaster" Target="/ppt/notesMasters/notesMaster1.xml" Id="Rc433bc73113f41b8"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17eed878a6104671" /><Relationship Type="http://schemas.openxmlformats.org/officeDocument/2006/relationships/notesMaster" Target="/ppt/notesMasters/notesMaster1.xml" Id="R7952135a609140ac"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c6b13950309c48f2" /><Relationship Type="http://schemas.openxmlformats.org/officeDocument/2006/relationships/notesMaster" Target="/ppt/notesMasters/notesMaster1.xml" Id="R4065bfc172394a3e"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dc7757c27dde45bb" /><Relationship Type="http://schemas.openxmlformats.org/officeDocument/2006/relationships/notesMaster" Target="/ppt/notesMasters/notesMaster1.xml" Id="R5939feeabd9a440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“같은 Repository를 보더라도 Agent가 원하는 결과까지 자동으로 알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제조 검사 Task 질문을 회수하고, 프롬프트 입력창 형태의 “filter 성능 개선해줘”를 읽는다. 현재 제품의 실제 대화창·실행 기록이 아니라 재구성한 교육용 요청임을 밝힌다.</a:t>
            </a:r>
          </a:p>
          <a:p xmlns:a="http://schemas.openxmlformats.org/drawingml/2006/main">
            <a:r>
              <a:t>2. **UNSET DECISIONS (1:30–4:00):** 오른쪽의 바꿀 것·보존할 것·완료 근거와 “무엇을 바꿀까?”, “무엇을 그대로 지킬까?”, “무엇을 보면 끝났다고 할까?” 세 질문을 순서대로 가리킨다. Agent 삽화는 답할 정보가 남아 있는 상태를 상징한다. 답을 채우거나 Agent가 판단 능력이 없다고 설명하지 않는다.</a:t>
            </a:r>
          </a:p>
          <a:p xmlns:a="http://schemas.openxmlformats.org/drawingml/2006/main">
            <a:r>
              <a:t>3. **COST CONCEPT (4:00–5:30):** 탐색·재시도가 길어질 때 토큰 소모와 작업 시간도 커질 수 있다는 개념 표시를 짚는다. 실제 수치·증가 배율·기하급수 법칙·측정 곡선으로 읽지 않는다. 실제 Agent는 필요한 정보를 먼저 되물을 수도 있다.</a:t>
            </a:r>
          </a:p>
          <a:p xmlns:a="http://schemas.openxmlformats.org/drawingml/2006/main">
            <a:r>
              <a:t>4. **NARROW THE CASE (5:30–7:00):** Repository 접근만으로 세 결정을 정할 수 있는지 묻고, 앞서 조사한 crop 사례로 S12에 연결한다. 특정 제품의 실패·속도·토큰 사용 결과로 말하지 않는다.</a:t>
            </a:r>
          </a:p>
          <a:p xmlns:a="http://schemas.openxmlformats.org/drawingml/2006/main">
            <a:r>
              <a:t/>
            </a:r>
          </a:p>
          <a:p xmlns:a="http://schemas.openxmlformats.org/drawingml/2006/main">
            <a:r>
              <a:t>Evidence / Source: BEAT-004, TRIAL-001 callback, CLM-0002, DEC-0038.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“남은 결정을 더 분명히 보기 위해, 앞서 조사한 crop 사례로 좁혀 보겠습니다.”라고 S12의 교육용 요청 예시로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비용 그림을 측정 그래프나 실제 멈춘 Agent 화면으로 대체하지 않는다. 새 렌더·내장 Notes/PNG 정합성은 production/evaluation/PROMPT_TIMELINE_REVISION.md에서 확인한다.</a:t>
            </a:r>
          </a:p>
          <a:p xmlns:a="http://schemas.openxmlformats.org/drawingml/2006/main">
            <a:r>
              <a:t/>
            </a:r>
          </a:p>
          <a:p xmlns:a="http://schemas.openxmlformats.org/drawingml/2006/main">
            <a:r>
              <a:t>Validation Status: ALIGNED — DEC-0038에 따라 요청·빈 결정·생성 삽화·비용 개념의 범위를 정렬했다. 실제 렌더·내장 Notes 대조는 production/evaluation/PROMPT_TIMELINE_REVISION.md에 별도로 기록한다. Windows PowerPoint·발표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crop을 고쳐 달라는 같은 요청에는 어떤 선택이 남아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REQUEST (0:00–0:30):** 프롬프트 입력창의 “crop test 고쳐줘”를 읽고 같은 Agent·같은 요청을 조건으로 고정한다. 이는 교육용으로 재구성한 요청이며 실제 TRIAL-002 Prompt가 아니다.</a:t>
            </a:r>
          </a:p>
          <a:p xmlns:a="http://schemas.openxmlformats.org/drawingml/2006/main">
            <a:r>
              <a:t>2. **POSSIBLE TIMELINES (0:30–1:20):** 오른쪽 세로 질문과 병렬 경로를 위에서 아래로 짚는다. 테스트를 바꿀까, 구현을 바꿀까, 먼저 확인 질문을 할까의 세 해석이다. 서로 다른 실행 결과를 관찰했다거나 Subagent가 동시에 실행됐다는 뜻이 아니다. 동일 요청에도 선택할 여지가 남았다는 교육용 가능성만 보여준다.</a:t>
            </a:r>
          </a:p>
          <a:p xmlns:a="http://schemas.openxmlformats.org/drawingml/2006/main">
            <a:r>
              <a:t>3. **MISSING INFORMATION (1:20–2:00):** 아래 목표의 세부·보존 조건·수정 범위·확인 근거·완료 조건의 미정 정보를 짚는다. 다음 장에서는 이를 요청에 넣었을 때 원하는 경로를 어떻게 명시하는지 본다고 S13으로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새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청중 응답 없이 진행하며 경로를 실제 실행 캡처나 관찰된 선택으로 설명하지 않는다. 경로·렌더 일치는 새 제작 평가에서 확인한다.</a:t>
            </a:r>
          </a:p>
          <a:p xmlns:a="http://schemas.openxmlformats.org/drawingml/2006/main">
            <a:r>
              <a:t/>
            </a:r>
          </a:p>
          <a:p xmlns:a="http://schemas.openxmlformats.org/drawingml/2006/main">
            <a:r>
              <a:t>Validation Status: ALIGNED — DEC-0038의 병렬 가능 경로·미정 정보·2분 운영을 정렬했다. 실제 렌더·내장 Notes 대조는 production/evaluation/PROMPT_TIMELINE_REVISION.md에서 별도로 기록한다. Windows PowerPoint·발표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“어떤 경로를 원한다는 뜻인지, 이 요청에서는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**FILL THE REQUEST (0:00–0:45):** S12의 아래 다섯 미정 정보를 채운 프롬프트를 읽는다. 목표: crop(1, 3)은 열 1·2, 폭 2. 보존: 끝 좌표 제외 명세·테스트 기대값. 범위: crop 구현만 최소 수정. 확인: 집중·전체 Test + CLI smoke + diff. 완료: 결과·검증·미확인 사항 보고. 이는 교육용 작성 예시이며 실제 Trial 원문이 아니다.</a:t>
            </a:r>
          </a:p>
          <a:p xmlns:a="http://schemas.openxmlformats.org/drawingml/2006/main">
            <a:r>
              <a:t>2. **DESIRED PATH (0:45–1:30):** 같은 Agent·같은 세 시간선에서 “구현을 명세에 맞춤” 경로를 강조하고 나머지는 옅게 남긴다. 사람이 원한 경로를 요청으로 고정했다는 뜻이며 Agent가 반드시 그 경로를 실행한다거나 정답이 보장됐다는 뜻은 아니다. 결과와 검사 근거를 계속 확인해야 한다.</a:t>
            </a:r>
          </a:p>
          <a:p xmlns:a="http://schemas.openxmlformats.org/drawingml/2006/main">
            <a:r>
              <a:t>3. **GENERALIZE (1:30–2:00):** 구체 예시는 여기서 끝내고, 다른 요청에도 어떤 질문을 먼저 정해야 하는지 S14의 다섯 질문으로 일반화한다. 다음 Task Specification의 항목을 이 장에서 새로 강의하지 않는다.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“고쳐줘”에 어떤 결과를 원하고 무엇을 그대로 둘지 적으면 원하는 선택이 더 잘 드러난다. 요청을 썼다고 검증이 끝나는 것은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“이번 예시에서 정한 정보를, 다른 요청에서도 개발자가 답할 질문으로 정리해 보겠습니다.”라고 S14의 일반 질문으로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경로 강조를 실제 실행 선택이나 PASS 결과로 설명하지 않는다. 새 파일이 확인되기 전에는 Fallback READY로 취급하지 않는다.</a:t>
            </a:r>
          </a:p>
          <a:p xmlns:a="http://schemas.openxmlformats.org/drawingml/2006/main">
            <a:r>
              <a:t/>
            </a:r>
          </a:p>
          <a:p xmlns:a="http://schemas.openxmlformats.org/drawingml/2006/main">
            <a:r>
              <a:t>Validation Status: ALIGNED — DEC-0038의 새 교육용 구체화 예시와 19개 필드를 작성했다. 실제 렌더·내장 Notes 대조는 production/evaluation/PROMPT_TIMELINE_REVISION.md에서 별도로 기록한다. Windows PowerPoint·발표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“이 요청을 보내기 전에 개발자인 나는 무엇을 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S13에서 구체화한 선택을 다른 요청에도 사용할 개발자의 질문으로 일반화한다. “무엇을 바꿀까?”와 “무엇을 유지할까?”를 짚는다.</a:t>
            </a:r>
          </a:p>
          <a:p xmlns:a="http://schemas.openxmlformats.org/drawingml/2006/main">
            <a:r>
              <a:t>2. (1:00–3:00) 허용 범위, 확인 근거, 완료 판단의 세 질문을 이어 읽는다. 앞 예시의 답을 반복하지 않고 다른 요청에서도 개발자가 판단할 질문으로 읽는다.</a:t>
            </a:r>
          </a:p>
          <a:p xmlns:a="http://schemas.openxmlformats.org/drawingml/2006/main">
            <a:r>
              <a:t>3. (3:00–4:00) 각자 익숙한 요청 하나를 떠올리는 조용한 Reflection으로 마친다. 요청문 작성이나 결과 공유를 시키지 않는다.</a:t>
            </a:r>
          </a:p>
          <a:p xmlns:a="http://schemas.openxmlformats.org/drawingml/2006/main">
            <a:r>
              <a:t/>
            </a:r>
          </a:p>
          <a:p xmlns:a="http://schemas.openxmlformats.org/drawingml/2006/main">
            <a:r>
              <a:t>화면 진행: 이 장은 앞의 구체 예시를 개발자가 판단할 다섯 질문으로 일반화하여 번호 순서로 따라간다. 마지막 질문에서 1분 Reflection을 분리하고, 답이나 작성 과제를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요청을 보내기 전에 바꿀 것, 지킬 것, 끝을 어떻게 볼지 묻는다.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“앞의 질문을 묶고, 필요한 사실과 작업 순서를 함께 명시하는 틀로 정리해 보겠습니다.”라고 S15의 Task Specification으로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정적 슬라이드 `production/ACT_1.pptx` S14 또는 `production/preview/act1/S14.png` 사용. 침묵은 정상 진행으로 본다.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“앞의 질문을 작업 요청에 담으려면 어떤 책임으로 정리할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화면 안내처럼 앞의 질문을 묶고 필요한 맥락과 작업 과정을 명시하는 이 과정의 모델로 Task Specification을 소개한다.</a:t>
            </a:r>
          </a:p>
          <a:p xmlns:a="http://schemas.openxmlformats.org/drawingml/2006/main">
            <a:r>
              <a:t>2. (0:45–3:15) 하나의 패널에서 목표·맥락·제약·과정·검증을 위에서 아래로 짚는다. 앞 장의 보존·허용 범위 질문은 제약으로, 확인 근거·완료 질문은 검증으로 묶어 읽는다. 작업에 필요한 사실은 맥락으로, 지킬 순서와 경계는 과정으로 함께 명시한다. 각 행이 어떤 미정을 줄이는지 한 문장씩 설명한다.</a:t>
            </a:r>
          </a:p>
          <a:p xmlns:a="http://schemas.openxmlformats.org/drawingml/2006/main">
            <a:r>
              <a:t>3. (3:15–4:00) 다섯 책임을 모두 길게 적으라는 뜻이 아니라 작업에 필요한 경계를 검토할 틀이라고 정리하고 S16로 간다.</a:t>
            </a:r>
          </a:p>
          <a:p xmlns:a="http://schemas.openxmlformats.org/drawingml/2006/main">
            <a:r>
              <a:t/>
            </a:r>
          </a:p>
          <a:p xmlns:a="http://schemas.openxmlformats.org/drawingml/2006/main">
            <a:r>
              <a:t>화면 진행: 이 장은 한 작업 요청에 다섯 책임을 묶는 구조를 보여준다. S14의 다섯 질문과 일대일 대응하는 표가 아니라 질문을 재구성하고 맥락·과정을 명시한 틀이다. 상단 안내 → 왼쪽 Task Specification → 오른쪽 행 순서로 읽는다.</a:t>
            </a:r>
          </a:p>
          <a:p xmlns:a="http://schemas.openxmlformats.org/drawingml/2006/main">
            <a:r>
              <a:t/>
            </a:r>
          </a:p>
          <a:p xmlns:a="http://schemas.openxmlformats.org/drawingml/2006/main">
            <a:r>
              <a:t>Evidence / Source: BEAT-005, CLM-0029, OQ-001, OQ-007. TEACHING_MODEL / CONCEPTUAL.</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요청에는 목표, 필요한 상황, 지켜야 할 경계, 작업 흐름, 확인 방법이 들어갈 수 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Slide 16에서 다섯 책임을 짧은 Before / After에 적용한다.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정적 슬라이드 `production/ACT_1.pptx` S15 또는 `production/preview/act1/S15.png` 사용.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“두 요청에서 실제로 달라진 정보는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왼쪽의 짧은 요청을 읽고 같은 crop 작업을 비교한다고 고정한다.</a:t>
            </a:r>
          </a:p>
          <a:p xmlns:a="http://schemas.openxmlformats.org/drawingml/2006/main">
            <a:r>
              <a:t>2. (2:00–5:00) 오른쪽에서 추가된 목표·맥락, 제약, 과정, 검증 정보를 순서대로 짚는다. 양쪽 모두 한국어 요청이며 영어라서 좋아졌다는 인상을 만들지 않는다.</a:t>
            </a:r>
          </a:p>
          <a:p xmlns:a="http://schemas.openxmlformats.org/drawingml/2006/main">
            <a:r>
              <a:t>3. (5:00–6:00) 하단 C++ 연결에서 출력·API/ABI 보존 범위와 Release 검증 조건도 작업 전에 정할 수 있음을 짧게 말한다.</a:t>
            </a:r>
          </a:p>
          <a:p xmlns:a="http://schemas.openxmlformats.org/drawingml/2006/main">
            <a:r>
              <a:t>4. (6:00–7:30 / Case) 검증 행을 구체 완료 조건으로 읽는다: Given 열 index가 0·1·2·3인 4열 합성 이미지, When `crop 1 3`, Then 원본 열 1·2만 포함하고 출력 폭은 2다. `crop 1 3`은 교육용 범위 표기이며 전체 함수 signature를 뜻하지 않는다. S05의 계약을 요청에 명시하는 교육용 재구성이며 실제 TRIAL-002 Prompt 원문은 아니다.</a:t>
            </a:r>
          </a:p>
          <a:p xmlns:a="http://schemas.openxmlformats.org/drawingml/2006/main">
            <a:r>
              <a:t>5. (7:30–9:00 / Case) 두 요청에서 어떤 정보가 추가됐는지 비교한다. 완료 조건이 드러났다는 점을 짚되 실제 약한/강한 Prompt 비교 실험이 아니며 길이 자체의 효과를 입증하지 않는다고 유지한다.</a:t>
            </a:r>
          </a:p>
          <a:p xmlns:a="http://schemas.openxmlformats.org/drawingml/2006/main">
            <a:r>
              <a:t/>
            </a:r>
          </a:p>
          <a:p xmlns:a="http://schemas.openxmlformats.org/drawingml/2006/main">
            <a:r>
              <a:t>화면 진행: 이 장은 실제로 더해진 정보의 비교다. 짧은 요청→추가한 네 행→하단 C++ 적용 순서로 가리킨다. Case에서는 검증 행의 4열 입력·crop 범위·출력 폭을 연결한다. 앞의 다섯 질문을 다시 나열하는 시간을 줄이고 보존 조건과 완료 근거가 드러난 위치를 짚는다.</a:t>
            </a:r>
          </a:p>
          <a:p xmlns:a="http://schemas.openxmlformats.org/drawingml/2006/main">
            <a:r>
              <a:t/>
            </a:r>
          </a:p>
          <a:p xmlns:a="http://schemas.openxmlformats.org/drawingml/2006/main">
            <a:r>
              <a:t>Evidence / Source: BEAT-005, TRIAL-002, CLM-0029, OQ-001, OQ-007. TEACHING_MODEL / CONCEPTUAL.</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긴 문장을 쓰는 것보다 바꿀 결과와 지킬 조건, 확인 방법을 드러내는 것이 도움이 되는 질문 틀이다.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구성 예시였습니다. 이제 과거 TRIAL-002에서 요청한 흐름과 기록된 행동을 살펴보겠습니다.”라고 실제 기록의 관찰 기준으로 이동한다.</a:t>
            </a:r>
          </a:p>
          <a:p xmlns:a="http://schemas.openxmlformats.org/drawingml/2006/main">
            <a:r>
              <a:t/>
            </a:r>
          </a:p>
          <a:p xmlns:a="http://schemas.openxmlformats.org/drawingml/2006/main">
            <a:r>
              <a:t>Time Management: After는 네 줄의 비교 축으로 한정한다. Lecture 6분과 Case 3분을 유지하며 기존 Case의 일반 비교 90초를 구체 완료 조건 해설로 교체한다. 전체 Trial Prompt나 코드 지시를 화면에 복사하지 않는다. 시간이 부족하면 C++ inset을 생략한다. 실제 시간 적합성은 리허설 전까지 UNVERIFIED다.</a:t>
            </a:r>
          </a:p>
          <a:p xmlns:a="http://schemas.openxmlformats.org/drawingml/2006/main">
            <a:r>
              <a:t/>
            </a:r>
          </a:p>
          <a:p xmlns:a="http://schemas.openxmlformats.org/drawingml/2006/main">
            <a:r>
              <a:t>Fallback: 정적 기본 경로 — 정적 비교 슬라이드 `production/ACT_1.pptx` S16 또는 `production/preview/act1/S16.png` 사용. Trial 결과로 대체하지 않는다.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먼저 무엇을 하는지 보자</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먼저 무엇을 하는지 보자</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이 한 번의 관찰에서는 재현, 조사, 계획, 수정, 검증 순서를 확인할 수 있다.</a:t>
            </a:r>
          </a:p>
          <a:p xmlns:a="http://schemas.openxmlformats.org/drawingml/2006/main">
            <a:r>
              <a:t/>
            </a:r>
          </a:p>
          <a:p xmlns:a="http://schemas.openxmlformats.org/drawingml/2006/main">
            <a:r>
              <a:t>Opening Question: “TRIAL-002 실제 기록에서는 수정 전에 무엇을 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(0:00–0:35) S16의 교육용 구성 예시에서 과거 TRIAL-002 기록으로 전환했음을 밝힌다. “실제 기록에서는 수정 전에 무엇을 했을까?”를 제시한다. S16 화면의 요청을 그대로 실행한 것으로 설명하지 않는다.</a:t>
            </a:r>
          </a:p>
          <a:p xmlns:a="http://schemas.openxmlformats.org/drawingml/2006/main">
            <a:r>
              <a:t>2. (0:35–1:35) TRIAL-002에서 요청한 재현 → 조사 → 계획 → 수정 → 검증의 다섯 관찰 단계를 가리킨다. 화면은 WATCH 기준이며 결과를 미리 읽어 주는 요약이 아니다.</a:t>
            </a:r>
          </a:p>
          <a:p xmlns:a="http://schemas.openxmlformats.org/drawingml/2006/main">
            <a:r>
              <a:t>3. (1:35–2:00) 다음 두 장에서 이 단일 과거 CLI 기록의 요청 흐름과 행동을 대조한다고 알리고 S18으로 이동한다.</a:t>
            </a:r>
          </a:p>
          <a:p xmlns:a="http://schemas.openxmlformats.org/drawingml/2006/main">
            <a:r>
              <a:t/>
            </a:r>
          </a:p>
          <a:p xmlns:a="http://schemas.openxmlformats.org/drawingml/2006/main">
            <a:r>
              <a:t>Evidence / Source: BEAT-006, TRIAL-002, INV-MATURITY-011. OBSERVED_PRODUCT; one historical Codex CLI run only.</a:t>
            </a:r>
          </a:p>
          <a:p xmlns:a="http://schemas.openxmlformats.org/drawingml/2006/main">
            <a:r>
              <a:t/>
            </a:r>
          </a:p>
          <a:p xmlns:a="http://schemas.openxmlformats.org/drawingml/2006/main">
            <a:r>
              <a:t>Claim Boundary: TRIAL-002는 2026-09-28 macOS Codex CLI 0.154.0의 단일 실행 기록이다. Desktop, 계정, 반복성 또는 다른 모델을 증명하지 않는다.</a:t>
            </a:r>
          </a:p>
          <a:p xmlns:a="http://schemas.openxmlformats.org/drawingml/2006/main">
            <a:r>
              <a:t/>
            </a:r>
          </a:p>
          <a:p xmlns:a="http://schemas.openxmlformats.org/drawingml/2006/main">
            <a:r>
              <a:t>Beginner Explanation: 코드 변경 전 어떤 행동을 먼저 살펴볼지 정하면 Demo를 따라가기 쉽다.</a:t>
            </a:r>
          </a:p>
          <a:p xmlns:a="http://schemas.openxmlformats.org/drawingml/2006/main">
            <a:r>
              <a:t/>
            </a:r>
          </a:p>
          <a:p xmlns:a="http://schemas.openxmlformats.org/drawingml/2006/main">
            <a:r>
              <a:t>Advanced Insight: Keep requested workflow separate from the events evidenced in the recorded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RECORD-BASED WATCH. 2분 Lecture 동안 제품 실행을 재생하지 않는다. 요청한 재현·조사·계획·수정·검증을 관찰 기준으로 제시한다. Trial source: `plan/DEMO_MATRIX.md`, TRIAL-002. 현재 Desktop surface나 실제 터미널 캡처를 보여 주지 않는다.</a:t>
            </a:r>
          </a:p>
          <a:p xmlns:a="http://schemas.openxmlformats.org/drawingml/2006/main">
            <a:r>
              <a:t/>
            </a:r>
          </a:p>
          <a:p xmlns:a="http://schemas.openxmlformats.org/drawingml/2006/main">
            <a:r>
              <a:t>Audience Interaction: 관찰 순서를 마음속으로 따라오게 한다. 응답이나 실습을 요구하지 않는다.</a:t>
            </a:r>
          </a:p>
          <a:p xmlns:a="http://schemas.openxmlformats.org/drawingml/2006/main">
            <a:r>
              <a:t/>
            </a:r>
          </a:p>
          <a:p xmlns:a="http://schemas.openxmlformats.org/drawingml/2006/main">
            <a:r>
              <a:t>Transition: Slide 18에서 조사와 변경의 핵심 장면을 보여준다.</a:t>
            </a:r>
          </a:p>
          <a:p xmlns:a="http://schemas.openxmlformats.org/drawingml/2006/main">
            <a:r>
              <a:t/>
            </a:r>
          </a:p>
          <a:p xmlns:a="http://schemas.openxmlformats.org/drawingml/2006/main">
            <a:r>
              <a:t>Time Management: 2분 안에 관찰 기준만 설명한다. Trial 결과를 앞당겨 보여 주거나 현재 제품 UI를 재현하지 않는다.</a:t>
            </a:r>
          </a:p>
          <a:p xmlns:a="http://schemas.openxmlformats.org/drawingml/2006/main">
            <a:r>
              <a:t/>
            </a:r>
          </a:p>
          <a:p xmlns:a="http://schemas.openxmlformats.org/drawingml/2006/main">
            <a:r>
              <a:t>Fallback: 정적 기본 경로 — 정적 WATCH 슬라이드 `production/ACT_1.pptx` S17 또는 `production/preview/act1/S17.png` 사용. 라이브 실행은 이 단계에서 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“수정 전에 어떤 근거를 확인했는가?”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상단의 실패 테스트 → 호출 경로 → 계약 확인 → 수정 전 계획을 읽는다. 실패 테스트명은 `test_crop_excludes_end_coordinate`, 제품 호출 관계는 `cli.main → pipeline.process_image → transform.crop`이다.</a:t>
            </a:r>
          </a:p>
          <a:p xmlns:a="http://schemas.openxmlformats.org/drawingml/2006/main">
            <a:r>
              <a:t>2. (1:00–2:00) `[x_start, x_end)`가 끝 좌표를 제외하는 계약임을 확인한다. S05의 `crop(image, 1, 3)` 예시를 짧게 회수한다.</a:t>
            </a:r>
          </a:p>
          <a:p xmlns:a="http://schemas.openxmlformats.org/drawingml/2006/main">
            <a:r>
              <a:t>3. (2:00–3:15) 왼쪽 `row[x_start : x_end + 1]`에서 오른쪽 `row[x_start : x_end]`로 바뀐 실제 한 줄 diff를 가리킨다. 수정 전에 계획을 알린 기록이 있었다고 말한다.</a:t>
            </a:r>
          </a:p>
          <a:p xmlns:a="http://schemas.openxmlformats.org/drawingml/2006/main">
            <a:r>
              <a:t>4. (3:15–4:00) 이 입력의 너비 3이 계약대로 2가 되는 변화로 정리한다. 정적 소스·diff 재구성이며 새 실행이나 screenshot이 아님을 유지하고 S19로 넘긴다.</a:t>
            </a:r>
          </a:p>
          <a:p xmlns:a="http://schemas.openxmlformats.org/drawingml/2006/main">
            <a:r>
              <a:t/>
            </a:r>
          </a:p>
          <a:p xmlns:a="http://schemas.openxmlformats.org/drawingml/2006/main">
            <a:r>
              <a:t>Evidence / Source: BEAT-006, TRIAL-002, INV-MATURITY-011. OBSERVED_PRODUCT, one recorded CLI run.</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계약을 먼저 맞춘 뒤 꼭 필요한 한 줄만 바꿨다.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S18의 실제 diff 재구성 도식을 사용한다. 실패 테스트·호출 경로·계약·수정 전 계획 → Before/After slice → 너비 변화를 순서대로 가리킨다. source test ID: `test_crop_excludes_end_coordinate`. Source: TRIAL-002 record, STATE-00 및 STATE-00-FIXED의 `src/graypipe/transform.py`.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Slide 19에서 변경 결과를 어떤 확인으로 뒷받침했는지 본다.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정적 PPTX S18 또는 `production/preview/act1/S18.png` 사용. 시각 도식은 기록에서 재구성한 자료이며 원본 화면 캡처가 아니다. 실행 실패 상황은 없다: Live를 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“생성된 변경을 어떤 확인이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단일 TRIAL-002의 변경 뒤 기록임을 고정한다.</a:t>
            </a:r>
          </a:p>
          <a:p xmlns:a="http://schemas.openxmlformats.org/drawingml/2006/main">
            <a:r>
              <a:t>2. (0:45–2:45) 동작 확인(집중 3/3·전체 11/11), 실행 확인(CLI smoke PASS), 범위 확인(한 파일·한 줄·diff check)을 세 묶음으로 읽는다. 각각 확인한 범위가 다름을 설명한다.</a:t>
            </a:r>
          </a:p>
          <a:p xmlns:a="http://schemas.openxmlformats.org/drawingml/2006/main">
            <a:r>
              <a:t>3. (2:45–3:30) 하단의 성능 benchmark 미실행을 밝힌다. 이 테스트 통과를 성능 개선 근거로 바꾸지 않는다.</a:t>
            </a:r>
          </a:p>
          <a:p xmlns:a="http://schemas.openxmlformats.org/drawingml/2006/main">
            <a:r>
              <a:t>4. (3:30–4:00) 생성된 코드와 완료 판단의 차이로 S20에 넘긴다.</a:t>
            </a:r>
          </a:p>
          <a:p xmlns:a="http://schemas.openxmlformats.org/drawingml/2006/main">
            <a:r>
              <a:t/>
            </a:r>
          </a:p>
          <a:p xmlns:a="http://schemas.openxmlformats.org/drawingml/2006/main">
            <a:r>
              <a:t>Evidence / Source: BEAT-007, INV-VERIFY-001, TRIAL-002, CLM-0029, CLM-0027. OBSERVED_PRODUCT, one Codex CLI run.</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완료라고 말할 때 코드와 함께 어떤 확인이 있었는지 보여 준다.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생성 자체와 완료 판단을 구분하는 Slide 20로 간다.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정적 PPTX S19 또는 `production/preview/act1/S19.png` 사용. 수치는 TRIAL-002 기록에 한정한다; 새로운 pass 수치를 추가하지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“어떤 Check가 어떤 Claim을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왼쪽 “코드가 나왔다”에서 오른쪽 “완료라고 말할 수 있나?”로 시선을 옮긴다.</a:t>
            </a:r>
          </a:p>
          <a:p xmlns:a="http://schemas.openxmlformats.org/drawingml/2006/main">
            <a:r>
              <a:t>2. (0:45–2:15) 검토용 결과 인계의 네 항목을 crop 사례로 설명한다. 변경 이유·범위는 끝 좌표 제외 계약에 맞춘 crop 한 줄 수정, 검증 근거·결과는 S19의 집중·전체 테스트와 CLI·diff 기록 참조, 미확인은 이 수정의 성능을 측정하지 않았다는 점, 사람의 수용 판단은 이 범위와 근거로 변경을 받아들일지 개발자가 결정한다는 점이다. 동작 테스트·샘플 실행·변경 검토는 검증 근거 항목에 묶고 수치를 다시 나열하지 않는다. 이 네 항목은 기존 기록의 강의용 정리이며 실제 PR이나 당시 Agent 답변 원문이 아니다.</a:t>
            </a:r>
          </a:p>
          <a:p xmlns:a="http://schemas.openxmlformats.org/drawingml/2006/main">
            <a:r>
              <a:t>3. (2:15–2:45) 성능 개선을 주장하는 작업에는 해당 입력·환경의 측정도 필요할 수 있다고 설명한다. TRIAL-002에서 benchmark가 실행됐다는 뜻이 아니다.</a:t>
            </a:r>
          </a:p>
          <a:p xmlns:a="http://schemas.openxmlformats.org/drawingml/2006/main">
            <a:r>
              <a:t>4. (2:45–3:00) 주장마다 필요한 근거가 다르다는 S21로 넘긴다.</a:t>
            </a:r>
          </a:p>
          <a:p xmlns:a="http://schemas.openxmlformats.org/drawingml/2006/main">
            <a:r>
              <a:t/>
            </a:r>
          </a:p>
          <a:p xmlns:a="http://schemas.openxmlformats.org/drawingml/2006/main">
            <a:r>
              <a:t>Evidence / Source: BEAT-007, INV-VERIFY-001, TRIAL-002, CLM-0029, CLM-0027. OBSERVED_PRODUCT and separate TEACHING_MODEL.</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코드가 생성됐다는 사실은 완료를 판단하는 한 가지 정보일 뿐이다.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C++ 대응은 S21 Notes의 선택적 참고로 남기며 S21 화면에는 C++ inset이 없다. 주요 C++ 패턴 전이는 S55에서 이어 간다. 이 장에서 중복 설명하지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Slide 21에서 각 Check가 뒷받침하는 범위를 비교한다.</a:t>
            </a:r>
          </a:p>
          <a:p xmlns:a="http://schemas.openxmlformats.org/drawingml/2006/main">
            <a:r>
              <a:t/>
            </a:r>
          </a:p>
          <a:p xmlns:a="http://schemas.openxmlformats.org/drawingml/2006/main">
            <a:r>
              <a:t>Time Management: Lecture 3분을 유지한다. 생성·완료 질문 45초, 결과 인계 예시 90초, 조건부 성능 측정 30초, S21 연결 15초로 배분한다. 기존 검증 근거의 재나열과 반복 설명을 이 예시로 교체한다. 기록 사실과 Teaching Model을 분리하고 S19의 다섯 수치를 다시 읽지 않는다. 실제 시간 적합성은 리허설 전까지 UNVERIFIED다.</a:t>
            </a:r>
          </a:p>
          <a:p xmlns:a="http://schemas.openxmlformats.org/drawingml/2006/main">
            <a:r>
              <a:t/>
            </a:r>
          </a:p>
          <a:p xmlns:a="http://schemas.openxmlformats.org/drawingml/2006/main">
            <a:r>
              <a:t>Fallback: 정적 PPTX S20 또는 `production/preview/act1/S20.png`를 사용한다. 생성·완료의 관계는 교육 모델, TRIAL-002는 하단에 표시된 과거 관찰로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“이 Check로 무엇까지 말할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표가 특정 테스트의 만능 효과를 뜻하지 않는다고 소개한다. 실제 TRIAL-002는 집중·전체 테스트, CLI smoke, diff를 확인했다는 하단 출처를 짚는다.</a:t>
            </a:r>
          </a:p>
          <a:p xmlns:a="http://schemas.openxmlformats.org/drawingml/2006/main">
            <a:r>
              <a:t>2. (0:30–2:30) 확인 방법 → 말할 수 있는 범위의 다섯 행을 설명한다. 성능 측정 행은 교육 모델이며 TRIAL-002에서 benchmark를 실행하지 않았다고 밝힌다.</a:t>
            </a:r>
          </a:p>
          <a:p xmlns:a="http://schemas.openxmlformats.org/drawingml/2006/main">
            <a:r>
              <a:t>3. (2:30–4:00) 같은 crop 사례에서 검사가 계약 위반을 구별하는지 비교한다. “결과가 비어 있지 않다”는 빈 결과를 찾을 수 있지만 끝 좌표를 잘못 포함한 3열 결과도 받아들일 수 있다. 이 조건만으로는 끝 좌표 제외 계약을 검증하기에 부족하다. “원본 열 1·2만 포함하고 출력 폭은 2다”처럼 해당 입력의 기대 결과를 비교해야 이 차이를 구별할 수 있다. 전자의 검사를 항상 무의미하다고 부르지 않으며, 후자의 검사 하나가 모든 입력의 정확성을 보장한다고도 말하지 않는다. 강의용 반례이고 새 실행 결과나 당시 테스트 assertion의 전사본이 아니다.</a:t>
            </a:r>
          </a:p>
          <a:p xmlns:a="http://schemas.openxmlformats.org/drawingml/2006/main">
            <a:r>
              <a:t>4. (4:00–5:00) 익숙한 Check가 뒷받침하는 Claim을 개인적으로 떠올린다. 그 검증 방법을 다음 작업에서도 다시 설명할지 생각하는 Reflection으로 마친다.</a:t>
            </a:r>
          </a:p>
          <a:p xmlns:a="http://schemas.openxmlformats.org/drawingml/2006/main">
            <a:r>
              <a:t/>
            </a:r>
          </a:p>
          <a:p xmlns:a="http://schemas.openxmlformats.org/drawingml/2006/main">
            <a:r>
              <a:t>Evidence / Source: BEAT-007, INV-VERIFY-001, TRIAL-002, CLM-0029, CLM-0027. Actual checks are separate from the TEACHING_MODEL mapping.</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비어 있지 않음과 계약상 기대 열·폭의 비교는 기존 crop 사례를 이용한 교육용 반례이며 새 실행 결과, 당시 assertion 원문 또는 GoogleTest 사용법 교육이 아니다.</a:t>
            </a:r>
          </a:p>
          <a:p xmlns:a="http://schemas.openxmlformats.org/drawingml/2006/main">
            <a:r>
              <a:t/>
            </a:r>
          </a:p>
          <a:p xmlns:a="http://schemas.openxmlformats.org/drawingml/2006/main">
            <a:r>
              <a:t>Beginner Explanation: Focused test는 바뀐 동작을, 전체 Test는 기존 suite의 범위를, smoke는 sample 실행 경로를 확인한다.</a:t>
            </a:r>
          </a:p>
          <a:p xmlns:a="http://schemas.openxmlformats.org/drawingml/2006/main">
            <a:r>
              <a:t/>
            </a:r>
          </a:p>
          <a:p xmlns:a="http://schemas.openxmlformats.org/drawingml/2006/main">
            <a:r>
              <a:t>Advanced Insight: For C++ projects, match Release build, API/ABI checks, regression tests, and measurement to the claim and risk. These are illustrative engineering patterns, not this Demo repository’s tooling.</a:t>
            </a:r>
          </a:p>
          <a:p xmlns:a="http://schemas.openxmlformats.org/drawingml/2006/main">
            <a:r>
              <a:t/>
            </a:r>
          </a:p>
          <a:p xmlns:a="http://schemas.openxmlformats.org/drawingml/2006/main">
            <a:r>
              <a:t>C++ Vision Bridge: NOTES-ONLY 선택적 참고: `build claim → Release build`; `compatibility claim → API / ABI review`; `performance claim → benchmark with named workload`. 화면의 C++ inset은 계약 비교 예시로 대체했으며 이 대응을 추가 강의하지 않는다. 주요 C++ 패턴 전이는 S55에 유지한다. No Windows, shell, IDE, or hardware setup is asserted.</a:t>
            </a:r>
          </a:p>
          <a:p xmlns:a="http://schemas.openxmlformats.org/drawingml/2006/main">
            <a:r>
              <a:t/>
            </a:r>
          </a:p>
          <a:p xmlns:a="http://schemas.openxmlformats.org/drawingml/2006/main">
            <a:r>
              <a:t>Demo Operation: TRIAL-002 evidence callback outside the 8-minute Demo slot. 본문 표와 검증 품질 반례는 일반적인 check-to-claim 교육 모델이다. 하단 출처에는 실제 Trial에서 수행한 확인만 따로 표시한다. Benchmark 미실행 경계를 유지하고 반례에 새 PASS/FAIL, 수치나 실행 결과를 추가하지 않는다.</a:t>
            </a:r>
          </a:p>
          <a:p xmlns:a="http://schemas.openxmlformats.org/drawingml/2006/main">
            <a:r>
              <a:t/>
            </a:r>
          </a:p>
          <a:p xmlns:a="http://schemas.openxmlformats.org/drawingml/2006/main">
            <a:r>
              <a:t>Audience Interaction: 마지막 1분은 각자가 익숙한 Check와 그 Check가 뒷받침하는 Claim을 조용히 생각한다. 결과 발표는 요구하지 않는다.</a:t>
            </a:r>
          </a:p>
          <a:p xmlns:a="http://schemas.openxmlformats.org/drawingml/2006/main">
            <a:r>
              <a:t/>
            </a:r>
          </a:p>
          <a:p xmlns:a="http://schemas.openxmlformats.org/drawingml/2006/main">
            <a:r>
              <a:t>Transition: “방금 정한 테스트 명령과 보존 조건은 다음 작업에도 필요할 수 있습니다. 이 설명을 매번 다시 적어야 할까요?”라고 검증 지침의 재사용에서 S22의 정보 수명 질문으로 연결한다.</a:t>
            </a:r>
          </a:p>
          <a:p xmlns:a="http://schemas.openxmlformats.org/drawingml/2006/main">
            <a:r>
              <a:t/>
            </a:r>
          </a:p>
          <a:p xmlns:a="http://schemas.openxmlformats.org/drawingml/2006/main">
            <a:r>
              <a:t>Time Management: Lecture 4분과 Reflection 1분을 분리한다. 소개 30초, Check 표 2분, 계약 위반을 구별하는 검사 비교 90초로 Lecture를 편성한다. C++ footer 해설 1분과 반복 소개 30초를 이 비교로 교체한다. C++ 대응은 선택적 참고로 남기고 별도 도구 강의 시간을 더하지 않는다. 실제 시간 적합성은 리허설 전까지 UNVERIFIED다.</a:t>
            </a:r>
          </a:p>
          <a:p xmlns:a="http://schemas.openxmlformats.org/drawingml/2006/main">
            <a:r>
              <a:t/>
            </a:r>
          </a:p>
          <a:p xmlns:a="http://schemas.openxmlformats.org/drawingml/2006/main">
            <a:r>
              <a:t>Fallback: 정적 PPTX S21 또는 `production/preview/act1/S21.png`를 사용한다. 표의 일반적인 범위와 하단 Trial 출처를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이번 Task인가, 계속 유지할 Project 정보인가?</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“테스트·보존 조건처럼 반복해서 쓰는 문장은 이번 작업에만 필요할까, 다음 작업에도 필요할까?”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S21에서 검증 방법을 골랐다는 점을 회수하고, 테스트·보존 조건처럼 최근 요청에 반복해서 썼던 문장 하나를 떠올리게 한다. “이번 작업에만?”과 “다음 작업에도?” 중 어디에 해당할지 개인적으로 생각한다. 화면의 두 영역은 비워 두고 문장의 분류를 대신 정하지 않는다.</a:t>
            </a:r>
          </a:p>
          <a:p xmlns:a="http://schemas.openxmlformats.org/drawingml/2006/main">
            <a:r>
              <a:t>2. (1:00–3:00) 자발적인 Q&amp;A를 받는다. 답이나 분류 기준을 미리 공개하지 않는다. 침묵도 정상 진행이다.</a:t>
            </a:r>
          </a:p>
          <a:p xmlns:a="http://schemas.openxmlformats.org/drawingml/2006/main">
            <a:r>
              <a:t>3. (3:00) S23에서 후보 예시를 함께 확인하겠다고 전환한다.</a:t>
            </a:r>
          </a:p>
          <a:p xmlns:a="http://schemas.openxmlformats.org/drawingml/2006/main">
            <a:r>
              <a:t/>
            </a:r>
          </a:p>
          <a:p xmlns:a="http://schemas.openxmlformats.org/drawingml/2006/main">
            <a:r>
              <a:t>Evidence / Source: BEAT-007 → BEAT-008 handoff, CLM-0029, CLM-0027, CLM-0003, CLM-0005. TEACHING_MODEL.</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이번 요청에만 필요한 말과 여러 번 반복할 수 있는 규칙이 다를 수 있음을 생각한다.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Slide 23에서 Reflection/Discussion을 회수하고 “왜 Project 설명을 매번 다시 쓰는가?”라는 ACT 2 질문으로 넘긴다.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정적 질문 슬라이드 `production/ACT_1.pptx` S22 또는 `production/preview/act1/S22.png` 사용. 공유 응답이 없어도 다음으로 진행한다.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반복하는 설명을 두 범주로 나누기</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“이번 Task에만 필요한 정보와 Project가 계속 유지할 정보는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Reflection) S22의 두 질문을 회수하고 화면의 후보가 자신의 작업에서도 같은 수명·범위인지 조용히 생각하게 한다.</a:t>
            </a:r>
          </a:p>
          <a:p xmlns:a="http://schemas.openxmlformats.org/drawingml/2006/main">
            <a:r>
              <a:t>2. (1:00–2:00, Transition) crop 경계 수정·이번 README 수정과, 계속 유지할 의존성 추가 근거·테스트 명령의 후보 예시를 비교한다. 유일한 정답이나 실제 STATE-01 원문이라고 하지 않는다.</a:t>
            </a:r>
          </a:p>
          <a:p xmlns:a="http://schemas.openxmlformats.org/drawingml/2006/main">
            <a:r>
              <a:t>3. (2:00–4:00, Transition) 정보의 수명과 적용 범위 차이를 정리하고 “Project 정보를 왜 매번 Prompt에 다시 적고 있을까?”를 ACT 2의 질문으로 남긴다.</a:t>
            </a:r>
          </a:p>
          <a:p xmlns:a="http://schemas.openxmlformats.org/drawingml/2006/main">
            <a:r>
              <a:t>4. (4:00–6:00, Q&amp;A) 자발적인 질문을 받고 6분에 ACT 2로 이동한다. 질문이 없으면 다음 문제를 다시 읽고 정시에 넘긴다.</a:t>
            </a:r>
          </a:p>
          <a:p xmlns:a="http://schemas.openxmlformats.org/drawingml/2006/main">
            <a:r>
              <a:t/>
            </a:r>
          </a:p>
          <a:p xmlns:a="http://schemas.openxmlformats.org/drawingml/2006/main">
            <a:r>
              <a:t>화면 진행: 이 장의 두 열은 다음 ACT로 넘길 분류 후보다. 이번 목표와 여러 작업에 남길 사실의 수명이 다르다는 질문만 남긴다. 아직 S26 관찰 결과를 근거처럼 회수하지 않는다.</a:t>
            </a:r>
          </a:p>
          <a:p xmlns:a="http://schemas.openxmlformats.org/drawingml/2006/main">
            <a:r>
              <a:t/>
            </a:r>
          </a:p>
          <a:p xmlns:a="http://schemas.openxmlformats.org/drawingml/2006/main">
            <a:r>
              <a:t>Evidence / Source: BEAT-007, BEAT-008, TRANS-003, CLM-0029, CLM-0027, CLM-0003, CLM-0005. TEACHING_MODEL / CONCEPTUAL.</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 한 번에만 필요한 정보와 프로젝트가 계속 참고할 수 있는 정보를 구별해 본다.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“그런데 Project 정보를 왜 매번 Prompt에 다시 적고 있을까?”</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정적 비교 슬라이드 `production/ACT_1.pptx` S23 또는 `production/preview/act1/S23.png` 사용. Q&amp;A가 없어도 마지막 Transition 질문 후 ACT 2로 간다.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다른 Task에 같은 설명이 반복된다</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S24 또는 `production/preview/act2/S24.png`다.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작은 Project Context의 첫 기록</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S26로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S26의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S25 및 `production/preview/act2/S25.png`에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S26 handoff. 명령어 옵션별 설명은 생략한다.</a:t>
            </a:r>
          </a:p>
          <a:p xmlns:a="http://schemas.openxmlformats.org/drawingml/2006/main">
            <a:r>
              <a:t/>
            </a:r>
          </a:p>
          <a:p xmlns:a="http://schemas.openxmlformats.org/drawingml/2006/main">
            <a:r>
              <a:t>Fallback: LOCAL STATIC ARTIFACT — 발표 기본 경로는 `production/ACT_2.pptx`의 S25 또는 `production/preview/act2/S25.png`다.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한 번의 사용에서 확인된 것</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한 번의 사용에서 확인된 것</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In the recorded TRIAL-003 run, the agent inspected `AGENTS.md` and used the documented test command that was absent from the Task Prompt.</a:t>
            </a:r>
          </a:p>
          <a:p xmlns:a="http://schemas.openxmlformats.org/drawingml/2006/main">
            <a:r>
              <a:t/>
            </a:r>
          </a:p>
          <a:p xmlns:a="http://schemas.openxmlformats.org/drawingml/2006/main">
            <a:r>
              <a:t>Opening Question: “Prompt에 없던 test command는 어디서 왔을까?”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요청에는 README-only 범위가 있었지만 전체 테스트 명령은 없었다고 짚는다.</a:t>
            </a:r>
          </a:p>
          <a:p xmlns:a="http://schemas.openxmlformats.org/drawingml/2006/main">
            <a:r>
              <a:t>2. (1:00–3:00) 가운데 AGENTS.md 접근과 기록된 테스트 명령 사용을 오른쪽 11/11 PASS 기록에 연결한다. 화면은 Trial 기록을 요약한 설명 구조다.</a:t>
            </a:r>
          </a:p>
          <a:p xmlns:a="http://schemas.openxmlformats.org/drawingml/2006/main">
            <a:r>
              <a:t>3. (3:00–4:00) Personal/global Skills도 실행됐으므로 AGENTS.md 단독 효과를 분리할 수 없다고 밝힌다. README-only 범위는 요청에도 있었다고 마무리한다.</a:t>
            </a:r>
          </a:p>
          <a:p xmlns:a="http://schemas.openxmlformats.org/drawingml/2006/main">
            <a:r>
              <a:t/>
            </a:r>
          </a:p>
          <a:p xmlns:a="http://schemas.openxmlformats.org/drawingml/2006/main">
            <a:r>
              <a:t>Evidence / Source: TRIAL-003, STATE-01, DEMO-02. OBSERVED_PRODUCT; one recorded CLI run. Personal/global Skills also ran.</a:t>
            </a:r>
          </a:p>
          <a:p xmlns:a="http://schemas.openxmlformats.org/drawingml/2006/main">
            <a:r>
              <a:t/>
            </a:r>
          </a:p>
          <a:p xmlns:a="http://schemas.openxmlformats.org/drawingml/2006/main">
            <a:r>
              <a:t>Claim Boundary: This run does not isolate an independent causal effect of `AGENTS.md`, establish general superiority, or show that repository guidance alone determined file scope.</a:t>
            </a:r>
          </a:p>
          <a:p xmlns:a="http://schemas.openxmlformats.org/drawingml/2006/main">
            <a:r>
              <a:t/>
            </a:r>
          </a:p>
          <a:p xmlns:a="http://schemas.openxmlformats.org/drawingml/2006/main">
            <a:r>
              <a:t>Beginner Explanation: The record shows one example where a Project test command was available outside the current Prompt and was used.</a:t>
            </a:r>
          </a:p>
          <a:p xmlns:a="http://schemas.openxmlformats.org/drawingml/2006/main">
            <a:r>
              <a:t/>
            </a:r>
          </a:p>
          <a:p xmlns:a="http://schemas.openxmlformats.org/drawingml/2006/main">
            <a:r>
              <a:t>Advanced Insight: Keep the observed action, other active instructions, and Task scope separate when interpreting causality.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Present the captured/reconstructed Trial record. Do not represent it as a current Desktop run or a live screenshot. HYBRID activation is UNVERIFIED.</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Use three minutes for the recorded sequence and one minute for the causal boundary. Do not elaborate on unrelated Trial details.</a:t>
            </a:r>
          </a:p>
          <a:p xmlns:a="http://schemas.openxmlformats.org/drawingml/2006/main">
            <a:r>
              <a:t/>
            </a:r>
          </a:p>
          <a:p xmlns:a="http://schemas.openxmlformats.org/drawingml/2006/main">
            <a:r>
              <a:t>Fallback: LOCAL STATIC ARTIFACT — 발표 기본 경로는 `production/ACT_2.pptx`의 S26 또는 `production/preview/act2/S26.png`다.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Task Prompt와 Project Context</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‘이번 작업이 끝나면?’이라는 질문으로 정보의 수명을 비교한다.</a:t>
            </a:r>
          </a:p>
          <a:p xmlns:a="http://schemas.openxmlformats.org/drawingml/2006/main">
            <a:r>
              <a:t>2. (1:00–4:00) 왼쪽 crop 수정과 README-only 범위, 오른쪽 테스트 명령과 근거 기반 의존성 정책을 연결한다. Prompt는 현재 목표를 표현하는 데 계속 필요하다.</a:t>
            </a:r>
          </a:p>
          <a:p xmlns:a="http://schemas.openxmlformats.org/drawingml/2006/main">
            <a:r>
              <a:t>3. (4:00–5:00) 어떤 사실이 다음 Task에도 유효한지 질문한다. C++에서도 공통 제약과 이번 알고리즘 변경 조건의 범위가 다를 수 있다는 짧은 예만 든다.</a:t>
            </a:r>
          </a:p>
          <a:p xmlns:a="http://schemas.openxmlformats.org/drawingml/2006/main">
            <a:r>
              <a:t/>
            </a:r>
          </a:p>
          <a:p xmlns:a="http://schemas.openxmlformats.org/drawingml/2006/main">
            <a:r>
              <a:t>화면 진행: S26에서 본 기록을 회수한 뒤 두 열의 수명을 비교한다. 왼쪽은 다음 작업에서 바뀔 목표, 오른쪽은 여러 작업에서 다시 참고할 사실이다. S23의 분류 질문을 처음부터 반복하지 않는다.</a:t>
            </a:r>
          </a:p>
          <a:p xmlns:a="http://schemas.openxmlformats.org/drawingml/2006/main">
            <a:r>
              <a:t/>
            </a:r>
          </a:p>
          <a:p xmlns:a="http://schemas.openxmlformats.org/drawingml/2006/main">
            <a:r>
              <a:t>Evidence / Source: BEAT-009–010, TRANS-003, CLM-0003, CLM-0005. TEACHING_MODEL / CONCEPTUAL; examples summarize S24–S26.</a:t>
            </a:r>
          </a:p>
          <a:p xmlns:a="http://schemas.openxmlformats.org/drawingml/2006/main">
            <a:r>
              <a:t/>
            </a:r>
          </a:p>
          <a:p xmlns:a="http://schemas.openxmlformats.org/drawingml/2006/main">
            <a:r>
              <a:t>Claim Boundary: This is a teaching model for scope and lifetime, not a formal OpenAI taxonomy or proof that one layer is always better.</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발표 기본 경로는 `production/ACT_2.pptx`의 S27 또는 `production/preview/act2/S27.png`다.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정확한 정보도 계속 늘어난다</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STATE-02 grew from 15 lines / 567 bytes to 32 lines / 1,303 bytes as the Project recorded more details; growth alone is not evidence of failure.</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STATE-01의 목적·실행·테스트·기본 제약에서 출발한다. 15줄/567 bytes와 32줄/1,303 bytes는 상태를 식별하는 크기 정보다.</a:t>
            </a:r>
          </a:p>
          <a:p xmlns:a="http://schemas.openxmlformats.org/drawingml/2006/main">
            <a:r>
              <a:t>2. (1:00–3:00) STATE-02에 더해진 처리 순서, 이미지 계약, 테스트 구조, CLI 출력의 실제 항목을 가리킨다. 처리 순서의 말줄임표는 선택적 invert/crop/resize 등의 중간 단계를 생략했다는 뜻이다.</a:t>
            </a:r>
          </a:p>
          <a:p xmlns:a="http://schemas.openxmlformats.org/drawingml/2006/main">
            <a:r>
              <a:t>3. (3:00–4:00) 크기 자체의 성능 의미를 부여하지 않고 ‘이번 Task에도 필요할까?’로 다음 장을 연다.</a:t>
            </a:r>
          </a:p>
          <a:p xmlns:a="http://schemas.openxmlformats.org/drawingml/2006/main">
            <a:r>
              <a:t/>
            </a:r>
          </a:p>
          <a:p xmlns:a="http://schemas.openxmlformats.org/drawingml/2006/main">
            <a:r>
              <a:t>Evidence / Source: STATE-01 and STATE-02, BEAT-011, CLM-0014, CLM-0015. OBSERVED_PRODUCT; counts describe these recorded states only.</a:t>
            </a:r>
          </a:p>
          <a:p xmlns:a="http://schemas.openxmlformats.org/drawingml/2006/main">
            <a:r>
              <a:t/>
            </a:r>
          </a:p>
          <a:p xmlns:a="http://schemas.openxmlformats.org/drawingml/2006/main">
            <a:r>
              <a:t>Claim Boundary: Do not label the growth as a failure threshold, claim that it caused an error, or imply that the content was inaccurate.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two recorded state summaries; no live repository interaction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크기 식별은 짧게 끝내고 추가된 실제 정보 네 항목에 시간을 쓴다. 마지막 1분에는 관련성 질문으로 이동하며 문서 크기의 인과 효과를 만들지 않는다.</a:t>
            </a:r>
          </a:p>
          <a:p xmlns:a="http://schemas.openxmlformats.org/drawingml/2006/main">
            <a:r>
              <a:t/>
            </a:r>
          </a:p>
          <a:p xmlns:a="http://schemas.openxmlformats.org/drawingml/2006/main">
            <a:r>
              <a:t>Fallback: LOCAL STATIC ARTIFACT — 발표 기본 경로는 `production/ACT_2.pptx`의 S28 또는 `production/preview/act2/S28.png`다.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정확하지만 이번 Task에는 불필요한 정보</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정확하지만 이번 Task에는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 included Image context that was unnecessary for the README build-guidance Task, but no agent confusion or context-related failure was observed.</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README의 build tools 안내를 고친 기록된 Task를 제시한다.</a:t>
            </a:r>
          </a:p>
          <a:p xmlns:a="http://schemas.openxmlformats.org/drawingml/2006/main">
            <a:r>
              <a:t>2. (1:00–2:00 / Demo) 왼쪽 README/build 설정과 오른쪽 crop·resize 계약/pipeline 상세를 비교한다. Agent 혼란과 Context 관련 실패는 관찰되지 않았음을 먼저 밝힌다.</a:t>
            </a:r>
          </a:p>
          <a:p xmlns:a="http://schemas.openxmlformats.org/drawingml/2006/main">
            <a:r>
              <a:t>3. (2:00–4:00 / Reflection) 정확한 정보와 이번 질문에 관련된 정보를 구분해 보게 한다. 공개 응답이나 작업은 요구하지 않는다.</a:t>
            </a:r>
          </a:p>
          <a:p xmlns:a="http://schemas.openxmlformats.org/drawingml/2006/main">
            <a:r>
              <a:t/>
            </a:r>
          </a:p>
          <a:p xmlns:a="http://schemas.openxmlformats.org/drawingml/2006/main">
            <a:r>
              <a:t>Evidence / Source: TRIAL-004, BEAT-012, CLM-0014, CLM-0015. OBSERVED_PRODUCT; CAPTURED record of one Task.</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Show the captured/reconstructed Trial record for two minutes.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발표 기본 경로는 `production/ACT_2.pptx`의 S29 또는 `production/preview/act2/S29.png`다.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정보의 범위와 제공 시점</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행이 이 과정에서 쓰는 정보 설계 모델임을 밝힌다.</a:t>
            </a:r>
          </a:p>
          <a:p xmlns:a="http://schemas.openxmlformats.org/drawingml/2006/main">
            <a:r>
              <a:t>2. (1:00–3:00) 기본 안내, 질문에 따른 상세, 특정 작업의 수행 방법을 순서대로 가리킨다. 각 행의 구체 예시를 하나씩 설명한다.</a:t>
            </a:r>
          </a:p>
          <a:p xmlns:a="http://schemas.openxmlformats.org/drawingml/2006/main">
            <a:r>
              <a:t>3. (3:00–4:00) 성능 조사 절차 예가 STATE-02에 저장돼 있었다는 뜻은 아니라고 한정한다. 방금은 정보의 범위와 제공 시점을 나눴고, 다음에는 ‘Context 양만 늘리면 충분할까?’를 연구의 제한된 범위 안에서 살펴본다고 예고한다.</a:t>
            </a:r>
          </a:p>
          <a:p xmlns:a="http://schemas.openxmlformats.org/drawingml/2006/main">
            <a:r>
              <a:t/>
            </a:r>
          </a:p>
          <a:p xmlns:a="http://schemas.openxmlformats.org/drawingml/2006/main">
            <a:r>
              <a:t>Evidence / Source: BEAT-012, BEAT-014, STATE-02, CLM-0014, CLM-0015, CLM-0003, CLM-0005. TEACHING_MODEL / CONCEPTUAL.</a:t>
            </a:r>
          </a:p>
          <a:p xmlns:a="http://schemas.openxmlformats.org/drawingml/2006/main">
            <a:r>
              <a:t/>
            </a:r>
          </a:p>
          <a:p xmlns:a="http://schemas.openxmlformats.org/drawingml/2006/main">
            <a:r>
              <a:t>Claim Boundary: Always-on / On-demand / Workflow is a course model, not an official OpenAI classification.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Four minutes, one minute per bucket plus the boundary. Do not present this as a product feature taxonomy.</a:t>
            </a:r>
          </a:p>
          <a:p xmlns:a="http://schemas.openxmlformats.org/drawingml/2006/main">
            <a:r>
              <a:t/>
            </a:r>
          </a:p>
          <a:p xmlns:a="http://schemas.openxmlformats.org/drawingml/2006/main">
            <a:r>
              <a:t>Fallback: LOCAL STATIC ARTIFACT — 발표 기본 경로는 `production/ACT_2.pptx`의 S30 또는 `production/preview/act2/S30.png`다.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Long Context 연구가 말해주는 범위</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“정보의 범위와 시점을 나눠봤는데, Context 양만 늘리면 충분할까?”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정보 분류에서 잠시 물러나 ‘양만 늘리면 충분한가?’라는 질문을 보는 목적을 밝힌다.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 연구 소개를 마치고, 이번 Task에 필요한 상세 정보와 그 위치를 설계하는 질문으로 돌아간다.</a:t>
            </a:r>
          </a:p>
          <a:p xmlns:a="http://schemas.openxmlformats.org/drawingml/2006/main">
            <a:r>
              <a:t/>
            </a:r>
          </a:p>
          <a:p xmlns:a="http://schemas.openxmlformats.org/drawingml/2006/main">
            <a:r>
              <a:t>화면 진행: 왼쪽은 관련 정보의 위치를 바꾸는 질적 과제 구조, 오른쪽은 Repository에서 관련 코드를 찾는 과제 구조다. 칠해진 블록은 정보 위치 표시이며 점수·성능·현재 Codex 결과를 뜻하지 않는다. 수치 그래프처럼 해석하지 않는다.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S31 또는 `production/preview/act2/S31.png`다.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필요한 상세 정보로 가는 길</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“Task가 필요한 상세 정보에 도달하는 경로는 어떻게 설계할까?”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 이 장에서는 찾아가는 경로를 보았고, 다음 장에서는 그 출발점인 Core에 무엇을 남길지 정한다고 마무리한다.</a:t>
            </a:r>
          </a:p>
          <a:p xmlns:a="http://schemas.openxmlformats.org/drawingml/2006/main">
            <a:r>
              <a:t/>
            </a:r>
          </a:p>
          <a:p xmlns:a="http://schemas.openxmlformats.org/drawingml/2006/main">
            <a:r>
              <a:t>화면 진행: 현재 Task 질문에서 출발해 Core의 안내를 거쳐 상세 정보로 이동한다. 이 장의 초점은 어디로 찾아갈지이며, 다음 장에서 Core에 무엇을 남길지 정한다.</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Core Context에서 상세 정보로 가는 길</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S32의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S34.</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S34.</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정보를 지우지 않고 위치를 나누기</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S34 또는 `production/preview/act2/S34.png`다.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서로 다른 두 Task가 무엇을 읽을까?</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S35 또는 `production/preview/act2/S35.png`다.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Crop Task에서 관찰한 접근</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S36 또는 `production/preview/act2/S36.png`다.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Task별 접근은 달랐지만 완벽하지는 않다</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S37 또는 `production/preview/act2/S37.png`다.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지식은 정리됐지만 절차는 반복된다</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서로 다른 Performance Task, 반복되는 절차</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production/preview/act3/S39.png와 production/preview/full/S39.png다.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Project 사실과 작업 절차는 다르다</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S40 또는 `production/preview/act3/S40.png`다.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Task, Context, Workflow의 역할</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S40의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42에서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S41 또는 `production/preview/act3/S41.png`다.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반복 절차를 Skill로 옮길 수 있을까?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43에서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S42 또는 `production/preview/act3/S42.png`다.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Skill을 어떻게 발견하고 호출할까?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S43 또는 `production/preview/act3/S43.png`다.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절차의 책임이 Prompt에서 Repository로 이동</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S44 또는 `production/preview/act3/S44.png`다.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답을 담지 않는 Workflow</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S45 또는 `production/preview/act3/S45.png`다.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측정으로 후보를 고르다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S47의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S47에서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S46 또는 `production/preview/act3/S46.png`다.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Working Harness Success</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S47 및 `production/preview/act3/S47.png`의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S47 또는 `production/preview/act3/S47.png`다.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이 작업에 Subagent가 필요했을까?</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Subagent를 고려할 조건</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무엇이 다시 찾기 어려운 지식인가?</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Memory는 재발견 비용으로 판단</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Minimum Effective Harness</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53–55에서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Harness는 작업 환경 설계다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55에서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S53 또는 `production/preview/act3/S53.png`다.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Repository 밖의 환경도 결과에 영향을 준다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S54 또는 `production/preview/act3/S54.png`의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Engineering Pattern은 C++에도 전이된다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production/preview/act3/S55.png와 production/preview/full/S55.png다.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필요한 구조부터 질문하기</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S56 또는 `production/preview/act3/S56.png`다.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여기까지는 잘 동작했다</a:t>
            </a:r>
          </a:p>
          <a:p xmlns:a="http://schemas.openxmlformats.org/drawingml/2006/main">
            <a:r>
              <a:t/>
            </a:r>
          </a:p>
          <a:p xmlns:a="http://schemas.openxmlformats.org/drawingml/2006/main">
            <a:r>
              <a:t>**Slide ID:**</a:t>
            </a:r>
          </a:p>
          <a:p xmlns:a="http://schemas.openxmlformats.org/drawingml/2006/main">
            <a:r>
              <a:t>S57</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S58으로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S57와 production/preview/act4/S57.png를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개념 사례: Project와 Workflow는 현재 맞다</a:t>
            </a:r>
          </a:p>
          <a:p xmlns:a="http://schemas.openxmlformats.org/drawingml/2006/main">
            <a:r>
              <a:t/>
            </a:r>
          </a:p>
          <a:p xmlns:a="http://schemas.openxmlformats.org/drawingml/2006/main">
            <a:r>
              <a:t>**Slide ID:**</a:t>
            </a:r>
          </a:p>
          <a:p xmlns:a="http://schemas.openxmlformats.org/drawingml/2006/main">
            <a:r>
              <a:t>S58</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S57의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S58와 production/preview/act4/S58.png를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Project는 바뀌고 Workflow는 남았다</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S59와 production/preview/act4/S59.png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S60로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S59와 production/preview/act4/S59.png를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Task 해결과 System 문제는 다르다</a:t>
            </a:r>
          </a:p>
          <a:p xmlns:a="http://schemas.openxmlformats.org/drawingml/2006/main">
            <a:r>
              <a:t/>
            </a:r>
          </a:p>
          <a:p xmlns:a="http://schemas.openxmlformats.org/drawingml/2006/main">
            <a:r>
              <a:t>**Slide ID:**</a:t>
            </a:r>
          </a:p>
          <a:p xmlns:a="http://schemas.openxmlformats.org/drawingml/2006/main">
            <a:r>
              <a:t>S60</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S60와 production/preview/act4/S60.png를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원인에 맞는 Layer를 고르기</a:t>
            </a:r>
          </a:p>
          <a:p xmlns:a="http://schemas.openxmlformats.org/drawingml/2006/main">
            <a:r>
              <a:t/>
            </a:r>
          </a:p>
          <a:p xmlns:a="http://schemas.openxmlformats.org/drawingml/2006/main">
            <a:r>
              <a:t>**Slide ID:**</a:t>
            </a:r>
          </a:p>
          <a:p xmlns:a="http://schemas.openxmlformats.org/drawingml/2006/main">
            <a:r>
              <a:t>S61</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S62으로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S61와 production/preview/act4/S61.png를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실패 지점과 원인 Layer 구분하기</a:t>
            </a:r>
          </a:p>
          <a:p xmlns:a="http://schemas.openxmlformats.org/drawingml/2006/main">
            <a:r>
              <a:t/>
            </a:r>
          </a:p>
          <a:p xmlns:a="http://schemas.openxmlformats.org/drawingml/2006/main">
            <a:r>
              <a:t>**Slide ID:**</a:t>
            </a:r>
          </a:p>
          <a:p xmlns:a="http://schemas.openxmlformats.org/drawingml/2006/main">
            <a:r>
              <a:t>S62</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S61의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S63에서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S62와 production/preview/act4/S62.png를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먼저 관찰하고, 그다음 가설을 세운다</a:t>
            </a:r>
          </a:p>
          <a:p xmlns:a="http://schemas.openxmlformats.org/drawingml/2006/main">
            <a:r>
              <a:t/>
            </a:r>
          </a:p>
          <a:p xmlns:a="http://schemas.openxmlformats.org/drawingml/2006/main">
            <a:r>
              <a:t>**Slide ID:**</a:t>
            </a:r>
          </a:p>
          <a:p xmlns:a="http://schemas.openxmlformats.org/drawingml/2006/main">
            <a:r>
              <a:t>S63</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S63와 production/preview/act4/S63.png를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Cause가 지지하는 최소 변경</a:t>
            </a:r>
          </a:p>
          <a:p xmlns:a="http://schemas.openxmlformats.org/drawingml/2006/main">
            <a:r>
              <a:t/>
            </a:r>
          </a:p>
          <a:p xmlns:a="http://schemas.openxmlformats.org/drawingml/2006/main">
            <a:r>
              <a:t>**Slide ID:**</a:t>
            </a:r>
          </a:p>
          <a:p xmlns:a="http://schemas.openxmlformats.org/drawingml/2006/main">
            <a:r>
              <a:t>S64</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S64와 production/preview/act4/S64.png를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Task의 재실행만으로 충분할까?</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대표 작업으로 변경 범위를 확인하기</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Harness도 특정 실패에 맞춰 과적합될 수 있다</a:t>
            </a:r>
          </a:p>
          <a:p xmlns:a="http://schemas.openxmlformats.org/drawingml/2006/main">
            <a:r>
              <a:t/>
            </a:r>
          </a:p>
          <a:p xmlns:a="http://schemas.openxmlformats.org/drawingml/2006/main">
            <a:r>
              <a:t>**Slide ID:**</a:t>
            </a:r>
          </a:p>
          <a:p xmlns:a="http://schemas.openxmlformats.org/drawingml/2006/main">
            <a:r>
              <a:t>S67</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S68으로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Feedback을 System Change와 Evaluation으로 잇기</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S63의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S69로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실제 제작 기록: TRIAL-006</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결과의 타당성과 원인 귀속은 별개다</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S47의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평가와 보고 규칙을 Evidence에 맞추다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후속 기록은 개선됐지만 완전하지 않았다</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S73에서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실제 Meta Loop에서 바뀐 것</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S74의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S74로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Project와 환경이 바뀌면 검증도 다시 본다</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S75의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S75으로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production/preview/act4/S74.png 및 production/preview/full/S74.png.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여섯 시간의 Story를 한 장으로</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S76 실제 Repository 이력→S77 선택 기준→S78 책임을 거쳐 S79에서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S76와 S78에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S79의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S76로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S75와 production/preview/act5/S75.png를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하나의 Repository가 문제에 대응해 진화했다</a:t>
            </a:r>
          </a:p>
          <a:p xmlns:a="http://schemas.openxmlformats.org/drawingml/2006/main">
            <a:r>
              <a:t/>
            </a:r>
          </a:p>
          <a:p xmlns:a="http://schemas.openxmlformats.org/drawingml/2006/main">
            <a:r>
              <a:t>Slide ID: S76</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S34 상세 문서 분리, S47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S34-source.png, S47-source.png (기존 production PNG와 동일). S18은 TRIAL-002 diff 재구성, S34는 STATE-02→03 문구 발췌, S47는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S34로 Routing 우월성·토큰 절감을 주장하지 않고, S47는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S77로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S76와 production/preview/act5/S76.png를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필요성이 입증되지 않은 것은 보류했다</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S78으로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S77와 production/preview/act5/S77.png를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위임이 늘어도 개발자 책임은 남는다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S77의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S79의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S79로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S78와 production/preview/act5/S78.png를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AI-Native Development는 이 교육의 운영 모델</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S80로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S80에서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S80로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S79와 production/preview/act5/S79.png를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어느 Layer에서 마찰이 반복되는가?</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S81의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S81로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S80와 production/preview/act5/S80.png를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다음 작은 행동을 개인적으로 고른다</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S80에서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S82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S82으로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S82으로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S81와 production/preview/act5/S81.png를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Q&amp;A와 교육 마무리</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S82와 production/preview/act5/S82.png를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edef26efd3d40b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68e8f4a3a1647f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fdc944ccc8b4c1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d316809fd9346e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4ce4f0fae13429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13505d3629c431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825DEE4-AE8D-43F0-9E4D-CE22783D004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92D837F-B81E-480F-9EF6-8207DC1DB9E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A226026-D853-40DD-9C4F-75C6AE21751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637A6ED-5356-471C-9E2F-70F3F85E7E3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D2BA0E3-1A29-40D6-8573-077F0078F7B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1A8B2F1-09F8-4EB9-94CB-5D990815364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0B1BF62-1B02-402E-B9F1-9714FEE0CA2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8A79927-4BF1-4084-AADE-75F682840E1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866DEC6-9B52-4385-8A6D-734FE419794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3E70E1C-634D-4D7E-817A-C259032B97B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4046252e68942ba" /><Relationship Type="http://schemas.openxmlformats.org/officeDocument/2006/relationships/slideLayout" Target="/ppt/slideLayouts/slideLayout1.xml" Id="R3a6af903a63e45c4" /><Relationship Type="http://schemas.openxmlformats.org/officeDocument/2006/relationships/slideLayout" Target="/ppt/slideLayouts/slideLayout2.xml" Id="Rd74aae3affab46b2" /><Relationship Type="http://schemas.openxmlformats.org/officeDocument/2006/relationships/slideLayout" Target="/ppt/slideLayouts/slideLayout3.xml" Id="R35edccd65f5143e3" /><Relationship Type="http://schemas.openxmlformats.org/officeDocument/2006/relationships/slideLayout" Target="/ppt/slideLayouts/slideLayout4.xml" Id="R63b68ec4781345df" /><Relationship Type="http://schemas.openxmlformats.org/officeDocument/2006/relationships/slideLayout" Target="/ppt/slideLayouts/slideLayout5.xml" Id="R20bf3b340e0f4451" /><Relationship Type="http://schemas.openxmlformats.org/officeDocument/2006/relationships/slideLayout" Target="/ppt/slideLayouts/slideLayout6.xml" Id="Rd833da57ebff4d3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a6af903a63e45c4"/>
    <p:sldLayoutId xmlns:r="http://schemas.openxmlformats.org/officeDocument/2006/relationships" id="2147483650" r:id="Rd74aae3affab46b2"/>
    <p:sldLayoutId xmlns:r="http://schemas.openxmlformats.org/officeDocument/2006/relationships" id="2147483651" r:id="R35edccd65f5143e3"/>
    <p:sldLayoutId xmlns:r="http://schemas.openxmlformats.org/officeDocument/2006/relationships" id="2147483652" r:id="R63b68ec4781345df"/>
    <p:sldLayoutId xmlns:r="http://schemas.openxmlformats.org/officeDocument/2006/relationships" id="2147483653" r:id="R20bf3b340e0f4451"/>
    <p:sldLayoutId xmlns:r="http://schemas.openxmlformats.org/officeDocument/2006/relationships" id="2147483654" r:id="Rd833da57ebff4d3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18b2d5c32b7449c" /><Relationship Type="http://schemas.openxmlformats.org/officeDocument/2006/relationships/image" Target="/ppt/media/image.png" Id="Rba295555bc304b32" /><Relationship Type="http://schemas.openxmlformats.org/officeDocument/2006/relationships/notesSlide" Target="/ppt/notesSlides/notesSlide1.xml" Id="R0ee55b50c5c9414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34cfc8d3d1c4b4e" /><Relationship Type="http://schemas.openxmlformats.org/officeDocument/2006/relationships/notesSlide" Target="/ppt/notesSlides/notesSlide2.xml" Id="R0c233554a1834be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143cbaf2c7c4a40" /><Relationship Type="http://schemas.openxmlformats.org/officeDocument/2006/relationships/notesSlide" Target="/ppt/notesSlides/notesSlide3.xml" Id="R500c8b4b33454a0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94c2c8f33984ed2" /><Relationship Type="http://schemas.openxmlformats.org/officeDocument/2006/relationships/image" Target="/ppt/media/image2.png" Id="Ra919bf7715de4173" /><Relationship Type="http://schemas.openxmlformats.org/officeDocument/2006/relationships/notesSlide" Target="/ppt/notesSlides/notesSlide4.xml" Id="R0c9bcf84c80e48b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e74307da1f143b4" /><Relationship Type="http://schemas.openxmlformats.org/officeDocument/2006/relationships/notesSlide" Target="/ppt/notesSlides/notesSlide5.xml" Id="R9aaeaf77147e449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d5d47f5befb457b" /><Relationship Type="http://schemas.openxmlformats.org/officeDocument/2006/relationships/notesSlide" Target="/ppt/notesSlides/notesSlide6.xml" Id="Rc6fc5dc219c04ee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7cdee87735f4320" /><Relationship Type="http://schemas.openxmlformats.org/officeDocument/2006/relationships/image" Target="/ppt/media/image3.png" Id="R6a2e838491914151" /><Relationship Type="http://schemas.openxmlformats.org/officeDocument/2006/relationships/notesSlide" Target="/ppt/notesSlides/notesSlide7.xml" Id="Rebf1aa866b3e466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5d511cc4fba42fb" /><Relationship Type="http://schemas.openxmlformats.org/officeDocument/2006/relationships/notesSlide" Target="/ppt/notesSlides/notesSlide8.xml" Id="R84ec956c9989428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d7326f40d814f64" /><Relationship Type="http://schemas.openxmlformats.org/officeDocument/2006/relationships/image" Target="/ppt/media/image4.png" Id="R3f3fbf665c924c90" /><Relationship Type="http://schemas.openxmlformats.org/officeDocument/2006/relationships/image" Target="/ppt/media/image5.png" Id="R0035e574a2a7401f" /><Relationship Type="http://schemas.openxmlformats.org/officeDocument/2006/relationships/image" Target="/ppt/media/image6.png" Id="R78a007be1e1c43a4" /><Relationship Type="http://schemas.openxmlformats.org/officeDocument/2006/relationships/notesSlide" Target="/ppt/notesSlides/notesSlide9.xml" Id="R2f72000824dc430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5c7b67205ca4f82" /><Relationship Type="http://schemas.openxmlformats.org/officeDocument/2006/relationships/notesSlide" Target="/ppt/notesSlides/notesSlide10.xml" Id="R9eb7275aa7004de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7d9e7153f324197" /><Relationship Type="http://schemas.openxmlformats.org/officeDocument/2006/relationships/image" Target="/ppt/media/image7.png" Id="R17833e3d6ce84e47" /><Relationship Type="http://schemas.openxmlformats.org/officeDocument/2006/relationships/notesSlide" Target="/ppt/notesSlides/notesSlide11.xml" Id="Rf4f189251ea849e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988fc84fa4844fe" /><Relationship Type="http://schemas.openxmlformats.org/officeDocument/2006/relationships/image" Target="/ppt/media/image8.png" Id="Rd33805aaf2b94def" /><Relationship Type="http://schemas.openxmlformats.org/officeDocument/2006/relationships/notesSlide" Target="/ppt/notesSlides/notesSlide12.xml" Id="R7f5a2c3478c54a6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5fc5a73ab8845a1" /><Relationship Type="http://schemas.openxmlformats.org/officeDocument/2006/relationships/image" Target="/ppt/media/image9.png" Id="R741aedea0e7e4383" /><Relationship Type="http://schemas.openxmlformats.org/officeDocument/2006/relationships/notesSlide" Target="/ppt/notesSlides/notesSlide13.xml" Id="Rd87f81ca37b9410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3c10059222d4d9d" /><Relationship Type="http://schemas.openxmlformats.org/officeDocument/2006/relationships/notesSlide" Target="/ppt/notesSlides/notesSlide14.xml" Id="Rea610e865e4c484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2a6adc5a2ff47ed" /><Relationship Type="http://schemas.openxmlformats.org/officeDocument/2006/relationships/notesSlide" Target="/ppt/notesSlides/notesSlide15.xml" Id="Rbd71519ebe2445a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335128c9e70419b" /><Relationship Type="http://schemas.openxmlformats.org/officeDocument/2006/relationships/notesSlide" Target="/ppt/notesSlides/notesSlide16.xml" Id="R6167dab509a6416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d6804a356ff4a33" /><Relationship Type="http://schemas.openxmlformats.org/officeDocument/2006/relationships/notesSlide" Target="/ppt/notesSlides/notesSlide17.xml" Id="Reec8fcbc7877488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9748c7ed9fb34658" /><Relationship Type="http://schemas.openxmlformats.org/officeDocument/2006/relationships/notesSlide" Target="/ppt/notesSlides/notesSlide18.xml" Id="R6be0542bb920469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1d06c9916c3e44fd" /><Relationship Type="http://schemas.openxmlformats.org/officeDocument/2006/relationships/notesSlide" Target="/ppt/notesSlides/notesSlide19.xml" Id="R8fd415769f96493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b24c128c98e34fc8" /><Relationship Type="http://schemas.openxmlformats.org/officeDocument/2006/relationships/notesSlide" Target="/ppt/notesSlides/notesSlide20.xml" Id="R1c98d1bf30aa4fa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d5deef762cf9420c" /><Relationship Type="http://schemas.openxmlformats.org/officeDocument/2006/relationships/notesSlide" Target="/ppt/notesSlides/notesSlide21.xml" Id="Ra94a39d7afb549f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92bb746c68f143fe" /><Relationship Type="http://schemas.openxmlformats.org/officeDocument/2006/relationships/notesSlide" Target="/ppt/notesSlides/notesSlide22.xml" Id="R910783916ac24c1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5ce6fbae05d84c32" /><Relationship Type="http://schemas.openxmlformats.org/officeDocument/2006/relationships/notesSlide" Target="/ppt/notesSlides/notesSlide23.xml" Id="Rc462bbe5971346c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d72c95a58dd24f47" /><Relationship Type="http://schemas.openxmlformats.org/officeDocument/2006/relationships/notesSlide" Target="/ppt/notesSlides/notesSlide24.xml" Id="Rdc437a606102405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b7b54e8628d84fe6" /><Relationship Type="http://schemas.openxmlformats.org/officeDocument/2006/relationships/notesSlide" Target="/ppt/notesSlides/notesSlide25.xml" Id="R4e717928786f42b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85f1e96d9914467e" /><Relationship Type="http://schemas.openxmlformats.org/officeDocument/2006/relationships/notesSlide" Target="/ppt/notesSlides/notesSlide26.xml" Id="R5526b2c1505d473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aef985ead6ad4c1b" /><Relationship Type="http://schemas.openxmlformats.org/officeDocument/2006/relationships/notesSlide" Target="/ppt/notesSlides/notesSlide27.xml" Id="R5bab7fdfd7ee48d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3a65f62af6e040eb" /><Relationship Type="http://schemas.openxmlformats.org/officeDocument/2006/relationships/notesSlide" Target="/ppt/notesSlides/notesSlide28.xml" Id="Rf7735e0ea1084e6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5d093734de814468" /><Relationship Type="http://schemas.openxmlformats.org/officeDocument/2006/relationships/notesSlide" Target="/ppt/notesSlides/notesSlide29.xml" Id="R0c88131f793d405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200c20b845ac4b34" /><Relationship Type="http://schemas.openxmlformats.org/officeDocument/2006/relationships/notesSlide" Target="/ppt/notesSlides/notesSlide30.xml" Id="Rc4aa0a6fc5584137"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70651e8841cb4f64" /><Relationship Type="http://schemas.openxmlformats.org/officeDocument/2006/relationships/notesSlide" Target="/ppt/notesSlides/notesSlide31.xml" Id="Rdfa0dbe8b7864015"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3562523fb82e4f9a" /><Relationship Type="http://schemas.openxmlformats.org/officeDocument/2006/relationships/notesSlide" Target="/ppt/notesSlides/notesSlide32.xml" Id="R5f6340af1f4347b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f945fe8a6d6541c1" /><Relationship Type="http://schemas.openxmlformats.org/officeDocument/2006/relationships/notesSlide" Target="/ppt/notesSlides/notesSlide33.xml" Id="R4acf23b101a041be"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e15de74bf034441c" /><Relationship Type="http://schemas.openxmlformats.org/officeDocument/2006/relationships/notesSlide" Target="/ppt/notesSlides/notesSlide34.xml" Id="Rd984cfba86224286"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00269253092c4b1f" /><Relationship Type="http://schemas.openxmlformats.org/officeDocument/2006/relationships/notesSlide" Target="/ppt/notesSlides/notesSlide35.xml" Id="R2a371859575c4876"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ff0c68dc1fe84c91" /><Relationship Type="http://schemas.openxmlformats.org/officeDocument/2006/relationships/notesSlide" Target="/ppt/notesSlides/notesSlide36.xml" Id="R6c86729192b643b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dbea3898c76446c1" /><Relationship Type="http://schemas.openxmlformats.org/officeDocument/2006/relationships/notesSlide" Target="/ppt/notesSlides/notesSlide37.xml" Id="R137378d91d8346f1"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84fe3d7ae5b24f03" /><Relationship Type="http://schemas.openxmlformats.org/officeDocument/2006/relationships/notesSlide" Target="/ppt/notesSlides/notesSlide38.xml" Id="R81c3c88ea8f74c5b"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4c221dc9c71e4c10" /><Relationship Type="http://schemas.openxmlformats.org/officeDocument/2006/relationships/image" Target="/ppt/media/image10.png" Id="R4c78f3b5a4124766" /><Relationship Type="http://schemas.openxmlformats.org/officeDocument/2006/relationships/image" Target="/ppt/media/image11.png" Id="R76201d0df4924316" /><Relationship Type="http://schemas.openxmlformats.org/officeDocument/2006/relationships/image" Target="/ppt/media/image12.png" Id="R16207d7bf4574e3c" /><Relationship Type="http://schemas.openxmlformats.org/officeDocument/2006/relationships/image" Target="/ppt/media/image13.png" Id="R872df5679dd941c0" /><Relationship Type="http://schemas.openxmlformats.org/officeDocument/2006/relationships/notesSlide" Target="/ppt/notesSlides/notesSlide39.xml" Id="R680ae2cc7dad4a58"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1eac09503f5a4fd9" /><Relationship Type="http://schemas.openxmlformats.org/officeDocument/2006/relationships/notesSlide" Target="/ppt/notesSlides/notesSlide40.xml" Id="R5d1e44dc6f9a46f8"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695fd1a44fca4ff9" /><Relationship Type="http://schemas.openxmlformats.org/officeDocument/2006/relationships/notesSlide" Target="/ppt/notesSlides/notesSlide41.xml" Id="R5dacc348da7c4e98"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8581fea3d7dc4b54" /><Relationship Type="http://schemas.openxmlformats.org/officeDocument/2006/relationships/notesSlide" Target="/ppt/notesSlides/notesSlide42.xml" Id="R01ba460e124f40a7"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57740049159e4fd5" /><Relationship Type="http://schemas.openxmlformats.org/officeDocument/2006/relationships/notesSlide" Target="/ppt/notesSlides/notesSlide43.xml" Id="R7292923b53a744be"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877e2348d3984e66" /><Relationship Type="http://schemas.openxmlformats.org/officeDocument/2006/relationships/notesSlide" Target="/ppt/notesSlides/notesSlide44.xml" Id="R887de192ac094eb3"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0a418672b5254ff4" /><Relationship Type="http://schemas.openxmlformats.org/officeDocument/2006/relationships/notesSlide" Target="/ppt/notesSlides/notesSlide45.xml" Id="R693113a6a909485d"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663f97c032ef4168" /><Relationship Type="http://schemas.openxmlformats.org/officeDocument/2006/relationships/notesSlide" Target="/ppt/notesSlides/notesSlide46.xml" Id="R1e7208e961e84106"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0b690b4432ff45a5" /><Relationship Type="http://schemas.openxmlformats.org/officeDocument/2006/relationships/chart" Target="/ppt/slides/charts/chart1.xml" Id="R15959d096c414d69" /><Relationship Type="http://schemas.openxmlformats.org/officeDocument/2006/relationships/notesSlide" Target="/ppt/notesSlides/notesSlide47.xml" Id="Rff8e387bf98f45c6"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f5ddf16622b34679" /><Relationship Type="http://schemas.openxmlformats.org/officeDocument/2006/relationships/notesSlide" Target="/ppt/notesSlides/notesSlide48.xml" Id="Rf4539c2e77d14a12"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cc81d28a9bad4040" /><Relationship Type="http://schemas.openxmlformats.org/officeDocument/2006/relationships/notesSlide" Target="/ppt/notesSlides/notesSlide49.xml" Id="R0149f86a00d44f57"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d69157a074ea4ff1" /><Relationship Type="http://schemas.openxmlformats.org/officeDocument/2006/relationships/notesSlide" Target="/ppt/notesSlides/notesSlide50.xml" Id="Rbdc4ff01457d4fed"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cb65919cc1f74d4b" /><Relationship Type="http://schemas.openxmlformats.org/officeDocument/2006/relationships/notesSlide" Target="/ppt/notesSlides/notesSlide51.xml" Id="Rc1bbf6b857184d03"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14595a72dde1478a" /><Relationship Type="http://schemas.openxmlformats.org/officeDocument/2006/relationships/notesSlide" Target="/ppt/notesSlides/notesSlide52.xml" Id="R4285e8f4b10048cd"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0006b814e3a3461e" /><Relationship Type="http://schemas.openxmlformats.org/officeDocument/2006/relationships/notesSlide" Target="/ppt/notesSlides/notesSlide53.xml" Id="Rbb6938fdde814fe0"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c06968275c7c49e0" /><Relationship Type="http://schemas.openxmlformats.org/officeDocument/2006/relationships/notesSlide" Target="/ppt/notesSlides/notesSlide54.xml" Id="R09493adb54d94bf7"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a24be37b3b5c4213" /><Relationship Type="http://schemas.openxmlformats.org/officeDocument/2006/relationships/image" Target="/ppt/media/image14.png" Id="R511adc7dbd5e4ab7" /><Relationship Type="http://schemas.openxmlformats.org/officeDocument/2006/relationships/notesSlide" Target="/ppt/notesSlides/notesSlide55.xml" Id="R42cef1e5f5254205"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1be4a1dc6d8d44ae" /><Relationship Type="http://schemas.openxmlformats.org/officeDocument/2006/relationships/notesSlide" Target="/ppt/notesSlides/notesSlide56.xml" Id="Rb92a2576e783457d"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495698eb2f414f44" /><Relationship Type="http://schemas.openxmlformats.org/officeDocument/2006/relationships/notesSlide" Target="/ppt/notesSlides/notesSlide57.xml" Id="R176ef66e19124433"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46d6d8c0964646af" /><Relationship Type="http://schemas.openxmlformats.org/officeDocument/2006/relationships/notesSlide" Target="/ppt/notesSlides/notesSlide58.xml" Id="Rf1d0f16d577546cb"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a5c8b07080d3453f" /><Relationship Type="http://schemas.openxmlformats.org/officeDocument/2006/relationships/notesSlide" Target="/ppt/notesSlides/notesSlide59.xml" Id="Rf246453dd6e4427e"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9082a78503f84b3c" /><Relationship Type="http://schemas.openxmlformats.org/officeDocument/2006/relationships/notesSlide" Target="/ppt/notesSlides/notesSlide60.xml" Id="R2352b6452c2d414e"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62b57b7b72004da0" /><Relationship Type="http://schemas.openxmlformats.org/officeDocument/2006/relationships/notesSlide" Target="/ppt/notesSlides/notesSlide61.xml" Id="R686dec857c534c64"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8ed4aba856074408" /><Relationship Type="http://schemas.openxmlformats.org/officeDocument/2006/relationships/notesSlide" Target="/ppt/notesSlides/notesSlide62.xml" Id="R7961e689a2584898"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0ca32032f8c34657" /><Relationship Type="http://schemas.openxmlformats.org/officeDocument/2006/relationships/notesSlide" Target="/ppt/notesSlides/notesSlide63.xml" Id="R4a78f52534974f36"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2891ff2e01874eaa" /><Relationship Type="http://schemas.openxmlformats.org/officeDocument/2006/relationships/notesSlide" Target="/ppt/notesSlides/notesSlide64.xml" Id="Rcfca02b4e75f4aae"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7e4c15b60686496a" /><Relationship Type="http://schemas.openxmlformats.org/officeDocument/2006/relationships/notesSlide" Target="/ppt/notesSlides/notesSlide65.xml" Id="R85ca3c386fb04732"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66522408cfb64dcc" /><Relationship Type="http://schemas.openxmlformats.org/officeDocument/2006/relationships/notesSlide" Target="/ppt/notesSlides/notesSlide66.xml" Id="R17ae4cf7808b444f"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bc210a7f9bd840cf" /><Relationship Type="http://schemas.openxmlformats.org/officeDocument/2006/relationships/notesSlide" Target="/ppt/notesSlides/notesSlide67.xml" Id="R7c7b05c704b7445b"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5177cb6fa5814e27" /><Relationship Type="http://schemas.openxmlformats.org/officeDocument/2006/relationships/notesSlide" Target="/ppt/notesSlides/notesSlide68.xml" Id="R8904c3360229441b"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a156d766ba8348bc" /><Relationship Type="http://schemas.openxmlformats.org/officeDocument/2006/relationships/notesSlide" Target="/ppt/notesSlides/notesSlide69.xml" Id="R9b98a90d38c74a5c"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fd59ab37b5434f61" /><Relationship Type="http://schemas.openxmlformats.org/officeDocument/2006/relationships/notesSlide" Target="/ppt/notesSlides/notesSlide70.xml" Id="Raf3c5973c0fa48a5"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bb9ea1d2bda247c6" /><Relationship Type="http://schemas.openxmlformats.org/officeDocument/2006/relationships/notesSlide" Target="/ppt/notesSlides/notesSlide71.xml" Id="R138e2065aba04891"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88114217456d4354" /><Relationship Type="http://schemas.openxmlformats.org/officeDocument/2006/relationships/notesSlide" Target="/ppt/notesSlides/notesSlide72.xml" Id="R46a96d9769af4be4"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96a30451438f43cd" /><Relationship Type="http://schemas.openxmlformats.org/officeDocument/2006/relationships/notesSlide" Target="/ppt/notesSlides/notesSlide73.xml" Id="Re127bd04df9444ee"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642286f52ca240af" /><Relationship Type="http://schemas.openxmlformats.org/officeDocument/2006/relationships/image" Target="/ppt/media/image15.png" Id="R66ac1a46a4b3488f" /><Relationship Type="http://schemas.openxmlformats.org/officeDocument/2006/relationships/notesSlide" Target="/ppt/notesSlides/notesSlide74.xml" Id="R14dc0220cf0348e9"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4d3cd31a0f9e4eb9" /><Relationship Type="http://schemas.openxmlformats.org/officeDocument/2006/relationships/notesSlide" Target="/ppt/notesSlides/notesSlide75.xml" Id="R2c6ec9bb95e84e6e"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6f2583c3cacc4176" /><Relationship Type="http://schemas.openxmlformats.org/officeDocument/2006/relationships/image" Target="/ppt/media/image16.png" Id="R270ed99f0d86415f" /><Relationship Type="http://schemas.openxmlformats.org/officeDocument/2006/relationships/image" Target="/ppt/media/image17.png" Id="R4c2befea1b8d4f3e" /><Relationship Type="http://schemas.openxmlformats.org/officeDocument/2006/relationships/image" Target="/ppt/media/image18.png" Id="R1cd72dbd4977466e" /><Relationship Type="http://schemas.openxmlformats.org/officeDocument/2006/relationships/notesSlide" Target="/ppt/notesSlides/notesSlide76.xml" Id="Rec3d3937e70c4c3a"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2a496b106d544c4e" /><Relationship Type="http://schemas.openxmlformats.org/officeDocument/2006/relationships/notesSlide" Target="/ppt/notesSlides/notesSlide77.xml" Id="R5037045c5a834710"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ecb8ee64298743fe" /><Relationship Type="http://schemas.openxmlformats.org/officeDocument/2006/relationships/notesSlide" Target="/ppt/notesSlides/notesSlide78.xml" Id="R89d4c291ef624807"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3b122c52ebe040da" /><Relationship Type="http://schemas.openxmlformats.org/officeDocument/2006/relationships/notesSlide" Target="/ppt/notesSlides/notesSlide79.xml" Id="R9aaedacec2e247a3"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89c36a00b8464255" /><Relationship Type="http://schemas.openxmlformats.org/officeDocument/2006/relationships/notesSlide" Target="/ppt/notesSlides/notesSlide80.xml" Id="R806444ae6c8540c4"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2d44e3c7d9774632" /><Relationship Type="http://schemas.openxmlformats.org/officeDocument/2006/relationships/notesSlide" Target="/ppt/notesSlides/notesSlide81.xml" Id="Rf385452310b942e7"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19c9262ea3024657" /><Relationship Type="http://schemas.openxmlformats.org/officeDocument/2006/relationships/notesSlide" Target="/ppt/notesSlides/notesSlide82.xml" Id="Rf4d75c4e830c42f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8F47A93C-4021-4A7D-8CA4-FAADB36D16C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11A15133-D535-4BCD-9968-79D90B5320C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67C157C1-BB1B-40FB-8CA7-617198A6AA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F900EE65-7463-4E6B-9DAD-BE24BD5665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BFE331D1-9DB8-4A40-97D4-AACF25125D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73B7111E-41BE-4E3B-8D5E-B8F46C7221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727BC760-567D-4D47-B04C-8F5D055C8C7B}"/>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01511ABC-D6B0-4063-BD89-554C44E9AC88}"/>
              </a:ext>
            </a:extLst>
          </p:cNvPr>
          <p:cNvPicPr>
            <a:picLocks xmlns:a="http://schemas.openxmlformats.org/drawingml/2006/main" noChangeAspect="1"/>
          </p:cNvPicPr>
          <p:nvPr/>
        </p:nvPicPr>
        <p:blipFill>
          <a:blip xmlns:r="http://schemas.openxmlformats.org/officeDocument/2006/relationships" xmlns:a="http://schemas.openxmlformats.org/drawingml/2006/main" r:embed="Rba295555bc304b32"/>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B4B0E82F-E352-4DFD-B745-A729B092026F}"/>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07E87E36-9F65-43C8-9EE8-6C3810053801}"/>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9802BBB2-C291-4AFC-BC7E-C17CB28D4917}"/>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982C474E-193E-4B01-AFA7-A086BB62D1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564399980"/>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CDD62618-0A12-4220-8B03-504F93C4A5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6D19E4FA-DD90-44B0-B428-34CAFC52674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1620A076-3BA8-442D-9783-EE7D200CB1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24123C08-75E0-4DD0-BF11-EB24F5EC7D7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980B2495-1D02-4A62-A96D-34CC70E712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A0833CF3-3C37-4EFC-B9DE-8B7AD56831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CF021E9A-A9E0-4756-BC5A-5EB7420A28D4}"/>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CC31F0F5-8D21-47F3-A448-1F76AD0A5069}"/>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5B8B5CEB-63CB-4766-8AC1-A522BEB30125}"/>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7C60CCB4-7207-4AFB-B5B8-95397D6F1926}"/>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86A9A0B-16FA-4675-96E0-92CE4B89B5E2}"/>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E0414954-28CE-492B-997C-80113FE1BF4B}"/>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A14CDB08-7B57-44D6-94BA-3189A3652322}"/>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85CBA7A9-84B2-46D6-A4C7-E0C8A3C0F9D3}"/>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0E89EC9-688E-4973-B13A-18F808E0F78C}"/>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106FF664-4FD9-45EC-9A19-5B45E8376133}"/>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63F7C52A-B682-48F5-A3DB-9C179077390F}"/>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EF296C9D-2B0B-4E82-8A78-1E5CE92E1E15}"/>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367B5851-AC0D-4636-89AC-52445BA6E64A}"/>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EC2A1406-5A40-425C-9380-AC832202F9F0}"/>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B28C42FE-9043-442A-9F62-DCD191407822}"/>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AF993102-E2B9-4A6F-8395-D711B620E8B4}"/>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3B36F646-DFE4-4583-8A9A-F89DD89E6C83}"/>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FC9A7664-C90B-4C73-AE6A-BB0134FC9A74}"/>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E649A50E-95C4-4334-9EA4-7B7F2C455660}"/>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27F3AA47-518F-4371-A2F4-4EA1134A057C}"/>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28E4550A-55F7-4FAB-9000-C58FBF85A8E1}"/>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D421ED23-63DB-4CFD-8343-30173FDB1200}"/>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96A5448A-F516-46A9-B2B5-02BFFABB3DB4}"/>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151EFBA-AB2E-4B0F-B40B-41D486E9EB9C}"/>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37AC7BA9-725E-4286-9493-80964F6A9B89}"/>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8FE25124-7EED-4D9A-B4E6-23D8161DE2D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7276012E-59C7-4124-970A-E3685B9A0111}"/>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62BE5349-5267-46A6-AB82-4F10C526A0CB}"/>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93D74B5A-4F0A-414E-83A8-D0659E68786E}"/>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287A2B5D-701A-4925-ABEF-90F61F4E6A4D}"/>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427F3789-F9DC-415D-8125-84AFD2D1BC59}"/>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551ED5E9-824E-466E-AF91-D4807DC381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88090671"/>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E56290EE-FAF6-4B86-866D-8D648E68B2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7AF690A9-5C1C-4C2C-9EF4-868AE17CE0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D125A5C8-BDAF-4B1D-8503-3D64BCCB5E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8AABBAC8-DF8B-4014-978A-1E6CCFAA32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6206BBE4-FA6F-4B2E-B824-EC22D8AB53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51975938-A63E-4D6E-B564-DB08874A0C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E3F36592-62F9-47D4-8C45-DB5FDFAEEFC7}"/>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3D831AF4-9337-4FC1-8635-DDE4B88C1136}"/>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EEA1584B-75B4-4A48-AA09-699C99CC77F3}"/>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B68860FE-58F7-4C60-9639-AC5E41FA2EF7}"/>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2C4C729C-FB3B-4588-A444-2636BDE35082}"/>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52B5BDD5-2E3D-4DA9-8D5A-812AA1AD73C3}"/>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20E67EEB-5B7D-4ADE-B7D1-AA6182047CE7}"/>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9AFD2A94-8636-413C-87D6-A8B6F2349E57}"/>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82B3D49F-7BD6-4B93-B186-A967E161B9AB}"/>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527F0592-1BC3-464C-AE75-C1FC4EDE15FB}"/>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A0154FDF-0280-4283-8DBA-F2DF7D3C07BD}"/>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C0E33B0F-C3E5-45B0-95EF-5376633A3B4B}"/>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FBC488DE-65BE-4576-95D8-BC21403DF4B8}"/>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7977D01C-EC22-4C4C-A7A0-5C7A2612618B}"/>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CB2E5910-8475-433D-90DD-006E673ADA4B}"/>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27FC474B-9528-479F-9A32-195DDF9120B9}"/>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CADCCB8E-15E5-4AC2-80CB-C63CE17C5CD5}"/>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8989D5DB-A623-412A-8E28-82CAA1ECE62B}"/>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B4320EC4-A9D0-424A-AFB5-FCCB48D3723C}"/>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77FFB110-5F0A-4DD7-84BE-8B0F93FDC6DA}"/>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D0522AD6-F3A6-4694-8668-3E1E419C6D68}"/>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827501F4-1503-4E14-AE68-3E65D2960BB7}"/>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62553135-8C9B-46FE-BDAE-3187425A364F}"/>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C9B7E7E7-4113-41AE-A272-4AD6FA909726}"/>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DF4A2C6A-FCB5-44F5-8882-EE7EC30B4227}"/>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78722CD1-1270-42FE-B5E2-74346E34318D}"/>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772F0C9B-1529-4E10-9E0D-7AF8DC2FD8D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2026489682"/>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B979F1E3-2655-4787-97EB-6DCEC660D4C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1FDEBFDF-EDD2-4320-B08A-E6B63A7A9AE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9B50EC14-876D-4170-8DD7-E152609B61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AF3A534B-AFD1-4821-9086-B2B5F5F05D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289B1F01-6578-45BE-8151-7C3AD5C9CA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38991E90-8682-4E51-B9A2-520311A4DD9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324B2615-C565-491B-8888-C5CB31D5A55B}"/>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D71E62F2-E46B-4C57-9E5A-FDC2CF6D5B3E}"/>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8AA130FB-24D2-491E-A564-11D2DDDC7443}"/>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D85A78E7-A8F9-48BA-91CC-773EB21A283A}"/>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B30722DD-7EC7-48A2-ACE0-798CE110302F}"/>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D7409EB9-27FE-4707-92E4-CD11DC43D29F}"/>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54158767-14C7-4F19-9110-29F7BD41096E}"/>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FB111856-EAD7-46EC-B5BC-24ABC0B995CA}"/>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21838E69-2DD6-48CE-90E7-1365B8429033}"/>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048E7384-8DE8-4FD2-A1F7-2B465E673A8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38AE411E-5F5F-467A-9D72-2CC3FBAE9346}"/>
              </a:ext>
            </a:extLst>
          </p:cNvPr>
          <p:cNvPicPr>
            <a:picLocks xmlns:a="http://schemas.openxmlformats.org/drawingml/2006/main" noChangeAspect="1"/>
          </p:cNvPicPr>
          <p:nvPr/>
        </p:nvPicPr>
        <p:blipFill>
          <a:blip xmlns:r="http://schemas.openxmlformats.org/officeDocument/2006/relationships" xmlns:a="http://schemas.openxmlformats.org/drawingml/2006/main" r:embed="Ra919bf7715de4173"/>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2D5934D5-9DF0-4A97-9AFB-F5F475632ACE}"/>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6827735E-8AE6-46D2-BD4A-D909E700E2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00098623"/>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CB08EBD0-FF83-4A71-926C-86DE3302AA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7A94EC31-B1B0-46AB-BE86-B6E24257AB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EEF30974-680D-4BA7-8F18-8719E26DA7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CC765C80-8BEC-40A7-BB46-926ADA23284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FF87943C-E111-4CD8-87C2-791A473853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4C5747E4-6B2D-41AF-A521-388FE29C4B9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B053D85F-D102-4182-8F75-94D35DA69EC2}"/>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7B768F7C-120E-4D7A-AB5D-5BEDD6763268}"/>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EEEFDD80-864B-46A8-9987-8D7FB6A4A74F}"/>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0C767CE2-FDFD-4CEF-ADF0-9E4254E8EDE5}"/>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5E69E187-16CE-431D-834B-5C99194DB891}"/>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2DB80DBE-3955-4E1E-AFAB-3976100BB2FC}"/>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494C096C-B8BC-4536-A554-CE71A027DEF2}"/>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705981BD-F251-40AB-827E-8D79354FF2BC}"/>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F98B81CB-9F77-4792-89DF-0EFC3347450F}"/>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5D1B6A9E-F492-45B9-B6E8-D2F0868B06DF}"/>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436BB9F2-0BAB-443B-A7A5-78CE544FFCC2}"/>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7ADC5087-5E06-4C28-B781-BA9E0A09058F}"/>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9FD95CF5-9284-4196-949C-F48E7B7DDB8B}"/>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457A34BA-C906-4977-A4AC-2354A1BB6F99}"/>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CBDFF30F-5F3D-4D33-97E4-C617EB393690}"/>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B157E26A-8BC3-4EA6-BE67-BC1E26F7CE48}"/>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B20C4F8E-E14A-4E1A-A6BC-1D4C663C20C9}"/>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45B42214-17EB-4D12-80EA-291F0CC194E8}"/>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8F75DBC2-BC22-463D-ADC8-D0229653E19A}"/>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18F944AC-090B-48C1-80F9-2163D0D729D6}"/>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C6941BB9-D528-4493-A338-17F59ECA2167}"/>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D408C863-1661-4FFA-A66E-16306A7BAEB2}"/>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EEE3910D-BC8C-41CF-9616-AC4567A7290A}"/>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FD2E489E-A1BE-42EA-A9A5-1BA5648744CB}"/>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74E18F61-0900-4466-891D-7176E073854B}"/>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E25C150A-859E-46E8-8ED0-DFEDA8FF386A}"/>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C4D3D9D6-2C7D-4E76-ABFB-392022CAB900}"/>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F8BF3AFC-F00C-4EA4-90EF-856E859C7C7B}"/>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407522CF-064F-43C7-BCEB-632E4A56469C}"/>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D6FCF4B0-CC12-49AB-9948-D0E564867D6B}"/>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3B4CD27B-DB73-4626-8CE8-5A9F0462EC1F}"/>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668B86AF-B06E-4AA3-A171-A38D2CBA406F}"/>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BFB9D0A3-6A5C-4CC4-BBA5-9CE59CC6B8E4}"/>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71D1B789-D858-4968-81DF-097AA5C73450}"/>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CEFAF8D1-0F39-408E-879C-AECD88C7D4D6}"/>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61BBBA51-2E34-4C1B-A61F-54C3DB41137A}"/>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B666492B-F211-4A22-B301-0898C5DFA5DF}"/>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E3F2CAA8-BF6C-47B4-8A01-F5E6CD111100}"/>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226C08B9-5D5E-48C5-A760-5EE0B9D510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00837885"/>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FAE48732-EE57-4928-9478-28F96925F8D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CA6D997E-51E9-4C43-B5FD-367E1EE4983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A48A434B-BD00-4275-B302-AB0D508560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2381C2E3-8A76-4F2F-902D-B17E8F1317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5E32DE31-B79C-440B-AD71-EA6BE22B87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1E682065-373D-47FF-BA60-1BAEE75F1B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C5EDA8A8-9437-4861-A9C0-51C3C36D076C}"/>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804F3DEB-2A77-43B0-AACB-BA10A6595A4A}"/>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658EA99D-FD1F-4777-8BE5-B539CFB5AC55}"/>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6B2EC9AA-0EA4-4C6C-BEA8-3640EB1112AD}"/>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AA5283E8-7D3B-48A3-A77D-BB59820D5A10}"/>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20ED58F4-C4BB-4D1B-8DFF-9F59A30CD490}"/>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33E6A91F-074C-434F-BFEB-EBB0F125B7B3}"/>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2F693B55-6C44-406A-AA4B-96D1CCF696AF}"/>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E97928DA-45F6-48A4-8F2F-DA45ADAF95AD}"/>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5B2CC066-8CF0-40C7-A7CC-133C7BA5BA3F}"/>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B52B2034-752E-4B3A-A6F6-3F4830F3D9E7}"/>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3778EBC8-6BD4-4F2B-A6EA-F8E32B672AB4}"/>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D766F1F5-FA6F-4766-8BAC-8E962E7CD77F}"/>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AC275140-39C3-44BE-924F-CDA1184CE30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3511068"/>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3AF170CB-6588-48E3-9176-FCDC49C404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AA8D72DC-3BAA-4D07-B7D0-97547EE1E3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20DFFA34-7218-453C-B34E-CDF038FE6641}"/>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5E6C78EB-9444-4798-8D72-D96929C2CB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AEEDB839-13F4-4729-9467-174B66B8A7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67105682-1E7B-42E3-84DE-C5D148C3C1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C86124F3-4226-4A54-9641-48767E104C60}"/>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5C8269AA-4EDC-401A-BE5A-A6FAF1B537E0}"/>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F124F3AD-AC37-48E4-A340-D445C247A03B}"/>
              </a:ext>
            </a:extLst>
          </p:cNvPr>
          <p:cNvPicPr>
            <a:picLocks xmlns:a="http://schemas.openxmlformats.org/drawingml/2006/main" noChangeAspect="1"/>
          </p:cNvPicPr>
          <p:nvPr/>
        </p:nvPicPr>
        <p:blipFill>
          <a:blip xmlns:r="http://schemas.openxmlformats.org/officeDocument/2006/relationships" xmlns:a="http://schemas.openxmlformats.org/drawingml/2006/main" r:embed="R6a2e838491914151"/>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85B7DB95-4AFE-4B69-BFA1-CCC8E7E5E49D}"/>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A97B98E1-5F5A-4732-AF61-8A02492DB98D}"/>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0F2C5956-E734-4F3E-8B74-F47619CDC129}"/>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1F448241-A96F-45E6-B167-F4E3613ACC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857999828"/>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C3732655-F412-48DD-B255-49D5D39F58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A11C88EF-C5F3-40D3-8DB3-CC86317671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AF27C846-CF69-433E-92A6-19E63AB464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C85847B9-FAAC-44C0-816F-D368BD51ED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4B0F8314-5B3E-41DE-8FEF-49B37386DD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8C91803E-9ADE-44C9-8285-F36367873B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E74157F6-85D4-493F-9D2E-B7E351E08B34}"/>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9A00BD7B-2BD2-41D1-B13D-F2332B808C8B}"/>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F69EEC43-EB36-4B5E-BE6E-C7BA9F1F7DE3}"/>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1BCEB111-1F8A-4EA4-82EA-33686DA051B9}"/>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371D3B23-9F47-4B0C-89F4-0D9FC7A87B44}"/>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28C5E073-1AFF-4473-9AAC-A1A24C0C6C34}"/>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A879105B-42F4-4521-B8F2-A68405315275}"/>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17C085A0-6DD0-400F-9838-394213139FDF}"/>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CF438F96-6988-45A4-8882-7E101BBB68E6}"/>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6FE5F4A5-D77D-452B-A493-32EE54A5A986}"/>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1C3FAC5E-ED1C-4A76-A242-B490DFB7F9DE}"/>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D9725F2E-0ADC-4538-BF6C-087551159B32}"/>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2C8D8502-70B9-413D-BB5B-DA1E686D0060}"/>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82390A6D-8FA6-4F4F-A658-31A631BE90EC}"/>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3860AD24-02CB-4B63-AC2F-B68FC1660609}"/>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43CEA00C-4940-4EBD-91CE-777D3A93FEB6}"/>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07F5E68E-420E-4443-A819-55D838FDB7D5}"/>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0491B4C3-6159-4F61-B45A-3FEDB14BD060}"/>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9B0BE7E2-3E08-415F-82C0-464EAF585F3D}"/>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2A40B184-CAA8-4665-B2B8-366A62362BBD}"/>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6689A312-4945-40B8-B761-0663FA3EEB84}"/>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A6443273-8EC2-4113-9B19-D4D7A15505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33650081"/>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C93CE790-FAB0-4F49-B081-93E3613FF4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8D1463BB-FE62-48E1-AAE7-FE72D9FA6D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8DCAAC97-9F2F-4687-9A09-C72D6EE0FA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34D66698-165C-4492-ABD3-A69A66B5968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60AC8697-B5E6-4D06-B242-D622E52A37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1C3B2E42-2F10-461B-9D2E-52DC7F6F65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A15CB21F-FA3F-4DD8-84AE-A5B5A48CDB02}"/>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5ACB6188-53FC-4DA2-BD1B-55C420C2AD11}"/>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15853054-4CCB-48FC-90BA-1EC69D1980E1}"/>
              </a:ext>
            </a:extLst>
          </p:cNvPr>
          <p:cNvPicPr>
            <a:picLocks xmlns:a="http://schemas.openxmlformats.org/drawingml/2006/main" noChangeAspect="1"/>
          </p:cNvPicPr>
          <p:nvPr/>
        </p:nvPicPr>
        <p:blipFill>
          <a:blip xmlns:r="http://schemas.openxmlformats.org/officeDocument/2006/relationships" xmlns:a="http://schemas.openxmlformats.org/drawingml/2006/main" r:embed="R3f3fbf665c924c90"/>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8C723BFD-9D43-4CA7-A5EE-79EFD7EC27A4}"/>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F7394464-2305-468B-9F50-AD5F47CF00D0}"/>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E2D98C68-5090-4252-AD6A-2705F6ED7FDF}"/>
              </a:ext>
            </a:extLst>
          </p:cNvPr>
          <p:cNvPicPr>
            <a:picLocks xmlns:a="http://schemas.openxmlformats.org/drawingml/2006/main" noChangeAspect="1"/>
          </p:cNvPicPr>
          <p:nvPr/>
        </p:nvPicPr>
        <p:blipFill>
          <a:blip xmlns:r="http://schemas.openxmlformats.org/officeDocument/2006/relationships" xmlns:a="http://schemas.openxmlformats.org/drawingml/2006/main" r:embed="R0035e574a2a7401f"/>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1D7A067C-267F-46A3-86B9-CC2AAF49E70B}"/>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0D318DB6-B7D8-46DC-BB26-A4BC53F7237D}"/>
              </a:ext>
            </a:extLst>
          </p:cNvPr>
          <p:cNvPicPr>
            <a:picLocks xmlns:a="http://schemas.openxmlformats.org/drawingml/2006/main" noChangeAspect="1"/>
          </p:cNvPicPr>
          <p:nvPr/>
        </p:nvPicPr>
        <p:blipFill>
          <a:blip xmlns:r="http://schemas.openxmlformats.org/officeDocument/2006/relationships" xmlns:a="http://schemas.openxmlformats.org/drawingml/2006/main" r:embed="R78a007be1e1c43a4"/>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A35B650A-5E23-4CD8-9AA8-F7026989E1E5}"/>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2F615BEF-DFFA-4470-882E-645D2E0305EB}"/>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45AC8214-5253-475E-9A65-C902C72CF5F9}"/>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EA5F1F99-BCE0-4435-B3AF-C6849887DD53}"/>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8D971B18-6768-4889-B6F9-1E7EB0682F16}"/>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A26D73CF-9B82-4C0F-B6BD-59594D3B25B7}"/>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CB11113D-CB08-435B-9791-1F0CE46069BA}"/>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BFDD78DA-0E13-4142-9CB4-0F000CA4BC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025455807"/>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C47E7D01-A3E0-43B4-B7C3-23DE1E075C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FBC71753-2FEB-4974-B0C7-5955A1E6F5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A6A0110C-7563-40E2-8ABA-8B62F66B52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B7629CF0-A8E6-4ACE-ABF4-93C6163ABD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4CE1458B-8820-4C0E-AFEE-D18EE8B219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A9C06487-F7FA-4006-AE31-B5EE058130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92E1C2D1-6BCA-4042-B0C0-1319F56309C2}"/>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7CE63F2F-E2F9-462A-B28A-5A82DBC40FCA}"/>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EDA49AC5-C2F9-46AE-AD19-F165599525FD}"/>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4715356E-1D28-46AD-B73B-62EE1ABCD71C}"/>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B69EE10F-4C0F-4249-A13F-35F628EFDFD6}"/>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443D8C5A-642B-40EE-8E16-C0DB11E0B2AB}"/>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DF21CDF9-4F90-4E3E-BF8D-4ABF1A5F6A1A}"/>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3ABEE38-74C4-4417-91A3-BFAE5051A209}"/>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828456A7-00C8-4F1D-851D-63788C6B7FB4}"/>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CB26BED8-D9DF-4254-973A-805D88B92E01}"/>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B82B413A-60C7-4C03-BA24-BFF2130A93B8}"/>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6B413299-FA2D-4272-B017-CC907D10DFFD}"/>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023EEA55-D570-482E-ACE1-DEA805816C38}"/>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5E326ADC-9AAB-457C-91BF-E15256F865A4}"/>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74532A2E-F099-4BC8-8A9A-EFBC5A7823A2}"/>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91004617-1210-4A59-9FDC-3F81FC44B189}"/>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7A9D78D1-EEFD-491A-B7EE-73AEBECE61A5}"/>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FE6EA3A7-F598-4881-9493-B311A50233A9}"/>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55B2ABF2-896B-4B88-80F0-F59A36F35F88}"/>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4E1D4E61-6840-4671-94C4-6A0A6CB609C2}"/>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412609C2-2FCF-4D1D-A4FB-B46DCC843A46}"/>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1994CD72-C578-464F-B704-F2AD66102BEE}"/>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89EC575-F6E0-442F-8672-8E87ACB02923}"/>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EA194DCA-BB0D-43FD-9BA5-B4E82C579497}"/>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8EE8DDA6-67A5-46AE-B359-A72FE99E5E83}"/>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66884E76-7026-4617-8D8F-B4DE516698B8}"/>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5372B9E8-AD1B-4D75-AFAA-11EDCCC39E49}"/>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2D2519BF-7587-4AB8-917B-F412F25D0AFA}"/>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5734A637-8611-4E84-870D-B51F57388BF5}"/>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B83C9344-69A9-4D5A-9486-EDBF15CDA881}"/>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68A9A626-421A-4CAB-A26E-9BD86F7C94D5}"/>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95F29D33-07CA-4E85-8C61-73762BF5BADA}"/>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DDCBE092-F0F9-433C-AF70-2B1AD20535FF}"/>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18070E84-D2B8-4807-8194-F43A6EA6CDAA}"/>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C4970C79-9DA4-4643-A190-EEEFD253617F}"/>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8CC0DDFA-52C7-46A8-8342-326066D293E6}"/>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403A7011-5340-4C9A-8AFE-C89020B7EA36}"/>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B72A80C6-0684-4880-96C6-CE8B48938C8B}"/>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2D7B3C17-5B80-455A-9DCF-3F20043493EF}"/>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3860461E-4A14-4934-A3E1-40101BBD3603}"/>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99532530-EE48-49B7-AE8C-1A4368AE626B}"/>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3FD70D54-0034-443B-83C3-8109511DA739}"/>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850F5640-E2BB-43EA-970C-0EE77363C845}"/>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D679EBEB-148B-4B92-8FB8-BCBFF1617A46}"/>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0F61CECD-4C37-48D1-B331-2922C8FB7D97}"/>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577B8FFA-C597-4180-8F97-360CFB400924}"/>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2A508BE5-5DB3-4B81-A844-8960C362EB0E}"/>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F4D5C44F-2961-4D2F-B718-9D73D4F293AF}"/>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309E0C08-6732-47B0-977B-C16D691D5B6D}"/>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6752A15A-CD57-4F4E-B098-C4F58584F3AC}"/>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DF10B1C2-8C9D-420E-A9F1-D191C2EC7DED}"/>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B85889A5-95F0-41DF-8FFB-3FC59A519F6B}"/>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B74154B8-EEF7-46B3-BD46-EACBC695165D}"/>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191E8C2A-320B-47A7-9D44-B589196C3654}"/>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A3714E7C-4E75-4C54-9C64-6CB628C1B6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53276320"/>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1 · 모호한 작업 요청">
            <a:extLst xmlns:a="http://schemas.openxmlformats.org/drawingml/2006/main">
              <a:ext uri="{FF2B5EF4-FFF2-40B4-BE49-F238E27FC236}">
                <a16:creationId xmlns:a16="http://schemas.microsoft.com/office/drawing/2014/main" id="{30E25B44-0519-46EB-888F-482961F34D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모호한 작업 요청</a:t>
            </a:r>
          </a:p>
        </p:txBody>
      </p:sp>
      <p:sp>
        <p:nvSpPr>
          <p:cNvPr id="2" name="S11">
            <a:extLst xmlns:a="http://schemas.openxmlformats.org/drawingml/2006/main">
              <a:ext uri="{FF2B5EF4-FFF2-40B4-BE49-F238E27FC236}">
                <a16:creationId xmlns:a16="http://schemas.microsoft.com/office/drawing/2014/main" id="{3E71ED37-8CA2-44EF-BC6B-BA0755309FE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A3A62183-2FCC-443F-8559-D89CDB4E41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75EAC1C4-F953-40E4-8823-A1E7312483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3D477A45-AB80-4BAE-965E-0B6399B0A6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C27EC016-B41C-4DB9-80A6-1C0089157D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03C89B5C-08EF-4A95-95D6-51C4A00DD54B}"/>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1123091E-DF13-4A81-8E9D-B09F49B50C17}"/>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94885E8F-5569-4ECD-AAD2-7D77B9BE109E}"/>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E4965BBE-195F-4516-86F7-420E315C0B58}"/>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88863123-7961-4958-BEE1-E6D151EED7CD}"/>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BFB6684C-D2AD-4097-878C-47A8D7080BDE}"/>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ACA32639-F2FC-403A-AC56-F9A963AED860}"/>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5935587-C588-41CB-8E38-D90D44B37C43}"/>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9B2EF239-B736-4A0F-87B6-EE43743ACD0B}"/>
              </a:ext>
            </a:extLst>
          </p:cNvPr>
          <p:cNvPicPr>
            <a:picLocks xmlns:a="http://schemas.openxmlformats.org/drawingml/2006/main" noChangeAspect="1"/>
          </p:cNvPicPr>
          <p:nvPr/>
        </p:nvPicPr>
        <p:blipFill>
          <a:blip xmlns:r="http://schemas.openxmlformats.org/officeDocument/2006/relationships" xmlns:a="http://schemas.openxmlformats.org/drawingml/2006/main" r:embed="R17833e3d6ce84e47"/>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A342C396-1834-4C7B-9CC5-9EE6CBD6DA07}"/>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6F82BD79-FE55-43F5-A19E-45631F72E028}"/>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A5D6E066-46FC-4BBE-AB16-DDF8FF8167B5}"/>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A18E2862-821C-4ABF-9FE6-E25915DFCF6D}"/>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FD610294-D82D-4077-A8F9-D553E0886979}"/>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9E3789F4-8E73-43A0-A8E4-E0A827300633}"/>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B6D69179-429E-405C-8F18-85A8C144643E}"/>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CFC4FAA2-E7D1-4FF4-993D-FCD9F5DF3CB7}"/>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1EA27A1B-2C2B-4279-9131-7BE9DE88F771}"/>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232AC45F-5E14-4DC2-B383-EB0888F7BAF9}"/>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29B26C72-74EF-449E-B467-4AA397A2EFDF}"/>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CA16E23A-B1D6-4ABF-9510-E33066F24D14}"/>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73CE5EE0-2B28-4734-8B0F-A38F5FCEE1E0}"/>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133CBB0D-18F5-458B-87C0-23148624E32B}"/>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957A2B32-A300-4C07-9E0A-0AED17F00636}"/>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sp>
        <p:nvSpPr>
          <p:cNvPr id="31" name="Qualitative resource growth, no measured scale">
            <a:extLst xmlns:a="http://schemas.openxmlformats.org/drawingml/2006/main">
              <a:ext uri="{FF2B5EF4-FFF2-40B4-BE49-F238E27FC236}">
                <a16:creationId xmlns:a16="http://schemas.microsoft.com/office/drawing/2014/main" id="{E3749821-0807-4B84-90FC-E70995203CD2}"/>
              </a:ext>
            </a:extLst>
          </p:cNvPr>
          <p:cNvSpPr>
            <a:spLocks xmlns:a="http://schemas.openxmlformats.org/drawingml/2006/main" noGrp="1"/>
          </p:cNvSpPr>
          <p:nvPr/>
        </p:nvSpPr>
        <p:spPr>
          <a:xfrm xmlns:a="http://schemas.openxmlformats.org/drawingml/2006/main">
            <a:off x="1809750" y="5038725"/>
            <a:ext cx="1543050" cy="552450"/>
          </a:xfrm>
          <a:custGeom xmlns:a="http://schemas.openxmlformats.org/drawingml/2006/main">
            <a:pathLst>
              <a:path w="1543050" h="552450">
                <a:moveTo>
                  <a:pt x="0" y="533400"/>
                </a:moveTo>
                <a:cubicBezTo>
                  <a:pt x="762000" y="533400"/>
                  <a:pt x="1323975" y="523875"/>
                  <a:pt x="1524000" y="28575"/>
                </a:cubicBezTo>
              </a:path>
            </a:pathLst>
          </a:custGeom>
          <a:noFill xmlns:a="http://schemas.openxmlformats.org/drawingml/2006/main"/>
          <a:ln xmlns:a="http://schemas.openxmlformats.org/drawingml/2006/main" w="28575">
            <a:solidFill>
              <a:srgbClr val="805400"/>
            </a:solidFill>
            <a:prstDash val="solid"/>
          </a:ln>
        </p:spPr>
      </p:sp>
      <p:sp>
        <p:nvSpPr>
          <p:cNvPr id="32" name="↑">
            <a:extLst xmlns:a="http://schemas.openxmlformats.org/drawingml/2006/main">
              <a:ext uri="{FF2B5EF4-FFF2-40B4-BE49-F238E27FC236}">
                <a16:creationId xmlns:a16="http://schemas.microsoft.com/office/drawing/2014/main" id="{20261A1C-8F57-4A0E-A478-2A3F9D6955D9}"/>
              </a:ext>
            </a:extLst>
          </p:cNvPr>
          <p:cNvSpPr>
            <a:spLocks xmlns:a="http://schemas.openxmlformats.org/drawingml/2006/main" noGrp="1"/>
          </p:cNvSpPr>
          <p:nvPr/>
        </p:nvSpPr>
        <p:spPr>
          <a:xfrm xmlns:a="http://schemas.openxmlformats.org/drawingml/2006/main">
            <a:off x="3257550" y="4962525"/>
            <a:ext cx="266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a:t>
            </a:r>
          </a:p>
        </p:txBody>
      </p:sp>
      <p:sp>
        <p:nvSpPr>
          <p:cNvPr id="33" name="작업 시간">
            <a:extLst xmlns:a="http://schemas.openxmlformats.org/drawingml/2006/main">
              <a:ext uri="{FF2B5EF4-FFF2-40B4-BE49-F238E27FC236}">
                <a16:creationId xmlns:a16="http://schemas.microsoft.com/office/drawing/2014/main" id="{E688D5DC-8011-4EB1-93A9-EAB3E8DC284D}"/>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sp>
        <p:nvSpPr>
          <p:cNvPr id="34" name="Qualitative resource growth, no measured scale">
            <a:extLst xmlns:a="http://schemas.openxmlformats.org/drawingml/2006/main">
              <a:ext uri="{FF2B5EF4-FFF2-40B4-BE49-F238E27FC236}">
                <a16:creationId xmlns:a16="http://schemas.microsoft.com/office/drawing/2014/main" id="{B9CD3E7D-8A82-4991-9D57-B1929DEB11B9}"/>
              </a:ext>
            </a:extLst>
          </p:cNvPr>
          <p:cNvSpPr>
            <a:spLocks xmlns:a="http://schemas.openxmlformats.org/drawingml/2006/main" noGrp="1"/>
          </p:cNvSpPr>
          <p:nvPr/>
        </p:nvSpPr>
        <p:spPr>
          <a:xfrm xmlns:a="http://schemas.openxmlformats.org/drawingml/2006/main">
            <a:off x="5086350" y="5038725"/>
            <a:ext cx="1543050" cy="552450"/>
          </a:xfrm>
          <a:custGeom xmlns:a="http://schemas.openxmlformats.org/drawingml/2006/main">
            <a:pathLst>
              <a:path w="1543050" h="552450">
                <a:moveTo>
                  <a:pt x="0" y="533400"/>
                </a:moveTo>
                <a:cubicBezTo>
                  <a:pt x="762000" y="533400"/>
                  <a:pt x="1323975" y="523875"/>
                  <a:pt x="1524000" y="28575"/>
                </a:cubicBezTo>
              </a:path>
            </a:pathLst>
          </a:custGeom>
          <a:noFill xmlns:a="http://schemas.openxmlformats.org/drawingml/2006/main"/>
          <a:ln xmlns:a="http://schemas.openxmlformats.org/drawingml/2006/main" w="28575">
            <a:solidFill>
              <a:srgbClr val="805400"/>
            </a:solidFill>
            <a:prstDash val="solid"/>
          </a:ln>
        </p:spPr>
      </p:sp>
      <p:sp>
        <p:nvSpPr>
          <p:cNvPr id="35" name="↑">
            <a:extLst xmlns:a="http://schemas.openxmlformats.org/drawingml/2006/main">
              <a:ext uri="{FF2B5EF4-FFF2-40B4-BE49-F238E27FC236}">
                <a16:creationId xmlns:a16="http://schemas.microsoft.com/office/drawing/2014/main" id="{A2C538DE-7AB6-4A05-B344-661EEEBDF2FE}"/>
              </a:ext>
            </a:extLst>
          </p:cNvPr>
          <p:cNvSpPr>
            <a:spLocks xmlns:a="http://schemas.openxmlformats.org/drawingml/2006/main" noGrp="1"/>
          </p:cNvSpPr>
          <p:nvPr/>
        </p:nvSpPr>
        <p:spPr>
          <a:xfrm xmlns:a="http://schemas.openxmlformats.org/drawingml/2006/main">
            <a:off x="6534150" y="4962525"/>
            <a:ext cx="266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a:t>
            </a:r>
          </a:p>
        </p:txBody>
      </p:sp>
      <p:sp>
        <p:nvSpPr>
          <p:cNvPr id="36" name="Legacy module connection">
            <a:extLst xmlns:a="http://schemas.openxmlformats.org/drawingml/2006/main">
              <a:ext uri="{FF2B5EF4-FFF2-40B4-BE49-F238E27FC236}">
                <a16:creationId xmlns:a16="http://schemas.microsoft.com/office/drawing/2014/main" id="{83B8528C-2A61-4AF4-B9B4-2EDD84E308A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02757949"/>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1 · 같은 Agent, 같은 요청, 가능한 해석">
            <a:extLst xmlns:a="http://schemas.openxmlformats.org/drawingml/2006/main">
              <a:ext uri="{FF2B5EF4-FFF2-40B4-BE49-F238E27FC236}">
                <a16:creationId xmlns:a16="http://schemas.microsoft.com/office/drawing/2014/main" id="{11740BD1-BD32-430E-A5A8-6705A73B98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C5AED560-3118-4EE4-A202-F37D5BCB11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64765A7A-362C-4830-94C0-C22DAB0D44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877D7B05-3E43-4C62-BE95-C69CC52DC2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8686FE66-C561-43B1-A86A-5F1F288C4B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9E9B3626-2846-4C4F-8A53-03F3AA6C11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
            <a:extLst xmlns:a="http://schemas.openxmlformats.org/drawingml/2006/main">
              <a:ext uri="{FF2B5EF4-FFF2-40B4-BE49-F238E27FC236}">
                <a16:creationId xmlns:a16="http://schemas.microsoft.com/office/drawing/2014/main" id="{73646258-ACCD-4F51-9870-4D1DD89180B1}"/>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A8F640B6-FB00-41C2-841A-42E021BC056B}"/>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FC05F2F8-37AB-45E6-A08D-8E4632719A6A}"/>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7C33C34F-E88C-4F35-9460-1B236EC2138B}"/>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1" name="+">
            <a:extLst xmlns:a="http://schemas.openxmlformats.org/drawingml/2006/main">
              <a:ext uri="{FF2B5EF4-FFF2-40B4-BE49-F238E27FC236}">
                <a16:creationId xmlns:a16="http://schemas.microsoft.com/office/drawing/2014/main" id="{2C8E3B9B-10B2-4C3A-939D-3F640B863090}"/>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4BCD222E-0F08-4237-A25A-91E70B040E8F}"/>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DC3EA11-CF8F-47B8-B722-C6BD49700A94}"/>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4" name="">
            <a:extLst xmlns:a="http://schemas.openxmlformats.org/drawingml/2006/main">
              <a:ext uri="{FF2B5EF4-FFF2-40B4-BE49-F238E27FC236}">
                <a16:creationId xmlns:a16="http://schemas.microsoft.com/office/drawing/2014/main" id="{A17AC3AF-F6DA-4E53-8E47-9821D07BD23A}"/>
              </a:ext>
            </a:extLst>
          </p:cNvPr>
          <p:cNvPicPr>
            <a:picLocks xmlns:a="http://schemas.openxmlformats.org/drawingml/2006/main" noChangeAspect="1"/>
          </p:cNvPicPr>
          <p:nvPr/>
        </p:nvPicPr>
        <p:blipFill>
          <a:blip xmlns:r="http://schemas.openxmlformats.org/officeDocument/2006/relationships" xmlns:a="http://schemas.openxmlformats.org/drawingml/2006/main" r:embed="Rd33805aaf2b94def"/>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5" name="같은 AI Agent · 같은 요청">
            <a:extLst xmlns:a="http://schemas.openxmlformats.org/drawingml/2006/main">
              <a:ext uri="{FF2B5EF4-FFF2-40B4-BE49-F238E27FC236}">
                <a16:creationId xmlns:a16="http://schemas.microsoft.com/office/drawing/2014/main" id="{FC4BEBA9-C197-46C6-80A0-577A5762BDF4}"/>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6" name="">
            <a:extLst xmlns:a="http://schemas.openxmlformats.org/drawingml/2006/main">
              <a:ext uri="{FF2B5EF4-FFF2-40B4-BE49-F238E27FC236}">
                <a16:creationId xmlns:a16="http://schemas.microsoft.com/office/drawing/2014/main" id="{B24E4DFC-2243-4ABC-945E-182F3B9E2964}"/>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어느 경로를 원하는가?">
            <a:extLst xmlns:a="http://schemas.openxmlformats.org/drawingml/2006/main">
              <a:ext uri="{FF2B5EF4-FFF2-40B4-BE49-F238E27FC236}">
                <a16:creationId xmlns:a16="http://schemas.microsoft.com/office/drawing/2014/main" id="{C729698E-9A6D-4C0A-8CF8-5DFA01E6C1ED}"/>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8" name="">
            <a:extLst xmlns:a="http://schemas.openxmlformats.org/drawingml/2006/main">
              <a:ext uri="{FF2B5EF4-FFF2-40B4-BE49-F238E27FC236}">
                <a16:creationId xmlns:a16="http://schemas.microsoft.com/office/drawing/2014/main" id="{E0BFFC8A-BD93-47E8-8933-8EA77670966C}"/>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9" name="Possible interpretation A">
            <a:extLst xmlns:a="http://schemas.openxmlformats.org/drawingml/2006/main">
              <a:ext uri="{FF2B5EF4-FFF2-40B4-BE49-F238E27FC236}">
                <a16:creationId xmlns:a16="http://schemas.microsoft.com/office/drawing/2014/main" id="{8FCA8AF0-7337-4F37-95E0-2550033871E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0" name="">
            <a:extLst xmlns:a="http://schemas.openxmlformats.org/drawingml/2006/main">
              <a:ext uri="{FF2B5EF4-FFF2-40B4-BE49-F238E27FC236}">
                <a16:creationId xmlns:a16="http://schemas.microsoft.com/office/drawing/2014/main" id="{25B5ADE9-1FDF-4A60-9D53-3C044F3D43C4}"/>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1" name="A">
            <a:extLst xmlns:a="http://schemas.openxmlformats.org/drawingml/2006/main">
              <a:ext uri="{FF2B5EF4-FFF2-40B4-BE49-F238E27FC236}">
                <a16:creationId xmlns:a16="http://schemas.microsoft.com/office/drawing/2014/main" id="{E093E4D3-3E26-4643-B3F0-65ED1104F2D0}"/>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2" name="테스트를 바꿀까?">
            <a:extLst xmlns:a="http://schemas.openxmlformats.org/drawingml/2006/main">
              <a:ext uri="{FF2B5EF4-FFF2-40B4-BE49-F238E27FC236}">
                <a16:creationId xmlns:a16="http://schemas.microsoft.com/office/drawing/2014/main" id="{DFC8B1BB-9616-4EFD-860A-0B1FD1ED9192}"/>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3" name="기대값을 수정하는 해석">
            <a:extLst xmlns:a="http://schemas.openxmlformats.org/drawingml/2006/main">
              <a:ext uri="{FF2B5EF4-FFF2-40B4-BE49-F238E27FC236}">
                <a16:creationId xmlns:a16="http://schemas.microsoft.com/office/drawing/2014/main" id="{BAAA2C3B-38DE-4FEA-802A-05BF61078716}"/>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4" name="Possible interpretation B">
            <a:extLst xmlns:a="http://schemas.openxmlformats.org/drawingml/2006/main">
              <a:ext uri="{FF2B5EF4-FFF2-40B4-BE49-F238E27FC236}">
                <a16:creationId xmlns:a16="http://schemas.microsoft.com/office/drawing/2014/main" id="{B4AF47D3-940A-4733-9386-2975A87D050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5" name="">
            <a:extLst xmlns:a="http://schemas.openxmlformats.org/drawingml/2006/main">
              <a:ext uri="{FF2B5EF4-FFF2-40B4-BE49-F238E27FC236}">
                <a16:creationId xmlns:a16="http://schemas.microsoft.com/office/drawing/2014/main" id="{C63DF655-D9EC-4864-AE79-4A916B98D450}"/>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6" name="B">
            <a:extLst xmlns:a="http://schemas.openxmlformats.org/drawingml/2006/main">
              <a:ext uri="{FF2B5EF4-FFF2-40B4-BE49-F238E27FC236}">
                <a16:creationId xmlns:a16="http://schemas.microsoft.com/office/drawing/2014/main" id="{00B6AF94-38CB-484B-8B83-066FF34FAF01}"/>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7" name="구현을 바꿀까?">
            <a:extLst xmlns:a="http://schemas.openxmlformats.org/drawingml/2006/main">
              <a:ext uri="{FF2B5EF4-FFF2-40B4-BE49-F238E27FC236}">
                <a16:creationId xmlns:a16="http://schemas.microsoft.com/office/drawing/2014/main" id="{05376AEC-24FC-4AE2-9FA1-A9541F0AFF3D}"/>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8" name="동작을 명세에 맞추는 해석">
            <a:extLst xmlns:a="http://schemas.openxmlformats.org/drawingml/2006/main">
              <a:ext uri="{FF2B5EF4-FFF2-40B4-BE49-F238E27FC236}">
                <a16:creationId xmlns:a16="http://schemas.microsoft.com/office/drawing/2014/main" id="{B045FAE5-FCEC-406F-A8EC-E308D5868A8F}"/>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29" name="Possible interpretation C">
            <a:extLst xmlns:a="http://schemas.openxmlformats.org/drawingml/2006/main">
              <a:ext uri="{FF2B5EF4-FFF2-40B4-BE49-F238E27FC236}">
                <a16:creationId xmlns:a16="http://schemas.microsoft.com/office/drawing/2014/main" id="{3F0AEBB8-C90C-4CEA-A291-799B87F7B261}"/>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0" name="">
            <a:extLst xmlns:a="http://schemas.openxmlformats.org/drawingml/2006/main">
              <a:ext uri="{FF2B5EF4-FFF2-40B4-BE49-F238E27FC236}">
                <a16:creationId xmlns:a16="http://schemas.microsoft.com/office/drawing/2014/main" id="{FBCC88B8-84DD-4ECA-A2EA-EDACDBCF5786}"/>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1" name="C">
            <a:extLst xmlns:a="http://schemas.openxmlformats.org/drawingml/2006/main">
              <a:ext uri="{FF2B5EF4-FFF2-40B4-BE49-F238E27FC236}">
                <a16:creationId xmlns:a16="http://schemas.microsoft.com/office/drawing/2014/main" id="{6A5FC09E-6B5F-4DD4-819F-9CB2DEBA24C1}"/>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2" name="먼저 물어볼까?">
            <a:extLst xmlns:a="http://schemas.openxmlformats.org/drawingml/2006/main">
              <a:ext uri="{FF2B5EF4-FFF2-40B4-BE49-F238E27FC236}">
                <a16:creationId xmlns:a16="http://schemas.microsoft.com/office/drawing/2014/main" id="{782CB217-5842-47B4-A68F-40247B27419C}"/>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3" name="의도를 확인한 뒤 진행">
            <a:extLst xmlns:a="http://schemas.openxmlformats.org/drawingml/2006/main">
              <a:ext uri="{FF2B5EF4-FFF2-40B4-BE49-F238E27FC236}">
                <a16:creationId xmlns:a16="http://schemas.microsoft.com/office/drawing/2014/main" id="{3B7EEDDA-A4CE-42B5-918C-A9D2B855F9CA}"/>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4" name="아직 정해지지 않은 정보">
            <a:extLst xmlns:a="http://schemas.openxmlformats.org/drawingml/2006/main">
              <a:ext uri="{FF2B5EF4-FFF2-40B4-BE49-F238E27FC236}">
                <a16:creationId xmlns:a16="http://schemas.microsoft.com/office/drawing/2014/main" id="{D4EB49A1-06FA-4DB5-B180-3685C411A189}"/>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5" name="목표의 세부 ?">
            <a:extLst xmlns:a="http://schemas.openxmlformats.org/drawingml/2006/main">
              <a:ext uri="{FF2B5EF4-FFF2-40B4-BE49-F238E27FC236}">
                <a16:creationId xmlns:a16="http://schemas.microsoft.com/office/drawing/2014/main" id="{B9D3E3F8-1641-4C69-B98D-E0E847846B9B}"/>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6" name="보존 조건 ?">
            <a:extLst xmlns:a="http://schemas.openxmlformats.org/drawingml/2006/main">
              <a:ext uri="{FF2B5EF4-FFF2-40B4-BE49-F238E27FC236}">
                <a16:creationId xmlns:a16="http://schemas.microsoft.com/office/drawing/2014/main" id="{B76AAD2A-A9D8-4B1F-9FD4-35B6AE1A7DB5}"/>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7" name="수정 범위 ?">
            <a:extLst xmlns:a="http://schemas.openxmlformats.org/drawingml/2006/main">
              <a:ext uri="{FF2B5EF4-FFF2-40B4-BE49-F238E27FC236}">
                <a16:creationId xmlns:a16="http://schemas.microsoft.com/office/drawing/2014/main" id="{008326D2-F550-4EF1-9F6D-78C6C83B85B2}"/>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8" name="확인 근거 ?">
            <a:extLst xmlns:a="http://schemas.openxmlformats.org/drawingml/2006/main">
              <a:ext uri="{FF2B5EF4-FFF2-40B4-BE49-F238E27FC236}">
                <a16:creationId xmlns:a16="http://schemas.microsoft.com/office/drawing/2014/main" id="{683EE65A-8D7D-4406-985E-E685EE27356D}"/>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39" name="완료 조건 ?">
            <a:extLst xmlns:a="http://schemas.openxmlformats.org/drawingml/2006/main">
              <a:ext uri="{FF2B5EF4-FFF2-40B4-BE49-F238E27FC236}">
                <a16:creationId xmlns:a16="http://schemas.microsoft.com/office/drawing/2014/main" id="{A71AE0A8-93F9-40FF-AE32-133A1BFC33F0}"/>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0" name="Legacy module connection">
            <a:extLst xmlns:a="http://schemas.openxmlformats.org/drawingml/2006/main">
              <a:ext uri="{FF2B5EF4-FFF2-40B4-BE49-F238E27FC236}">
                <a16:creationId xmlns:a16="http://schemas.microsoft.com/office/drawing/2014/main" id="{F385BA53-FA15-482E-B723-2FA4B89F2B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908557"/>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36F64D20-EDA9-4A3D-BB08-6F35C47E77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29B253AE-F453-4C10-96E4-FE5F20E4D1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3663BCBF-B3FF-4DE4-A7D5-5A96C2F81F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9E1C9AEB-119E-4364-967E-362B266BCF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A3CC2BF2-D259-4C5B-8511-EC109E3C0A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2E6F3E63-0BE3-4677-9E0E-0635EFC216B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2B3508F8-4D13-4A78-B7E3-3BF3D9EFB3E1}"/>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85A67C27-3EFC-4677-B347-CD26BCEE4DD2}"/>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8DEB13FC-1BCE-4875-B655-955643F838AF}"/>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FFBC16A1-A07E-484D-9B5F-0DB4DCF6D6AF}"/>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3DF0FAE0-CA3A-4AD6-A1A9-70573F97C99B}"/>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CCEFD349-2DD6-4687-ABEC-00B16A35994A}"/>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DAA69C6A-44C2-4732-BC59-EEC8C8A7ED3F}"/>
              </a:ext>
            </a:extLst>
          </p:cNvPr>
          <p:cNvSpPr>
            <a:spLocks xmlns:a="http://schemas.openxmlformats.org/drawingml/2006/main" noGrp="1"/>
          </p:cNvSpPr>
          <p:nvPr/>
        </p:nvSpPr>
        <p:spPr>
          <a:xfrm xmlns:a="http://schemas.openxmlformats.org/drawingml/2006/main">
            <a:off x="800100" y="3257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Test 기대값">
            <a:extLst xmlns:a="http://schemas.openxmlformats.org/drawingml/2006/main">
              <a:ext uri="{FF2B5EF4-FFF2-40B4-BE49-F238E27FC236}">
                <a16:creationId xmlns:a16="http://schemas.microsoft.com/office/drawing/2014/main" id="{9287C624-2E5D-452E-A851-133A42E1EAFA}"/>
              </a:ext>
            </a:extLst>
          </p:cNvPr>
          <p:cNvSpPr>
            <a:spLocks xmlns:a="http://schemas.openxmlformats.org/drawingml/2006/main" noGrp="1"/>
          </p:cNvSpPr>
          <p:nvPr/>
        </p:nvSpPr>
        <p:spPr>
          <a:xfrm xmlns:a="http://schemas.openxmlformats.org/drawingml/2006/main">
            <a:off x="1504950" y="3257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명세·Test 기대값</a:t>
            </a:r>
          </a:p>
        </p:txBody>
      </p:sp>
      <p:sp>
        <p:nvSpPr>
          <p:cNvPr id="15" name="범위">
            <a:extLst xmlns:a="http://schemas.openxmlformats.org/drawingml/2006/main">
              <a:ext uri="{FF2B5EF4-FFF2-40B4-BE49-F238E27FC236}">
                <a16:creationId xmlns:a16="http://schemas.microsoft.com/office/drawing/2014/main" id="{7F86D7EB-C4EB-4F53-A51C-E1EB133111FB}"/>
              </a:ext>
            </a:extLst>
          </p:cNvPr>
          <p:cNvSpPr>
            <a:spLocks xmlns:a="http://schemas.openxmlformats.org/drawingml/2006/main" noGrp="1"/>
          </p:cNvSpPr>
          <p:nvPr/>
        </p:nvSpPr>
        <p:spPr>
          <a:xfrm xmlns:a="http://schemas.openxmlformats.org/drawingml/2006/main">
            <a:off x="800100" y="3638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19950476-2D48-47B5-AD9E-0AC5823433FA}"/>
              </a:ext>
            </a:extLst>
          </p:cNvPr>
          <p:cNvSpPr>
            <a:spLocks xmlns:a="http://schemas.openxmlformats.org/drawingml/2006/main" noGrp="1"/>
          </p:cNvSpPr>
          <p:nvPr/>
        </p:nvSpPr>
        <p:spPr>
          <a:xfrm xmlns:a="http://schemas.openxmlformats.org/drawingml/2006/main">
            <a:off x="1504950" y="3638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E0D7783D-EC52-4578-8B98-86E34DF6BFE6}"/>
              </a:ext>
            </a:extLst>
          </p:cNvPr>
          <p:cNvSpPr>
            <a:spLocks xmlns:a="http://schemas.openxmlformats.org/drawingml/2006/main" noGrp="1"/>
          </p:cNvSpPr>
          <p:nvPr/>
        </p:nvSpPr>
        <p:spPr>
          <a:xfrm xmlns:a="http://schemas.openxmlformats.org/drawingml/2006/main">
            <a:off x="800100" y="4019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집중·전체 Test + CLI smoke + diff">
            <a:extLst xmlns:a="http://schemas.openxmlformats.org/drawingml/2006/main">
              <a:ext uri="{FF2B5EF4-FFF2-40B4-BE49-F238E27FC236}">
                <a16:creationId xmlns:a16="http://schemas.microsoft.com/office/drawing/2014/main" id="{507CC73D-1F3D-43E0-A671-4BF0F071A359}"/>
              </a:ext>
            </a:extLst>
          </p:cNvPr>
          <p:cNvSpPr>
            <a:spLocks xmlns:a="http://schemas.openxmlformats.org/drawingml/2006/main" noGrp="1"/>
          </p:cNvSpPr>
          <p:nvPr/>
        </p:nvSpPr>
        <p:spPr>
          <a:xfrm xmlns:a="http://schemas.openxmlformats.org/drawingml/2006/main">
            <a:off x="1504950" y="4019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집중·전체 Test + CLI smoke + diff</a:t>
            </a:r>
          </a:p>
        </p:txBody>
      </p:sp>
      <p:sp>
        <p:nvSpPr>
          <p:cNvPr id="19" name="완료">
            <a:extLst xmlns:a="http://schemas.openxmlformats.org/drawingml/2006/main">
              <a:ext uri="{FF2B5EF4-FFF2-40B4-BE49-F238E27FC236}">
                <a16:creationId xmlns:a16="http://schemas.microsoft.com/office/drawing/2014/main" id="{F4B8212E-0001-430E-81E0-ABA2D544EA2E}"/>
              </a:ext>
            </a:extLst>
          </p:cNvPr>
          <p:cNvSpPr>
            <a:spLocks xmlns:a="http://schemas.openxmlformats.org/drawingml/2006/main" noGrp="1"/>
          </p:cNvSpPr>
          <p:nvPr/>
        </p:nvSpPr>
        <p:spPr>
          <a:xfrm xmlns:a="http://schemas.openxmlformats.org/drawingml/2006/main">
            <a:off x="800100" y="4400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831D98B2-17FE-486B-93D2-32186C4B739E}"/>
              </a:ext>
            </a:extLst>
          </p:cNvPr>
          <p:cNvSpPr>
            <a:spLocks xmlns:a="http://schemas.openxmlformats.org/drawingml/2006/main" noGrp="1"/>
          </p:cNvSpPr>
          <p:nvPr/>
        </p:nvSpPr>
        <p:spPr>
          <a:xfrm xmlns:a="http://schemas.openxmlformats.org/drawingml/2006/main">
            <a:off x="1504950" y="4400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938447CE-38FD-4CC6-A915-B710EF684E49}"/>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8A510F9D-6D62-4EB1-AFF5-B2148BBF0D82}"/>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8BAD7EB5-F775-4F2E-971D-9DBF07A7839E}"/>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A506188B-C480-431D-A6D9-4C1CFEC0A0F4}"/>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F303791B-931E-4B63-994A-D8B66B9FE8F4}"/>
              </a:ext>
            </a:extLst>
          </p:cNvPr>
          <p:cNvPicPr>
            <a:picLocks xmlns:a="http://schemas.openxmlformats.org/drawingml/2006/main" noChangeAspect="1"/>
          </p:cNvPicPr>
          <p:nvPr/>
        </p:nvPicPr>
        <p:blipFill>
          <a:blip xmlns:r="http://schemas.openxmlformats.org/officeDocument/2006/relationships" xmlns:a="http://schemas.openxmlformats.org/drawingml/2006/main" r:embed="R741aedea0e7e4383"/>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E921B780-FF93-40CA-BD60-607A768DFAD6}"/>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785F3A1D-B09D-445B-AD9F-0921088C58E4}"/>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E78F9C3A-43F6-49F0-8B50-701D0AB6682C}"/>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197E08B3-924F-4171-B0A0-0724F438DFF7}"/>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D42A9778-C3C7-4C1E-89A6-30099517A99B}"/>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2BDB57CD-0A04-4ABF-8D1F-FCC303B23EB7}"/>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FCA32865-C392-4214-9591-0AFE69626D17}"/>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65667270-42C2-4461-9C90-9A877FFE017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1621E2CB-9495-42A0-8DA3-C8D93AB6D8A5}"/>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88CFC617-DA0A-4292-8948-60D262BDF289}"/>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BB4B6D4E-637F-4765-8FBC-447155EB881F}"/>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D6AF2C43-397E-4D99-86D0-5C37E1DBAB46}"/>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2E77A58C-3241-4EA3-80D2-747CEDB6A9FB}"/>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64011032-F6BF-4EDC-A7D7-F0213A2CDDA1}"/>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F620EA68-B034-4B97-97EB-A8047050379E}"/>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C1A32FD2-B687-4A68-80C5-A072685CE06D}"/>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2E9CF0F8-7443-4FBE-9C5E-AFAA26C058FB}"/>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FC667389-DC04-4EC9-A1CD-3CB07D3056CA}"/>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추측할 선택을 줄이고, 원하는 경로를 명시한다.">
            <a:extLst xmlns:a="http://schemas.openxmlformats.org/drawingml/2006/main">
              <a:ext uri="{FF2B5EF4-FFF2-40B4-BE49-F238E27FC236}">
                <a16:creationId xmlns:a16="http://schemas.microsoft.com/office/drawing/2014/main" id="{D9426A2A-DD78-4FD3-BDC2-804F3CBD248F}"/>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추측할 선택을 줄이고, 원하는 경로를 명시한다.</a:t>
            </a:r>
          </a:p>
        </p:txBody>
      </p:sp>
      <p:sp>
        <p:nvSpPr>
          <p:cNvPr id="45" name="Legacy module connection">
            <a:extLst xmlns:a="http://schemas.openxmlformats.org/drawingml/2006/main">
              <a:ext uri="{FF2B5EF4-FFF2-40B4-BE49-F238E27FC236}">
                <a16:creationId xmlns:a16="http://schemas.microsoft.com/office/drawing/2014/main" id="{B93BC197-34AB-46FD-B372-B3FC1618D7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80468131"/>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85D76A23-2913-47BA-836A-B7C124E9A9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B05AAC13-4E0C-4326-8001-F1AC0B8E4F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4E442161-EE47-4DEE-8CB9-B03375D26E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8AEF039C-CF06-4BAC-B2D6-63E72C8C18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B2BD3804-825E-4099-B219-A9C1249B65B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5F075C96-8CA4-4DD3-8159-C0004DF0F9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crop test 고쳐줘”에 답하기 전에">
            <a:extLst xmlns:a="http://schemas.openxmlformats.org/drawingml/2006/main">
              <a:ext uri="{FF2B5EF4-FFF2-40B4-BE49-F238E27FC236}">
                <a16:creationId xmlns:a16="http://schemas.microsoft.com/office/drawing/2014/main" id="{C115F9E2-A50C-4503-832A-846BA9BF6FCB}"/>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“crop test 고쳐줘”에 답하기 전에</a:t>
            </a:r>
          </a:p>
        </p:txBody>
      </p:sp>
      <p:sp>
        <p:nvSpPr>
          <p:cNvPr id="8" name="01">
            <a:extLst xmlns:a="http://schemas.openxmlformats.org/drawingml/2006/main">
              <a:ext uri="{FF2B5EF4-FFF2-40B4-BE49-F238E27FC236}">
                <a16:creationId xmlns:a16="http://schemas.microsoft.com/office/drawing/2014/main" id="{48933FE3-7A53-4008-A689-B4BD83F4A62E}"/>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6ECF7F31-AD5E-4950-B4F4-4F5F6D6E1BA2}"/>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6B1CE2C9-4F07-45D5-9689-08FDAB974D4B}"/>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E83534DF-9A2F-45FA-AFBA-EC08AF69E1E1}"/>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11EC22DA-24E5-4D56-9A27-51FA4E8F224C}"/>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0ABD9812-4583-48DC-A353-97DD42B21017}"/>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D5FCFD5B-185F-4962-B03B-44AF42F3D938}"/>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EED6752C-D990-46FB-A788-94D0119C06B6}"/>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19079A19-18BB-4902-AE83-DDDC980CE5F0}"/>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23FA44A3-A83B-4CF5-855C-7161DA0AC093}"/>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6C3A7F03-6541-4B2D-8C98-0C17588BB5AF}"/>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89F0B82F-7081-4EFC-BB7C-3BD966FC8FA2}"/>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3E1A061-EBF5-4709-8F74-5FF87F4AF2D7}"/>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1583FA03-5D09-4BC1-BCF0-72FE57DF3A6C}"/>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7D138742-13C0-4DFE-9E3D-6D1481BCC7C7}"/>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5641BA84-3170-4A0C-99C1-C82AEB9A36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630693409"/>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209E4EB1-94EC-45A0-BBC3-0832C92DFC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5DE7C047-A4F5-4A0F-8307-A29DD6A2A90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DC9C6D5F-F826-4BE7-B90E-F0EA4E0FA6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E0F68523-7740-4D3E-8A2A-2EA3F8B9A1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F98640B0-8E36-4AEA-893F-F41B28C305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다섯 항목은 서로 분리된 기능이 아니라 하나의 작업 요청에 담는 책임입니다.">
            <a:extLst xmlns:a="http://schemas.openxmlformats.org/drawingml/2006/main">
              <a:ext uri="{FF2B5EF4-FFF2-40B4-BE49-F238E27FC236}">
                <a16:creationId xmlns:a16="http://schemas.microsoft.com/office/drawing/2014/main" id="{B57FF260-6A9D-45B3-A507-6CD52355D4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다섯 항목은 서로 분리된 기능이 아니라 하나의 작업 요청에 담는 책임입니다.</a:t>
            </a:r>
          </a:p>
        </p:txBody>
      </p:sp>
      <p:sp>
        <p:nvSpPr>
          <p:cNvPr id="7" name="앞의 질문을 묶고, 필요한 맥락과 작업 과정을 명시한다">
            <a:extLst xmlns:a="http://schemas.openxmlformats.org/drawingml/2006/main">
              <a:ext uri="{FF2B5EF4-FFF2-40B4-BE49-F238E27FC236}">
                <a16:creationId xmlns:a16="http://schemas.microsoft.com/office/drawing/2014/main" id="{E290494F-B180-4BA6-B24B-AC8889D57CD4}"/>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묶고, 필요한 맥락과 작업 과정을 명시한다</a:t>
            </a:r>
          </a:p>
        </p:txBody>
      </p:sp>
      <p:sp>
        <p:nvSpPr>
          <p:cNvPr id="8" name="">
            <a:extLst xmlns:a="http://schemas.openxmlformats.org/drawingml/2006/main">
              <a:ext uri="{FF2B5EF4-FFF2-40B4-BE49-F238E27FC236}">
                <a16:creationId xmlns:a16="http://schemas.microsoft.com/office/drawing/2014/main" id="{F8C6779F-7D5A-4E89-AC60-B81FD4A952EB}"/>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B2E91D3F-8DF4-4F0F-A24F-4545B9A1EB04}"/>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970F5D16-2598-4C89-9E07-6B256633A140}"/>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E777054F-5ADD-400E-A51C-C72BFB574AED}"/>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어떤 결과를 바꿀까?">
            <a:extLst xmlns:a="http://schemas.openxmlformats.org/drawingml/2006/main">
              <a:ext uri="{FF2B5EF4-FFF2-40B4-BE49-F238E27FC236}">
                <a16:creationId xmlns:a16="http://schemas.microsoft.com/office/drawing/2014/main" id="{DA9DFA75-21AD-4070-B8D6-EFA5D18955F6}"/>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결과를 바꿀까?</a:t>
            </a:r>
          </a:p>
        </p:txBody>
      </p:sp>
      <p:sp>
        <p:nvSpPr>
          <p:cNvPr id="13" name="">
            <a:extLst xmlns:a="http://schemas.openxmlformats.org/drawingml/2006/main">
              <a:ext uri="{FF2B5EF4-FFF2-40B4-BE49-F238E27FC236}">
                <a16:creationId xmlns:a16="http://schemas.microsoft.com/office/drawing/2014/main" id="{A19EDFC5-7BFE-4DD7-80FD-0774E14D800D}"/>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E248BADD-E674-4006-9F2D-309824DDE443}"/>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이 작업에 필요한 사실은?">
            <a:extLst xmlns:a="http://schemas.openxmlformats.org/drawingml/2006/main">
              <a:ext uri="{FF2B5EF4-FFF2-40B4-BE49-F238E27FC236}">
                <a16:creationId xmlns:a16="http://schemas.microsoft.com/office/drawing/2014/main" id="{7C03DBA1-748C-4B29-B9FF-0BA0373096C3}"/>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 작업에 필요한 사실은?</a:t>
            </a:r>
          </a:p>
        </p:txBody>
      </p:sp>
      <p:sp>
        <p:nvSpPr>
          <p:cNvPr id="16" name="">
            <a:extLst xmlns:a="http://schemas.openxmlformats.org/drawingml/2006/main">
              <a:ext uri="{FF2B5EF4-FFF2-40B4-BE49-F238E27FC236}">
                <a16:creationId xmlns:a16="http://schemas.microsoft.com/office/drawing/2014/main" id="{688B5548-3E1E-4EDF-BFE4-F75DE884DA05}"/>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D7043CA6-E0CC-4838-AB68-D533A9379032}"/>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무엇을 보존할까?">
            <a:extLst xmlns:a="http://schemas.openxmlformats.org/drawingml/2006/main">
              <a:ext uri="{FF2B5EF4-FFF2-40B4-BE49-F238E27FC236}">
                <a16:creationId xmlns:a16="http://schemas.microsoft.com/office/drawing/2014/main" id="{BD93E112-A310-41D4-9781-8B8A79725E9A}"/>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보존할까?</a:t>
            </a:r>
          </a:p>
        </p:txBody>
      </p:sp>
      <p:sp>
        <p:nvSpPr>
          <p:cNvPr id="19" name="">
            <a:extLst xmlns:a="http://schemas.openxmlformats.org/drawingml/2006/main">
              <a:ext uri="{FF2B5EF4-FFF2-40B4-BE49-F238E27FC236}">
                <a16:creationId xmlns:a16="http://schemas.microsoft.com/office/drawing/2014/main" id="{397F7A61-CBA4-4167-9042-993126C4A657}"/>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37304392-96E7-4346-8C23-8E17A0A2234A}"/>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어떤 순서·경계를 지킬까?">
            <a:extLst xmlns:a="http://schemas.openxmlformats.org/drawingml/2006/main">
              <a:ext uri="{FF2B5EF4-FFF2-40B4-BE49-F238E27FC236}">
                <a16:creationId xmlns:a16="http://schemas.microsoft.com/office/drawing/2014/main" id="{AC9AB491-0CCB-4BB5-BBEF-86556858DF98}"/>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순서·경계를 지킬까?</a:t>
            </a:r>
          </a:p>
        </p:txBody>
      </p:sp>
      <p:sp>
        <p:nvSpPr>
          <p:cNvPr id="22" name="">
            <a:extLst xmlns:a="http://schemas.openxmlformats.org/drawingml/2006/main">
              <a:ext uri="{FF2B5EF4-FFF2-40B4-BE49-F238E27FC236}">
                <a16:creationId xmlns:a16="http://schemas.microsoft.com/office/drawing/2014/main" id="{7B24C868-3B61-4386-B3A2-E62CAA14AC53}"/>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280132F4-8788-48CF-B36A-AA2F1143B3BB}"/>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무엇으로 완료를 확인할까?">
            <a:extLst xmlns:a="http://schemas.openxmlformats.org/drawingml/2006/main">
              <a:ext uri="{FF2B5EF4-FFF2-40B4-BE49-F238E27FC236}">
                <a16:creationId xmlns:a16="http://schemas.microsoft.com/office/drawing/2014/main" id="{843A9C26-8475-41BF-A874-14B7589ECDC3}"/>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무엇으로 완료를 확인할까?</a:t>
            </a:r>
          </a:p>
        </p:txBody>
      </p:sp>
      <p:sp>
        <p:nvSpPr>
          <p:cNvPr id="25" name="Legacy module connection">
            <a:extLst xmlns:a="http://schemas.openxmlformats.org/drawingml/2006/main">
              <a:ext uri="{FF2B5EF4-FFF2-40B4-BE49-F238E27FC236}">
                <a16:creationId xmlns:a16="http://schemas.microsoft.com/office/drawing/2014/main" id="{83D4EF8A-2356-4471-8920-9EC6745A82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60440489"/>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1 · 같은 요청을 구체화하기">
            <a:extLst xmlns:a="http://schemas.openxmlformats.org/drawingml/2006/main">
              <a:ext uri="{FF2B5EF4-FFF2-40B4-BE49-F238E27FC236}">
                <a16:creationId xmlns:a16="http://schemas.microsoft.com/office/drawing/2014/main" id="{9D044D84-7EA9-461A-9483-5BBCC4C354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요청을 구체화하기</a:t>
            </a:r>
          </a:p>
        </p:txBody>
      </p:sp>
      <p:sp>
        <p:nvSpPr>
          <p:cNvPr id="2" name="S16">
            <a:extLst xmlns:a="http://schemas.openxmlformats.org/drawingml/2006/main">
              <a:ext uri="{FF2B5EF4-FFF2-40B4-BE49-F238E27FC236}">
                <a16:creationId xmlns:a16="http://schemas.microsoft.com/office/drawing/2014/main" id="{B6B26E32-51FF-49DE-A0AB-08321E87FB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B8CD153D-8BD8-4FBA-936A-CC90A615A8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8B11A11D-2185-42B1-B038-51D68D61D8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45D0A10F-A3C3-4C99-AD40-0366EEEC6A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247E9F30-926C-4106-AC1E-A1A7F9B957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4E58E2CC-D101-49C2-B5E2-97F25E009FF3}"/>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ACD3196D-CCEC-4854-BFEB-32211CF7707B}"/>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1542C7BE-EEE0-406B-91FB-E9A3B87726A5}"/>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추가한 정보">
            <a:extLst xmlns:a="http://schemas.openxmlformats.org/drawingml/2006/main">
              <a:ext uri="{FF2B5EF4-FFF2-40B4-BE49-F238E27FC236}">
                <a16:creationId xmlns:a16="http://schemas.microsoft.com/office/drawing/2014/main" id="{FD4AFF61-FDD2-4CC0-8CA7-800C0A4807C2}"/>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추가한 정보</a:t>
            </a:r>
          </a:p>
        </p:txBody>
      </p:sp>
      <p:sp>
        <p:nvSpPr>
          <p:cNvPr id="11" name="">
            <a:extLst xmlns:a="http://schemas.openxmlformats.org/drawingml/2006/main">
              <a:ext uri="{FF2B5EF4-FFF2-40B4-BE49-F238E27FC236}">
                <a16:creationId xmlns:a16="http://schemas.microsoft.com/office/drawing/2014/main" id="{1E0474D8-D829-4663-9211-86C315199847}"/>
              </a:ext>
            </a:extLst>
          </p:cNvPr>
          <p:cNvSpPr>
            <a:spLocks xmlns:a="http://schemas.openxmlformats.org/drawingml/2006/main" noGrp="1"/>
          </p:cNvSpPr>
          <p:nvPr/>
        </p:nvSpPr>
        <p:spPr>
          <a:xfrm xmlns:a="http://schemas.openxmlformats.org/drawingml/2006/main">
            <a:off x="4438650" y="24574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맥락">
            <a:extLst xmlns:a="http://schemas.openxmlformats.org/drawingml/2006/main">
              <a:ext uri="{FF2B5EF4-FFF2-40B4-BE49-F238E27FC236}">
                <a16:creationId xmlns:a16="http://schemas.microsoft.com/office/drawing/2014/main" id="{F4A22216-8EDF-431C-8710-40EBD26ED577}"/>
              </a:ext>
            </a:extLst>
          </p:cNvPr>
          <p:cNvSpPr>
            <a:spLocks xmlns:a="http://schemas.openxmlformats.org/drawingml/2006/main" noGrp="1"/>
          </p:cNvSpPr>
          <p:nvPr/>
        </p:nvSpPr>
        <p:spPr>
          <a:xfrm xmlns:a="http://schemas.openxmlformats.org/drawingml/2006/main">
            <a:off x="4438650" y="2524125"/>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목표·맥락</a:t>
            </a:r>
          </a:p>
        </p:txBody>
      </p:sp>
      <p:sp>
        <p:nvSpPr>
          <p:cNvPr id="13" name="crop 경계 실패를 조사·수정한다.">
            <a:extLst xmlns:a="http://schemas.openxmlformats.org/drawingml/2006/main">
              <a:ext uri="{FF2B5EF4-FFF2-40B4-BE49-F238E27FC236}">
                <a16:creationId xmlns:a16="http://schemas.microsoft.com/office/drawing/2014/main" id="{D9DBD6A6-ABD6-4F73-9859-E8C3400652D4}"/>
              </a:ext>
            </a:extLst>
          </p:cNvPr>
          <p:cNvSpPr>
            <a:spLocks xmlns:a="http://schemas.openxmlformats.org/drawingml/2006/main" noGrp="1"/>
          </p:cNvSpPr>
          <p:nvPr/>
        </p:nvSpPr>
        <p:spPr>
          <a:xfrm xmlns:a="http://schemas.openxmlformats.org/drawingml/2006/main">
            <a:off x="5962650" y="252412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경계 실패를 조사·수정한다.</a:t>
            </a:r>
          </a:p>
        </p:txBody>
      </p:sp>
      <p:sp>
        <p:nvSpPr>
          <p:cNvPr id="14" name="">
            <a:extLst xmlns:a="http://schemas.openxmlformats.org/drawingml/2006/main">
              <a:ext uri="{FF2B5EF4-FFF2-40B4-BE49-F238E27FC236}">
                <a16:creationId xmlns:a16="http://schemas.microsoft.com/office/drawing/2014/main" id="{6D212000-266C-45AC-A16A-0A86ADF96BFB}"/>
              </a:ext>
            </a:extLst>
          </p:cNvPr>
          <p:cNvSpPr>
            <a:spLocks xmlns:a="http://schemas.openxmlformats.org/drawingml/2006/main" noGrp="1"/>
          </p:cNvSpPr>
          <p:nvPr/>
        </p:nvSpPr>
        <p:spPr>
          <a:xfrm xmlns:a="http://schemas.openxmlformats.org/drawingml/2006/main">
            <a:off x="4438650" y="30194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제약">
            <a:extLst xmlns:a="http://schemas.openxmlformats.org/drawingml/2006/main">
              <a:ext uri="{FF2B5EF4-FFF2-40B4-BE49-F238E27FC236}">
                <a16:creationId xmlns:a16="http://schemas.microsoft.com/office/drawing/2014/main" id="{D53838BC-D03E-49D2-B57C-E1F8F38EC4B9}"/>
              </a:ext>
            </a:extLst>
          </p:cNvPr>
          <p:cNvSpPr>
            <a:spLocks xmlns:a="http://schemas.openxmlformats.org/drawingml/2006/main" noGrp="1"/>
          </p:cNvSpPr>
          <p:nvPr/>
        </p:nvSpPr>
        <p:spPr>
          <a:xfrm xmlns:a="http://schemas.openxmlformats.org/drawingml/2006/main">
            <a:off x="4438650" y="308610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제약</a:t>
            </a:r>
          </a:p>
        </p:txBody>
      </p:sp>
      <p:sp>
        <p:nvSpPr>
          <p:cNvPr id="16" name="끝 좌표 제외, 무관한 API·의존성 유지">
            <a:extLst xmlns:a="http://schemas.openxmlformats.org/drawingml/2006/main">
              <a:ext uri="{FF2B5EF4-FFF2-40B4-BE49-F238E27FC236}">
                <a16:creationId xmlns:a16="http://schemas.microsoft.com/office/drawing/2014/main" id="{C7FD8607-FDC6-40A7-9976-48DE13C9EC94}"/>
              </a:ext>
            </a:extLst>
          </p:cNvPr>
          <p:cNvSpPr>
            <a:spLocks xmlns:a="http://schemas.openxmlformats.org/drawingml/2006/main" noGrp="1"/>
          </p:cNvSpPr>
          <p:nvPr/>
        </p:nvSpPr>
        <p:spPr>
          <a:xfrm xmlns:a="http://schemas.openxmlformats.org/drawingml/2006/main">
            <a:off x="5962650" y="308610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 무관한 API·의존성 유지</a:t>
            </a:r>
          </a:p>
        </p:txBody>
      </p:sp>
      <p:sp>
        <p:nvSpPr>
          <p:cNvPr id="17" name="">
            <a:extLst xmlns:a="http://schemas.openxmlformats.org/drawingml/2006/main">
              <a:ext uri="{FF2B5EF4-FFF2-40B4-BE49-F238E27FC236}">
                <a16:creationId xmlns:a16="http://schemas.microsoft.com/office/drawing/2014/main" id="{3EB808B3-02E0-44B4-A054-DD5A0B924090}"/>
              </a:ext>
            </a:extLst>
          </p:cNvPr>
          <p:cNvSpPr>
            <a:spLocks xmlns:a="http://schemas.openxmlformats.org/drawingml/2006/main" noGrp="1"/>
          </p:cNvSpPr>
          <p:nvPr/>
        </p:nvSpPr>
        <p:spPr>
          <a:xfrm xmlns:a="http://schemas.openxmlformats.org/drawingml/2006/main">
            <a:off x="4438650" y="35814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과정">
            <a:extLst xmlns:a="http://schemas.openxmlformats.org/drawingml/2006/main">
              <a:ext uri="{FF2B5EF4-FFF2-40B4-BE49-F238E27FC236}">
                <a16:creationId xmlns:a16="http://schemas.microsoft.com/office/drawing/2014/main" id="{C8D4C5F1-1493-44AC-B4CA-5C4185912F96}"/>
              </a:ext>
            </a:extLst>
          </p:cNvPr>
          <p:cNvSpPr>
            <a:spLocks xmlns:a="http://schemas.openxmlformats.org/drawingml/2006/main" noGrp="1"/>
          </p:cNvSpPr>
          <p:nvPr/>
        </p:nvSpPr>
        <p:spPr>
          <a:xfrm xmlns:a="http://schemas.openxmlformats.org/drawingml/2006/main">
            <a:off x="4438650" y="3648075"/>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과정</a:t>
            </a:r>
          </a:p>
        </p:txBody>
      </p:sp>
      <p:sp>
        <p:nvSpPr>
          <p:cNvPr id="19" name="재현 → 조사 → 계획 → 최소 수정">
            <a:extLst xmlns:a="http://schemas.openxmlformats.org/drawingml/2006/main">
              <a:ext uri="{FF2B5EF4-FFF2-40B4-BE49-F238E27FC236}">
                <a16:creationId xmlns:a16="http://schemas.microsoft.com/office/drawing/2014/main" id="{7EE05FCA-582B-4AB1-A9AE-29535E53D51A}"/>
              </a:ext>
            </a:extLst>
          </p:cNvPr>
          <p:cNvSpPr>
            <a:spLocks xmlns:a="http://schemas.openxmlformats.org/drawingml/2006/main" noGrp="1"/>
          </p:cNvSpPr>
          <p:nvPr/>
        </p:nvSpPr>
        <p:spPr>
          <a:xfrm xmlns:a="http://schemas.openxmlformats.org/drawingml/2006/main">
            <a:off x="5962650" y="364807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재현 → 조사 → 계획 → 최소 수정</a:t>
            </a:r>
          </a:p>
        </p:txBody>
      </p:sp>
      <p:sp>
        <p:nvSpPr>
          <p:cNvPr id="20" name="">
            <a:extLst xmlns:a="http://schemas.openxmlformats.org/drawingml/2006/main">
              <a:ext uri="{FF2B5EF4-FFF2-40B4-BE49-F238E27FC236}">
                <a16:creationId xmlns:a16="http://schemas.microsoft.com/office/drawing/2014/main" id="{86DF6C40-C6F9-4F9C-BF08-610CF8EC9F26}"/>
              </a:ext>
            </a:extLst>
          </p:cNvPr>
          <p:cNvSpPr>
            <a:spLocks xmlns:a="http://schemas.openxmlformats.org/drawingml/2006/main" noGrp="1"/>
          </p:cNvSpPr>
          <p:nvPr/>
        </p:nvSpPr>
        <p:spPr>
          <a:xfrm xmlns:a="http://schemas.openxmlformats.org/drawingml/2006/main">
            <a:off x="4438650" y="41433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검증">
            <a:extLst xmlns:a="http://schemas.openxmlformats.org/drawingml/2006/main">
              <a:ext uri="{FF2B5EF4-FFF2-40B4-BE49-F238E27FC236}">
                <a16:creationId xmlns:a16="http://schemas.microsoft.com/office/drawing/2014/main" id="{EE4501EB-E049-468C-A6D1-6384F600DD76}"/>
              </a:ext>
            </a:extLst>
          </p:cNvPr>
          <p:cNvSpPr>
            <a:spLocks xmlns:a="http://schemas.openxmlformats.org/drawingml/2006/main" noGrp="1"/>
          </p:cNvSpPr>
          <p:nvPr/>
        </p:nvSpPr>
        <p:spPr>
          <a:xfrm xmlns:a="http://schemas.openxmlformats.org/drawingml/2006/main">
            <a:off x="4438650" y="421005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검증</a:t>
            </a:r>
          </a:p>
        </p:txBody>
      </p:sp>
      <p:sp>
        <p:nvSpPr>
          <p:cNvPr id="22" name="집중·전체 Test + CLI smoke + diff">
            <a:extLst xmlns:a="http://schemas.openxmlformats.org/drawingml/2006/main">
              <a:ext uri="{FF2B5EF4-FFF2-40B4-BE49-F238E27FC236}">
                <a16:creationId xmlns:a16="http://schemas.microsoft.com/office/drawing/2014/main" id="{78F878AE-CB41-47B6-8FCD-CC2061C6D8F2}"/>
              </a:ext>
            </a:extLst>
          </p:cNvPr>
          <p:cNvSpPr>
            <a:spLocks xmlns:a="http://schemas.openxmlformats.org/drawingml/2006/main" noGrp="1"/>
          </p:cNvSpPr>
          <p:nvPr/>
        </p:nvSpPr>
        <p:spPr>
          <a:xfrm xmlns:a="http://schemas.openxmlformats.org/drawingml/2006/main">
            <a:off x="5962650" y="421005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집중·전체 Test + CLI smoke + diff</a:t>
            </a:r>
          </a:p>
        </p:txBody>
      </p:sp>
      <p:sp>
        <p:nvSpPr>
          <p:cNvPr id="23" name="">
            <a:extLst xmlns:a="http://schemas.openxmlformats.org/drawingml/2006/main">
              <a:ext uri="{FF2B5EF4-FFF2-40B4-BE49-F238E27FC236}">
                <a16:creationId xmlns:a16="http://schemas.microsoft.com/office/drawing/2014/main" id="{1EAC6210-D79A-414A-A96E-E2DD1BB89040}"/>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완료 조건 예 · 4열 입력의 crop 1 3 → 원본 열 1·2, 폭 2">
            <a:extLst xmlns:a="http://schemas.openxmlformats.org/drawingml/2006/main">
              <a:ext uri="{FF2B5EF4-FFF2-40B4-BE49-F238E27FC236}">
                <a16:creationId xmlns:a16="http://schemas.microsoft.com/office/drawing/2014/main" id="{AC1777CB-FBA2-4AEE-B6BE-3325D9AAE093}"/>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5" name="C++에도: 출력·API/ABI 보존 범위와 Release 검증 조건을 먼저 정한다.">
            <a:extLst xmlns:a="http://schemas.openxmlformats.org/drawingml/2006/main">
              <a:ext uri="{FF2B5EF4-FFF2-40B4-BE49-F238E27FC236}">
                <a16:creationId xmlns:a16="http://schemas.microsoft.com/office/drawing/2014/main" id="{DE96F8F1-A857-4759-8B86-0026DCC47CE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6" name="Legacy module connection">
            <a:extLst xmlns:a="http://schemas.openxmlformats.org/drawingml/2006/main">
              <a:ext uri="{FF2B5EF4-FFF2-40B4-BE49-F238E27FC236}">
                <a16:creationId xmlns:a16="http://schemas.microsoft.com/office/drawing/2014/main" id="{F6C09716-C6DF-4D15-BB48-39E9F6FF35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804947020"/>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TRIAL-002 관찰 시작">
            <a:extLst xmlns:a="http://schemas.openxmlformats.org/drawingml/2006/main">
              <a:ext uri="{FF2B5EF4-FFF2-40B4-BE49-F238E27FC236}">
                <a16:creationId xmlns:a16="http://schemas.microsoft.com/office/drawing/2014/main" id="{F779AFE7-01A0-4BEB-BEAF-85EF4DCBA5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TRIAL-002 관찰 시작</a:t>
            </a:r>
          </a:p>
        </p:txBody>
      </p:sp>
      <p:sp>
        <p:nvSpPr>
          <p:cNvPr id="2" name="S17">
            <a:extLst xmlns:a="http://schemas.openxmlformats.org/drawingml/2006/main">
              <a:ext uri="{FF2B5EF4-FFF2-40B4-BE49-F238E27FC236}">
                <a16:creationId xmlns:a16="http://schemas.microsoft.com/office/drawing/2014/main" id="{97B0DAE8-F4AD-41CC-A4E8-C9C427A0F2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먼저 무엇을 하는지 보자">
            <a:extLst xmlns:a="http://schemas.openxmlformats.org/drawingml/2006/main">
              <a:ext uri="{FF2B5EF4-FFF2-40B4-BE49-F238E27FC236}">
                <a16:creationId xmlns:a16="http://schemas.microsoft.com/office/drawing/2014/main" id="{0E945B77-9788-44BD-8E9F-AFB29FEDDC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무엇을 하는지 보자</a:t>
            </a:r>
          </a:p>
        </p:txBody>
      </p:sp>
      <p:sp>
        <p:nvSpPr>
          <p:cNvPr id="4" name="">
            <a:extLst xmlns:a="http://schemas.openxmlformats.org/drawingml/2006/main">
              <a:ext uri="{FF2B5EF4-FFF2-40B4-BE49-F238E27FC236}">
                <a16:creationId xmlns:a16="http://schemas.microsoft.com/office/drawing/2014/main" id="{FF3CAC35-A531-4AAD-92AB-B0C8555929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찰 기준 · 2026-09-28 · Codex CLI 0.154.0 · macOS">
            <a:extLst xmlns:a="http://schemas.openxmlformats.org/drawingml/2006/main">
              <a:ext uri="{FF2B5EF4-FFF2-40B4-BE49-F238E27FC236}">
                <a16:creationId xmlns:a16="http://schemas.microsoft.com/office/drawing/2014/main" id="{4219D338-6E24-4522-BEC6-035A4FA55B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관찰 기준 · 2026-09-28 · Codex CLI 0.154.0 · macOS</a:t>
            </a:r>
          </a:p>
        </p:txBody>
      </p:sp>
      <p:sp>
        <p:nvSpPr>
          <p:cNvPr id="6" name="단일 과거 CLI 기록을 살펴봅니다. 현재 Desktop 실행이나 반복성을 입증하지 않습니다.">
            <a:extLst xmlns:a="http://schemas.openxmlformats.org/drawingml/2006/main">
              <a:ext uri="{FF2B5EF4-FFF2-40B4-BE49-F238E27FC236}">
                <a16:creationId xmlns:a16="http://schemas.microsoft.com/office/drawing/2014/main" id="{8CBAC897-8811-4688-9F70-5CA24BDC40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단일 과거 CLI 기록을 살펴봅니다. 현재 Desktop 실행이나 반복성을 입증하지 않습니다.</a:t>
            </a:r>
          </a:p>
        </p:txBody>
      </p:sp>
      <p:sp>
        <p:nvSpPr>
          <p:cNvPr id="7" name="“실제 기록에서는 수정 전에 무엇을 했을까?”">
            <a:extLst xmlns:a="http://schemas.openxmlformats.org/drawingml/2006/main">
              <a:ext uri="{FF2B5EF4-FFF2-40B4-BE49-F238E27FC236}">
                <a16:creationId xmlns:a16="http://schemas.microsoft.com/office/drawing/2014/main" id="{115BC714-2FED-442E-B94A-A1CA90D04C33}"/>
              </a:ext>
            </a:extLst>
          </p:cNvPr>
          <p:cNvSpPr>
            <a:spLocks xmlns:a="http://schemas.openxmlformats.org/drawingml/2006/main" noGrp="1"/>
          </p:cNvSpPr>
          <p:nvPr/>
        </p:nvSpPr>
        <p:spPr>
          <a:xfrm xmlns:a="http://schemas.openxmlformats.org/drawingml/2006/main">
            <a:off x="609600" y="22860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“실제 기록에서는 수정 전에 무엇을 했을까?”</a:t>
            </a:r>
          </a:p>
        </p:txBody>
      </p:sp>
      <p:sp>
        <p:nvSpPr>
          <p:cNvPr id="8" name="01">
            <a:extLst xmlns:a="http://schemas.openxmlformats.org/drawingml/2006/main">
              <a:ext uri="{FF2B5EF4-FFF2-40B4-BE49-F238E27FC236}">
                <a16:creationId xmlns:a16="http://schemas.microsoft.com/office/drawing/2014/main" id="{BAED4D12-ACCB-4106-BE6B-28C781C97A3B}"/>
              </a:ext>
            </a:extLst>
          </p:cNvPr>
          <p:cNvSpPr>
            <a:spLocks xmlns:a="http://schemas.openxmlformats.org/drawingml/2006/main" noGrp="1"/>
          </p:cNvSpPr>
          <p:nvPr/>
        </p:nvSpPr>
        <p:spPr>
          <a:xfrm xmlns:a="http://schemas.openxmlformats.org/drawingml/2006/main">
            <a:off x="6096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01</a:t>
            </a:r>
          </a:p>
        </p:txBody>
      </p:sp>
      <p:sp>
        <p:nvSpPr>
          <p:cNvPr id="9" name="재현">
            <a:extLst xmlns:a="http://schemas.openxmlformats.org/drawingml/2006/main">
              <a:ext uri="{FF2B5EF4-FFF2-40B4-BE49-F238E27FC236}">
                <a16:creationId xmlns:a16="http://schemas.microsoft.com/office/drawing/2014/main" id="{E34B754C-39B8-43FF-8CE9-AFEBFA9ADE2F}"/>
              </a:ext>
            </a:extLst>
          </p:cNvPr>
          <p:cNvSpPr>
            <a:spLocks xmlns:a="http://schemas.openxmlformats.org/drawingml/2006/main" noGrp="1"/>
          </p:cNvSpPr>
          <p:nvPr/>
        </p:nvSpPr>
        <p:spPr>
          <a:xfrm xmlns:a="http://schemas.openxmlformats.org/drawingml/2006/main">
            <a:off x="6096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재현</a:t>
            </a:r>
          </a:p>
        </p:txBody>
      </p:sp>
      <p:sp>
        <p:nvSpPr>
          <p:cNvPr id="10" name="실패 확인">
            <a:extLst xmlns:a="http://schemas.openxmlformats.org/drawingml/2006/main">
              <a:ext uri="{FF2B5EF4-FFF2-40B4-BE49-F238E27FC236}">
                <a16:creationId xmlns:a16="http://schemas.microsoft.com/office/drawing/2014/main" id="{25E99391-FDDA-49DE-A7FB-53D70F23280C}"/>
              </a:ext>
            </a:extLst>
          </p:cNvPr>
          <p:cNvSpPr>
            <a:spLocks xmlns:a="http://schemas.openxmlformats.org/drawingml/2006/main" noGrp="1"/>
          </p:cNvSpPr>
          <p:nvPr/>
        </p:nvSpPr>
        <p:spPr>
          <a:xfrm xmlns:a="http://schemas.openxmlformats.org/drawingml/2006/main">
            <a:off x="6096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실패 확인</a:t>
            </a:r>
          </a:p>
        </p:txBody>
      </p:sp>
      <p:sp>
        <p:nvSpPr>
          <p:cNvPr id="11" name="">
            <a:extLst xmlns:a="http://schemas.openxmlformats.org/drawingml/2006/main">
              <a:ext uri="{FF2B5EF4-FFF2-40B4-BE49-F238E27FC236}">
                <a16:creationId xmlns:a16="http://schemas.microsoft.com/office/drawing/2014/main" id="{644B2C7C-5BFB-44A4-90B3-64D92D6EDE2B}"/>
              </a:ext>
            </a:extLst>
          </p:cNvPr>
          <p:cNvSpPr>
            <a:spLocks xmlns:a="http://schemas.openxmlformats.org/drawingml/2006/main" noGrp="1"/>
          </p:cNvSpPr>
          <p:nvPr/>
        </p:nvSpPr>
        <p:spPr>
          <a:xfrm xmlns:a="http://schemas.openxmlformats.org/drawingml/2006/main">
            <a:off x="238125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02">
            <a:extLst xmlns:a="http://schemas.openxmlformats.org/drawingml/2006/main">
              <a:ext uri="{FF2B5EF4-FFF2-40B4-BE49-F238E27FC236}">
                <a16:creationId xmlns:a16="http://schemas.microsoft.com/office/drawing/2014/main" id="{83A40B92-8060-49EF-B408-804814AD59F6}"/>
              </a:ext>
            </a:extLst>
          </p:cNvPr>
          <p:cNvSpPr>
            <a:spLocks xmlns:a="http://schemas.openxmlformats.org/drawingml/2006/main" noGrp="1"/>
          </p:cNvSpPr>
          <p:nvPr/>
        </p:nvSpPr>
        <p:spPr>
          <a:xfrm xmlns:a="http://schemas.openxmlformats.org/drawingml/2006/main">
            <a:off x="283845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02</a:t>
            </a:r>
          </a:p>
        </p:txBody>
      </p:sp>
      <p:sp>
        <p:nvSpPr>
          <p:cNvPr id="13" name="조사">
            <a:extLst xmlns:a="http://schemas.openxmlformats.org/drawingml/2006/main">
              <a:ext uri="{FF2B5EF4-FFF2-40B4-BE49-F238E27FC236}">
                <a16:creationId xmlns:a16="http://schemas.microsoft.com/office/drawing/2014/main" id="{BAA29240-60B7-4152-8861-7291927F74C0}"/>
              </a:ext>
            </a:extLst>
          </p:cNvPr>
          <p:cNvSpPr>
            <a:spLocks xmlns:a="http://schemas.openxmlformats.org/drawingml/2006/main" noGrp="1"/>
          </p:cNvSpPr>
          <p:nvPr/>
        </p:nvSpPr>
        <p:spPr>
          <a:xfrm xmlns:a="http://schemas.openxmlformats.org/drawingml/2006/main">
            <a:off x="283845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조사</a:t>
            </a:r>
          </a:p>
        </p:txBody>
      </p:sp>
      <p:sp>
        <p:nvSpPr>
          <p:cNvPr id="14" name="근거 연결">
            <a:extLst xmlns:a="http://schemas.openxmlformats.org/drawingml/2006/main">
              <a:ext uri="{FF2B5EF4-FFF2-40B4-BE49-F238E27FC236}">
                <a16:creationId xmlns:a16="http://schemas.microsoft.com/office/drawing/2014/main" id="{DC149AF6-1BEF-41E5-B6DD-E460421902A2}"/>
              </a:ext>
            </a:extLst>
          </p:cNvPr>
          <p:cNvSpPr>
            <a:spLocks xmlns:a="http://schemas.openxmlformats.org/drawingml/2006/main" noGrp="1"/>
          </p:cNvSpPr>
          <p:nvPr/>
        </p:nvSpPr>
        <p:spPr>
          <a:xfrm xmlns:a="http://schemas.openxmlformats.org/drawingml/2006/main">
            <a:off x="283845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근거 연결</a:t>
            </a:r>
          </a:p>
        </p:txBody>
      </p:sp>
      <p:sp>
        <p:nvSpPr>
          <p:cNvPr id="15" name="">
            <a:extLst xmlns:a="http://schemas.openxmlformats.org/drawingml/2006/main">
              <a:ext uri="{FF2B5EF4-FFF2-40B4-BE49-F238E27FC236}">
                <a16:creationId xmlns:a16="http://schemas.microsoft.com/office/drawing/2014/main" id="{4EF9165A-1830-4345-9052-C6B68091017F}"/>
              </a:ext>
            </a:extLst>
          </p:cNvPr>
          <p:cNvSpPr>
            <a:spLocks xmlns:a="http://schemas.openxmlformats.org/drawingml/2006/main" noGrp="1"/>
          </p:cNvSpPr>
          <p:nvPr/>
        </p:nvSpPr>
        <p:spPr>
          <a:xfrm xmlns:a="http://schemas.openxmlformats.org/drawingml/2006/main">
            <a:off x="461010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03">
            <a:extLst xmlns:a="http://schemas.openxmlformats.org/drawingml/2006/main">
              <a:ext uri="{FF2B5EF4-FFF2-40B4-BE49-F238E27FC236}">
                <a16:creationId xmlns:a16="http://schemas.microsoft.com/office/drawing/2014/main" id="{D4887F15-A7D1-4664-99F8-2A45335936FC}"/>
              </a:ext>
            </a:extLst>
          </p:cNvPr>
          <p:cNvSpPr>
            <a:spLocks xmlns:a="http://schemas.openxmlformats.org/drawingml/2006/main" noGrp="1"/>
          </p:cNvSpPr>
          <p:nvPr/>
        </p:nvSpPr>
        <p:spPr>
          <a:xfrm xmlns:a="http://schemas.openxmlformats.org/drawingml/2006/main">
            <a:off x="50673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03</a:t>
            </a:r>
          </a:p>
        </p:txBody>
      </p:sp>
      <p:sp>
        <p:nvSpPr>
          <p:cNvPr id="17" name="계획">
            <a:extLst xmlns:a="http://schemas.openxmlformats.org/drawingml/2006/main">
              <a:ext uri="{FF2B5EF4-FFF2-40B4-BE49-F238E27FC236}">
                <a16:creationId xmlns:a16="http://schemas.microsoft.com/office/drawing/2014/main" id="{EDE74BD9-6B48-48EC-8DA7-92D7B7D8F344}"/>
              </a:ext>
            </a:extLst>
          </p:cNvPr>
          <p:cNvSpPr>
            <a:spLocks xmlns:a="http://schemas.openxmlformats.org/drawingml/2006/main" noGrp="1"/>
          </p:cNvSpPr>
          <p:nvPr/>
        </p:nvSpPr>
        <p:spPr>
          <a:xfrm xmlns:a="http://schemas.openxmlformats.org/drawingml/2006/main">
            <a:off x="50673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계획</a:t>
            </a:r>
          </a:p>
        </p:txBody>
      </p:sp>
      <p:sp>
        <p:nvSpPr>
          <p:cNvPr id="18" name="수정 전 설명">
            <a:extLst xmlns:a="http://schemas.openxmlformats.org/drawingml/2006/main">
              <a:ext uri="{FF2B5EF4-FFF2-40B4-BE49-F238E27FC236}">
                <a16:creationId xmlns:a16="http://schemas.microsoft.com/office/drawing/2014/main" id="{3C38BD31-055D-4749-B558-FA2B50EE79BD}"/>
              </a:ext>
            </a:extLst>
          </p:cNvPr>
          <p:cNvSpPr>
            <a:spLocks xmlns:a="http://schemas.openxmlformats.org/drawingml/2006/main" noGrp="1"/>
          </p:cNvSpPr>
          <p:nvPr/>
        </p:nvSpPr>
        <p:spPr>
          <a:xfrm xmlns:a="http://schemas.openxmlformats.org/drawingml/2006/main">
            <a:off x="50673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수정 전 설명</a:t>
            </a:r>
          </a:p>
        </p:txBody>
      </p:sp>
      <p:sp>
        <p:nvSpPr>
          <p:cNvPr id="19" name="">
            <a:extLst xmlns:a="http://schemas.openxmlformats.org/drawingml/2006/main">
              <a:ext uri="{FF2B5EF4-FFF2-40B4-BE49-F238E27FC236}">
                <a16:creationId xmlns:a16="http://schemas.microsoft.com/office/drawing/2014/main" id="{53A8773B-E799-45A4-82AD-1AB70F197128}"/>
              </a:ext>
            </a:extLst>
          </p:cNvPr>
          <p:cNvSpPr>
            <a:spLocks xmlns:a="http://schemas.openxmlformats.org/drawingml/2006/main" noGrp="1"/>
          </p:cNvSpPr>
          <p:nvPr/>
        </p:nvSpPr>
        <p:spPr>
          <a:xfrm xmlns:a="http://schemas.openxmlformats.org/drawingml/2006/main">
            <a:off x="683895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4">
            <a:extLst xmlns:a="http://schemas.openxmlformats.org/drawingml/2006/main">
              <a:ext uri="{FF2B5EF4-FFF2-40B4-BE49-F238E27FC236}">
                <a16:creationId xmlns:a16="http://schemas.microsoft.com/office/drawing/2014/main" id="{A1E50530-18F2-48AD-B36B-A2147CD5D498}"/>
              </a:ext>
            </a:extLst>
          </p:cNvPr>
          <p:cNvSpPr>
            <a:spLocks xmlns:a="http://schemas.openxmlformats.org/drawingml/2006/main" noGrp="1"/>
          </p:cNvSpPr>
          <p:nvPr/>
        </p:nvSpPr>
        <p:spPr>
          <a:xfrm xmlns:a="http://schemas.openxmlformats.org/drawingml/2006/main">
            <a:off x="729615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04</a:t>
            </a:r>
          </a:p>
        </p:txBody>
      </p:sp>
      <p:sp>
        <p:nvSpPr>
          <p:cNvPr id="21" name="수정">
            <a:extLst xmlns:a="http://schemas.openxmlformats.org/drawingml/2006/main">
              <a:ext uri="{FF2B5EF4-FFF2-40B4-BE49-F238E27FC236}">
                <a16:creationId xmlns:a16="http://schemas.microsoft.com/office/drawing/2014/main" id="{C5147E06-B03C-445B-BD40-EC869A91A601}"/>
              </a:ext>
            </a:extLst>
          </p:cNvPr>
          <p:cNvSpPr>
            <a:spLocks xmlns:a="http://schemas.openxmlformats.org/drawingml/2006/main" noGrp="1"/>
          </p:cNvSpPr>
          <p:nvPr/>
        </p:nvSpPr>
        <p:spPr>
          <a:xfrm xmlns:a="http://schemas.openxmlformats.org/drawingml/2006/main">
            <a:off x="729615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수정</a:t>
            </a:r>
          </a:p>
        </p:txBody>
      </p:sp>
      <p:sp>
        <p:nvSpPr>
          <p:cNvPr id="22" name="최소 변경">
            <a:extLst xmlns:a="http://schemas.openxmlformats.org/drawingml/2006/main">
              <a:ext uri="{FF2B5EF4-FFF2-40B4-BE49-F238E27FC236}">
                <a16:creationId xmlns:a16="http://schemas.microsoft.com/office/drawing/2014/main" id="{CBCEE2E4-5657-426A-AF39-C5BC0AEDBB23}"/>
              </a:ext>
            </a:extLst>
          </p:cNvPr>
          <p:cNvSpPr>
            <a:spLocks xmlns:a="http://schemas.openxmlformats.org/drawingml/2006/main" noGrp="1"/>
          </p:cNvSpPr>
          <p:nvPr/>
        </p:nvSpPr>
        <p:spPr>
          <a:xfrm xmlns:a="http://schemas.openxmlformats.org/drawingml/2006/main">
            <a:off x="729615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최소 변경</a:t>
            </a:r>
          </a:p>
        </p:txBody>
      </p:sp>
      <p:sp>
        <p:nvSpPr>
          <p:cNvPr id="23" name="">
            <a:extLst xmlns:a="http://schemas.openxmlformats.org/drawingml/2006/main">
              <a:ext uri="{FF2B5EF4-FFF2-40B4-BE49-F238E27FC236}">
                <a16:creationId xmlns:a16="http://schemas.microsoft.com/office/drawing/2014/main" id="{B0C59899-8598-4B13-B1DE-94202304CFE1}"/>
              </a:ext>
            </a:extLst>
          </p:cNvPr>
          <p:cNvSpPr>
            <a:spLocks xmlns:a="http://schemas.openxmlformats.org/drawingml/2006/main" noGrp="1"/>
          </p:cNvSpPr>
          <p:nvPr/>
        </p:nvSpPr>
        <p:spPr>
          <a:xfrm xmlns:a="http://schemas.openxmlformats.org/drawingml/2006/main">
            <a:off x="906780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4" name="05">
            <a:extLst xmlns:a="http://schemas.openxmlformats.org/drawingml/2006/main">
              <a:ext uri="{FF2B5EF4-FFF2-40B4-BE49-F238E27FC236}">
                <a16:creationId xmlns:a16="http://schemas.microsoft.com/office/drawing/2014/main" id="{3A4F4342-8DB7-4152-B4BF-E12C3EEB40B5}"/>
              </a:ext>
            </a:extLst>
          </p:cNvPr>
          <p:cNvSpPr>
            <a:spLocks xmlns:a="http://schemas.openxmlformats.org/drawingml/2006/main" noGrp="1"/>
          </p:cNvSpPr>
          <p:nvPr/>
        </p:nvSpPr>
        <p:spPr>
          <a:xfrm xmlns:a="http://schemas.openxmlformats.org/drawingml/2006/main">
            <a:off x="95250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05</a:t>
            </a:r>
          </a:p>
        </p:txBody>
      </p:sp>
      <p:sp>
        <p:nvSpPr>
          <p:cNvPr id="25" name="검증">
            <a:extLst xmlns:a="http://schemas.openxmlformats.org/drawingml/2006/main">
              <a:ext uri="{FF2B5EF4-FFF2-40B4-BE49-F238E27FC236}">
                <a16:creationId xmlns:a16="http://schemas.microsoft.com/office/drawing/2014/main" id="{D9C5CC4F-0A26-4E4B-BA76-D2BDF356C07A}"/>
              </a:ext>
            </a:extLst>
          </p:cNvPr>
          <p:cNvSpPr>
            <a:spLocks xmlns:a="http://schemas.openxmlformats.org/drawingml/2006/main" noGrp="1"/>
          </p:cNvSpPr>
          <p:nvPr/>
        </p:nvSpPr>
        <p:spPr>
          <a:xfrm xmlns:a="http://schemas.openxmlformats.org/drawingml/2006/main">
            <a:off x="95250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a:t>
            </a:r>
          </a:p>
        </p:txBody>
      </p:sp>
      <p:sp>
        <p:nvSpPr>
          <p:cNvPr id="26" name="결과 확인">
            <a:extLst xmlns:a="http://schemas.openxmlformats.org/drawingml/2006/main">
              <a:ext uri="{FF2B5EF4-FFF2-40B4-BE49-F238E27FC236}">
                <a16:creationId xmlns:a16="http://schemas.microsoft.com/office/drawing/2014/main" id="{738BA6A8-65D7-4808-B3DC-B59D4668DBDA}"/>
              </a:ext>
            </a:extLst>
          </p:cNvPr>
          <p:cNvSpPr>
            <a:spLocks xmlns:a="http://schemas.openxmlformats.org/drawingml/2006/main" noGrp="1"/>
          </p:cNvSpPr>
          <p:nvPr/>
        </p:nvSpPr>
        <p:spPr>
          <a:xfrm xmlns:a="http://schemas.openxmlformats.org/drawingml/2006/main">
            <a:off x="95250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결과 확인</a:t>
            </a:r>
          </a:p>
        </p:txBody>
      </p:sp>
      <p:sp>
        <p:nvSpPr>
          <p:cNvPr id="27" name="">
            <a:extLst xmlns:a="http://schemas.openxmlformats.org/drawingml/2006/main">
              <a:ext uri="{FF2B5EF4-FFF2-40B4-BE49-F238E27FC236}">
                <a16:creationId xmlns:a16="http://schemas.microsoft.com/office/drawing/2014/main" id="{BA34BD30-51D2-4619-97B6-21B4D09A77D5}"/>
              </a:ext>
            </a:extLst>
          </p:cNvPr>
          <p:cNvSpPr>
            <a:spLocks xmlns:a="http://schemas.openxmlformats.org/drawingml/2006/main" noGrp="1"/>
          </p:cNvSpPr>
          <p:nvPr/>
        </p:nvSpPr>
        <p:spPr>
          <a:xfrm xmlns:a="http://schemas.openxmlformats.org/drawingml/2006/main">
            <a:off x="609600" y="5219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다음 두 장에서 TRIAL-002의 요청 흐름과 행동을 대조한다.">
            <a:extLst xmlns:a="http://schemas.openxmlformats.org/drawingml/2006/main">
              <a:ext uri="{FF2B5EF4-FFF2-40B4-BE49-F238E27FC236}">
                <a16:creationId xmlns:a16="http://schemas.microsoft.com/office/drawing/2014/main" id="{2A6CB2AB-E13B-46DF-86AA-8665D74876CA}"/>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두 장에서 TRIAL-002의 요청 흐름과 행동을 대조한다.</a:t>
            </a:r>
          </a:p>
        </p:txBody>
      </p:sp>
      <p:sp>
        <p:nvSpPr>
          <p:cNvPr id="29" name="Legacy module connection">
            <a:extLst xmlns:a="http://schemas.openxmlformats.org/drawingml/2006/main">
              <a:ext uri="{FF2B5EF4-FFF2-40B4-BE49-F238E27FC236}">
                <a16:creationId xmlns:a16="http://schemas.microsoft.com/office/drawing/2014/main" id="{E027EB5E-FBB5-41B1-B161-7357562340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80194828"/>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1 · 계약을 보존하는 최소 변경">
            <a:extLst xmlns:a="http://schemas.openxmlformats.org/drawingml/2006/main">
              <a:ext uri="{FF2B5EF4-FFF2-40B4-BE49-F238E27FC236}">
                <a16:creationId xmlns:a16="http://schemas.microsoft.com/office/drawing/2014/main" id="{F1B35144-7553-4B5D-BC81-24BEDBEF5D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계약을 보존하는 최소 변경</a:t>
            </a:r>
          </a:p>
        </p:txBody>
      </p:sp>
      <p:sp>
        <p:nvSpPr>
          <p:cNvPr id="2" name="S18">
            <a:extLst xmlns:a="http://schemas.openxmlformats.org/drawingml/2006/main">
              <a:ext uri="{FF2B5EF4-FFF2-40B4-BE49-F238E27FC236}">
                <a16:creationId xmlns:a16="http://schemas.microsoft.com/office/drawing/2014/main" id="{37AC03D8-5EFC-42E9-AA61-40556FA347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9E0B080C-A956-4277-8E9E-7F5C2EA6A03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30B8279F-D2DD-48BC-9F3F-E501427013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0D7FE9BB-BE5A-42E9-A05B-A27FE5FAFC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11BB48A2-49B2-464B-A919-8DC5828757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실패 테스트 → 호출 경로 → 계약 확인 → 수정 전 계획">
            <a:extLst xmlns:a="http://schemas.openxmlformats.org/drawingml/2006/main">
              <a:ext uri="{FF2B5EF4-FFF2-40B4-BE49-F238E27FC236}">
                <a16:creationId xmlns:a16="http://schemas.microsoft.com/office/drawing/2014/main" id="{26DCA036-BE72-448E-BB23-417D47087558}"/>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 → 호출 경로 → 계약 확인 → 수정 전 계획</a:t>
            </a:r>
          </a:p>
        </p:txBody>
      </p:sp>
      <p:sp>
        <p:nvSpPr>
          <p:cNvPr id="8" name="끝 좌표를 제외한다: [x_start, x_end)">
            <a:extLst xmlns:a="http://schemas.openxmlformats.org/drawingml/2006/main">
              <a:ext uri="{FF2B5EF4-FFF2-40B4-BE49-F238E27FC236}">
                <a16:creationId xmlns:a16="http://schemas.microsoft.com/office/drawing/2014/main" id="{A13E7F31-0EF0-4AD2-92FF-E39F60A0CD57}"/>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제외한다: [x_start, x_end)</a:t>
            </a:r>
          </a:p>
        </p:txBody>
      </p:sp>
      <p:sp>
        <p:nvSpPr>
          <p:cNvPr id="9" name="">
            <a:extLst xmlns:a="http://schemas.openxmlformats.org/drawingml/2006/main">
              <a:ext uri="{FF2B5EF4-FFF2-40B4-BE49-F238E27FC236}">
                <a16:creationId xmlns:a16="http://schemas.microsoft.com/office/drawing/2014/main" id="{8FB020E3-1165-4448-BED2-40383FB6C531}"/>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5137A2B-0723-4B05-AC57-9E554BAA70B9}"/>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31BB6D93-7E8C-4FD5-A664-4C08477490D8}"/>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4312F6DD-C96A-4889-B8F3-0E5ACC5B53FA}"/>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C00476F8-11DF-438E-87F7-2938CD18C703}"/>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D379FE19-AE14-49FF-B46E-0A98FCC4DCE3}"/>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9967BCDC-1CF9-46E7-9C7A-77BE02B19219}"/>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C719B875-83B2-4387-B6B9-D8FA0F2CA1BB}"/>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계약대로 너비 2">
            <a:extLst xmlns:a="http://schemas.openxmlformats.org/drawingml/2006/main">
              <a:ext uri="{FF2B5EF4-FFF2-40B4-BE49-F238E27FC236}">
                <a16:creationId xmlns:a16="http://schemas.microsoft.com/office/drawing/2014/main" id="{36A893D6-3BD3-4F26-9517-1EE316DD852F}"/>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계약대로 너비 2</a:t>
            </a:r>
          </a:p>
        </p:txBody>
      </p:sp>
      <p:sp>
        <p:nvSpPr>
          <p:cNvPr id="18" name="Legacy module connection">
            <a:extLst xmlns:a="http://schemas.openxmlformats.org/drawingml/2006/main">
              <a:ext uri="{FF2B5EF4-FFF2-40B4-BE49-F238E27FC236}">
                <a16:creationId xmlns:a16="http://schemas.microsoft.com/office/drawing/2014/main" id="{3FFD07B9-755A-4F28-9747-C38487B323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17392969"/>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1 · 수정 뒤 확인한 것">
            <a:extLst xmlns:a="http://schemas.openxmlformats.org/drawingml/2006/main">
              <a:ext uri="{FF2B5EF4-FFF2-40B4-BE49-F238E27FC236}">
                <a16:creationId xmlns:a16="http://schemas.microsoft.com/office/drawing/2014/main" id="{9096A167-AC90-4F93-A550-C992A5D918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수정 뒤 확인한 것</a:t>
            </a:r>
          </a:p>
        </p:txBody>
      </p:sp>
      <p:sp>
        <p:nvSpPr>
          <p:cNvPr id="2" name="S19">
            <a:extLst xmlns:a="http://schemas.openxmlformats.org/drawingml/2006/main">
              <a:ext uri="{FF2B5EF4-FFF2-40B4-BE49-F238E27FC236}">
                <a16:creationId xmlns:a16="http://schemas.microsoft.com/office/drawing/2014/main" id="{52B0BCB9-834B-4B70-B7EB-BC98E1CEAC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17745701-059A-44A5-9CD6-B34C8E337C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466C8BC8-2048-4C4F-82B3-3159C83B6A8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0DEC2B79-E9A9-4E18-AA81-BF65189345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263DC6C2-4C54-4343-91C4-4F49F82D3D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동작 확인">
            <a:extLst xmlns:a="http://schemas.openxmlformats.org/drawingml/2006/main">
              <a:ext uri="{FF2B5EF4-FFF2-40B4-BE49-F238E27FC236}">
                <a16:creationId xmlns:a16="http://schemas.microsoft.com/office/drawing/2014/main" id="{D010CA9F-7418-4185-A7EB-61947A30F942}"/>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동작 확인</a:t>
            </a:r>
          </a:p>
        </p:txBody>
      </p:sp>
      <p:sp>
        <p:nvSpPr>
          <p:cNvPr id="8" name="">
            <a:extLst xmlns:a="http://schemas.openxmlformats.org/drawingml/2006/main">
              <a:ext uri="{FF2B5EF4-FFF2-40B4-BE49-F238E27FC236}">
                <a16:creationId xmlns:a16="http://schemas.microsoft.com/office/drawing/2014/main" id="{75B438E7-A8F4-4B21-8B42-C4539D03013F}"/>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3 / 3">
            <a:extLst xmlns:a="http://schemas.openxmlformats.org/drawingml/2006/main">
              <a:ext uri="{FF2B5EF4-FFF2-40B4-BE49-F238E27FC236}">
                <a16:creationId xmlns:a16="http://schemas.microsoft.com/office/drawing/2014/main" id="{5716A262-08B8-4099-AFCC-B149DBA1A5C1}"/>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0" name="crop 집중 테스트">
            <a:extLst xmlns:a="http://schemas.openxmlformats.org/drawingml/2006/main">
              <a:ext uri="{FF2B5EF4-FFF2-40B4-BE49-F238E27FC236}">
                <a16:creationId xmlns:a16="http://schemas.microsoft.com/office/drawing/2014/main" id="{5AC94770-86E1-4822-83F0-EBCC2812B163}"/>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집중 테스트</a:t>
            </a:r>
          </a:p>
        </p:txBody>
      </p:sp>
      <p:sp>
        <p:nvSpPr>
          <p:cNvPr id="11" name="전체 suite 11 / 11 통과">
            <a:extLst xmlns:a="http://schemas.openxmlformats.org/drawingml/2006/main">
              <a:ext uri="{FF2B5EF4-FFF2-40B4-BE49-F238E27FC236}">
                <a16:creationId xmlns:a16="http://schemas.microsoft.com/office/drawing/2014/main" id="{15BA76BC-DB68-4F04-ADF4-5D938BE1CCB4}"/>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suite 11 / 11 통과</a:t>
            </a:r>
          </a:p>
        </p:txBody>
      </p:sp>
      <p:sp>
        <p:nvSpPr>
          <p:cNvPr id="12" name="실행 확인">
            <a:extLst xmlns:a="http://schemas.openxmlformats.org/drawingml/2006/main">
              <a:ext uri="{FF2B5EF4-FFF2-40B4-BE49-F238E27FC236}">
                <a16:creationId xmlns:a16="http://schemas.microsoft.com/office/drawing/2014/main" id="{033100F2-BAAB-4AD2-82CA-59FCC1BE51F1}"/>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실행 확인</a:t>
            </a:r>
          </a:p>
        </p:txBody>
      </p:sp>
      <p:sp>
        <p:nvSpPr>
          <p:cNvPr id="13" name="">
            <a:extLst xmlns:a="http://schemas.openxmlformats.org/drawingml/2006/main">
              <a:ext uri="{FF2B5EF4-FFF2-40B4-BE49-F238E27FC236}">
                <a16:creationId xmlns:a16="http://schemas.microsoft.com/office/drawing/2014/main" id="{15DA6AD1-B225-4265-A0C8-929747D391E7}"/>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PASS">
            <a:extLst xmlns:a="http://schemas.openxmlformats.org/drawingml/2006/main">
              <a:ext uri="{FF2B5EF4-FFF2-40B4-BE49-F238E27FC236}">
                <a16:creationId xmlns:a16="http://schemas.microsoft.com/office/drawing/2014/main" id="{815F9CE4-2957-4ED4-BE36-C3F79E0E8E20}"/>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5" name="CLI smoke">
            <a:extLst xmlns:a="http://schemas.openxmlformats.org/drawingml/2006/main">
              <a:ext uri="{FF2B5EF4-FFF2-40B4-BE49-F238E27FC236}">
                <a16:creationId xmlns:a16="http://schemas.microsoft.com/office/drawing/2014/main" id="{0028FD51-2B5C-43C6-B34F-5837964A0265}"/>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smoke</a:t>
            </a:r>
          </a:p>
        </p:txBody>
      </p:sp>
      <p:sp>
        <p:nvSpPr>
          <p:cNvPr id="16" name="기록된 샘플의 실행 경로">
            <a:extLst xmlns:a="http://schemas.openxmlformats.org/drawingml/2006/main">
              <a:ext uri="{FF2B5EF4-FFF2-40B4-BE49-F238E27FC236}">
                <a16:creationId xmlns:a16="http://schemas.microsoft.com/office/drawing/2014/main" id="{162614E2-7B77-412A-9B31-8A85E29942D9}"/>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7" name="범위 확인">
            <a:extLst xmlns:a="http://schemas.openxmlformats.org/drawingml/2006/main">
              <a:ext uri="{FF2B5EF4-FFF2-40B4-BE49-F238E27FC236}">
                <a16:creationId xmlns:a16="http://schemas.microsoft.com/office/drawing/2014/main" id="{C36B0466-BB65-4D04-8855-D0FFDA26CEFD}"/>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범위 확인</a:t>
            </a:r>
          </a:p>
        </p:txBody>
      </p:sp>
      <p:sp>
        <p:nvSpPr>
          <p:cNvPr id="18" name="">
            <a:extLst xmlns:a="http://schemas.openxmlformats.org/drawingml/2006/main">
              <a:ext uri="{FF2B5EF4-FFF2-40B4-BE49-F238E27FC236}">
                <a16:creationId xmlns:a16="http://schemas.microsoft.com/office/drawing/2014/main" id="{82FC5EDE-707C-4744-B88A-2BD84A984381}"/>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1줄">
            <a:extLst xmlns:a="http://schemas.openxmlformats.org/drawingml/2006/main">
              <a:ext uri="{FF2B5EF4-FFF2-40B4-BE49-F238E27FC236}">
                <a16:creationId xmlns:a16="http://schemas.microsoft.com/office/drawing/2014/main" id="{33116CB3-AAD0-4D4D-BA63-53FD5CBC6D1F}"/>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0" name="한 파일의 crop 구현">
            <a:extLst xmlns:a="http://schemas.openxmlformats.org/drawingml/2006/main">
              <a:ext uri="{FF2B5EF4-FFF2-40B4-BE49-F238E27FC236}">
                <a16:creationId xmlns:a16="http://schemas.microsoft.com/office/drawing/2014/main" id="{FB3FF859-CFF1-40CB-BA40-6CFD635A45EE}"/>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1" name="git diff --check 통과">
            <a:extLst xmlns:a="http://schemas.openxmlformats.org/drawingml/2006/main">
              <a:ext uri="{FF2B5EF4-FFF2-40B4-BE49-F238E27FC236}">
                <a16:creationId xmlns:a16="http://schemas.microsoft.com/office/drawing/2014/main" id="{0751A08C-DDFE-47B6-96CF-DCF7591D03F6}"/>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2" name="Legacy module connection">
            <a:extLst xmlns:a="http://schemas.openxmlformats.org/drawingml/2006/main">
              <a:ext uri="{FF2B5EF4-FFF2-40B4-BE49-F238E27FC236}">
                <a16:creationId xmlns:a16="http://schemas.microsoft.com/office/drawing/2014/main" id="{9CD4D021-EB20-465C-92A4-978C9C027E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00353678"/>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생성 뒤에 남는 판단">
            <a:extLst xmlns:a="http://schemas.openxmlformats.org/drawingml/2006/main">
              <a:ext uri="{FF2B5EF4-FFF2-40B4-BE49-F238E27FC236}">
                <a16:creationId xmlns:a16="http://schemas.microsoft.com/office/drawing/2014/main" id="{3DCB90C1-2133-4624-9D8C-3D6D1958A0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생성 뒤에 남는 판단</a:t>
            </a:r>
          </a:p>
        </p:txBody>
      </p:sp>
      <p:sp>
        <p:nvSpPr>
          <p:cNvPr id="2" name="S20">
            <a:extLst xmlns:a="http://schemas.openxmlformats.org/drawingml/2006/main">
              <a:ext uri="{FF2B5EF4-FFF2-40B4-BE49-F238E27FC236}">
                <a16:creationId xmlns:a16="http://schemas.microsoft.com/office/drawing/2014/main" id="{EA6289F9-574E-44D5-85F5-E800F2428C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254C2B06-E62E-41E9-A3C8-68EAFCC2E4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D1421005-3F1B-4358-BBB0-7810807CB1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49EFFC7F-7D49-4CCF-A417-66616589BE2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6C9078FF-6B15-4788-8D33-A404AA4B6A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코드가 나왔다">
            <a:extLst xmlns:a="http://schemas.openxmlformats.org/drawingml/2006/main">
              <a:ext uri="{FF2B5EF4-FFF2-40B4-BE49-F238E27FC236}">
                <a16:creationId xmlns:a16="http://schemas.microsoft.com/office/drawing/2014/main" id="{EAC16A43-8CE2-4795-8C90-0C5961830D84}"/>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코드가 나왔다</a:t>
            </a:r>
          </a:p>
        </p:txBody>
      </p:sp>
      <p:sp>
        <p:nvSpPr>
          <p:cNvPr id="8" name="">
            <a:extLst xmlns:a="http://schemas.openxmlformats.org/drawingml/2006/main">
              <a:ext uri="{FF2B5EF4-FFF2-40B4-BE49-F238E27FC236}">
                <a16:creationId xmlns:a16="http://schemas.microsoft.com/office/drawing/2014/main" id="{5EEEFF26-52F4-49B7-8961-69D3D36AC125}"/>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완료라고 말할 수 있나?">
            <a:extLst xmlns:a="http://schemas.openxmlformats.org/drawingml/2006/main">
              <a:ext uri="{FF2B5EF4-FFF2-40B4-BE49-F238E27FC236}">
                <a16:creationId xmlns:a16="http://schemas.microsoft.com/office/drawing/2014/main" id="{2B0C7929-3EE5-4F63-A1A9-B6519ED03702}"/>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완료라고 말할 수 있나?</a:t>
            </a:r>
          </a:p>
        </p:txBody>
      </p:sp>
      <p:sp>
        <p:nvSpPr>
          <p:cNvPr id="10" name="">
            <a:extLst xmlns:a="http://schemas.openxmlformats.org/drawingml/2006/main">
              <a:ext uri="{FF2B5EF4-FFF2-40B4-BE49-F238E27FC236}">
                <a16:creationId xmlns:a16="http://schemas.microsoft.com/office/drawing/2014/main" id="{40803CD0-1E04-449F-AE7C-2131CDE12E19}"/>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변경 이유·범위">
            <a:extLst xmlns:a="http://schemas.openxmlformats.org/drawingml/2006/main">
              <a:ext uri="{FF2B5EF4-FFF2-40B4-BE49-F238E27FC236}">
                <a16:creationId xmlns:a16="http://schemas.microsoft.com/office/drawing/2014/main" id="{0AF8A072-F877-459F-BCFA-8E089FC1177D}"/>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 이유·범위</a:t>
            </a:r>
          </a:p>
        </p:txBody>
      </p:sp>
      <p:sp>
        <p:nvSpPr>
          <p:cNvPr id="12" name="끝 좌표 계약에 맞춰 crop 구현 1줄 수정">
            <a:extLst xmlns:a="http://schemas.openxmlformats.org/drawingml/2006/main">
              <a:ext uri="{FF2B5EF4-FFF2-40B4-BE49-F238E27FC236}">
                <a16:creationId xmlns:a16="http://schemas.microsoft.com/office/drawing/2014/main" id="{792A54F1-29F4-477E-B38D-C3095FAE236F}"/>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계약에 맞춰 crop 구현 1줄 수정</a:t>
            </a:r>
          </a:p>
        </p:txBody>
      </p:sp>
      <p:sp>
        <p:nvSpPr>
          <p:cNvPr id="13" name="">
            <a:extLst xmlns:a="http://schemas.openxmlformats.org/drawingml/2006/main">
              <a:ext uri="{FF2B5EF4-FFF2-40B4-BE49-F238E27FC236}">
                <a16:creationId xmlns:a16="http://schemas.microsoft.com/office/drawing/2014/main" id="{D65FC67D-8845-42BD-BB3A-24BBE44D05F3}"/>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검증 근거·결과">
            <a:extLst xmlns:a="http://schemas.openxmlformats.org/drawingml/2006/main">
              <a:ext uri="{FF2B5EF4-FFF2-40B4-BE49-F238E27FC236}">
                <a16:creationId xmlns:a16="http://schemas.microsoft.com/office/drawing/2014/main" id="{A76D35B6-C3BF-4811-BD74-51EBA9E8CB84}"/>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근거·결과</a:t>
            </a:r>
          </a:p>
        </p:txBody>
      </p:sp>
      <p:sp>
        <p:nvSpPr>
          <p:cNvPr id="15" name="집중 3/3 · 전체 11/11 · CLI smoke · diff">
            <a:extLst xmlns:a="http://schemas.openxmlformats.org/drawingml/2006/main">
              <a:ext uri="{FF2B5EF4-FFF2-40B4-BE49-F238E27FC236}">
                <a16:creationId xmlns:a16="http://schemas.microsoft.com/office/drawing/2014/main" id="{EE3CA177-E8B4-4669-A93C-64B97CBFCBC7}"/>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집중 3/3 · 전체 11/11 · CLI smoke · diff</a:t>
            </a:r>
          </a:p>
        </p:txBody>
      </p:sp>
      <p:sp>
        <p:nvSpPr>
          <p:cNvPr id="16" name="">
            <a:extLst xmlns:a="http://schemas.openxmlformats.org/drawingml/2006/main">
              <a:ext uri="{FF2B5EF4-FFF2-40B4-BE49-F238E27FC236}">
                <a16:creationId xmlns:a16="http://schemas.microsoft.com/office/drawing/2014/main" id="{734C8D0F-7C53-4789-AE62-B045F6600891}"/>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미확인 사항">
            <a:extLst xmlns:a="http://schemas.openxmlformats.org/drawingml/2006/main">
              <a:ext uri="{FF2B5EF4-FFF2-40B4-BE49-F238E27FC236}">
                <a16:creationId xmlns:a16="http://schemas.microsoft.com/office/drawing/2014/main" id="{E85A2F31-739F-4F51-9ED3-18179B0ED100}"/>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미확인 사항</a:t>
            </a:r>
          </a:p>
        </p:txBody>
      </p:sp>
      <p:sp>
        <p:nvSpPr>
          <p:cNvPr id="18" name="성능 미측정 · 현재 Desktop 동작 미검증">
            <a:extLst xmlns:a="http://schemas.openxmlformats.org/drawingml/2006/main">
              <a:ext uri="{FF2B5EF4-FFF2-40B4-BE49-F238E27FC236}">
                <a16:creationId xmlns:a16="http://schemas.microsoft.com/office/drawing/2014/main" id="{6B14F897-3F77-45D1-BA19-6D40808E3A9D}"/>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CECC7A08-61C7-4B0C-9907-B9C9672FEFAA}"/>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사람의 수용 판단">
            <a:extLst xmlns:a="http://schemas.openxmlformats.org/drawingml/2006/main">
              <a:ext uri="{FF2B5EF4-FFF2-40B4-BE49-F238E27FC236}">
                <a16:creationId xmlns:a16="http://schemas.microsoft.com/office/drawing/2014/main" id="{A7FD13D8-B2EA-483F-95C7-29662F560802}"/>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사람의 수용 판단</a:t>
            </a:r>
          </a:p>
        </p:txBody>
      </p:sp>
      <p:sp>
        <p:nvSpPr>
          <p:cNvPr id="21" name="근거와 남은 위험을 보고 완료 여부 결정">
            <a:extLst xmlns:a="http://schemas.openxmlformats.org/drawingml/2006/main">
              <a:ext uri="{FF2B5EF4-FFF2-40B4-BE49-F238E27FC236}">
                <a16:creationId xmlns:a16="http://schemas.microsoft.com/office/drawing/2014/main" id="{16BBA4FD-FEB1-4EFD-A7A1-CDDFBA7D58BA}"/>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완료 여부 결정</a:t>
            </a:r>
          </a:p>
        </p:txBody>
      </p:sp>
      <p:sp>
        <p:nvSpPr>
          <p:cNvPr id="22" name="“더 빨라졌다”고 말하려면 → 해당 조건의 성능 측정도 필요">
            <a:extLst xmlns:a="http://schemas.openxmlformats.org/drawingml/2006/main">
              <a:ext uri="{FF2B5EF4-FFF2-40B4-BE49-F238E27FC236}">
                <a16:creationId xmlns:a16="http://schemas.microsoft.com/office/drawing/2014/main" id="{02B7F24F-85BC-4D1C-A11E-EFBE15E5F9AA}"/>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“더 빨라졌다”고 말하려면 → 해당 조건의 성능 측정도 필요</a:t>
            </a:r>
          </a:p>
        </p:txBody>
      </p:sp>
      <p:sp>
        <p:nvSpPr>
          <p:cNvPr id="23" name="Legacy module connection">
            <a:extLst xmlns:a="http://schemas.openxmlformats.org/drawingml/2006/main">
              <a:ext uri="{FF2B5EF4-FFF2-40B4-BE49-F238E27FC236}">
                <a16:creationId xmlns:a16="http://schemas.microsoft.com/office/drawing/2014/main" id="{03C28A5C-14FD-41B7-BA40-3AC7354FCE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710267054"/>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근거에 맞춰 말하기">
            <a:extLst xmlns:a="http://schemas.openxmlformats.org/drawingml/2006/main">
              <a:ext uri="{FF2B5EF4-FFF2-40B4-BE49-F238E27FC236}">
                <a16:creationId xmlns:a16="http://schemas.microsoft.com/office/drawing/2014/main" id="{CA21F408-74C4-4335-8CEF-57C64893FA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근거에 맞춰 말하기</a:t>
            </a:r>
          </a:p>
        </p:txBody>
      </p:sp>
      <p:sp>
        <p:nvSpPr>
          <p:cNvPr id="2" name="S21">
            <a:extLst xmlns:a="http://schemas.openxmlformats.org/drawingml/2006/main">
              <a:ext uri="{FF2B5EF4-FFF2-40B4-BE49-F238E27FC236}">
                <a16:creationId xmlns:a16="http://schemas.microsoft.com/office/drawing/2014/main" id="{706BE9F6-DD48-467B-A361-052545393D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8BD0EC8B-B2FC-492E-A7E2-4D47826B89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B0F4EAE4-4AA2-4382-B21B-D9EA679163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실제 확인: 집중·전체 테스트 / CLI smoke / diff · 검사 비교는 교육용 재">
            <a:extLst xmlns:a="http://schemas.openxmlformats.org/drawingml/2006/main">
              <a:ext uri="{FF2B5EF4-FFF2-40B4-BE49-F238E27FC236}">
                <a16:creationId xmlns:a16="http://schemas.microsoft.com/office/drawing/2014/main" id="{394F9387-9567-4630-938F-0168FC2E4B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실제 확인: 집중·전체 테스트 / CLI smoke / diff · 검사 비교는 교육용 재구성</a:t>
            </a:r>
          </a:p>
        </p:txBody>
      </p:sp>
      <p:sp>
        <p:nvSpPr>
          <p:cNvPr id="6" name="Benchmark는 이 Trial에서 미실행. 검사 비교는 새 테스트 실행이나 PASS 결과가 아닙니다.">
            <a:extLst xmlns:a="http://schemas.openxmlformats.org/drawingml/2006/main">
              <a:ext uri="{FF2B5EF4-FFF2-40B4-BE49-F238E27FC236}">
                <a16:creationId xmlns:a16="http://schemas.microsoft.com/office/drawing/2014/main" id="{2AE7F66A-1D5A-476A-9FF4-F3D42B5197F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Benchmark는 이 Trial에서 미실행. 검사 비교는 새 테스트 실행이나 PASS 결과가 아닙니다.</a:t>
            </a:r>
          </a:p>
        </p:txBody>
      </p:sp>
      <p:sp>
        <p:nvSpPr>
          <p:cNvPr id="7" name="확인 방법">
            <a:extLst xmlns:a="http://schemas.openxmlformats.org/drawingml/2006/main">
              <a:ext uri="{FF2B5EF4-FFF2-40B4-BE49-F238E27FC236}">
                <a16:creationId xmlns:a16="http://schemas.microsoft.com/office/drawing/2014/main" id="{6318D936-472A-41E2-899F-0C54D8CB0A39}"/>
              </a:ext>
            </a:extLst>
          </p:cNvPr>
          <p:cNvSpPr>
            <a:spLocks xmlns:a="http://schemas.openxmlformats.org/drawingml/2006/main" noGrp="1"/>
          </p:cNvSpPr>
          <p:nvPr/>
        </p:nvSpPr>
        <p:spPr>
          <a:xfrm xmlns:a="http://schemas.openxmlformats.org/drawingml/2006/main">
            <a:off x="609600" y="1876425"/>
            <a:ext cx="3619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확인 방법</a:t>
            </a:r>
          </a:p>
        </p:txBody>
      </p:sp>
      <p:sp>
        <p:nvSpPr>
          <p:cNvPr id="8" name="말할 수 있는 범위">
            <a:extLst xmlns:a="http://schemas.openxmlformats.org/drawingml/2006/main">
              <a:ext uri="{FF2B5EF4-FFF2-40B4-BE49-F238E27FC236}">
                <a16:creationId xmlns:a16="http://schemas.microsoft.com/office/drawing/2014/main" id="{4660D286-6441-4DFA-B86F-3E518E739A17}"/>
              </a:ext>
            </a:extLst>
          </p:cNvPr>
          <p:cNvSpPr>
            <a:spLocks xmlns:a="http://schemas.openxmlformats.org/drawingml/2006/main" noGrp="1"/>
          </p:cNvSpPr>
          <p:nvPr/>
        </p:nvSpPr>
        <p:spPr>
          <a:xfrm xmlns:a="http://schemas.openxmlformats.org/drawingml/2006/main">
            <a:off x="4381500" y="1876425"/>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0D31E997-FAC3-456A-BF89-B7D7A0B231D3}"/>
              </a:ext>
            </a:extLst>
          </p:cNvPr>
          <p:cNvSpPr>
            <a:spLocks xmlns:a="http://schemas.openxmlformats.org/drawingml/2006/main" noGrp="1"/>
          </p:cNvSpPr>
          <p:nvPr/>
        </p:nvSpPr>
        <p:spPr>
          <a:xfrm xmlns:a="http://schemas.openxmlformats.org/drawingml/2006/main">
            <a:off x="609600" y="2305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집중 테스트">
            <a:extLst xmlns:a="http://schemas.openxmlformats.org/drawingml/2006/main">
              <a:ext uri="{FF2B5EF4-FFF2-40B4-BE49-F238E27FC236}">
                <a16:creationId xmlns:a16="http://schemas.microsoft.com/office/drawing/2014/main" id="{842A6474-FD06-4616-8FF1-52F6F1AF16B7}"/>
              </a:ext>
            </a:extLst>
          </p:cNvPr>
          <p:cNvSpPr>
            <a:spLocks xmlns:a="http://schemas.openxmlformats.org/drawingml/2006/main" noGrp="1"/>
          </p:cNvSpPr>
          <p:nvPr/>
        </p:nvSpPr>
        <p:spPr>
          <a:xfrm xmlns:a="http://schemas.openxmlformats.org/drawingml/2006/main">
            <a:off x="609600" y="23431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집중 테스트</a:t>
            </a:r>
          </a:p>
        </p:txBody>
      </p:sp>
      <p:sp>
        <p:nvSpPr>
          <p:cNvPr id="11" name="바뀐 동작의 해당 테스트 조건">
            <a:extLst xmlns:a="http://schemas.openxmlformats.org/drawingml/2006/main">
              <a:ext uri="{FF2B5EF4-FFF2-40B4-BE49-F238E27FC236}">
                <a16:creationId xmlns:a16="http://schemas.microsoft.com/office/drawing/2014/main" id="{1218B800-1912-4478-AA9D-6A12B44F7FFF}"/>
              </a:ext>
            </a:extLst>
          </p:cNvPr>
          <p:cNvSpPr>
            <a:spLocks xmlns:a="http://schemas.openxmlformats.org/drawingml/2006/main" noGrp="1"/>
          </p:cNvSpPr>
          <p:nvPr/>
        </p:nvSpPr>
        <p:spPr>
          <a:xfrm xmlns:a="http://schemas.openxmlformats.org/drawingml/2006/main">
            <a:off x="4381500" y="23431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바뀐 동작의 해당 테스트 조건</a:t>
            </a:r>
          </a:p>
        </p:txBody>
      </p:sp>
      <p:sp>
        <p:nvSpPr>
          <p:cNvPr id="12" name="">
            <a:extLst xmlns:a="http://schemas.openxmlformats.org/drawingml/2006/main">
              <a:ext uri="{FF2B5EF4-FFF2-40B4-BE49-F238E27FC236}">
                <a16:creationId xmlns:a16="http://schemas.microsoft.com/office/drawing/2014/main" id="{0D926D24-21B3-488E-A917-6FE541A52253}"/>
              </a:ext>
            </a:extLst>
          </p:cNvPr>
          <p:cNvSpPr>
            <a:spLocks xmlns:a="http://schemas.openxmlformats.org/drawingml/2006/main" noGrp="1"/>
          </p:cNvSpPr>
          <p:nvPr/>
        </p:nvSpPr>
        <p:spPr>
          <a:xfrm xmlns:a="http://schemas.openxmlformats.org/drawingml/2006/main">
            <a:off x="609600" y="2743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8E967B28-A878-477D-A2D9-3D92A81A2F70}"/>
              </a:ext>
            </a:extLst>
          </p:cNvPr>
          <p:cNvSpPr>
            <a:spLocks xmlns:a="http://schemas.openxmlformats.org/drawingml/2006/main" noGrp="1"/>
          </p:cNvSpPr>
          <p:nvPr/>
        </p:nvSpPr>
        <p:spPr>
          <a:xfrm xmlns:a="http://schemas.openxmlformats.org/drawingml/2006/main">
            <a:off x="609600" y="278130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전체 테스트</a:t>
            </a:r>
          </a:p>
        </p:txBody>
      </p:sp>
      <p:sp>
        <p:nvSpPr>
          <p:cNvPr id="14" name="현재 suite에 담긴 회귀 범위">
            <a:extLst xmlns:a="http://schemas.openxmlformats.org/drawingml/2006/main">
              <a:ext uri="{FF2B5EF4-FFF2-40B4-BE49-F238E27FC236}">
                <a16:creationId xmlns:a16="http://schemas.microsoft.com/office/drawing/2014/main" id="{BC4F3461-B149-4C20-AD60-CDA646F4E9AC}"/>
              </a:ext>
            </a:extLst>
          </p:cNvPr>
          <p:cNvSpPr>
            <a:spLocks xmlns:a="http://schemas.openxmlformats.org/drawingml/2006/main" noGrp="1"/>
          </p:cNvSpPr>
          <p:nvPr/>
        </p:nvSpPr>
        <p:spPr>
          <a:xfrm xmlns:a="http://schemas.openxmlformats.org/drawingml/2006/main">
            <a:off x="4381500" y="278130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suite에 담긴 회귀 범위</a:t>
            </a:r>
          </a:p>
        </p:txBody>
      </p:sp>
      <p:sp>
        <p:nvSpPr>
          <p:cNvPr id="15" name="">
            <a:extLst xmlns:a="http://schemas.openxmlformats.org/drawingml/2006/main">
              <a:ext uri="{FF2B5EF4-FFF2-40B4-BE49-F238E27FC236}">
                <a16:creationId xmlns:a16="http://schemas.microsoft.com/office/drawing/2014/main" id="{3948F73D-47DB-42C8-B9A4-6068A6FA07F7}"/>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smoke">
            <a:extLst xmlns:a="http://schemas.openxmlformats.org/drawingml/2006/main">
              <a:ext uri="{FF2B5EF4-FFF2-40B4-BE49-F238E27FC236}">
                <a16:creationId xmlns:a16="http://schemas.microsoft.com/office/drawing/2014/main" id="{A2B1AF5D-737E-4094-85FE-99199FFEB87C}"/>
              </a:ext>
            </a:extLst>
          </p:cNvPr>
          <p:cNvSpPr>
            <a:spLocks xmlns:a="http://schemas.openxmlformats.org/drawingml/2006/main" noGrp="1"/>
          </p:cNvSpPr>
          <p:nvPr/>
        </p:nvSpPr>
        <p:spPr>
          <a:xfrm xmlns:a="http://schemas.openxmlformats.org/drawingml/2006/main">
            <a:off x="609600" y="32194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CLI smoke</a:t>
            </a:r>
          </a:p>
        </p:txBody>
      </p:sp>
      <p:sp>
        <p:nvSpPr>
          <p:cNvPr id="17" name="샘플 입력의 통합 실행 경로">
            <a:extLst xmlns:a="http://schemas.openxmlformats.org/drawingml/2006/main">
              <a:ext uri="{FF2B5EF4-FFF2-40B4-BE49-F238E27FC236}">
                <a16:creationId xmlns:a16="http://schemas.microsoft.com/office/drawing/2014/main" id="{4FB51B45-BF91-419D-8B7F-6A9E5B25BEE9}"/>
              </a:ext>
            </a:extLst>
          </p:cNvPr>
          <p:cNvSpPr>
            <a:spLocks xmlns:a="http://schemas.openxmlformats.org/drawingml/2006/main" noGrp="1"/>
          </p:cNvSpPr>
          <p:nvPr/>
        </p:nvSpPr>
        <p:spPr>
          <a:xfrm xmlns:a="http://schemas.openxmlformats.org/drawingml/2006/main">
            <a:off x="4381500" y="32194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입력의 통합 실행 경로</a:t>
            </a:r>
          </a:p>
        </p:txBody>
      </p:sp>
      <p:sp>
        <p:nvSpPr>
          <p:cNvPr id="18" name="">
            <a:extLst xmlns:a="http://schemas.openxmlformats.org/drawingml/2006/main">
              <a:ext uri="{FF2B5EF4-FFF2-40B4-BE49-F238E27FC236}">
                <a16:creationId xmlns:a16="http://schemas.microsoft.com/office/drawing/2014/main" id="{4D580A23-7D29-4E38-9426-14609546DE42}"/>
              </a:ext>
            </a:extLst>
          </p:cNvPr>
          <p:cNvSpPr>
            <a:spLocks xmlns:a="http://schemas.openxmlformats.org/drawingml/2006/main" noGrp="1"/>
          </p:cNvSpPr>
          <p:nvPr/>
        </p:nvSpPr>
        <p:spPr>
          <a:xfrm xmlns:a="http://schemas.openxmlformats.org/drawingml/2006/main">
            <a:off x="609600" y="3619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diff 검토">
            <a:extLst xmlns:a="http://schemas.openxmlformats.org/drawingml/2006/main">
              <a:ext uri="{FF2B5EF4-FFF2-40B4-BE49-F238E27FC236}">
                <a16:creationId xmlns:a16="http://schemas.microsoft.com/office/drawing/2014/main" id="{4EE3A5E3-7FF3-464B-A09A-30F8918B86CF}"/>
              </a:ext>
            </a:extLst>
          </p:cNvPr>
          <p:cNvSpPr>
            <a:spLocks xmlns:a="http://schemas.openxmlformats.org/drawingml/2006/main" noGrp="1"/>
          </p:cNvSpPr>
          <p:nvPr/>
        </p:nvSpPr>
        <p:spPr>
          <a:xfrm xmlns:a="http://schemas.openxmlformats.org/drawingml/2006/main">
            <a:off x="609600" y="365760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diff 검토</a:t>
            </a:r>
          </a:p>
        </p:txBody>
      </p:sp>
      <p:sp>
        <p:nvSpPr>
          <p:cNvPr id="20" name="변경 범위와 의도하지 않은 수정">
            <a:extLst xmlns:a="http://schemas.openxmlformats.org/drawingml/2006/main">
              <a:ext uri="{FF2B5EF4-FFF2-40B4-BE49-F238E27FC236}">
                <a16:creationId xmlns:a16="http://schemas.microsoft.com/office/drawing/2014/main" id="{908C14BF-60C0-409D-8F13-3C5B5FF9D4B3}"/>
              </a:ext>
            </a:extLst>
          </p:cNvPr>
          <p:cNvSpPr>
            <a:spLocks xmlns:a="http://schemas.openxmlformats.org/drawingml/2006/main" noGrp="1"/>
          </p:cNvSpPr>
          <p:nvPr/>
        </p:nvSpPr>
        <p:spPr>
          <a:xfrm xmlns:a="http://schemas.openxmlformats.org/drawingml/2006/main">
            <a:off x="4381500" y="365760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범위와 의도하지 않은 수정</a:t>
            </a:r>
          </a:p>
        </p:txBody>
      </p:sp>
      <p:sp>
        <p:nvSpPr>
          <p:cNvPr id="21" name="">
            <a:extLst xmlns:a="http://schemas.openxmlformats.org/drawingml/2006/main">
              <a:ext uri="{FF2B5EF4-FFF2-40B4-BE49-F238E27FC236}">
                <a16:creationId xmlns:a16="http://schemas.microsoft.com/office/drawing/2014/main" id="{45971C0D-F897-48D6-825F-F5BEE6F487F0}"/>
              </a:ext>
            </a:extLst>
          </p:cNvPr>
          <p:cNvSpPr>
            <a:spLocks xmlns:a="http://schemas.openxmlformats.org/drawingml/2006/main" noGrp="1"/>
          </p:cNvSpPr>
          <p:nvPr/>
        </p:nvSpPr>
        <p:spPr>
          <a:xfrm xmlns:a="http://schemas.openxmlformats.org/drawingml/2006/main">
            <a:off x="609600" y="4057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7E62E9CC-39CF-4642-938F-5EBBFCB0282F}"/>
              </a:ext>
            </a:extLst>
          </p:cNvPr>
          <p:cNvSpPr>
            <a:spLocks xmlns:a="http://schemas.openxmlformats.org/drawingml/2006/main" noGrp="1"/>
          </p:cNvSpPr>
          <p:nvPr/>
        </p:nvSpPr>
        <p:spPr>
          <a:xfrm xmlns:a="http://schemas.openxmlformats.org/drawingml/2006/main">
            <a:off x="609600" y="40957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성능 측정</a:t>
            </a:r>
          </a:p>
        </p:txBody>
      </p:sp>
      <p:sp>
        <p:nvSpPr>
          <p:cNvPr id="23" name="측정한 입력·환경에서의 성능">
            <a:extLst xmlns:a="http://schemas.openxmlformats.org/drawingml/2006/main">
              <a:ext uri="{FF2B5EF4-FFF2-40B4-BE49-F238E27FC236}">
                <a16:creationId xmlns:a16="http://schemas.microsoft.com/office/drawing/2014/main" id="{0F359634-94A1-48CA-BA30-92305E605BF4}"/>
              </a:ext>
            </a:extLst>
          </p:cNvPr>
          <p:cNvSpPr>
            <a:spLocks xmlns:a="http://schemas.openxmlformats.org/drawingml/2006/main" noGrp="1"/>
          </p:cNvSpPr>
          <p:nvPr/>
        </p:nvSpPr>
        <p:spPr>
          <a:xfrm xmlns:a="http://schemas.openxmlformats.org/drawingml/2006/main">
            <a:off x="4381500" y="40957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측정한 입력·환경에서의 성능</a:t>
            </a:r>
          </a:p>
        </p:txBody>
      </p:sp>
      <p:sp>
        <p:nvSpPr>
          <p:cNvPr id="24" name="4열 입력 · crop 1 3의 끝 좌표 계약을 확인한다면">
            <a:extLst xmlns:a="http://schemas.openxmlformats.org/drawingml/2006/main">
              <a:ext uri="{FF2B5EF4-FFF2-40B4-BE49-F238E27FC236}">
                <a16:creationId xmlns:a16="http://schemas.microsoft.com/office/drawing/2014/main" id="{2D888F0E-FEEB-40A5-ADB0-8AB5ED12A2ED}"/>
              </a:ext>
            </a:extLst>
          </p:cNvPr>
          <p:cNvSpPr>
            <a:spLocks xmlns:a="http://schemas.openxmlformats.org/drawingml/2006/main" noGrp="1"/>
          </p:cNvSpPr>
          <p:nvPr/>
        </p:nvSpPr>
        <p:spPr>
          <a:xfrm xmlns:a="http://schemas.openxmlformats.org/drawingml/2006/main">
            <a:off x="609600" y="4629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4열 입력 · crop 1 3의 끝 좌표 계약을 확인한다면</a:t>
            </a:r>
          </a:p>
        </p:txBody>
      </p:sp>
      <p:sp>
        <p:nvSpPr>
          <p:cNvPr id="25" name="비어 있지 않음">
            <a:extLst xmlns:a="http://schemas.openxmlformats.org/drawingml/2006/main">
              <a:ext uri="{FF2B5EF4-FFF2-40B4-BE49-F238E27FC236}">
                <a16:creationId xmlns:a16="http://schemas.microsoft.com/office/drawing/2014/main" id="{11D9D581-6D30-438E-A23D-099986AD2C23}"/>
              </a:ext>
            </a:extLst>
          </p:cNvPr>
          <p:cNvSpPr>
            <a:spLocks xmlns:a="http://schemas.openxmlformats.org/drawingml/2006/main" noGrp="1"/>
          </p:cNvSpPr>
          <p:nvPr/>
        </p:nvSpPr>
        <p:spPr>
          <a:xfrm xmlns:a="http://schemas.openxmlformats.org/drawingml/2006/main">
            <a:off x="609600" y="50101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비어 있지 않음</a:t>
            </a:r>
          </a:p>
        </p:txBody>
      </p:sp>
      <p:sp>
        <p:nvSpPr>
          <p:cNvPr id="26" name="잘못된 3열 결과도 만족할 수 있음">
            <a:extLst xmlns:a="http://schemas.openxmlformats.org/drawingml/2006/main">
              <a:ext uri="{FF2B5EF4-FFF2-40B4-BE49-F238E27FC236}">
                <a16:creationId xmlns:a16="http://schemas.microsoft.com/office/drawing/2014/main" id="{51B03C9D-43C9-47E9-ADC4-ADFEB9407981}"/>
              </a:ext>
            </a:extLst>
          </p:cNvPr>
          <p:cNvSpPr>
            <a:spLocks xmlns:a="http://schemas.openxmlformats.org/drawingml/2006/main" noGrp="1"/>
          </p:cNvSpPr>
          <p:nvPr/>
        </p:nvSpPr>
        <p:spPr>
          <a:xfrm xmlns:a="http://schemas.openxmlformats.org/drawingml/2006/main">
            <a:off x="609600" y="53530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잘못된 3열 결과도 만족할 수 있음</a:t>
            </a:r>
          </a:p>
        </p:txBody>
      </p:sp>
      <p:sp>
        <p:nvSpPr>
          <p:cNvPr id="27" name="원본 열 1·2, 폭 2">
            <a:extLst xmlns:a="http://schemas.openxmlformats.org/drawingml/2006/main">
              <a:ext uri="{FF2B5EF4-FFF2-40B4-BE49-F238E27FC236}">
                <a16:creationId xmlns:a16="http://schemas.microsoft.com/office/drawing/2014/main" id="{AFFF9ED3-0B6D-4789-9CAA-2FD85D989FF4}"/>
              </a:ext>
            </a:extLst>
          </p:cNvPr>
          <p:cNvSpPr>
            <a:spLocks xmlns:a="http://schemas.openxmlformats.org/drawingml/2006/main" noGrp="1"/>
          </p:cNvSpPr>
          <p:nvPr/>
        </p:nvSpPr>
        <p:spPr>
          <a:xfrm xmlns:a="http://schemas.openxmlformats.org/drawingml/2006/main">
            <a:off x="6705600" y="501015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원본 열 1·2, 폭 2</a:t>
            </a:r>
          </a:p>
        </p:txBody>
      </p:sp>
      <p:sp>
        <p:nvSpPr>
          <p:cNvPr id="28" name="끝 좌표 제외 계약을 직접 확인">
            <a:extLst xmlns:a="http://schemas.openxmlformats.org/drawingml/2006/main">
              <a:ext uri="{FF2B5EF4-FFF2-40B4-BE49-F238E27FC236}">
                <a16:creationId xmlns:a16="http://schemas.microsoft.com/office/drawing/2014/main" id="{04D99AF8-921F-49E2-9EF2-4A014D87018D}"/>
              </a:ext>
            </a:extLst>
          </p:cNvPr>
          <p:cNvSpPr>
            <a:spLocks xmlns:a="http://schemas.openxmlformats.org/drawingml/2006/main" noGrp="1"/>
          </p:cNvSpPr>
          <p:nvPr/>
        </p:nvSpPr>
        <p:spPr>
          <a:xfrm xmlns:a="http://schemas.openxmlformats.org/drawingml/2006/main">
            <a:off x="6705600" y="5353050"/>
            <a:ext cx="4876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끝 좌표 제외 계약을 직접 확인</a:t>
            </a:r>
          </a:p>
        </p:txBody>
      </p:sp>
      <p:sp>
        <p:nvSpPr>
          <p:cNvPr id="29" name="Legacy module connection">
            <a:extLst xmlns:a="http://schemas.openxmlformats.org/drawingml/2006/main">
              <a:ext uri="{FF2B5EF4-FFF2-40B4-BE49-F238E27FC236}">
                <a16:creationId xmlns:a16="http://schemas.microsoft.com/office/drawing/2014/main" id="{70D8B62C-754E-4C15-8D6E-B1E46298EF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28261792"/>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20B55001-88FB-46DD-A807-5D60ACB6F2E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22">
            <a:extLst xmlns:a="http://schemas.openxmlformats.org/drawingml/2006/main">
              <a:ext uri="{FF2B5EF4-FFF2-40B4-BE49-F238E27FC236}">
                <a16:creationId xmlns:a16="http://schemas.microsoft.com/office/drawing/2014/main" id="{0AD4CA30-CCDE-44FF-8FDC-15475DEECD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이번 Task인가,&#10;계속 유지할 Project 정보인가?">
            <a:extLst xmlns:a="http://schemas.openxmlformats.org/drawingml/2006/main">
              <a:ext uri="{FF2B5EF4-FFF2-40B4-BE49-F238E27FC236}">
                <a16:creationId xmlns:a16="http://schemas.microsoft.com/office/drawing/2014/main" id="{68A7870F-CBA3-4679-92ED-483F43C4CFC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21A9AFDD-9DE1-44FF-969A-678A08BABA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E8AD81EC-AB18-4F5A-8C59-C3E4345B40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13F30FD2-516D-4294-83F8-A0478E575E5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보존 조건처럼, 반복해서 쓴 문장을 떠올려 보세요.">
            <a:extLst xmlns:a="http://schemas.openxmlformats.org/drawingml/2006/main">
              <a:ext uri="{FF2B5EF4-FFF2-40B4-BE49-F238E27FC236}">
                <a16:creationId xmlns:a16="http://schemas.microsoft.com/office/drawing/2014/main" id="{D8B2ED85-1094-4F4A-A759-662455A09924}"/>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테스트·보존 조건처럼, 반복해서 쓴 문장을 떠올려 보세요.</a:t>
            </a:r>
          </a:p>
        </p:txBody>
      </p:sp>
      <p:sp>
        <p:nvSpPr>
          <p:cNvPr id="8" name="이번 작업에만?">
            <a:extLst xmlns:a="http://schemas.openxmlformats.org/drawingml/2006/main">
              <a:ext uri="{FF2B5EF4-FFF2-40B4-BE49-F238E27FC236}">
                <a16:creationId xmlns:a16="http://schemas.microsoft.com/office/drawing/2014/main" id="{431825D8-691F-4549-A263-D9A4AA30F79F}"/>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0572C6A1-721D-4D3A-BC30-ECF07BC791F4}"/>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8BA64AD1-710F-43C1-A068-E25B3C22C940}"/>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653608F9-3B82-432E-ADAA-5F21DB51C6C5}"/>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87CFE245-E98C-4FBB-911C-0D5B2504B737}"/>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06A47484-6AEB-40F0-95D5-F8B09EEAC6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11555694"/>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1 · 정보의 수명과 범위">
            <a:extLst xmlns:a="http://schemas.openxmlformats.org/drawingml/2006/main">
              <a:ext uri="{FF2B5EF4-FFF2-40B4-BE49-F238E27FC236}">
                <a16:creationId xmlns:a16="http://schemas.microsoft.com/office/drawing/2014/main" id="{A31B9470-2AAB-40E8-9317-A1250DB6323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23">
            <a:extLst xmlns:a="http://schemas.openxmlformats.org/drawingml/2006/main">
              <a:ext uri="{FF2B5EF4-FFF2-40B4-BE49-F238E27FC236}">
                <a16:creationId xmlns:a16="http://schemas.microsoft.com/office/drawing/2014/main" id="{2A00CD0E-7A2C-4406-BF61-B97C25121B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반복하는 설명을 두 범주로 나누기">
            <a:extLst xmlns:a="http://schemas.openxmlformats.org/drawingml/2006/main">
              <a:ext uri="{FF2B5EF4-FFF2-40B4-BE49-F238E27FC236}">
                <a16:creationId xmlns:a16="http://schemas.microsoft.com/office/drawing/2014/main" id="{851AF91A-FB7C-4FC8-98C0-27331E70DA2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11EDF965-7CA2-432C-A42E-46E9689EA5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C57D8133-C66F-4DE8-BBF2-359C22BD09E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DE1CBE74-52A9-4BF7-88E1-BAAA73735F2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이번 Task">
            <a:extLst xmlns:a="http://schemas.openxmlformats.org/drawingml/2006/main">
              <a:ext uri="{FF2B5EF4-FFF2-40B4-BE49-F238E27FC236}">
                <a16:creationId xmlns:a16="http://schemas.microsoft.com/office/drawing/2014/main" id="{C6851EF4-8495-4BAF-AF38-AF5D4B6F273A}"/>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8" name="계속 유지할 Project 정보">
            <a:extLst xmlns:a="http://schemas.openxmlformats.org/drawingml/2006/main">
              <a:ext uri="{FF2B5EF4-FFF2-40B4-BE49-F238E27FC236}">
                <a16:creationId xmlns:a16="http://schemas.microsoft.com/office/drawing/2014/main" id="{4B2621E9-687D-4DC4-9804-8AB20C8C9554}"/>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9" name="">
            <a:extLst xmlns:a="http://schemas.openxmlformats.org/drawingml/2006/main">
              <a:ext uri="{FF2B5EF4-FFF2-40B4-BE49-F238E27FC236}">
                <a16:creationId xmlns:a16="http://schemas.microsoft.com/office/drawing/2014/main" id="{BE952044-770F-4E13-B264-2FDF839F6BE4}"/>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crop 경계 수정&#10;이번에는 README만 수정">
            <a:extLst xmlns:a="http://schemas.openxmlformats.org/drawingml/2006/main">
              <a:ext uri="{FF2B5EF4-FFF2-40B4-BE49-F238E27FC236}">
                <a16:creationId xmlns:a16="http://schemas.microsoft.com/office/drawing/2014/main" id="{929A5752-86D7-4B0C-BA57-3C91B1454051}"/>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1" name="이번 목표에 적용할 후보">
            <a:extLst xmlns:a="http://schemas.openxmlformats.org/drawingml/2006/main">
              <a:ext uri="{FF2B5EF4-FFF2-40B4-BE49-F238E27FC236}">
                <a16:creationId xmlns:a16="http://schemas.microsoft.com/office/drawing/2014/main" id="{AD595234-D76D-473D-9714-DBB304F19C6E}"/>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2" name="">
            <a:extLst xmlns:a="http://schemas.openxmlformats.org/drawingml/2006/main">
              <a:ext uri="{FF2B5EF4-FFF2-40B4-BE49-F238E27FC236}">
                <a16:creationId xmlns:a16="http://schemas.microsoft.com/office/drawing/2014/main" id="{A0606B15-6A81-442A-8D77-D24A468006DC}"/>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의존성 추가에는 작업상 근거 필요&#10;프로젝트 테스트 명령">
            <a:extLst xmlns:a="http://schemas.openxmlformats.org/drawingml/2006/main">
              <a:ext uri="{FF2B5EF4-FFF2-40B4-BE49-F238E27FC236}">
                <a16:creationId xmlns:a16="http://schemas.microsoft.com/office/drawing/2014/main" id="{0D7454F8-2C78-4F8E-9C8B-8A9F7503DF4E}"/>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테스트 명령</a:t>
            </a:r>
          </a:p>
        </p:txBody>
      </p:sp>
      <p:sp>
        <p:nvSpPr>
          <p:cNvPr id="14" name="여러 작업에서 참고할 후보">
            <a:extLst xmlns:a="http://schemas.openxmlformats.org/drawingml/2006/main">
              <a:ext uri="{FF2B5EF4-FFF2-40B4-BE49-F238E27FC236}">
                <a16:creationId xmlns:a16="http://schemas.microsoft.com/office/drawing/2014/main" id="{A16CE93F-B4A7-42A5-AAAF-FEA1252010BB}"/>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5" name="정보마다 필요한 기간과 적용 범위가 다르다.">
            <a:extLst xmlns:a="http://schemas.openxmlformats.org/drawingml/2006/main">
              <a:ext uri="{FF2B5EF4-FFF2-40B4-BE49-F238E27FC236}">
                <a16:creationId xmlns:a16="http://schemas.microsoft.com/office/drawing/2014/main" id="{58D7CDDE-A7F6-4A9D-BFA0-CDEFD7C64161}"/>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정보마다 필요한 기간과 적용 범위가 다르다.</a:t>
            </a:r>
          </a:p>
        </p:txBody>
      </p:sp>
      <p:sp>
        <p:nvSpPr>
          <p:cNvPr id="16" name="Legacy module connection">
            <a:extLst xmlns:a="http://schemas.openxmlformats.org/drawingml/2006/main">
              <a:ext uri="{FF2B5EF4-FFF2-40B4-BE49-F238E27FC236}">
                <a16:creationId xmlns:a16="http://schemas.microsoft.com/office/drawing/2014/main" id="{BE571242-14E7-4ADF-94A8-F9A6D36D4E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46962531"/>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B5223EC8-169D-4BE8-BF6E-3E80478AE8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24">
            <a:extLst xmlns:a="http://schemas.openxmlformats.org/drawingml/2006/main">
              <a:ext uri="{FF2B5EF4-FFF2-40B4-BE49-F238E27FC236}">
                <a16:creationId xmlns:a16="http://schemas.microsoft.com/office/drawing/2014/main" id="{27860694-0536-4F14-B9D2-FB694B9D89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다른 Task에 같은 설명이 반복된다">
            <a:extLst xmlns:a="http://schemas.openxmlformats.org/drawingml/2006/main">
              <a:ext uri="{FF2B5EF4-FFF2-40B4-BE49-F238E27FC236}">
                <a16:creationId xmlns:a16="http://schemas.microsoft.com/office/drawing/2014/main" id="{057D9DA6-1C41-4D0D-AB27-B95D54C3FC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462CC0E0-A70C-4BA6-A86C-E798E3CBDDA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93ED8852-03D1-4F55-ABD6-ECF2B41D67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BFA174C5-A0F2-423D-83B9-6412568BC9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98DAE8F1-436F-40A7-8058-4D6DF7955F67}"/>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FCEF50C3-60BE-428E-8C8E-EFBCB91CC892}"/>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83066FC5-F7F3-4F6E-A37A-6DCB50A27F7C}"/>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889BDC19-4EE6-424F-97E5-777DD662AD52}"/>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996B53A9-D12A-425E-AC0D-D9181ECECC28}"/>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B2DB9BDB-99C5-4D5F-8F08-31477C58C5D3}"/>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75880663-13AE-41DC-84FB-7F81D63A0260}"/>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25E42A6-5312-4BD2-980E-90C7331FFB7D}"/>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7C2FF63C-94AA-4267-BC96-A9A784621154}"/>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21C92AB5-123D-4D92-9D62-16F73F4FA6A5}"/>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A3A69F0C-0066-41D0-AA84-8732D8837E14}"/>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CFF754D7-77E9-41CB-AD79-4FA55DC85395}"/>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AEA02CE2-7FB0-4DC8-8668-D6181D1CCD31}"/>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7AC0CCAC-78F6-49EB-BBFC-45F1FD3D6651}"/>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7228CF01-4F02-44E4-A46C-D8CD5EF47AE3}"/>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655E2518-E941-4D70-BBB9-8233B87065A4}"/>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8AB79BFA-D45A-4E1D-8556-3CF5FD76F6A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83426128"/>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D2EF2235-57F0-45C1-950F-46201C8B42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25">
            <a:extLst xmlns:a="http://schemas.openxmlformats.org/drawingml/2006/main">
              <a:ext uri="{FF2B5EF4-FFF2-40B4-BE49-F238E27FC236}">
                <a16:creationId xmlns:a16="http://schemas.microsoft.com/office/drawing/2014/main" id="{0992B25E-1221-4126-9FC0-FB94D67FAB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작은 Project Context의 첫 기록">
            <a:extLst xmlns:a="http://schemas.openxmlformats.org/drawingml/2006/main">
              <a:ext uri="{FF2B5EF4-FFF2-40B4-BE49-F238E27FC236}">
                <a16:creationId xmlns:a16="http://schemas.microsoft.com/office/drawing/2014/main" id="{22DC7A6E-99F1-4448-BE23-9B216F1BD4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CF3125C8-CC93-4ACC-BF05-7769CAD8FF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7981F308-D7E4-4DFB-8CEC-24056410A6C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CAB52DA5-E8D1-47FF-B7F9-4F4E7466CE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E6E83E72-B276-4D6E-B09A-57AA221F0418}"/>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C3C74507-E83E-4210-B3AB-CEA4B3725609}"/>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CE1EC03F-5D2D-43E3-A519-A9F0A97B8588}"/>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2C256812-FB03-4126-9AC9-981BEE550807}"/>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FF4FA15E-2192-4F52-8B8B-BD18A783B43D}"/>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F0DD2B39-C185-433E-9597-9B8BE7570CE3}"/>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5F5819A7-2071-449F-86C9-45434BBEBB5F}"/>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CEEB6711-7120-46DC-A6BA-90AEA9BAEE37}"/>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FC642DA6-EBE5-4C65-87B7-818AD9F9C7F4}"/>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865FD96D-F2A3-457B-87E7-C94E6BBCF315}"/>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4ED43E17-9D8A-4D25-BDC1-B31894EB4E85}"/>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69D37A1B-3A55-4AA4-B051-1E76D4E19003}"/>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D3336F6B-8AD4-403B-B446-0482983A8EA2}"/>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9159D793-7902-4F18-8860-B53FF14A250E}"/>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B50DC669-9927-4073-A832-18ECA646DC0C}"/>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D4C301F2-3F34-4C05-814C-429DDEAA0649}"/>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320683C0-2ACB-4C2F-AFEF-B209AECA3937}"/>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47B01BD9-A302-423F-BE3F-C470AC370B2B}"/>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2B6FE722-9594-46F0-BB85-390EEC115783}"/>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349D26AD-F08B-4196-A876-51FACB2B07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30387098"/>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지침을 활용한 관찰">
            <a:extLst xmlns:a="http://schemas.openxmlformats.org/drawingml/2006/main">
              <a:ext uri="{FF2B5EF4-FFF2-40B4-BE49-F238E27FC236}">
                <a16:creationId xmlns:a16="http://schemas.microsoft.com/office/drawing/2014/main" id="{E66F4877-A74D-42DE-ADC1-9E28E226F45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지침을 활용한 관찰</a:t>
            </a:r>
          </a:p>
        </p:txBody>
      </p:sp>
      <p:sp>
        <p:nvSpPr>
          <p:cNvPr id="2" name="S26">
            <a:extLst xmlns:a="http://schemas.openxmlformats.org/drawingml/2006/main">
              <a:ext uri="{FF2B5EF4-FFF2-40B4-BE49-F238E27FC236}">
                <a16:creationId xmlns:a16="http://schemas.microsoft.com/office/drawing/2014/main" id="{724FDBA7-B704-4D1A-90A4-7FDC355D15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한 번의 사용에서 확인된 것">
            <a:extLst xmlns:a="http://schemas.openxmlformats.org/drawingml/2006/main">
              <a:ext uri="{FF2B5EF4-FFF2-40B4-BE49-F238E27FC236}">
                <a16:creationId xmlns:a16="http://schemas.microsoft.com/office/drawing/2014/main" id="{7A15F9DF-2AAE-4A3B-B9AC-7C2EBB725D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번의 사용에서 확인된 것</a:t>
            </a:r>
          </a:p>
        </p:txBody>
      </p:sp>
      <p:sp>
        <p:nvSpPr>
          <p:cNvPr id="4" name="">
            <a:extLst xmlns:a="http://schemas.openxmlformats.org/drawingml/2006/main">
              <a:ext uri="{FF2B5EF4-FFF2-40B4-BE49-F238E27FC236}">
                <a16:creationId xmlns:a16="http://schemas.microsoft.com/office/drawing/2014/main" id="{D59B8E72-1178-41DD-8995-D3D1102C56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Codex CLI 기록을 재구성 · 전체 테스트 11/11 PASS">
            <a:extLst xmlns:a="http://schemas.openxmlformats.org/drawingml/2006/main">
              <a:ext uri="{FF2B5EF4-FFF2-40B4-BE49-F238E27FC236}">
                <a16:creationId xmlns:a16="http://schemas.microsoft.com/office/drawing/2014/main" id="{F424686A-21E0-4E72-9086-21D48ABB50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Codex CLI 기록을 재구성 · 전체 테스트 11/11 PASS</a:t>
            </a:r>
          </a:p>
        </p:txBody>
      </p:sp>
      <p:sp>
        <p:nvSpPr>
          <p:cNvPr id="6" name="Personal/global Skills도 실행됨 · AGENTS.md만의 독립적인 효과로 해석하지 않음">
            <a:extLst xmlns:a="http://schemas.openxmlformats.org/drawingml/2006/main">
              <a:ext uri="{FF2B5EF4-FFF2-40B4-BE49-F238E27FC236}">
                <a16:creationId xmlns:a16="http://schemas.microsoft.com/office/drawing/2014/main" id="{7C9C5FD8-B113-4FCB-926F-C8F9D4A52D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Personal/global Skills도 실행됨 · AGENTS.md만의 독립적인 효과로 해석하지 않음</a:t>
            </a:r>
          </a:p>
        </p:txBody>
      </p:sp>
      <p:sp>
        <p:nvSpPr>
          <p:cNvPr id="7" name="요청">
            <a:extLst xmlns:a="http://schemas.openxmlformats.org/drawingml/2006/main">
              <a:ext uri="{FF2B5EF4-FFF2-40B4-BE49-F238E27FC236}">
                <a16:creationId xmlns:a16="http://schemas.microsoft.com/office/drawing/2014/main" id="{1AE4E074-9845-4EC2-841B-F6BCC858D4F0}"/>
              </a:ext>
            </a:extLst>
          </p:cNvPr>
          <p:cNvSpPr>
            <a:spLocks xmlns:a="http://schemas.openxmlformats.org/drawingml/2006/main" noGrp="1"/>
          </p:cNvSpPr>
          <p:nvPr/>
        </p:nvSpPr>
        <p:spPr>
          <a:xfrm xmlns:a="http://schemas.openxmlformats.org/drawingml/2006/main">
            <a:off x="6096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요청</a:t>
            </a:r>
          </a:p>
        </p:txBody>
      </p:sp>
      <p:sp>
        <p:nvSpPr>
          <p:cNvPr id="8" name="">
            <a:extLst xmlns:a="http://schemas.openxmlformats.org/drawingml/2006/main">
              <a:ext uri="{FF2B5EF4-FFF2-40B4-BE49-F238E27FC236}">
                <a16:creationId xmlns:a16="http://schemas.microsoft.com/office/drawing/2014/main" id="{5409BDB5-8D63-4984-AE9D-0987AD77F5A8}"/>
              </a:ext>
            </a:extLst>
          </p:cNvPr>
          <p:cNvSpPr>
            <a:spLocks xmlns:a="http://schemas.openxmlformats.org/drawingml/2006/main" noGrp="1"/>
          </p:cNvSpPr>
          <p:nvPr/>
        </p:nvSpPr>
        <p:spPr>
          <a:xfrm xmlns:a="http://schemas.openxmlformats.org/drawingml/2006/main">
            <a:off x="6096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읽은 파일">
            <a:extLst xmlns:a="http://schemas.openxmlformats.org/drawingml/2006/main">
              <a:ext uri="{FF2B5EF4-FFF2-40B4-BE49-F238E27FC236}">
                <a16:creationId xmlns:a16="http://schemas.microsoft.com/office/drawing/2014/main" id="{C6F79EA8-D1C3-4B3D-BA5C-8397ABC54CC3}"/>
              </a:ext>
            </a:extLst>
          </p:cNvPr>
          <p:cNvSpPr>
            <a:spLocks xmlns:a="http://schemas.openxmlformats.org/drawingml/2006/main" noGrp="1"/>
          </p:cNvSpPr>
          <p:nvPr/>
        </p:nvSpPr>
        <p:spPr>
          <a:xfrm xmlns:a="http://schemas.openxmlformats.org/drawingml/2006/main">
            <a:off x="443865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읽은 파일</a:t>
            </a:r>
          </a:p>
        </p:txBody>
      </p:sp>
      <p:sp>
        <p:nvSpPr>
          <p:cNvPr id="10" name="">
            <a:extLst xmlns:a="http://schemas.openxmlformats.org/drawingml/2006/main">
              <a:ext uri="{FF2B5EF4-FFF2-40B4-BE49-F238E27FC236}">
                <a16:creationId xmlns:a16="http://schemas.microsoft.com/office/drawing/2014/main" id="{6686ED81-3C8B-4CE0-9FD0-C8F84B3646EB}"/>
              </a:ext>
            </a:extLst>
          </p:cNvPr>
          <p:cNvSpPr>
            <a:spLocks xmlns:a="http://schemas.openxmlformats.org/drawingml/2006/main" noGrp="1"/>
          </p:cNvSpPr>
          <p:nvPr/>
        </p:nvSpPr>
        <p:spPr>
          <a:xfrm xmlns:a="http://schemas.openxmlformats.org/drawingml/2006/main">
            <a:off x="443865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기록">
            <a:extLst xmlns:a="http://schemas.openxmlformats.org/drawingml/2006/main">
              <a:ext uri="{FF2B5EF4-FFF2-40B4-BE49-F238E27FC236}">
                <a16:creationId xmlns:a16="http://schemas.microsoft.com/office/drawing/2014/main" id="{C9DCCDAF-3C5A-4798-89AB-5BF256A5E400}"/>
              </a:ext>
            </a:extLst>
          </p:cNvPr>
          <p:cNvSpPr>
            <a:spLocks xmlns:a="http://schemas.openxmlformats.org/drawingml/2006/main" noGrp="1"/>
          </p:cNvSpPr>
          <p:nvPr/>
        </p:nvSpPr>
        <p:spPr>
          <a:xfrm xmlns:a="http://schemas.openxmlformats.org/drawingml/2006/main">
            <a:off x="82677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2" name="">
            <a:extLst xmlns:a="http://schemas.openxmlformats.org/drawingml/2006/main">
              <a:ext uri="{FF2B5EF4-FFF2-40B4-BE49-F238E27FC236}">
                <a16:creationId xmlns:a16="http://schemas.microsoft.com/office/drawing/2014/main" id="{8A53630E-6283-4237-A52F-BE0B09FEF31F}"/>
              </a:ext>
            </a:extLst>
          </p:cNvPr>
          <p:cNvSpPr>
            <a:spLocks xmlns:a="http://schemas.openxmlformats.org/drawingml/2006/main" noGrp="1"/>
          </p:cNvSpPr>
          <p:nvPr/>
        </p:nvSpPr>
        <p:spPr>
          <a:xfrm xmlns:a="http://schemas.openxmlformats.org/drawingml/2006/main">
            <a:off x="82677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README만 수정&#10;테스트 명령은 없음">
            <a:extLst xmlns:a="http://schemas.openxmlformats.org/drawingml/2006/main">
              <a:ext uri="{FF2B5EF4-FFF2-40B4-BE49-F238E27FC236}">
                <a16:creationId xmlns:a16="http://schemas.microsoft.com/office/drawing/2014/main" id="{696CAA6C-1E8A-4A4D-82B4-79B510238630}"/>
              </a:ext>
            </a:extLst>
          </p:cNvPr>
          <p:cNvSpPr>
            <a:spLocks xmlns:a="http://schemas.openxmlformats.org/drawingml/2006/main" noGrp="1"/>
          </p:cNvSpPr>
          <p:nvPr/>
        </p:nvSpPr>
        <p:spPr>
          <a:xfrm xmlns:a="http://schemas.openxmlformats.org/drawingml/2006/main">
            <a:off x="609600" y="2876550"/>
            <a:ext cx="331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README만 수정</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 명령은 없음</a:t>
            </a:r>
          </a:p>
        </p:txBody>
      </p:sp>
      <p:sp>
        <p:nvSpPr>
          <p:cNvPr id="14" name="AGENTS.md">
            <a:extLst xmlns:a="http://schemas.openxmlformats.org/drawingml/2006/main">
              <a:ext uri="{FF2B5EF4-FFF2-40B4-BE49-F238E27FC236}">
                <a16:creationId xmlns:a16="http://schemas.microsoft.com/office/drawing/2014/main" id="{7A9379AD-9286-4E17-AACA-35B4D949300F}"/>
              </a:ext>
            </a:extLst>
          </p:cNvPr>
          <p:cNvSpPr>
            <a:spLocks xmlns:a="http://schemas.openxmlformats.org/drawingml/2006/main" noGrp="1"/>
          </p:cNvSpPr>
          <p:nvPr/>
        </p:nvSpPr>
        <p:spPr>
          <a:xfrm xmlns:a="http://schemas.openxmlformats.org/drawingml/2006/main">
            <a:off x="4438650" y="2876550"/>
            <a:ext cx="331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15" name="기록된 테스트&#10;명령을 사용">
            <a:extLst xmlns:a="http://schemas.openxmlformats.org/drawingml/2006/main">
              <a:ext uri="{FF2B5EF4-FFF2-40B4-BE49-F238E27FC236}">
                <a16:creationId xmlns:a16="http://schemas.microsoft.com/office/drawing/2014/main" id="{D3365C14-D0B2-44CD-9B61-471167C0F3CF}"/>
              </a:ext>
            </a:extLst>
          </p:cNvPr>
          <p:cNvSpPr>
            <a:spLocks xmlns:a="http://schemas.openxmlformats.org/drawingml/2006/main" noGrp="1"/>
          </p:cNvSpPr>
          <p:nvPr/>
        </p:nvSpPr>
        <p:spPr>
          <a:xfrm xmlns:a="http://schemas.openxmlformats.org/drawingml/2006/main">
            <a:off x="4438650" y="3533775"/>
            <a:ext cx="3314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기록된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사용</a:t>
            </a:r>
          </a:p>
        </p:txBody>
      </p:sp>
      <p:sp>
        <p:nvSpPr>
          <p:cNvPr id="16" name="전체 테스트">
            <a:extLst xmlns:a="http://schemas.openxmlformats.org/drawingml/2006/main">
              <a:ext uri="{FF2B5EF4-FFF2-40B4-BE49-F238E27FC236}">
                <a16:creationId xmlns:a16="http://schemas.microsoft.com/office/drawing/2014/main" id="{74738900-9678-4A39-AE6C-F2AA0A9D9D19}"/>
              </a:ext>
            </a:extLst>
          </p:cNvPr>
          <p:cNvSpPr>
            <a:spLocks xmlns:a="http://schemas.openxmlformats.org/drawingml/2006/main" noGrp="1"/>
          </p:cNvSpPr>
          <p:nvPr/>
        </p:nvSpPr>
        <p:spPr>
          <a:xfrm xmlns:a="http://schemas.openxmlformats.org/drawingml/2006/main">
            <a:off x="8267700" y="2876550"/>
            <a:ext cx="3314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전체 테스트</a:t>
            </a:r>
          </a:p>
        </p:txBody>
      </p:sp>
      <p:sp>
        <p:nvSpPr>
          <p:cNvPr id="17" name="11 / 11">
            <a:extLst xmlns:a="http://schemas.openxmlformats.org/drawingml/2006/main">
              <a:ext uri="{FF2B5EF4-FFF2-40B4-BE49-F238E27FC236}">
                <a16:creationId xmlns:a16="http://schemas.microsoft.com/office/drawing/2014/main" id="{2B0E34B4-4949-4BD5-9258-91DB5E476F43}"/>
              </a:ext>
            </a:extLst>
          </p:cNvPr>
          <p:cNvSpPr>
            <a:spLocks xmlns:a="http://schemas.openxmlformats.org/drawingml/2006/main" noGrp="1"/>
          </p:cNvSpPr>
          <p:nvPr/>
        </p:nvSpPr>
        <p:spPr>
          <a:xfrm xmlns:a="http://schemas.openxmlformats.org/drawingml/2006/main">
            <a:off x="8267700" y="3476625"/>
            <a:ext cx="331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18" name="PASS">
            <a:extLst xmlns:a="http://schemas.openxmlformats.org/drawingml/2006/main">
              <a:ext uri="{FF2B5EF4-FFF2-40B4-BE49-F238E27FC236}">
                <a16:creationId xmlns:a16="http://schemas.microsoft.com/office/drawing/2014/main" id="{5DB3D602-8547-42F9-A3C4-4B33AF95FC37}"/>
              </a:ext>
            </a:extLst>
          </p:cNvPr>
          <p:cNvSpPr>
            <a:spLocks xmlns:a="http://schemas.openxmlformats.org/drawingml/2006/main" noGrp="1"/>
          </p:cNvSpPr>
          <p:nvPr/>
        </p:nvSpPr>
        <p:spPr>
          <a:xfrm xmlns:a="http://schemas.openxmlformats.org/drawingml/2006/main">
            <a:off x="8267700" y="4105275"/>
            <a:ext cx="3314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6B4D"/>
                </a:solidFill>
                <a:latin typeface="Malgun Gothic"/>
                <a:ea typeface="Malgun Gothic"/>
                <a:cs typeface="Malgun Gothic"/>
              </a:defRPr>
            </a:defPPr>
            <a:lvl1pPr algn="l">
              <a:defRPr sz="2100" b="1">
                <a:solidFill>
                  <a:srgbClr val="176B4D"/>
                </a:solidFill>
                <a:latin typeface="Malgun Gothic"/>
                <a:ea typeface="Malgun Gothic"/>
                <a:cs typeface="Malgun Gothic"/>
              </a:defRPr>
            </a:lvl1pPr>
            <a:lvl2pPr algn="l">
              <a:defRPr sz="2100" b="1">
                <a:solidFill>
                  <a:srgbClr val="176B4D"/>
                </a:solidFill>
                <a:latin typeface="Malgun Gothic"/>
                <a:ea typeface="Malgun Gothic"/>
                <a:cs typeface="Malgun Gothic"/>
              </a:defRPr>
            </a:lvl2pPr>
            <a:lvl3pPr algn="l">
              <a:defRPr sz="2100" b="1">
                <a:solidFill>
                  <a:srgbClr val="176B4D"/>
                </a:solidFill>
                <a:latin typeface="Malgun Gothic"/>
                <a:ea typeface="Malgun Gothic"/>
                <a:cs typeface="Malgun Gothic"/>
              </a:defRPr>
            </a:lvl3pPr>
            <a:lvl4pPr algn="l">
              <a:defRPr sz="2100" b="1">
                <a:solidFill>
                  <a:srgbClr val="176B4D"/>
                </a:solidFill>
                <a:latin typeface="Malgun Gothic"/>
                <a:ea typeface="Malgun Gothic"/>
                <a:cs typeface="Malgun Gothic"/>
              </a:defRPr>
            </a:lvl4pPr>
            <a:lvl5pPr algn="l">
              <a:defRPr sz="2100" b="1">
                <a:solidFill>
                  <a:srgbClr val="176B4D"/>
                </a:solidFill>
                <a:latin typeface="Malgun Gothic"/>
                <a:ea typeface="Malgun Gothic"/>
                <a:cs typeface="Malgun Gothic"/>
              </a:defRPr>
            </a:lvl5pPr>
            <a:lvl6pPr algn="l">
              <a:defRPr sz="2100" b="1">
                <a:solidFill>
                  <a:srgbClr val="176B4D"/>
                </a:solidFill>
                <a:latin typeface="Malgun Gothic"/>
                <a:ea typeface="Malgun Gothic"/>
                <a:cs typeface="Malgun Gothic"/>
              </a:defRPr>
            </a:lvl6pPr>
            <a:lvl7pPr algn="l">
              <a:defRPr sz="2100" b="1">
                <a:solidFill>
                  <a:srgbClr val="176B4D"/>
                </a:solidFill>
                <a:latin typeface="Malgun Gothic"/>
                <a:ea typeface="Malgun Gothic"/>
                <a:cs typeface="Malgun Gothic"/>
              </a:defRPr>
            </a:lvl7pPr>
            <a:lvl8pPr algn="l">
              <a:defRPr sz="2100" b="1">
                <a:solidFill>
                  <a:srgbClr val="176B4D"/>
                </a:solidFill>
                <a:latin typeface="Malgun Gothic"/>
                <a:ea typeface="Malgun Gothic"/>
                <a:cs typeface="Malgun Gothic"/>
              </a:defRPr>
            </a:lvl8pPr>
            <a:lvl9pPr algn="l">
              <a:defRPr sz="2100" b="1">
                <a:solidFill>
                  <a:srgbClr val="176B4D"/>
                </a:solidFill>
                <a:latin typeface="Malgun Gothic"/>
                <a:ea typeface="Malgun Gothic"/>
                <a:cs typeface="Malgun Gothic"/>
              </a:defRPr>
            </a:lvl9pPr>
          </a:lstStyle>
          <a:p xmlns:a="http://schemas.openxmlformats.org/drawingml/2006/main">
            <a:pPr algn="l">
              <a:defRPr sz="2100" b="1">
                <a:solidFill>
                  <a:srgbClr val="176B4D"/>
                </a:solidFill>
                <a:latin typeface="Malgun Gothic"/>
                <a:ea typeface="Malgun Gothic"/>
                <a:cs typeface="Malgun Gothic"/>
              </a:defRPr>
            </a:pPr>
            <a:r>
              <a:rPr sz="2100" b="1">
                <a:solidFill>
                  <a:srgbClr val="176B4D"/>
                </a:solidFill>
                <a:latin typeface="Malgun Gothic"/>
                <a:ea typeface="Malgun Gothic"/>
                <a:cs typeface="Malgun Gothic"/>
              </a:rPr>
              <a:t>PASS</a:t>
            </a:r>
          </a:p>
        </p:txBody>
      </p:sp>
      <p:sp>
        <p:nvSpPr>
          <p:cNvPr id="19" name="">
            <a:extLst xmlns:a="http://schemas.openxmlformats.org/drawingml/2006/main">
              <a:ext uri="{FF2B5EF4-FFF2-40B4-BE49-F238E27FC236}">
                <a16:creationId xmlns:a16="http://schemas.microsoft.com/office/drawing/2014/main" id="{9F8FA047-7721-4F0E-9604-B8C31D6C6035}"/>
              </a:ext>
            </a:extLst>
          </p:cNvPr>
          <p:cNvSpPr>
            <a:spLocks xmlns:a="http://schemas.openxmlformats.org/drawingml/2006/main" noGrp="1"/>
          </p:cNvSpPr>
          <p:nvPr/>
        </p:nvSpPr>
        <p:spPr>
          <a:xfrm xmlns:a="http://schemas.openxmlformats.org/drawingml/2006/main">
            <a:off x="396240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0817B7D8-BEA6-4E27-AAAD-38C0C3CF73ED}"/>
              </a:ext>
            </a:extLst>
          </p:cNvPr>
          <p:cNvSpPr>
            <a:spLocks xmlns:a="http://schemas.openxmlformats.org/drawingml/2006/main" noGrp="1"/>
          </p:cNvSpPr>
          <p:nvPr/>
        </p:nvSpPr>
        <p:spPr>
          <a:xfrm xmlns:a="http://schemas.openxmlformats.org/drawingml/2006/main">
            <a:off x="779145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184B6CA9-A606-44E2-8E4B-97375E0FACE3}"/>
              </a:ext>
            </a:extLst>
          </p:cNvPr>
          <p:cNvSpPr>
            <a:spLocks xmlns:a="http://schemas.openxmlformats.org/drawingml/2006/main" noGrp="1"/>
          </p:cNvSpPr>
          <p:nvPr/>
        </p:nvSpPr>
        <p:spPr>
          <a:xfrm xmlns:a="http://schemas.openxmlformats.org/drawingml/2006/main">
            <a:off x="609600" y="4772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README-only 범위는 작업 요청에도 명시돼 있었다">
            <a:extLst xmlns:a="http://schemas.openxmlformats.org/drawingml/2006/main">
              <a:ext uri="{FF2B5EF4-FFF2-40B4-BE49-F238E27FC236}">
                <a16:creationId xmlns:a16="http://schemas.microsoft.com/office/drawing/2014/main" id="{608431CA-3067-4223-B91E-B22F5121D55F}"/>
              </a:ext>
            </a:extLst>
          </p:cNvPr>
          <p:cNvSpPr>
            <a:spLocks xmlns:a="http://schemas.openxmlformats.org/drawingml/2006/main" noGrp="1"/>
          </p:cNvSpPr>
          <p:nvPr/>
        </p:nvSpPr>
        <p:spPr>
          <a:xfrm xmlns:a="http://schemas.openxmlformats.org/drawingml/2006/main">
            <a:off x="609600" y="5048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README-only 범위는 작업 요청에도 명시돼 있었다</a:t>
            </a:r>
          </a:p>
        </p:txBody>
      </p:sp>
      <p:sp>
        <p:nvSpPr>
          <p:cNvPr id="23" name="Legacy module connection">
            <a:extLst xmlns:a="http://schemas.openxmlformats.org/drawingml/2006/main">
              <a:ext uri="{FF2B5EF4-FFF2-40B4-BE49-F238E27FC236}">
                <a16:creationId xmlns:a16="http://schemas.microsoft.com/office/drawing/2014/main" id="{3C8BF595-24E6-4A4B-8059-89F83C8D12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78172171"/>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정보의 범위와 수명">
            <a:extLst xmlns:a="http://schemas.openxmlformats.org/drawingml/2006/main">
              <a:ext uri="{FF2B5EF4-FFF2-40B4-BE49-F238E27FC236}">
                <a16:creationId xmlns:a16="http://schemas.microsoft.com/office/drawing/2014/main" id="{21BA43AF-B441-4EFE-879B-E08BB2B5D13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27">
            <a:extLst xmlns:a="http://schemas.openxmlformats.org/drawingml/2006/main">
              <a:ext uri="{FF2B5EF4-FFF2-40B4-BE49-F238E27FC236}">
                <a16:creationId xmlns:a16="http://schemas.microsoft.com/office/drawing/2014/main" id="{3E5A04AC-2FDC-46C3-91AB-4E4A0A4D1DE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Task Prompt와 Project Context">
            <a:extLst xmlns:a="http://schemas.openxmlformats.org/drawingml/2006/main">
              <a:ext uri="{FF2B5EF4-FFF2-40B4-BE49-F238E27FC236}">
                <a16:creationId xmlns:a16="http://schemas.microsoft.com/office/drawing/2014/main" id="{EAA908BA-169C-46B0-B6BA-CEED409F2D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CDF94EC0-8522-4C9A-A8E4-25D542308B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현재 목표와 지속되는 프로젝트 사실">
            <a:extLst xmlns:a="http://schemas.openxmlformats.org/drawingml/2006/main">
              <a:ext uri="{FF2B5EF4-FFF2-40B4-BE49-F238E27FC236}">
                <a16:creationId xmlns:a16="http://schemas.microsoft.com/office/drawing/2014/main" id="{65D12F1A-BCB3-4CA0-BCFB-1EA14684E2B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현재 목표와 지속되는 프로젝트 사실</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1D0550E4-D2BE-41B9-B224-31499F69F8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BE6D2B79-75C7-4CC5-A681-4AE3FF839E7E}"/>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449B45E0-2C18-4381-A994-C75693837F70}"/>
              </a:ext>
            </a:extLst>
          </p:cNvPr>
          <p:cNvSpPr>
            <a:spLocks xmlns:a="http://schemas.openxmlformats.org/drawingml/2006/main" noGrp="1"/>
          </p:cNvSpPr>
          <p:nvPr/>
        </p:nvSpPr>
        <p:spPr>
          <a:xfrm xmlns:a="http://schemas.openxmlformats.org/drawingml/2006/main">
            <a:off x="609600" y="267652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CFB33C0B-0BBF-4423-8EDD-45103B4A4B81}"/>
              </a:ext>
            </a:extLst>
          </p:cNvPr>
          <p:cNvSpPr>
            <a:spLocks xmlns:a="http://schemas.openxmlformats.org/drawingml/2006/main" noGrp="1"/>
          </p:cNvSpPr>
          <p:nvPr/>
        </p:nvSpPr>
        <p:spPr>
          <a:xfrm xmlns:a="http://schemas.openxmlformats.org/drawingml/2006/main">
            <a:off x="6705600" y="267652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
            <a:extLst xmlns:a="http://schemas.openxmlformats.org/drawingml/2006/main">
              <a:ext uri="{FF2B5EF4-FFF2-40B4-BE49-F238E27FC236}">
                <a16:creationId xmlns:a16="http://schemas.microsoft.com/office/drawing/2014/main" id="{C4167E1C-8717-4C9D-9647-C52C51661C43}"/>
              </a:ext>
            </a:extLst>
          </p:cNvPr>
          <p:cNvSpPr>
            <a:spLocks xmlns:a="http://schemas.openxmlformats.org/drawingml/2006/main" noGrp="1"/>
          </p:cNvSpPr>
          <p:nvPr/>
        </p:nvSpPr>
        <p:spPr>
          <a:xfrm xmlns:a="http://schemas.openxmlformats.org/drawingml/2006/main">
            <a:off x="609600" y="3286125"/>
            <a:ext cx="4914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9AA0F198-D491-48A9-8002-D51BC88D7C34}"/>
              </a:ext>
            </a:extLst>
          </p:cNvPr>
          <p:cNvSpPr>
            <a:spLocks xmlns:a="http://schemas.openxmlformats.org/drawingml/2006/main" noGrp="1"/>
          </p:cNvSpPr>
          <p:nvPr/>
        </p:nvSpPr>
        <p:spPr>
          <a:xfrm xmlns:a="http://schemas.openxmlformats.org/drawingml/2006/main">
            <a:off x="6705600" y="32861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금 원하는 결과">
            <a:extLst xmlns:a="http://schemas.openxmlformats.org/drawingml/2006/main">
              <a:ext uri="{FF2B5EF4-FFF2-40B4-BE49-F238E27FC236}">
                <a16:creationId xmlns:a16="http://schemas.microsoft.com/office/drawing/2014/main" id="{5D067C13-31A6-4BAE-A4C4-64400A925ED5}"/>
              </a:ext>
            </a:extLst>
          </p:cNvPr>
          <p:cNvSpPr>
            <a:spLocks xmlns:a="http://schemas.openxmlformats.org/drawingml/2006/main" noGrp="1"/>
          </p:cNvSpPr>
          <p:nvPr/>
        </p:nvSpPr>
        <p:spPr>
          <a:xfrm xmlns:a="http://schemas.openxmlformats.org/drawingml/2006/main">
            <a:off x="609600" y="3457575"/>
            <a:ext cx="491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3" name="계속 참이어야 할 사실">
            <a:extLst xmlns:a="http://schemas.openxmlformats.org/drawingml/2006/main">
              <a:ext uri="{FF2B5EF4-FFF2-40B4-BE49-F238E27FC236}">
                <a16:creationId xmlns:a16="http://schemas.microsoft.com/office/drawing/2014/main" id="{13CC5CC4-0245-4910-884A-DBDFA8957B9B}"/>
              </a:ext>
            </a:extLst>
          </p:cNvPr>
          <p:cNvSpPr>
            <a:spLocks xmlns:a="http://schemas.openxmlformats.org/drawingml/2006/main" noGrp="1"/>
          </p:cNvSpPr>
          <p:nvPr/>
        </p:nvSpPr>
        <p:spPr>
          <a:xfrm xmlns:a="http://schemas.openxmlformats.org/drawingml/2006/main">
            <a:off x="6705600" y="3457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4" name="crop 경계 버그 수정&#10;이번에는 README만 변경">
            <a:extLst xmlns:a="http://schemas.openxmlformats.org/drawingml/2006/main">
              <a:ext uri="{FF2B5EF4-FFF2-40B4-BE49-F238E27FC236}">
                <a16:creationId xmlns:a16="http://schemas.microsoft.com/office/drawing/2014/main" id="{543742FA-41EB-436B-B7C4-A7D9D20A530B}"/>
              </a:ext>
            </a:extLst>
          </p:cNvPr>
          <p:cNvSpPr>
            <a:spLocks xmlns:a="http://schemas.openxmlformats.org/drawingml/2006/main" noGrp="1"/>
          </p:cNvSpPr>
          <p:nvPr/>
        </p:nvSpPr>
        <p:spPr>
          <a:xfrm xmlns:a="http://schemas.openxmlformats.org/drawingml/2006/main">
            <a:off x="609600" y="3971925"/>
            <a:ext cx="49149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crop 경계 버그 수정</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이번에는 README만 변경</a:t>
            </a:r>
          </a:p>
        </p:txBody>
      </p:sp>
      <p:sp>
        <p:nvSpPr>
          <p:cNvPr id="15" name="프로젝트의 테스트 명령&#10;의존성 추가에는 작업상 근거 필요">
            <a:extLst xmlns:a="http://schemas.openxmlformats.org/drawingml/2006/main">
              <a:ext uri="{FF2B5EF4-FFF2-40B4-BE49-F238E27FC236}">
                <a16:creationId xmlns:a16="http://schemas.microsoft.com/office/drawing/2014/main" id="{197FED31-88C9-43BE-8F4E-BEFB53B3F587}"/>
              </a:ext>
            </a:extLst>
          </p:cNvPr>
          <p:cNvSpPr>
            <a:spLocks xmlns:a="http://schemas.openxmlformats.org/drawingml/2006/main" noGrp="1"/>
          </p:cNvSpPr>
          <p:nvPr/>
        </p:nvSpPr>
        <p:spPr>
          <a:xfrm xmlns:a="http://schemas.openxmlformats.org/drawingml/2006/main">
            <a:off x="6705600" y="3971925"/>
            <a:ext cx="4876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프로젝트의 테스트 명령</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p:txBody>
      </p:sp>
      <p:sp>
        <p:nvSpPr>
          <p:cNvPr id="16" name="">
            <a:extLst xmlns:a="http://schemas.openxmlformats.org/drawingml/2006/main">
              <a:ext uri="{FF2B5EF4-FFF2-40B4-BE49-F238E27FC236}">
                <a16:creationId xmlns:a16="http://schemas.microsoft.com/office/drawing/2014/main" id="{611E9872-DEEA-43CD-9213-EEFB83D54C21}"/>
              </a:ext>
            </a:extLst>
          </p:cNvPr>
          <p:cNvSpPr>
            <a:spLocks xmlns:a="http://schemas.openxmlformats.org/drawingml/2006/main" noGrp="1"/>
          </p:cNvSpPr>
          <p:nvPr/>
        </p:nvSpPr>
        <p:spPr>
          <a:xfrm xmlns:a="http://schemas.openxmlformats.org/drawingml/2006/main">
            <a:off x="609600" y="5143500"/>
            <a:ext cx="4914900" cy="4667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61797442-E0FE-470C-AC3D-5A4C7C4965DA}"/>
              </a:ext>
            </a:extLst>
          </p:cNvPr>
          <p:cNvSpPr>
            <a:spLocks xmlns:a="http://schemas.openxmlformats.org/drawingml/2006/main" noGrp="1"/>
          </p:cNvSpPr>
          <p:nvPr/>
        </p:nvSpPr>
        <p:spPr>
          <a:xfrm xmlns:a="http://schemas.openxmlformats.org/drawingml/2006/main">
            <a:off x="6705600" y="5143500"/>
            <a:ext cx="4876800" cy="4667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다음 작업에서는 목표가 달라짐">
            <a:extLst xmlns:a="http://schemas.openxmlformats.org/drawingml/2006/main">
              <a:ext uri="{FF2B5EF4-FFF2-40B4-BE49-F238E27FC236}">
                <a16:creationId xmlns:a16="http://schemas.microsoft.com/office/drawing/2014/main" id="{DF1F7734-F8B1-4FC4-9BB9-57265E56AED9}"/>
              </a:ext>
            </a:extLst>
          </p:cNvPr>
          <p:cNvSpPr>
            <a:spLocks xmlns:a="http://schemas.openxmlformats.org/drawingml/2006/main" noGrp="1"/>
          </p:cNvSpPr>
          <p:nvPr/>
        </p:nvSpPr>
        <p:spPr>
          <a:xfrm xmlns:a="http://schemas.openxmlformats.org/drawingml/2006/main">
            <a:off x="762000" y="5210175"/>
            <a:ext cx="4610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19" name="여러 작업에서 다시 참고">
            <a:extLst xmlns:a="http://schemas.openxmlformats.org/drawingml/2006/main">
              <a:ext uri="{FF2B5EF4-FFF2-40B4-BE49-F238E27FC236}">
                <a16:creationId xmlns:a16="http://schemas.microsoft.com/office/drawing/2014/main" id="{910EEE43-05DB-4449-9284-6601789C2696}"/>
              </a:ext>
            </a:extLst>
          </p:cNvPr>
          <p:cNvSpPr>
            <a:spLocks xmlns:a="http://schemas.openxmlformats.org/drawingml/2006/main" noGrp="1"/>
          </p:cNvSpPr>
          <p:nvPr/>
        </p:nvSpPr>
        <p:spPr>
          <a:xfrm xmlns:a="http://schemas.openxmlformats.org/drawingml/2006/main">
            <a:off x="6858000" y="5210175"/>
            <a:ext cx="457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0" name="Legacy module connection">
            <a:extLst xmlns:a="http://schemas.openxmlformats.org/drawingml/2006/main">
              <a:ext uri="{FF2B5EF4-FFF2-40B4-BE49-F238E27FC236}">
                <a16:creationId xmlns:a16="http://schemas.microsoft.com/office/drawing/2014/main" id="{181F94CE-2E38-47D3-8C80-7438FC0437F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00067299"/>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Context가 쌓이는 과정">
            <a:extLst xmlns:a="http://schemas.openxmlformats.org/drawingml/2006/main">
              <a:ext uri="{FF2B5EF4-FFF2-40B4-BE49-F238E27FC236}">
                <a16:creationId xmlns:a16="http://schemas.microsoft.com/office/drawing/2014/main" id="{37DE28AA-B5C4-444E-B1F2-30631EE1BEF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28">
            <a:extLst xmlns:a="http://schemas.openxmlformats.org/drawingml/2006/main">
              <a:ext uri="{FF2B5EF4-FFF2-40B4-BE49-F238E27FC236}">
                <a16:creationId xmlns:a16="http://schemas.microsoft.com/office/drawing/2014/main" id="{548F4006-51A2-4948-9D55-B906A722ED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정확한 정보도 계속 늘어난다">
            <a:extLst xmlns:a="http://schemas.openxmlformats.org/drawingml/2006/main">
              <a:ext uri="{FF2B5EF4-FFF2-40B4-BE49-F238E27FC236}">
                <a16:creationId xmlns:a16="http://schemas.microsoft.com/office/drawing/2014/main" id="{68548197-6E8D-48F5-AFE4-B9C43823DE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EE38B1EF-D7A5-47AF-9795-24CE14C6CA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STATE-02 · 실제 AGENTS.md 상태 비교">
            <a:extLst xmlns:a="http://schemas.openxmlformats.org/drawingml/2006/main">
              <a:ext uri="{FF2B5EF4-FFF2-40B4-BE49-F238E27FC236}">
                <a16:creationId xmlns:a16="http://schemas.microsoft.com/office/drawing/2014/main" id="{3544BCEF-1ED0-450C-9E74-2315661E63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STATE-02 · 실제 AGENTS.md 상태 비교</a:t>
            </a:r>
          </a:p>
        </p:txBody>
      </p:sp>
      <p:sp>
        <p:nvSpPr>
          <p:cNvPr id="6" name="문서 크기는 상태 식별 정보 · Context 증가가 실패를 일으켰다는 근거는 아님">
            <a:extLst xmlns:a="http://schemas.openxmlformats.org/drawingml/2006/main">
              <a:ext uri="{FF2B5EF4-FFF2-40B4-BE49-F238E27FC236}">
                <a16:creationId xmlns:a16="http://schemas.microsoft.com/office/drawing/2014/main" id="{17C9C893-8053-4617-9B72-66D921F108D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문서 크기는 상태 식별 정보 · Context 증가가 실패를 일으켰다는 근거는 아님</a:t>
            </a:r>
          </a:p>
        </p:txBody>
      </p:sp>
      <p:sp>
        <p:nvSpPr>
          <p:cNvPr id="7" name="STATE-01">
            <a:extLst xmlns:a="http://schemas.openxmlformats.org/drawingml/2006/main">
              <a:ext uri="{FF2B5EF4-FFF2-40B4-BE49-F238E27FC236}">
                <a16:creationId xmlns:a16="http://schemas.microsoft.com/office/drawing/2014/main" id="{32C193B4-F038-46C5-A14F-18453FD3FD18}"/>
              </a:ext>
            </a:extLst>
          </p:cNvPr>
          <p:cNvSpPr>
            <a:spLocks xmlns:a="http://schemas.openxmlformats.org/drawingml/2006/main" noGrp="1"/>
          </p:cNvSpPr>
          <p:nvPr/>
        </p:nvSpPr>
        <p:spPr>
          <a:xfrm xmlns:a="http://schemas.openxmlformats.org/drawingml/2006/main">
            <a:off x="609600" y="2200275"/>
            <a:ext cx="295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STATE-01</a:t>
            </a:r>
          </a:p>
        </p:txBody>
      </p:sp>
      <p:sp>
        <p:nvSpPr>
          <p:cNvPr id="8" name="목적 · 실행 · 테스트&#10;기본 제약">
            <a:extLst xmlns:a="http://schemas.openxmlformats.org/drawingml/2006/main">
              <a:ext uri="{FF2B5EF4-FFF2-40B4-BE49-F238E27FC236}">
                <a16:creationId xmlns:a16="http://schemas.microsoft.com/office/drawing/2014/main" id="{D286E3A0-F082-48A3-8138-F5190BCC96AB}"/>
              </a:ext>
            </a:extLst>
          </p:cNvPr>
          <p:cNvSpPr>
            <a:spLocks xmlns:a="http://schemas.openxmlformats.org/drawingml/2006/main" noGrp="1"/>
          </p:cNvSpPr>
          <p:nvPr/>
        </p:nvSpPr>
        <p:spPr>
          <a:xfrm xmlns:a="http://schemas.openxmlformats.org/drawingml/2006/main">
            <a:off x="609600" y="2695575"/>
            <a:ext cx="2952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목적 · 실행 · 테스트</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기본 제약</a:t>
            </a:r>
          </a:p>
        </p:txBody>
      </p:sp>
      <p:sp>
        <p:nvSpPr>
          <p:cNvPr id="9" name="15줄 · 567 bytes">
            <a:extLst xmlns:a="http://schemas.openxmlformats.org/drawingml/2006/main">
              <a:ext uri="{FF2B5EF4-FFF2-40B4-BE49-F238E27FC236}">
                <a16:creationId xmlns:a16="http://schemas.microsoft.com/office/drawing/2014/main" id="{C60BCC10-C5FC-4990-AE1B-2E3A52FC4703}"/>
              </a:ext>
            </a:extLst>
          </p:cNvPr>
          <p:cNvSpPr>
            <a:spLocks xmlns:a="http://schemas.openxmlformats.org/drawingml/2006/main" noGrp="1"/>
          </p:cNvSpPr>
          <p:nvPr/>
        </p:nvSpPr>
        <p:spPr>
          <a:xfrm xmlns:a="http://schemas.openxmlformats.org/drawingml/2006/main">
            <a:off x="609600" y="39433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15줄 · 567 bytes</a:t>
            </a:r>
          </a:p>
        </p:txBody>
      </p:sp>
      <p:sp>
        <p:nvSpPr>
          <p:cNvPr id="10" name="">
            <a:extLst xmlns:a="http://schemas.openxmlformats.org/drawingml/2006/main">
              <a:ext uri="{FF2B5EF4-FFF2-40B4-BE49-F238E27FC236}">
                <a16:creationId xmlns:a16="http://schemas.microsoft.com/office/drawing/2014/main" id="{7951F05F-8C23-447A-8A78-B9DB3207303B}"/>
              </a:ext>
            </a:extLst>
          </p:cNvPr>
          <p:cNvSpPr>
            <a:spLocks xmlns:a="http://schemas.openxmlformats.org/drawingml/2006/main" noGrp="1"/>
          </p:cNvSpPr>
          <p:nvPr/>
        </p:nvSpPr>
        <p:spPr>
          <a:xfrm xmlns:a="http://schemas.openxmlformats.org/drawingml/2006/main">
            <a:off x="3695700" y="3076575"/>
            <a:ext cx="4762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STATE-02에 추가된 실제 정보">
            <a:extLst xmlns:a="http://schemas.openxmlformats.org/drawingml/2006/main">
              <a:ext uri="{FF2B5EF4-FFF2-40B4-BE49-F238E27FC236}">
                <a16:creationId xmlns:a16="http://schemas.microsoft.com/office/drawing/2014/main" id="{9798FAF1-A809-4EDB-8C06-FD528C38800A}"/>
              </a:ext>
            </a:extLst>
          </p:cNvPr>
          <p:cNvSpPr>
            <a:spLocks xmlns:a="http://schemas.openxmlformats.org/drawingml/2006/main" noGrp="1"/>
          </p:cNvSpPr>
          <p:nvPr/>
        </p:nvSpPr>
        <p:spPr>
          <a:xfrm xmlns:a="http://schemas.openxmlformats.org/drawingml/2006/main">
            <a:off x="4610100" y="2200275"/>
            <a:ext cx="697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STATE-02에 추가된 실제 정보</a:t>
            </a:r>
          </a:p>
        </p:txBody>
      </p:sp>
      <p:sp>
        <p:nvSpPr>
          <p:cNvPr id="12" name="">
            <a:extLst xmlns:a="http://schemas.openxmlformats.org/drawingml/2006/main">
              <a:ext uri="{FF2B5EF4-FFF2-40B4-BE49-F238E27FC236}">
                <a16:creationId xmlns:a16="http://schemas.microsoft.com/office/drawing/2014/main" id="{FF851FF6-8066-4FCB-9FC5-F45D286F4C8B}"/>
              </a:ext>
            </a:extLst>
          </p:cNvPr>
          <p:cNvSpPr>
            <a:spLocks xmlns:a="http://schemas.openxmlformats.org/drawingml/2006/main" noGrp="1"/>
          </p:cNvSpPr>
          <p:nvPr/>
        </p:nvSpPr>
        <p:spPr>
          <a:xfrm xmlns:a="http://schemas.openxmlformats.org/drawingml/2006/main">
            <a:off x="4610100" y="274320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처리 순서">
            <a:extLst xmlns:a="http://schemas.openxmlformats.org/drawingml/2006/main">
              <a:ext uri="{FF2B5EF4-FFF2-40B4-BE49-F238E27FC236}">
                <a16:creationId xmlns:a16="http://schemas.microsoft.com/office/drawing/2014/main" id="{25FC8DC3-5B40-45E6-83FA-E7D8F16E5C62}"/>
              </a:ext>
            </a:extLst>
          </p:cNvPr>
          <p:cNvSpPr>
            <a:spLocks xmlns:a="http://schemas.openxmlformats.org/drawingml/2006/main" noGrp="1"/>
          </p:cNvSpPr>
          <p:nvPr/>
        </p:nvSpPr>
        <p:spPr>
          <a:xfrm xmlns:a="http://schemas.openxmlformats.org/drawingml/2006/main">
            <a:off x="4610100" y="283845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4" name="load → normalize → … → write">
            <a:extLst xmlns:a="http://schemas.openxmlformats.org/drawingml/2006/main">
              <a:ext uri="{FF2B5EF4-FFF2-40B4-BE49-F238E27FC236}">
                <a16:creationId xmlns:a16="http://schemas.microsoft.com/office/drawing/2014/main" id="{CC2B4471-4204-4B17-946F-65350CD42977}"/>
              </a:ext>
            </a:extLst>
          </p:cNvPr>
          <p:cNvSpPr>
            <a:spLocks xmlns:a="http://schemas.openxmlformats.org/drawingml/2006/main" noGrp="1"/>
          </p:cNvSpPr>
          <p:nvPr/>
        </p:nvSpPr>
        <p:spPr>
          <a:xfrm xmlns:a="http://schemas.openxmlformats.org/drawingml/2006/main">
            <a:off x="6810375" y="283845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load → normalize → … → write</a:t>
            </a:r>
          </a:p>
        </p:txBody>
      </p:sp>
      <p:sp>
        <p:nvSpPr>
          <p:cNvPr id="15" name="">
            <a:extLst xmlns:a="http://schemas.openxmlformats.org/drawingml/2006/main">
              <a:ext uri="{FF2B5EF4-FFF2-40B4-BE49-F238E27FC236}">
                <a16:creationId xmlns:a16="http://schemas.microsoft.com/office/drawing/2014/main" id="{DC97E7B5-4530-4E08-B0D7-0F86196F19B1}"/>
              </a:ext>
            </a:extLst>
          </p:cNvPr>
          <p:cNvSpPr>
            <a:spLocks xmlns:a="http://schemas.openxmlformats.org/drawingml/2006/main" noGrp="1"/>
          </p:cNvSpPr>
          <p:nvPr/>
        </p:nvSpPr>
        <p:spPr>
          <a:xfrm xmlns:a="http://schemas.openxmlformats.org/drawingml/2006/main">
            <a:off x="4610100" y="328612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계약">
            <a:extLst xmlns:a="http://schemas.openxmlformats.org/drawingml/2006/main">
              <a:ext uri="{FF2B5EF4-FFF2-40B4-BE49-F238E27FC236}">
                <a16:creationId xmlns:a16="http://schemas.microsoft.com/office/drawing/2014/main" id="{64CA2E3A-830B-49F8-93A8-1E6423744FA1}"/>
              </a:ext>
            </a:extLst>
          </p:cNvPr>
          <p:cNvSpPr>
            <a:spLocks xmlns:a="http://schemas.openxmlformats.org/drawingml/2006/main" noGrp="1"/>
          </p:cNvSpPr>
          <p:nvPr/>
        </p:nvSpPr>
        <p:spPr>
          <a:xfrm xmlns:a="http://schemas.openxmlformats.org/drawingml/2006/main">
            <a:off x="4610100" y="338137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계약</a:t>
            </a:r>
          </a:p>
        </p:txBody>
      </p:sp>
      <p:sp>
        <p:nvSpPr>
          <p:cNvPr id="17" name="crop: [x_start, x_end)">
            <a:extLst xmlns:a="http://schemas.openxmlformats.org/drawingml/2006/main">
              <a:ext uri="{FF2B5EF4-FFF2-40B4-BE49-F238E27FC236}">
                <a16:creationId xmlns:a16="http://schemas.microsoft.com/office/drawing/2014/main" id="{52B1BBCD-E319-476E-92A3-FA514B2213EC}"/>
              </a:ext>
            </a:extLst>
          </p:cNvPr>
          <p:cNvSpPr>
            <a:spLocks xmlns:a="http://schemas.openxmlformats.org/drawingml/2006/main" noGrp="1"/>
          </p:cNvSpPr>
          <p:nvPr/>
        </p:nvSpPr>
        <p:spPr>
          <a:xfrm xmlns:a="http://schemas.openxmlformats.org/drawingml/2006/main">
            <a:off x="6810375" y="338137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crop: [x_start, x_end)</a:t>
            </a:r>
          </a:p>
        </p:txBody>
      </p:sp>
      <p:sp>
        <p:nvSpPr>
          <p:cNvPr id="18" name="">
            <a:extLst xmlns:a="http://schemas.openxmlformats.org/drawingml/2006/main">
              <a:ext uri="{FF2B5EF4-FFF2-40B4-BE49-F238E27FC236}">
                <a16:creationId xmlns:a16="http://schemas.microsoft.com/office/drawing/2014/main" id="{4B55D5B6-FEFA-4AD4-BADD-849082EFBDB0}"/>
              </a:ext>
            </a:extLst>
          </p:cNvPr>
          <p:cNvSpPr>
            <a:spLocks xmlns:a="http://schemas.openxmlformats.org/drawingml/2006/main" noGrp="1"/>
          </p:cNvSpPr>
          <p:nvPr/>
        </p:nvSpPr>
        <p:spPr>
          <a:xfrm xmlns:a="http://schemas.openxmlformats.org/drawingml/2006/main">
            <a:off x="4610100" y="382905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구조">
            <a:extLst xmlns:a="http://schemas.openxmlformats.org/drawingml/2006/main">
              <a:ext uri="{FF2B5EF4-FFF2-40B4-BE49-F238E27FC236}">
                <a16:creationId xmlns:a16="http://schemas.microsoft.com/office/drawing/2014/main" id="{05163A74-E0FA-49F6-A7D7-AE5ECFA3CF0C}"/>
              </a:ext>
            </a:extLst>
          </p:cNvPr>
          <p:cNvSpPr>
            <a:spLocks xmlns:a="http://schemas.openxmlformats.org/drawingml/2006/main" noGrp="1"/>
          </p:cNvSpPr>
          <p:nvPr/>
        </p:nvSpPr>
        <p:spPr>
          <a:xfrm xmlns:a="http://schemas.openxmlformats.org/drawingml/2006/main">
            <a:off x="4610100" y="392430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0" name="tests/test_pipeline.py">
            <a:extLst xmlns:a="http://schemas.openxmlformats.org/drawingml/2006/main">
              <a:ext uri="{FF2B5EF4-FFF2-40B4-BE49-F238E27FC236}">
                <a16:creationId xmlns:a16="http://schemas.microsoft.com/office/drawing/2014/main" id="{CC2FF42C-C73E-4343-A2E3-DBADFC04E2A5}"/>
              </a:ext>
            </a:extLst>
          </p:cNvPr>
          <p:cNvSpPr>
            <a:spLocks xmlns:a="http://schemas.openxmlformats.org/drawingml/2006/main" noGrp="1"/>
          </p:cNvSpPr>
          <p:nvPr/>
        </p:nvSpPr>
        <p:spPr>
          <a:xfrm xmlns:a="http://schemas.openxmlformats.org/drawingml/2006/main">
            <a:off x="6810375" y="392430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tests/test_pipeline.py</a:t>
            </a:r>
          </a:p>
        </p:txBody>
      </p:sp>
      <p:sp>
        <p:nvSpPr>
          <p:cNvPr id="21" name="">
            <a:extLst xmlns:a="http://schemas.openxmlformats.org/drawingml/2006/main">
              <a:ext uri="{FF2B5EF4-FFF2-40B4-BE49-F238E27FC236}">
                <a16:creationId xmlns:a16="http://schemas.microsoft.com/office/drawing/2014/main" id="{66B03C3D-0B9C-4F8B-BBFE-2DD9193AF036}"/>
              </a:ext>
            </a:extLst>
          </p:cNvPr>
          <p:cNvSpPr>
            <a:spLocks xmlns:a="http://schemas.openxmlformats.org/drawingml/2006/main" noGrp="1"/>
          </p:cNvSpPr>
          <p:nvPr/>
        </p:nvSpPr>
        <p:spPr>
          <a:xfrm xmlns:a="http://schemas.openxmlformats.org/drawingml/2006/main">
            <a:off x="4610100" y="437197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LI 출력">
            <a:extLst xmlns:a="http://schemas.openxmlformats.org/drawingml/2006/main">
              <a:ext uri="{FF2B5EF4-FFF2-40B4-BE49-F238E27FC236}">
                <a16:creationId xmlns:a16="http://schemas.microsoft.com/office/drawing/2014/main" id="{66BF4ED3-559F-4148-B863-D246072CA33E}"/>
              </a:ext>
            </a:extLst>
          </p:cNvPr>
          <p:cNvSpPr>
            <a:spLocks xmlns:a="http://schemas.openxmlformats.org/drawingml/2006/main" noGrp="1"/>
          </p:cNvSpPr>
          <p:nvPr/>
        </p:nvSpPr>
        <p:spPr>
          <a:xfrm xmlns:a="http://schemas.openxmlformats.org/drawingml/2006/main">
            <a:off x="4610100" y="446722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3" name="width · height · pixel_count …">
            <a:extLst xmlns:a="http://schemas.openxmlformats.org/drawingml/2006/main">
              <a:ext uri="{FF2B5EF4-FFF2-40B4-BE49-F238E27FC236}">
                <a16:creationId xmlns:a16="http://schemas.microsoft.com/office/drawing/2014/main" id="{928BE6B1-6BC3-4AE5-9682-B72D1273BB1E}"/>
              </a:ext>
            </a:extLst>
          </p:cNvPr>
          <p:cNvSpPr>
            <a:spLocks xmlns:a="http://schemas.openxmlformats.org/drawingml/2006/main" noGrp="1"/>
          </p:cNvSpPr>
          <p:nvPr/>
        </p:nvSpPr>
        <p:spPr>
          <a:xfrm xmlns:a="http://schemas.openxmlformats.org/drawingml/2006/main">
            <a:off x="6810375" y="446722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width · height · pixel_count …</a:t>
            </a:r>
          </a:p>
        </p:txBody>
      </p:sp>
      <p:sp>
        <p:nvSpPr>
          <p:cNvPr id="24" name="32줄 · 1,303 bytes">
            <a:extLst xmlns:a="http://schemas.openxmlformats.org/drawingml/2006/main">
              <a:ext uri="{FF2B5EF4-FFF2-40B4-BE49-F238E27FC236}">
                <a16:creationId xmlns:a16="http://schemas.microsoft.com/office/drawing/2014/main" id="{5FCA71A1-C53D-4EA8-BC77-5A530912457C}"/>
              </a:ext>
            </a:extLst>
          </p:cNvPr>
          <p:cNvSpPr>
            <a:spLocks xmlns:a="http://schemas.openxmlformats.org/drawingml/2006/main" noGrp="1"/>
          </p:cNvSpPr>
          <p:nvPr/>
        </p:nvSpPr>
        <p:spPr>
          <a:xfrm xmlns:a="http://schemas.openxmlformats.org/drawingml/2006/main">
            <a:off x="4610100" y="5067300"/>
            <a:ext cx="697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32줄 · 1,303 bytes</a:t>
            </a:r>
          </a:p>
        </p:txBody>
      </p:sp>
      <p:sp>
        <p:nvSpPr>
          <p:cNvPr id="25" name="이번 Task에도 필요할까?">
            <a:extLst xmlns:a="http://schemas.openxmlformats.org/drawingml/2006/main">
              <a:ext uri="{FF2B5EF4-FFF2-40B4-BE49-F238E27FC236}">
                <a16:creationId xmlns:a16="http://schemas.microsoft.com/office/drawing/2014/main" id="{92832600-6E28-4B04-AC8F-C5B9F7F57601}"/>
              </a:ext>
            </a:extLst>
          </p:cNvPr>
          <p:cNvSpPr>
            <a:spLocks xmlns:a="http://schemas.openxmlformats.org/drawingml/2006/main" noGrp="1"/>
          </p:cNvSpPr>
          <p:nvPr/>
        </p:nvSpPr>
        <p:spPr>
          <a:xfrm xmlns:a="http://schemas.openxmlformats.org/drawingml/2006/main">
            <a:off x="609600" y="52197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Task에도 필요할까?</a:t>
            </a:r>
          </a:p>
        </p:txBody>
      </p:sp>
      <p:sp>
        <p:nvSpPr>
          <p:cNvPr id="26" name="Legacy module connection">
            <a:extLst xmlns:a="http://schemas.openxmlformats.org/drawingml/2006/main">
              <a:ext uri="{FF2B5EF4-FFF2-40B4-BE49-F238E27FC236}">
                <a16:creationId xmlns:a16="http://schemas.microsoft.com/office/drawing/2014/main" id="{F6A92F62-23CE-4EA1-BA3B-718F7A08F3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9842451"/>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2 · 관련성을 확인하기">
            <a:extLst xmlns:a="http://schemas.openxmlformats.org/drawingml/2006/main">
              <a:ext uri="{FF2B5EF4-FFF2-40B4-BE49-F238E27FC236}">
                <a16:creationId xmlns:a16="http://schemas.microsoft.com/office/drawing/2014/main" id="{9EB4B0C8-E927-48CA-8600-52002C096C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29">
            <a:extLst xmlns:a="http://schemas.openxmlformats.org/drawingml/2006/main">
              <a:ext uri="{FF2B5EF4-FFF2-40B4-BE49-F238E27FC236}">
                <a16:creationId xmlns:a16="http://schemas.microsoft.com/office/drawing/2014/main" id="{C6789136-9313-4D1A-B302-F63C914729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정확하지만 이번 Task에는 불필요한 정보">
            <a:extLst xmlns:a="http://schemas.openxmlformats.org/drawingml/2006/main">
              <a:ext uri="{FF2B5EF4-FFF2-40B4-BE49-F238E27FC236}">
                <a16:creationId xmlns:a16="http://schemas.microsoft.com/office/drawing/2014/main" id="{3DE16495-DBB1-4708-8F03-76E4EB7A3DB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Task에는 불필요한 정보</a:t>
            </a:r>
          </a:p>
        </p:txBody>
      </p:sp>
      <p:sp>
        <p:nvSpPr>
          <p:cNvPr id="4" name="">
            <a:extLst xmlns:a="http://schemas.openxmlformats.org/drawingml/2006/main">
              <a:ext uri="{FF2B5EF4-FFF2-40B4-BE49-F238E27FC236}">
                <a16:creationId xmlns:a16="http://schemas.microsoft.com/office/drawing/2014/main" id="{120A218A-113C-4940-AB36-58C5115311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README의 build tools 안내를 명확히 하는 작업">
            <a:extLst xmlns:a="http://schemas.openxmlformats.org/drawingml/2006/main">
              <a:ext uri="{FF2B5EF4-FFF2-40B4-BE49-F238E27FC236}">
                <a16:creationId xmlns:a16="http://schemas.microsoft.com/office/drawing/2014/main" id="{DCDBE1D2-4A62-4399-9596-F5658C05D4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README의 build tools 안내를 명확히 하는 작업</a:t>
            </a:r>
          </a:p>
        </p:txBody>
      </p:sp>
      <p:sp>
        <p:nvSpPr>
          <p:cNvPr id="6" name="Agent 혼란과 Context 관련 실패는 관찰되지 않았다">
            <a:extLst xmlns:a="http://schemas.openxmlformats.org/drawingml/2006/main">
              <a:ext uri="{FF2B5EF4-FFF2-40B4-BE49-F238E27FC236}">
                <a16:creationId xmlns:a16="http://schemas.microsoft.com/office/drawing/2014/main" id="{C3FA26B3-0546-4C1C-A4E0-C50F04C0FB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 혼란과 Context 관련 실패는 관찰되지 않았다</a:t>
            </a:r>
          </a:p>
        </p:txBody>
      </p:sp>
      <p:sp>
        <p:nvSpPr>
          <p:cNvPr id="7" name="작업: README의 빌드 도구 안내를 고친다">
            <a:extLst xmlns:a="http://schemas.openxmlformats.org/drawingml/2006/main">
              <a:ext uri="{FF2B5EF4-FFF2-40B4-BE49-F238E27FC236}">
                <a16:creationId xmlns:a16="http://schemas.microsoft.com/office/drawing/2014/main" id="{7D81FAD7-9F73-4DAD-AA59-13168605CEC5}"/>
              </a:ext>
            </a:extLst>
          </p:cNvPr>
          <p:cNvSpPr>
            <a:spLocks xmlns:a="http://schemas.openxmlformats.org/drawingml/2006/main" noGrp="1"/>
          </p:cNvSpPr>
          <p:nvPr/>
        </p:nvSpPr>
        <p:spPr>
          <a:xfrm xmlns:a="http://schemas.openxmlformats.org/drawingml/2006/main">
            <a:off x="609600" y="2190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작업: README의 빌드 도구 안내를 고친다</a:t>
            </a:r>
          </a:p>
        </p:txBody>
      </p:sp>
      <p:sp>
        <p:nvSpPr>
          <p:cNvPr id="8" name="이번 질문과 직접 관련">
            <a:extLst xmlns:a="http://schemas.openxmlformats.org/drawingml/2006/main">
              <a:ext uri="{FF2B5EF4-FFF2-40B4-BE49-F238E27FC236}">
                <a16:creationId xmlns:a16="http://schemas.microsoft.com/office/drawing/2014/main" id="{658F574B-AE7A-4F25-88AA-62E536682C25}"/>
              </a:ext>
            </a:extLst>
          </p:cNvPr>
          <p:cNvSpPr>
            <a:spLocks xmlns:a="http://schemas.openxmlformats.org/drawingml/2006/main" noGrp="1"/>
          </p:cNvSpPr>
          <p:nvPr/>
        </p:nvSpPr>
        <p:spPr>
          <a:xfrm xmlns:a="http://schemas.openxmlformats.org/drawingml/2006/main">
            <a:off x="609600" y="2933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질문과 직접 관련</a:t>
            </a:r>
          </a:p>
        </p:txBody>
      </p:sp>
      <p:sp>
        <p:nvSpPr>
          <p:cNvPr id="9" name="함께 있었지만 관련이 낮은 정보">
            <a:extLst xmlns:a="http://schemas.openxmlformats.org/drawingml/2006/main">
              <a:ext uri="{FF2B5EF4-FFF2-40B4-BE49-F238E27FC236}">
                <a16:creationId xmlns:a16="http://schemas.microsoft.com/office/drawing/2014/main" id="{F52B4520-5B2D-4523-93C8-17098DC551F9}"/>
              </a:ext>
            </a:extLst>
          </p:cNvPr>
          <p:cNvSpPr>
            <a:spLocks xmlns:a="http://schemas.openxmlformats.org/drawingml/2006/main" noGrp="1"/>
          </p:cNvSpPr>
          <p:nvPr/>
        </p:nvSpPr>
        <p:spPr>
          <a:xfrm xmlns:a="http://schemas.openxmlformats.org/drawingml/2006/main">
            <a:off x="6705600" y="29337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함께 있었지만 관련이 낮은 정보</a:t>
            </a:r>
          </a:p>
        </p:txBody>
      </p:sp>
      <p:sp>
        <p:nvSpPr>
          <p:cNvPr id="10" name="">
            <a:extLst xmlns:a="http://schemas.openxmlformats.org/drawingml/2006/main">
              <a:ext uri="{FF2B5EF4-FFF2-40B4-BE49-F238E27FC236}">
                <a16:creationId xmlns:a16="http://schemas.microsoft.com/office/drawing/2014/main" id="{65476016-F573-4846-BFF5-2B04CC7DF040}"/>
              </a:ext>
            </a:extLst>
          </p:cNvPr>
          <p:cNvSpPr>
            <a:spLocks xmlns:a="http://schemas.openxmlformats.org/drawingml/2006/main" noGrp="1"/>
          </p:cNvSpPr>
          <p:nvPr/>
        </p:nvSpPr>
        <p:spPr>
          <a:xfrm xmlns:a="http://schemas.openxmlformats.org/drawingml/2006/main">
            <a:off x="609600" y="34480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BA3E6EF4-48E9-4A10-A94D-1A7525F8FDF0}"/>
              </a:ext>
            </a:extLst>
          </p:cNvPr>
          <p:cNvSpPr>
            <a:spLocks xmlns:a="http://schemas.openxmlformats.org/drawingml/2006/main" noGrp="1"/>
          </p:cNvSpPr>
          <p:nvPr/>
        </p:nvSpPr>
        <p:spPr>
          <a:xfrm xmlns:a="http://schemas.openxmlformats.org/drawingml/2006/main">
            <a:off x="6705600" y="344805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EAE3742E-AD47-41B4-A59B-EFCE3314FFC9}"/>
              </a:ext>
            </a:extLst>
          </p:cNvPr>
          <p:cNvSpPr>
            <a:spLocks xmlns:a="http://schemas.openxmlformats.org/drawingml/2006/main" noGrp="1"/>
          </p:cNvSpPr>
          <p:nvPr/>
        </p:nvSpPr>
        <p:spPr>
          <a:xfrm xmlns:a="http://schemas.openxmlformats.org/drawingml/2006/main">
            <a:off x="609600" y="3638550"/>
            <a:ext cx="4953000" cy="12382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README&#10;pyproject.toml의 빌드 설정">
            <a:extLst xmlns:a="http://schemas.openxmlformats.org/drawingml/2006/main">
              <a:ext uri="{FF2B5EF4-FFF2-40B4-BE49-F238E27FC236}">
                <a16:creationId xmlns:a16="http://schemas.microsoft.com/office/drawing/2014/main" id="{E0A86039-A0D3-40BB-87B5-6519F92AEB3D}"/>
              </a:ext>
            </a:extLst>
          </p:cNvPr>
          <p:cNvSpPr>
            <a:spLocks xmlns:a="http://schemas.openxmlformats.org/drawingml/2006/main" noGrp="1"/>
          </p:cNvSpPr>
          <p:nvPr/>
        </p:nvSpPr>
        <p:spPr>
          <a:xfrm xmlns:a="http://schemas.openxmlformats.org/drawingml/2006/main">
            <a:off x="838200" y="3810000"/>
            <a:ext cx="4495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README</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pyproject.toml의 빌드 설정</a:t>
            </a:r>
          </a:p>
        </p:txBody>
      </p:sp>
      <p:sp>
        <p:nvSpPr>
          <p:cNvPr id="14" name="crop / resize 계약&#10;이미지 처리 pipeline 세부사항">
            <a:extLst xmlns:a="http://schemas.openxmlformats.org/drawingml/2006/main">
              <a:ext uri="{FF2B5EF4-FFF2-40B4-BE49-F238E27FC236}">
                <a16:creationId xmlns:a16="http://schemas.microsoft.com/office/drawing/2014/main" id="{1AB48E1C-A525-4687-B629-019B7CFA2727}"/>
              </a:ext>
            </a:extLst>
          </p:cNvPr>
          <p:cNvSpPr>
            <a:spLocks xmlns:a="http://schemas.openxmlformats.org/drawingml/2006/main" noGrp="1"/>
          </p:cNvSpPr>
          <p:nvPr/>
        </p:nvSpPr>
        <p:spPr>
          <a:xfrm xmlns:a="http://schemas.openxmlformats.org/drawingml/2006/main">
            <a:off x="6705600" y="3810000"/>
            <a:ext cx="4876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crop / resize 계약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이미지 처리 pipeline 세부사항</a:t>
            </a:r>
          </a:p>
        </p:txBody>
      </p:sp>
      <p:sp>
        <p:nvSpPr>
          <p:cNvPr id="15" name="정확한 정보라도, 모든 질문에 필요한 것은 아니다">
            <a:extLst xmlns:a="http://schemas.openxmlformats.org/drawingml/2006/main">
              <a:ext uri="{FF2B5EF4-FFF2-40B4-BE49-F238E27FC236}">
                <a16:creationId xmlns:a16="http://schemas.microsoft.com/office/drawing/2014/main" id="{57463BB8-0423-49E5-A556-8F04B739AC6B}"/>
              </a:ext>
            </a:extLst>
          </p:cNvPr>
          <p:cNvSpPr>
            <a:spLocks xmlns:a="http://schemas.openxmlformats.org/drawingml/2006/main" noGrp="1"/>
          </p:cNvSpPr>
          <p:nvPr/>
        </p:nvSpPr>
        <p:spPr>
          <a:xfrm xmlns:a="http://schemas.openxmlformats.org/drawingml/2006/main">
            <a:off x="609600" y="5238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정확한 정보라도, 모든 질문에 필요한 것은 아니다</a:t>
            </a:r>
          </a:p>
        </p:txBody>
      </p:sp>
      <p:sp>
        <p:nvSpPr>
          <p:cNvPr id="16" name="Legacy module connection">
            <a:extLst xmlns:a="http://schemas.openxmlformats.org/drawingml/2006/main">
              <a:ext uri="{FF2B5EF4-FFF2-40B4-BE49-F238E27FC236}">
                <a16:creationId xmlns:a16="http://schemas.microsoft.com/office/drawing/2014/main" id="{14BC4A46-893C-4078-B0D7-2A18E7A5F3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16013515"/>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언제 필요한 정보인가">
            <a:extLst xmlns:a="http://schemas.openxmlformats.org/drawingml/2006/main">
              <a:ext uri="{FF2B5EF4-FFF2-40B4-BE49-F238E27FC236}">
                <a16:creationId xmlns:a16="http://schemas.microsoft.com/office/drawing/2014/main" id="{C43CBC86-1841-4BFF-94B4-0D1FA08A45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0">
            <a:extLst xmlns:a="http://schemas.openxmlformats.org/drawingml/2006/main">
              <a:ext uri="{FF2B5EF4-FFF2-40B4-BE49-F238E27FC236}">
                <a16:creationId xmlns:a16="http://schemas.microsoft.com/office/drawing/2014/main" id="{5179126B-310A-44F6-9FCF-02B6E58106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정보의 범위와 제공 시점">
            <a:extLst xmlns:a="http://schemas.openxmlformats.org/drawingml/2006/main">
              <a:ext uri="{FF2B5EF4-FFF2-40B4-BE49-F238E27FC236}">
                <a16:creationId xmlns:a16="http://schemas.microsoft.com/office/drawing/2014/main" id="{88A66CBB-43AA-4B9E-A8F6-C5C5DA7E88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104AC005-A985-4E53-9231-6D3E39E68A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류 모델 · OpenAI의 공식 기능 분류가 아님">
            <a:extLst xmlns:a="http://schemas.openxmlformats.org/drawingml/2006/main">
              <a:ext uri="{FF2B5EF4-FFF2-40B4-BE49-F238E27FC236}">
                <a16:creationId xmlns:a16="http://schemas.microsoft.com/office/drawing/2014/main" id="{E20DA0DE-621D-4B47-BBDF-A9528F0D3B1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분류 모델 · OpenAI의 공식 기능 분류가 아님</a:t>
            </a:r>
          </a:p>
        </p:txBody>
      </p:sp>
      <p:sp>
        <p:nvSpPr>
          <p:cNvPr id="6" name="성능 조사 절차는 설명을 위한 예시이며 STATE-02에 저장돼 있었다는 뜻이 아님">
            <a:extLst xmlns:a="http://schemas.openxmlformats.org/drawingml/2006/main">
              <a:ext uri="{FF2B5EF4-FFF2-40B4-BE49-F238E27FC236}">
                <a16:creationId xmlns:a16="http://schemas.microsoft.com/office/drawing/2014/main" id="{B87CBA93-1902-4272-8F70-B38A4F0F8DB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설명을 위한 예시이며 STATE-02에 저장돼 있었다는 뜻이 아님</a:t>
            </a:r>
          </a:p>
        </p:txBody>
      </p:sp>
      <p:sp>
        <p:nvSpPr>
          <p:cNvPr id="7" name="">
            <a:extLst xmlns:a="http://schemas.openxmlformats.org/drawingml/2006/main">
              <a:ext uri="{FF2B5EF4-FFF2-40B4-BE49-F238E27FC236}">
                <a16:creationId xmlns:a16="http://schemas.microsoft.com/office/drawing/2014/main" id="{57E45719-1719-4DA2-B9C3-DD97AEE59289}"/>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항상 알아야 할 안내">
            <a:extLst xmlns:a="http://schemas.openxmlformats.org/drawingml/2006/main">
              <a:ext uri="{FF2B5EF4-FFF2-40B4-BE49-F238E27FC236}">
                <a16:creationId xmlns:a16="http://schemas.microsoft.com/office/drawing/2014/main" id="{244CAD3F-AC4B-4F13-90A3-D67D3042C8FE}"/>
              </a:ext>
            </a:extLst>
          </p:cNvPr>
          <p:cNvSpPr>
            <a:spLocks xmlns:a="http://schemas.openxmlformats.org/drawingml/2006/main" noGrp="1"/>
          </p:cNvSpPr>
          <p:nvPr/>
        </p:nvSpPr>
        <p:spPr>
          <a:xfrm xmlns:a="http://schemas.openxmlformats.org/drawingml/2006/main">
            <a:off x="609600" y="2381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항상 알아야 할 안내</a:t>
            </a:r>
          </a:p>
        </p:txBody>
      </p:sp>
      <p:sp>
        <p:nvSpPr>
          <p:cNvPr id="9" name="프로젝트 목적 · 기본 제약">
            <a:extLst xmlns:a="http://schemas.openxmlformats.org/drawingml/2006/main">
              <a:ext uri="{FF2B5EF4-FFF2-40B4-BE49-F238E27FC236}">
                <a16:creationId xmlns:a16="http://schemas.microsoft.com/office/drawing/2014/main" id="{48F7FB23-4556-449B-8E67-3A7D491632ED}"/>
              </a:ext>
            </a:extLst>
          </p:cNvPr>
          <p:cNvSpPr>
            <a:spLocks xmlns:a="http://schemas.openxmlformats.org/drawingml/2006/main" noGrp="1"/>
          </p:cNvSpPr>
          <p:nvPr/>
        </p:nvSpPr>
        <p:spPr>
          <a:xfrm xmlns:a="http://schemas.openxmlformats.org/drawingml/2006/main">
            <a:off x="5305425" y="23812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프로젝트 목적 · 기본 제약</a:t>
            </a:r>
          </a:p>
        </p:txBody>
      </p:sp>
      <p:sp>
        <p:nvSpPr>
          <p:cNvPr id="10" name="ALWAYS-ON">
            <a:extLst xmlns:a="http://schemas.openxmlformats.org/drawingml/2006/main">
              <a:ext uri="{FF2B5EF4-FFF2-40B4-BE49-F238E27FC236}">
                <a16:creationId xmlns:a16="http://schemas.microsoft.com/office/drawing/2014/main" id="{321BFED2-42C1-4F91-B41C-2A6C1AB301A7}"/>
              </a:ext>
            </a:extLst>
          </p:cNvPr>
          <p:cNvSpPr>
            <a:spLocks xmlns:a="http://schemas.openxmlformats.org/drawingml/2006/main" noGrp="1"/>
          </p:cNvSpPr>
          <p:nvPr/>
        </p:nvSpPr>
        <p:spPr>
          <a:xfrm xmlns:a="http://schemas.openxmlformats.org/drawingml/2006/main">
            <a:off x="609600" y="28765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ALWAYS-ON</a:t>
            </a:r>
          </a:p>
        </p:txBody>
      </p:sp>
      <p:sp>
        <p:nvSpPr>
          <p:cNvPr id="11" name="">
            <a:extLst xmlns:a="http://schemas.openxmlformats.org/drawingml/2006/main">
              <a:ext uri="{FF2B5EF4-FFF2-40B4-BE49-F238E27FC236}">
                <a16:creationId xmlns:a16="http://schemas.microsoft.com/office/drawing/2014/main" id="{DE6B18CE-641D-42F2-AEA3-B18518AFC2B6}"/>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질문에 따라 찾아볼 상세">
            <a:extLst xmlns:a="http://schemas.openxmlformats.org/drawingml/2006/main">
              <a:ext uri="{FF2B5EF4-FFF2-40B4-BE49-F238E27FC236}">
                <a16:creationId xmlns:a16="http://schemas.microsoft.com/office/drawing/2014/main" id="{BE585B93-22AA-402A-8610-7DB9E1CCD53F}"/>
              </a:ext>
            </a:extLst>
          </p:cNvPr>
          <p:cNvSpPr>
            <a:spLocks xmlns:a="http://schemas.openxmlformats.org/drawingml/2006/main" noGrp="1"/>
          </p:cNvSpPr>
          <p:nvPr/>
        </p:nvSpPr>
        <p:spPr>
          <a:xfrm xmlns:a="http://schemas.openxmlformats.org/drawingml/2006/main">
            <a:off x="609600" y="34861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질문에 따라 찾아볼 상세</a:t>
            </a:r>
          </a:p>
        </p:txBody>
      </p:sp>
      <p:sp>
        <p:nvSpPr>
          <p:cNvPr id="13" name="crop 계약 · 모듈 구조">
            <a:extLst xmlns:a="http://schemas.openxmlformats.org/drawingml/2006/main">
              <a:ext uri="{FF2B5EF4-FFF2-40B4-BE49-F238E27FC236}">
                <a16:creationId xmlns:a16="http://schemas.microsoft.com/office/drawing/2014/main" id="{C4E50E55-C862-4B2C-95F5-CFDF8C01C724}"/>
              </a:ext>
            </a:extLst>
          </p:cNvPr>
          <p:cNvSpPr>
            <a:spLocks xmlns:a="http://schemas.openxmlformats.org/drawingml/2006/main" noGrp="1"/>
          </p:cNvSpPr>
          <p:nvPr/>
        </p:nvSpPr>
        <p:spPr>
          <a:xfrm xmlns:a="http://schemas.openxmlformats.org/drawingml/2006/main">
            <a:off x="5305425" y="34861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crop 계약 · 모듈 구조</a:t>
            </a:r>
          </a:p>
        </p:txBody>
      </p:sp>
      <p:sp>
        <p:nvSpPr>
          <p:cNvPr id="14" name="ON-DEMAND">
            <a:extLst xmlns:a="http://schemas.openxmlformats.org/drawingml/2006/main">
              <a:ext uri="{FF2B5EF4-FFF2-40B4-BE49-F238E27FC236}">
                <a16:creationId xmlns:a16="http://schemas.microsoft.com/office/drawing/2014/main" id="{3F00C6E0-3BD8-4AF6-8B3F-4D1F2119094A}"/>
              </a:ext>
            </a:extLst>
          </p:cNvPr>
          <p:cNvSpPr>
            <a:spLocks xmlns:a="http://schemas.openxmlformats.org/drawingml/2006/main" noGrp="1"/>
          </p:cNvSpPr>
          <p:nvPr/>
        </p:nvSpPr>
        <p:spPr>
          <a:xfrm xmlns:a="http://schemas.openxmlformats.org/drawingml/2006/main">
            <a:off x="609600" y="39814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ON-DEMAND</a:t>
            </a:r>
          </a:p>
        </p:txBody>
      </p:sp>
      <p:sp>
        <p:nvSpPr>
          <p:cNvPr id="15" name="">
            <a:extLst xmlns:a="http://schemas.openxmlformats.org/drawingml/2006/main">
              <a:ext uri="{FF2B5EF4-FFF2-40B4-BE49-F238E27FC236}">
                <a16:creationId xmlns:a16="http://schemas.microsoft.com/office/drawing/2014/main" id="{6C2922A6-80BB-4026-B6F4-077C7152226F}"/>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런 일을 수행하는 방법">
            <a:extLst xmlns:a="http://schemas.openxmlformats.org/drawingml/2006/main">
              <a:ext uri="{FF2B5EF4-FFF2-40B4-BE49-F238E27FC236}">
                <a16:creationId xmlns:a16="http://schemas.microsoft.com/office/drawing/2014/main" id="{F9B7D997-23C9-4979-AD86-B805DF7A3B19}"/>
              </a:ext>
            </a:extLst>
          </p:cNvPr>
          <p:cNvSpPr>
            <a:spLocks xmlns:a="http://schemas.openxmlformats.org/drawingml/2006/main" noGrp="1"/>
          </p:cNvSpPr>
          <p:nvPr/>
        </p:nvSpPr>
        <p:spPr>
          <a:xfrm xmlns:a="http://schemas.openxmlformats.org/drawingml/2006/main">
            <a:off x="609600" y="4591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이런 일을 수행하는 방법</a:t>
            </a:r>
          </a:p>
        </p:txBody>
      </p:sp>
      <p:sp>
        <p:nvSpPr>
          <p:cNvPr id="17" name="변경 전 측정 → 조사 → 검증">
            <a:extLst xmlns:a="http://schemas.openxmlformats.org/drawingml/2006/main">
              <a:ext uri="{FF2B5EF4-FFF2-40B4-BE49-F238E27FC236}">
                <a16:creationId xmlns:a16="http://schemas.microsoft.com/office/drawing/2014/main" id="{0D182A64-B3AA-45B5-84C3-AB0A998BEDD3}"/>
              </a:ext>
            </a:extLst>
          </p:cNvPr>
          <p:cNvSpPr>
            <a:spLocks xmlns:a="http://schemas.openxmlformats.org/drawingml/2006/main" noGrp="1"/>
          </p:cNvSpPr>
          <p:nvPr/>
        </p:nvSpPr>
        <p:spPr>
          <a:xfrm xmlns:a="http://schemas.openxmlformats.org/drawingml/2006/main">
            <a:off x="5305425" y="45910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변경 전 측정 → 조사 → 검증</a:t>
            </a:r>
          </a:p>
        </p:txBody>
      </p:sp>
      <p:sp>
        <p:nvSpPr>
          <p:cNvPr id="18" name="WORKFLOW">
            <a:extLst xmlns:a="http://schemas.openxmlformats.org/drawingml/2006/main">
              <a:ext uri="{FF2B5EF4-FFF2-40B4-BE49-F238E27FC236}">
                <a16:creationId xmlns:a16="http://schemas.microsoft.com/office/drawing/2014/main" id="{C1F8A5E8-F572-4FBA-A05D-8D5AF4AC7DAA}"/>
              </a:ext>
            </a:extLst>
          </p:cNvPr>
          <p:cNvSpPr>
            <a:spLocks xmlns:a="http://schemas.openxmlformats.org/drawingml/2006/main" noGrp="1"/>
          </p:cNvSpPr>
          <p:nvPr/>
        </p:nvSpPr>
        <p:spPr>
          <a:xfrm xmlns:a="http://schemas.openxmlformats.org/drawingml/2006/main">
            <a:off x="609600" y="50863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WORKFLOW</a:t>
            </a:r>
          </a:p>
        </p:txBody>
      </p:sp>
      <p:sp>
        <p:nvSpPr>
          <p:cNvPr id="19" name="Legacy module connection">
            <a:extLst xmlns:a="http://schemas.openxmlformats.org/drawingml/2006/main">
              <a:ext uri="{FF2B5EF4-FFF2-40B4-BE49-F238E27FC236}">
                <a16:creationId xmlns:a16="http://schemas.microsoft.com/office/drawing/2014/main" id="{D65BEAB8-0B69-439D-80FB-FAE82F54EF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49949601"/>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2 · 정보의 양을 다시 묻는 연구">
            <a:extLst xmlns:a="http://schemas.openxmlformats.org/drawingml/2006/main">
              <a:ext uri="{FF2B5EF4-FFF2-40B4-BE49-F238E27FC236}">
                <a16:creationId xmlns:a16="http://schemas.microsoft.com/office/drawing/2014/main" id="{A4260299-EEDE-47E7-9A88-E3A9986C368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1">
            <a:extLst xmlns:a="http://schemas.openxmlformats.org/drawingml/2006/main">
              <a:ext uri="{FF2B5EF4-FFF2-40B4-BE49-F238E27FC236}">
                <a16:creationId xmlns:a16="http://schemas.microsoft.com/office/drawing/2014/main" id="{AAF70C43-8885-42AB-8251-6D21216743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Long Context 연구가 말해주는 범위">
            <a:extLst xmlns:a="http://schemas.openxmlformats.org/drawingml/2006/main">
              <a:ext uri="{FF2B5EF4-FFF2-40B4-BE49-F238E27FC236}">
                <a16:creationId xmlns:a16="http://schemas.microsoft.com/office/drawing/2014/main" id="{105633CC-ED38-48AF-B71B-EFB2903C2F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76FEC418-6F3E-49FD-AD9D-71187C385C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47322570-315C-4E27-9465-89DD3A1421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C8A663D1-864B-4B28-BDD8-BA78DACD0B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A29A9CF9-30B2-4CBC-B22A-B423B7DFC520}"/>
              </a:ext>
            </a:extLst>
          </p:cNvPr>
          <p:cNvSpPr>
            <a:spLocks xmlns:a="http://schemas.openxmlformats.org/drawingml/2006/main" noGrp="1"/>
          </p:cNvSpPr>
          <p:nvPr/>
        </p:nvSpPr>
        <p:spPr>
          <a:xfrm xmlns:a="http://schemas.openxmlformats.org/drawingml/2006/main">
            <a:off x="609600" y="18573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Lost in the Middle">
            <a:extLst xmlns:a="http://schemas.openxmlformats.org/drawingml/2006/main">
              <a:ext uri="{FF2B5EF4-FFF2-40B4-BE49-F238E27FC236}">
                <a16:creationId xmlns:a16="http://schemas.microsoft.com/office/drawing/2014/main" id="{0A627F0F-E960-42E9-ADA0-C2D1746F534E}"/>
              </a:ext>
            </a:extLst>
          </p:cNvPr>
          <p:cNvSpPr>
            <a:spLocks xmlns:a="http://schemas.openxmlformats.org/drawingml/2006/main" noGrp="1"/>
          </p:cNvSpPr>
          <p:nvPr/>
        </p:nvSpPr>
        <p:spPr>
          <a:xfrm xmlns:a="http://schemas.openxmlformats.org/drawingml/2006/main">
            <a:off x="609600" y="24669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29C26C8E-6D21-49A1-B9B6-4A5087706FC7}"/>
              </a:ext>
            </a:extLst>
          </p:cNvPr>
          <p:cNvSpPr>
            <a:spLocks xmlns:a="http://schemas.openxmlformats.org/drawingml/2006/main" noGrp="1"/>
          </p:cNvSpPr>
          <p:nvPr/>
        </p:nvSpPr>
        <p:spPr>
          <a:xfrm xmlns:a="http://schemas.openxmlformats.org/drawingml/2006/main">
            <a:off x="6705600" y="246697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여러 문서의 질문 답변 · key-value 검색">
            <a:extLst xmlns:a="http://schemas.openxmlformats.org/drawingml/2006/main">
              <a:ext uri="{FF2B5EF4-FFF2-40B4-BE49-F238E27FC236}">
                <a16:creationId xmlns:a16="http://schemas.microsoft.com/office/drawing/2014/main" id="{794AD62A-1D92-4106-BCE6-E97FD3D7423B}"/>
              </a:ext>
            </a:extLst>
          </p:cNvPr>
          <p:cNvSpPr>
            <a:spLocks xmlns:a="http://schemas.openxmlformats.org/drawingml/2006/main" noGrp="1"/>
          </p:cNvSpPr>
          <p:nvPr/>
        </p:nvSpPr>
        <p:spPr>
          <a:xfrm xmlns:a="http://schemas.openxmlformats.org/drawingml/2006/main">
            <a:off x="609600" y="29146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문서의 질문 답변 · key-value 검색</a:t>
            </a:r>
          </a:p>
        </p:txBody>
      </p:sp>
      <p:sp>
        <p:nvSpPr>
          <p:cNvPr id="11" name="50개 Repository의 코드 검색 과제">
            <a:extLst xmlns:a="http://schemas.openxmlformats.org/drawingml/2006/main">
              <a:ext uri="{FF2B5EF4-FFF2-40B4-BE49-F238E27FC236}">
                <a16:creationId xmlns:a16="http://schemas.microsoft.com/office/drawing/2014/main" id="{684C7FDB-C1D8-492D-839D-3683180DD60C}"/>
              </a:ext>
            </a:extLst>
          </p:cNvPr>
          <p:cNvSpPr>
            <a:spLocks xmlns:a="http://schemas.openxmlformats.org/drawingml/2006/main" noGrp="1"/>
          </p:cNvSpPr>
          <p:nvPr/>
        </p:nvSpPr>
        <p:spPr>
          <a:xfrm xmlns:a="http://schemas.openxmlformats.org/drawingml/2006/main">
            <a:off x="6705600" y="291465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50개 Repository의 코드 검색 과제</a:t>
            </a:r>
          </a:p>
        </p:txBody>
      </p:sp>
      <p:sp>
        <p:nvSpPr>
          <p:cNvPr id="12" name="관련 정보의 위치를 달리하는 구성">
            <a:extLst xmlns:a="http://schemas.openxmlformats.org/drawingml/2006/main">
              <a:ext uri="{FF2B5EF4-FFF2-40B4-BE49-F238E27FC236}">
                <a16:creationId xmlns:a16="http://schemas.microsoft.com/office/drawing/2014/main" id="{D9CE1140-636F-4354-B9BE-E034DA32EBCC}"/>
              </a:ext>
            </a:extLst>
          </p:cNvPr>
          <p:cNvSpPr>
            <a:spLocks xmlns:a="http://schemas.openxmlformats.org/drawingml/2006/main" noGrp="1"/>
          </p:cNvSpPr>
          <p:nvPr/>
        </p:nvSpPr>
        <p:spPr>
          <a:xfrm xmlns:a="http://schemas.openxmlformats.org/drawingml/2006/main">
            <a:off x="609600" y="33432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관련 정보의 위치를 달리하는 구성</a:t>
            </a:r>
          </a:p>
        </p:txBody>
      </p:sp>
      <p:sp>
        <p:nvSpPr>
          <p:cNvPr id="13" name="">
            <a:extLst xmlns:a="http://schemas.openxmlformats.org/drawingml/2006/main">
              <a:ext uri="{FF2B5EF4-FFF2-40B4-BE49-F238E27FC236}">
                <a16:creationId xmlns:a16="http://schemas.microsoft.com/office/drawing/2014/main" id="{7FA87C1B-2C98-48CD-937C-98C5B29B8764}"/>
              </a:ext>
            </a:extLst>
          </p:cNvPr>
          <p:cNvSpPr>
            <a:spLocks xmlns:a="http://schemas.openxmlformats.org/drawingml/2006/main" noGrp="1"/>
          </p:cNvSpPr>
          <p:nvPr/>
        </p:nvSpPr>
        <p:spPr>
          <a:xfrm xmlns:a="http://schemas.openxmlformats.org/drawingml/2006/main">
            <a:off x="609600" y="37909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98694126-04A4-4885-8DEC-3095E4A4063B}"/>
              </a:ext>
            </a:extLst>
          </p:cNvPr>
          <p:cNvSpPr>
            <a:spLocks xmlns:a="http://schemas.openxmlformats.org/drawingml/2006/main" noGrp="1"/>
          </p:cNvSpPr>
          <p:nvPr/>
        </p:nvSpPr>
        <p:spPr>
          <a:xfrm xmlns:a="http://schemas.openxmlformats.org/drawingml/2006/main">
            <a:off x="162877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84B19B78-F728-48FA-9780-57A38901F21F}"/>
              </a:ext>
            </a:extLst>
          </p:cNvPr>
          <p:cNvSpPr>
            <a:spLocks xmlns:a="http://schemas.openxmlformats.org/drawingml/2006/main" noGrp="1"/>
          </p:cNvSpPr>
          <p:nvPr/>
        </p:nvSpPr>
        <p:spPr>
          <a:xfrm xmlns:a="http://schemas.openxmlformats.org/drawingml/2006/main">
            <a:off x="264795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522B3896-571B-4075-A2DF-30780550175A}"/>
              </a:ext>
            </a:extLst>
          </p:cNvPr>
          <p:cNvSpPr>
            <a:spLocks xmlns:a="http://schemas.openxmlformats.org/drawingml/2006/main" noGrp="1"/>
          </p:cNvSpPr>
          <p:nvPr/>
        </p:nvSpPr>
        <p:spPr>
          <a:xfrm xmlns:a="http://schemas.openxmlformats.org/drawingml/2006/main">
            <a:off x="366712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AD184E57-3D64-4702-AF12-EAE0EDF0F69A}"/>
              </a:ext>
            </a:extLst>
          </p:cNvPr>
          <p:cNvSpPr>
            <a:spLocks xmlns:a="http://schemas.openxmlformats.org/drawingml/2006/main" noGrp="1"/>
          </p:cNvSpPr>
          <p:nvPr/>
        </p:nvSpPr>
        <p:spPr>
          <a:xfrm xmlns:a="http://schemas.openxmlformats.org/drawingml/2006/main">
            <a:off x="468630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BA3B927C-B1F5-404D-9289-766AE7B8DC30}"/>
              </a:ext>
            </a:extLst>
          </p:cNvPr>
          <p:cNvSpPr>
            <a:spLocks xmlns:a="http://schemas.openxmlformats.org/drawingml/2006/main" noGrp="1"/>
          </p:cNvSpPr>
          <p:nvPr/>
        </p:nvSpPr>
        <p:spPr>
          <a:xfrm xmlns:a="http://schemas.openxmlformats.org/drawingml/2006/main">
            <a:off x="6096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3E58C8F9-C45A-4CBE-AD60-1E949415DF78}"/>
              </a:ext>
            </a:extLst>
          </p:cNvPr>
          <p:cNvSpPr>
            <a:spLocks xmlns:a="http://schemas.openxmlformats.org/drawingml/2006/main" noGrp="1"/>
          </p:cNvSpPr>
          <p:nvPr/>
        </p:nvSpPr>
        <p:spPr>
          <a:xfrm xmlns:a="http://schemas.openxmlformats.org/drawingml/2006/main">
            <a:off x="162877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B82E4685-085A-4A05-A3C4-7C43A6A3FCB8}"/>
              </a:ext>
            </a:extLst>
          </p:cNvPr>
          <p:cNvSpPr>
            <a:spLocks xmlns:a="http://schemas.openxmlformats.org/drawingml/2006/main" noGrp="1"/>
          </p:cNvSpPr>
          <p:nvPr/>
        </p:nvSpPr>
        <p:spPr>
          <a:xfrm xmlns:a="http://schemas.openxmlformats.org/drawingml/2006/main">
            <a:off x="2647950" y="407670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A6BF612-E2B3-4179-9F29-8847D586B987}"/>
              </a:ext>
            </a:extLst>
          </p:cNvPr>
          <p:cNvSpPr>
            <a:spLocks xmlns:a="http://schemas.openxmlformats.org/drawingml/2006/main" noGrp="1"/>
          </p:cNvSpPr>
          <p:nvPr/>
        </p:nvSpPr>
        <p:spPr>
          <a:xfrm xmlns:a="http://schemas.openxmlformats.org/drawingml/2006/main">
            <a:off x="366712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E3517088-CA6B-401C-B549-5A27BFCFC278}"/>
              </a:ext>
            </a:extLst>
          </p:cNvPr>
          <p:cNvSpPr>
            <a:spLocks xmlns:a="http://schemas.openxmlformats.org/drawingml/2006/main" noGrp="1"/>
          </p:cNvSpPr>
          <p:nvPr/>
        </p:nvSpPr>
        <p:spPr>
          <a:xfrm xmlns:a="http://schemas.openxmlformats.org/drawingml/2006/main">
            <a:off x="46863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083A7261-5B4E-426E-8E15-653CB9C1025D}"/>
              </a:ext>
            </a:extLst>
          </p:cNvPr>
          <p:cNvSpPr>
            <a:spLocks xmlns:a="http://schemas.openxmlformats.org/drawingml/2006/main" noGrp="1"/>
          </p:cNvSpPr>
          <p:nvPr/>
        </p:nvSpPr>
        <p:spPr>
          <a:xfrm xmlns:a="http://schemas.openxmlformats.org/drawingml/2006/main">
            <a:off x="60960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9532F1B6-7AB1-473F-A1F5-387E20297A39}"/>
              </a:ext>
            </a:extLst>
          </p:cNvPr>
          <p:cNvSpPr>
            <a:spLocks xmlns:a="http://schemas.openxmlformats.org/drawingml/2006/main" noGrp="1"/>
          </p:cNvSpPr>
          <p:nvPr/>
        </p:nvSpPr>
        <p:spPr>
          <a:xfrm xmlns:a="http://schemas.openxmlformats.org/drawingml/2006/main">
            <a:off x="162877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DE9DBBA7-D7EA-47EA-8DAA-0DE659AD7FC7}"/>
              </a:ext>
            </a:extLst>
          </p:cNvPr>
          <p:cNvSpPr>
            <a:spLocks xmlns:a="http://schemas.openxmlformats.org/drawingml/2006/main" noGrp="1"/>
          </p:cNvSpPr>
          <p:nvPr/>
        </p:nvSpPr>
        <p:spPr>
          <a:xfrm xmlns:a="http://schemas.openxmlformats.org/drawingml/2006/main">
            <a:off x="264795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46A8284A-E72C-434F-A6D2-D55CF2AAD9FF}"/>
              </a:ext>
            </a:extLst>
          </p:cNvPr>
          <p:cNvSpPr>
            <a:spLocks xmlns:a="http://schemas.openxmlformats.org/drawingml/2006/main" noGrp="1"/>
          </p:cNvSpPr>
          <p:nvPr/>
        </p:nvSpPr>
        <p:spPr>
          <a:xfrm xmlns:a="http://schemas.openxmlformats.org/drawingml/2006/main">
            <a:off x="366712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A051CDC3-72D1-47F8-9C19-E76A9DF6CB25}"/>
              </a:ext>
            </a:extLst>
          </p:cNvPr>
          <p:cNvSpPr>
            <a:spLocks xmlns:a="http://schemas.openxmlformats.org/drawingml/2006/main" noGrp="1"/>
          </p:cNvSpPr>
          <p:nvPr/>
        </p:nvSpPr>
        <p:spPr>
          <a:xfrm xmlns:a="http://schemas.openxmlformats.org/drawingml/2006/main">
            <a:off x="4686300" y="43624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8" name="질문">
            <a:extLst xmlns:a="http://schemas.openxmlformats.org/drawingml/2006/main">
              <a:ext uri="{FF2B5EF4-FFF2-40B4-BE49-F238E27FC236}">
                <a16:creationId xmlns:a16="http://schemas.microsoft.com/office/drawing/2014/main" id="{E8338530-8516-49E8-864A-197D7900A260}"/>
              </a:ext>
            </a:extLst>
          </p:cNvPr>
          <p:cNvSpPr>
            <a:spLocks xmlns:a="http://schemas.openxmlformats.org/drawingml/2006/main" noGrp="1"/>
          </p:cNvSpPr>
          <p:nvPr/>
        </p:nvSpPr>
        <p:spPr>
          <a:xfrm xmlns:a="http://schemas.openxmlformats.org/drawingml/2006/main">
            <a:off x="6705600" y="3381375"/>
            <a:ext cx="1085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질문</a:t>
            </a:r>
          </a:p>
        </p:txBody>
      </p:sp>
      <p:sp>
        <p:nvSpPr>
          <p:cNvPr id="29" name="">
            <a:extLst xmlns:a="http://schemas.openxmlformats.org/drawingml/2006/main">
              <a:ext uri="{FF2B5EF4-FFF2-40B4-BE49-F238E27FC236}">
                <a16:creationId xmlns:a16="http://schemas.microsoft.com/office/drawing/2014/main" id="{605547A0-FB7B-47E4-80D5-F8C3DC52CD70}"/>
              </a:ext>
            </a:extLst>
          </p:cNvPr>
          <p:cNvSpPr>
            <a:spLocks xmlns:a="http://schemas.openxmlformats.org/drawingml/2006/main" noGrp="1"/>
          </p:cNvSpPr>
          <p:nvPr/>
        </p:nvSpPr>
        <p:spPr>
          <a:xfrm xmlns:a="http://schemas.openxmlformats.org/drawingml/2006/main">
            <a:off x="7886700" y="3476625"/>
            <a:ext cx="34290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82D9001C-E378-4935-B78D-A6E20C553BD5}"/>
              </a:ext>
            </a:extLst>
          </p:cNvPr>
          <p:cNvSpPr>
            <a:spLocks xmlns:a="http://schemas.openxmlformats.org/drawingml/2006/main" noGrp="1"/>
          </p:cNvSpPr>
          <p:nvPr/>
        </p:nvSpPr>
        <p:spPr>
          <a:xfrm xmlns:a="http://schemas.openxmlformats.org/drawingml/2006/main">
            <a:off x="8420100" y="3324225"/>
            <a:ext cx="3162300" cy="11334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Repository의 코드">
            <a:extLst xmlns:a="http://schemas.openxmlformats.org/drawingml/2006/main">
              <a:ext uri="{FF2B5EF4-FFF2-40B4-BE49-F238E27FC236}">
                <a16:creationId xmlns:a16="http://schemas.microsoft.com/office/drawing/2014/main" id="{BE5B8D0B-9C63-46C0-8618-B5A775F2F71F}"/>
              </a:ext>
            </a:extLst>
          </p:cNvPr>
          <p:cNvSpPr>
            <a:spLocks xmlns:a="http://schemas.openxmlformats.org/drawingml/2006/main" noGrp="1"/>
          </p:cNvSpPr>
          <p:nvPr/>
        </p:nvSpPr>
        <p:spPr>
          <a:xfrm xmlns:a="http://schemas.openxmlformats.org/drawingml/2006/main">
            <a:off x="8591550" y="34480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Repository의 코드</a:t>
            </a:r>
          </a:p>
        </p:txBody>
      </p:sp>
      <p:sp>
        <p:nvSpPr>
          <p:cNvPr id="32" name="관련 코드 찾기">
            <a:extLst xmlns:a="http://schemas.openxmlformats.org/drawingml/2006/main">
              <a:ext uri="{FF2B5EF4-FFF2-40B4-BE49-F238E27FC236}">
                <a16:creationId xmlns:a16="http://schemas.microsoft.com/office/drawing/2014/main" id="{DCD9E893-F885-42C2-907C-A7104AB9D4B3}"/>
              </a:ext>
            </a:extLst>
          </p:cNvPr>
          <p:cNvSpPr>
            <a:spLocks xmlns:a="http://schemas.openxmlformats.org/drawingml/2006/main" noGrp="1"/>
          </p:cNvSpPr>
          <p:nvPr/>
        </p:nvSpPr>
        <p:spPr>
          <a:xfrm xmlns:a="http://schemas.openxmlformats.org/drawingml/2006/main">
            <a:off x="8591550" y="39052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관련 코드 찾기</a:t>
            </a:r>
          </a:p>
        </p:txBody>
      </p:sp>
      <p:sp>
        <p:nvSpPr>
          <p:cNvPr id="33" name="관련 정보의 위치가&#10;일부 조건에서 중요할 수 있다">
            <a:extLst xmlns:a="http://schemas.openxmlformats.org/drawingml/2006/main">
              <a:ext uri="{FF2B5EF4-FFF2-40B4-BE49-F238E27FC236}">
                <a16:creationId xmlns:a16="http://schemas.microsoft.com/office/drawing/2014/main" id="{7F813373-4F34-48C5-9090-4F5471307669}"/>
              </a:ext>
            </a:extLst>
          </p:cNvPr>
          <p:cNvSpPr>
            <a:spLocks xmlns:a="http://schemas.openxmlformats.org/drawingml/2006/main" noGrp="1"/>
          </p:cNvSpPr>
          <p:nvPr/>
        </p:nvSpPr>
        <p:spPr>
          <a:xfrm xmlns:a="http://schemas.openxmlformats.org/drawingml/2006/main">
            <a:off x="609600" y="47529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정보의 위치가</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일부 조건에서 중요할 수 있다</a:t>
            </a:r>
          </a:p>
        </p:txBody>
      </p:sp>
      <p:sp>
        <p:nvSpPr>
          <p:cNvPr id="34" name="관련 코드 정보를&#10;선택하고 찾는 능력을 평가">
            <a:extLst xmlns:a="http://schemas.openxmlformats.org/drawingml/2006/main">
              <a:ext uri="{FF2B5EF4-FFF2-40B4-BE49-F238E27FC236}">
                <a16:creationId xmlns:a16="http://schemas.microsoft.com/office/drawing/2014/main" id="{A63D76A3-F5D5-4F5F-A8E5-AD27182896E3}"/>
              </a:ext>
            </a:extLst>
          </p:cNvPr>
          <p:cNvSpPr>
            <a:spLocks xmlns:a="http://schemas.openxmlformats.org/drawingml/2006/main" noGrp="1"/>
          </p:cNvSpPr>
          <p:nvPr/>
        </p:nvSpPr>
        <p:spPr>
          <a:xfrm xmlns:a="http://schemas.openxmlformats.org/drawingml/2006/main">
            <a:off x="6705600" y="4752975"/>
            <a:ext cx="4876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코드 정보를</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선택하고 찾는 능력을 평가</a:t>
            </a:r>
          </a:p>
        </p:txBody>
      </p:sp>
      <p:sp>
        <p:nvSpPr>
          <p:cNvPr id="35" name="aclanthology.org/2024.tacl-1.9/">
            <a:extLst xmlns:a="http://schemas.openxmlformats.org/drawingml/2006/main">
              <a:ext uri="{FF2B5EF4-FFF2-40B4-BE49-F238E27FC236}">
                <a16:creationId xmlns:a16="http://schemas.microsoft.com/office/drawing/2014/main" id="{4F3B8C38-AC89-4F9C-AC52-D30D2C46FBFD}"/>
              </a:ext>
            </a:extLst>
          </p:cNvPr>
          <p:cNvSpPr>
            <a:spLocks xmlns:a="http://schemas.openxmlformats.org/drawingml/2006/main" noGrp="1"/>
          </p:cNvSpPr>
          <p:nvPr/>
        </p:nvSpPr>
        <p:spPr>
          <a:xfrm xmlns:a="http://schemas.openxmlformats.org/drawingml/2006/main">
            <a:off x="609600" y="5495925"/>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aclanthology.org/2024.tacl-1.9/</a:t>
            </a:r>
          </a:p>
        </p:txBody>
      </p:sp>
      <p:sp>
        <p:nvSpPr>
          <p:cNvPr id="36" name="arxiv.org/abs/2406.06025">
            <a:extLst xmlns:a="http://schemas.openxmlformats.org/drawingml/2006/main">
              <a:ext uri="{FF2B5EF4-FFF2-40B4-BE49-F238E27FC236}">
                <a16:creationId xmlns:a16="http://schemas.microsoft.com/office/drawing/2014/main" id="{BA98765A-AEDA-4527-B415-81103375F0A7}"/>
              </a:ext>
            </a:extLst>
          </p:cNvPr>
          <p:cNvSpPr>
            <a:spLocks xmlns:a="http://schemas.openxmlformats.org/drawingml/2006/main" noGrp="1"/>
          </p:cNvSpPr>
          <p:nvPr/>
        </p:nvSpPr>
        <p:spPr>
          <a:xfrm xmlns:a="http://schemas.openxmlformats.org/drawingml/2006/main">
            <a:off x="6705600" y="5495925"/>
            <a:ext cx="487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arxiv.org/abs/2406.06025</a:t>
            </a:r>
          </a:p>
        </p:txBody>
      </p:sp>
      <p:sp>
        <p:nvSpPr>
          <p:cNvPr id="37" name="Legacy module connection">
            <a:extLst xmlns:a="http://schemas.openxmlformats.org/drawingml/2006/main">
              <a:ext uri="{FF2B5EF4-FFF2-40B4-BE49-F238E27FC236}">
                <a16:creationId xmlns:a16="http://schemas.microsoft.com/office/drawing/2014/main" id="{731315C2-1889-4B92-9C4F-AC0A3C714D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884045"/>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필요한 상세 정보의 탐색 경로">
            <a:extLst xmlns:a="http://schemas.openxmlformats.org/drawingml/2006/main">
              <a:ext uri="{FF2B5EF4-FFF2-40B4-BE49-F238E27FC236}">
                <a16:creationId xmlns:a16="http://schemas.microsoft.com/office/drawing/2014/main" id="{ED1D0BCA-852B-4B2C-AFD0-BC6ECDDD0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32">
            <a:extLst xmlns:a="http://schemas.openxmlformats.org/drawingml/2006/main">
              <a:ext uri="{FF2B5EF4-FFF2-40B4-BE49-F238E27FC236}">
                <a16:creationId xmlns:a16="http://schemas.microsoft.com/office/drawing/2014/main" id="{42E774C7-DC32-4798-9096-F282710C11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필요한 상세 정보로 가는 길">
            <a:extLst xmlns:a="http://schemas.openxmlformats.org/drawingml/2006/main">
              <a:ext uri="{FF2B5EF4-FFF2-40B4-BE49-F238E27FC236}">
                <a16:creationId xmlns:a16="http://schemas.microsoft.com/office/drawing/2014/main" id="{F35088A0-7540-4BA7-960E-93A7F7335A0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F6D40F4D-EEB0-46A9-B367-BA0D03A4AA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16B853E4-123F-4162-AA3D-DBAE0091AC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AB3BBE1B-16FC-4E9E-83D8-9911AA0E24C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D3A36AA0-9F56-4B4A-B708-AAD654D1ABBB}"/>
              </a:ext>
            </a:extLst>
          </p:cNvPr>
          <p:cNvSpPr>
            <a:spLocks xmlns:a="http://schemas.openxmlformats.org/drawingml/2006/main" noGrp="1"/>
          </p:cNvSpPr>
          <p:nvPr/>
        </p:nvSpPr>
        <p:spPr>
          <a:xfrm xmlns:a="http://schemas.openxmlformats.org/drawingml/2006/main">
            <a:off x="609600" y="21145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9C8938E7-5B97-445E-9978-B20DE98F08A2}"/>
              </a:ext>
            </a:extLst>
          </p:cNvPr>
          <p:cNvSpPr>
            <a:spLocks xmlns:a="http://schemas.openxmlformats.org/drawingml/2006/main" noGrp="1"/>
          </p:cNvSpPr>
          <p:nvPr/>
        </p:nvSpPr>
        <p:spPr>
          <a:xfrm xmlns:a="http://schemas.openxmlformats.org/drawingml/2006/main">
            <a:off x="609600" y="3028950"/>
            <a:ext cx="295275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9" name="Task">
            <a:extLst xmlns:a="http://schemas.openxmlformats.org/drawingml/2006/main">
              <a:ext uri="{FF2B5EF4-FFF2-40B4-BE49-F238E27FC236}">
                <a16:creationId xmlns:a16="http://schemas.microsoft.com/office/drawing/2014/main" id="{B35EF6BF-0AA0-495E-BCD2-F446C79C671C}"/>
              </a:ext>
            </a:extLst>
          </p:cNvPr>
          <p:cNvSpPr>
            <a:spLocks xmlns:a="http://schemas.openxmlformats.org/drawingml/2006/main" noGrp="1"/>
          </p:cNvSpPr>
          <p:nvPr/>
        </p:nvSpPr>
        <p:spPr>
          <a:xfrm xmlns:a="http://schemas.openxmlformats.org/drawingml/2006/main">
            <a:off x="609600" y="32575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C0FD83E4-11F6-4062-9F7E-B92962EF011A}"/>
              </a:ext>
            </a:extLst>
          </p:cNvPr>
          <p:cNvSpPr>
            <a:spLocks xmlns:a="http://schemas.openxmlformats.org/drawingml/2006/main" noGrp="1"/>
          </p:cNvSpPr>
          <p:nvPr/>
        </p:nvSpPr>
        <p:spPr>
          <a:xfrm xmlns:a="http://schemas.openxmlformats.org/drawingml/2006/main">
            <a:off x="609600" y="39814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F4C11C7B-EE5A-42D1-B55E-E6941423069D}"/>
              </a:ext>
            </a:extLst>
          </p:cNvPr>
          <p:cNvSpPr>
            <a:spLocks xmlns:a="http://schemas.openxmlformats.org/drawingml/2006/main" noGrp="1"/>
          </p:cNvSpPr>
          <p:nvPr/>
        </p:nvSpPr>
        <p:spPr>
          <a:xfrm xmlns:a="http://schemas.openxmlformats.org/drawingml/2006/main">
            <a:off x="37528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5C1BCF0-0399-4F3D-844B-46A00992CEC5}"/>
              </a:ext>
            </a:extLst>
          </p:cNvPr>
          <p:cNvSpPr>
            <a:spLocks xmlns:a="http://schemas.openxmlformats.org/drawingml/2006/main" noGrp="1"/>
          </p:cNvSpPr>
          <p:nvPr/>
        </p:nvSpPr>
        <p:spPr>
          <a:xfrm xmlns:a="http://schemas.openxmlformats.org/drawingml/2006/main">
            <a:off x="4276725" y="3028950"/>
            <a:ext cx="320992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CEF38898-BAC8-4DAB-A3F5-4FE71EDC16FA}"/>
              </a:ext>
            </a:extLst>
          </p:cNvPr>
          <p:cNvSpPr>
            <a:spLocks xmlns:a="http://schemas.openxmlformats.org/drawingml/2006/main" noGrp="1"/>
          </p:cNvSpPr>
          <p:nvPr/>
        </p:nvSpPr>
        <p:spPr>
          <a:xfrm xmlns:a="http://schemas.openxmlformats.org/drawingml/2006/main">
            <a:off x="4276725" y="3257550"/>
            <a:ext cx="3209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54B3CA6C-DAFA-444F-94D0-A95096D522E0}"/>
              </a:ext>
            </a:extLst>
          </p:cNvPr>
          <p:cNvSpPr>
            <a:spLocks xmlns:a="http://schemas.openxmlformats.org/drawingml/2006/main" noGrp="1"/>
          </p:cNvSpPr>
          <p:nvPr/>
        </p:nvSpPr>
        <p:spPr>
          <a:xfrm xmlns:a="http://schemas.openxmlformats.org/drawingml/2006/main">
            <a:off x="4276725" y="3981450"/>
            <a:ext cx="32099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안내와</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70E0DB47-8FE5-4AA8-B529-344ECF645A83}"/>
              </a:ext>
            </a:extLst>
          </p:cNvPr>
          <p:cNvSpPr>
            <a:spLocks xmlns:a="http://schemas.openxmlformats.org/drawingml/2006/main" noGrp="1"/>
          </p:cNvSpPr>
          <p:nvPr/>
        </p:nvSpPr>
        <p:spPr>
          <a:xfrm xmlns:a="http://schemas.openxmlformats.org/drawingml/2006/main">
            <a:off x="76771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3C27AA14-7230-4D97-BF06-A274A4375FBE}"/>
              </a:ext>
            </a:extLst>
          </p:cNvPr>
          <p:cNvSpPr>
            <a:spLocks xmlns:a="http://schemas.openxmlformats.org/drawingml/2006/main" noGrp="1"/>
          </p:cNvSpPr>
          <p:nvPr/>
        </p:nvSpPr>
        <p:spPr>
          <a:xfrm xmlns:a="http://schemas.openxmlformats.org/drawingml/2006/main">
            <a:off x="8210550" y="3028950"/>
            <a:ext cx="33718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C5A3617E-A22C-487C-82E0-EA6DA380F145}"/>
              </a:ext>
            </a:extLst>
          </p:cNvPr>
          <p:cNvSpPr>
            <a:spLocks xmlns:a="http://schemas.openxmlformats.org/drawingml/2006/main" noGrp="1"/>
          </p:cNvSpPr>
          <p:nvPr/>
        </p:nvSpPr>
        <p:spPr>
          <a:xfrm xmlns:a="http://schemas.openxmlformats.org/drawingml/2006/main">
            <a:off x="8210550" y="325755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F7ED79C7-A178-4EDC-9CED-AAC55DB6081D}"/>
              </a:ext>
            </a:extLst>
          </p:cNvPr>
          <p:cNvSpPr>
            <a:spLocks xmlns:a="http://schemas.openxmlformats.org/drawingml/2006/main" noGrp="1"/>
          </p:cNvSpPr>
          <p:nvPr/>
        </p:nvSpPr>
        <p:spPr>
          <a:xfrm xmlns:a="http://schemas.openxmlformats.org/drawingml/2006/main">
            <a:off x="8210550" y="3981450"/>
            <a:ext cx="33718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질문에 필요한</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7EFA99A7-D540-438F-AB22-48829F4E7901}"/>
              </a:ext>
            </a:extLst>
          </p:cNvPr>
          <p:cNvSpPr>
            <a:spLocks xmlns:a="http://schemas.openxmlformats.org/drawingml/2006/main" noGrp="1"/>
          </p:cNvSpPr>
          <p:nvPr/>
        </p:nvSpPr>
        <p:spPr>
          <a:xfrm xmlns:a="http://schemas.openxmlformats.org/drawingml/2006/main">
            <a:off x="609600" y="52578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
        <p:nvSpPr>
          <p:cNvPr id="20" name="Legacy module connection">
            <a:extLst xmlns:a="http://schemas.openxmlformats.org/drawingml/2006/main">
              <a:ext uri="{FF2B5EF4-FFF2-40B4-BE49-F238E27FC236}">
                <a16:creationId xmlns:a16="http://schemas.microsoft.com/office/drawing/2014/main" id="{E5AE4D14-46E7-4DBB-AE0A-D80093025D0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74141013"/>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Core에 남길 기본 안내">
            <a:extLst xmlns:a="http://schemas.openxmlformats.org/drawingml/2006/main">
              <a:ext uri="{FF2B5EF4-FFF2-40B4-BE49-F238E27FC236}">
                <a16:creationId xmlns:a16="http://schemas.microsoft.com/office/drawing/2014/main" id="{97BA1F0F-B76B-4DDF-84A6-EAD1D9D55F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33">
            <a:extLst xmlns:a="http://schemas.openxmlformats.org/drawingml/2006/main">
              <a:ext uri="{FF2B5EF4-FFF2-40B4-BE49-F238E27FC236}">
                <a16:creationId xmlns:a16="http://schemas.microsoft.com/office/drawing/2014/main" id="{4E7CD343-61BF-40D4-A317-A88F06E2D7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Core Context에서 상세 정보로 가는 길">
            <a:extLst xmlns:a="http://schemas.openxmlformats.org/drawingml/2006/main">
              <a:ext uri="{FF2B5EF4-FFF2-40B4-BE49-F238E27FC236}">
                <a16:creationId xmlns:a16="http://schemas.microsoft.com/office/drawing/2014/main" id="{E0063A9C-63F2-4E44-B741-59F072774F2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46F74BE4-FEB6-4A2C-B52A-2FD026ED91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CB60E1AD-34FA-4F73-90C7-2045FA6BB40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6FACF84C-0942-44C0-88D1-AD21DFB6C6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F122B956-121F-4AC7-B8FB-4DBB19A63014}"/>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C42B9099-B76F-4D3B-816C-372DBF18F129}"/>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C68F63D8-A82B-4ABC-8A18-B2D2085B81A8}"/>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B3597B48-1CF1-4B01-8357-24C92BDB13CE}"/>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1DA9D5B0-D4EC-4C00-A942-BB5FEF3D6D57}"/>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2C1636F1-265A-4078-9C45-5F1D67732BC0}"/>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50AD9BA1-0201-4B53-AD4B-FFB6DDA1365E}"/>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A6C99BD9-1466-4805-97DA-DDD16325A783}"/>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EC2131A7-8F3B-4698-BF2E-7D17306DE3F7}"/>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A927D4F8-0DE9-43B3-8527-8A2F027C77E0}"/>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92F9A657-EB61-47D5-A820-EFA2A14DD7EC}"/>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EB75BE5E-CA61-4682-8E80-195F13D09577}"/>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F2CB77B8-E40D-4B27-9655-B82642201156}"/>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1BD1F611-D1E6-466E-9760-8E1CDD09BCBD}"/>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73C9974B-9865-427F-9302-B3435B5FE45A}"/>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5DDFFEB7-5E97-467B-9F79-83CB8930EDF6}"/>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
        <p:nvSpPr>
          <p:cNvPr id="23" name="Legacy module connection">
            <a:extLst xmlns:a="http://schemas.openxmlformats.org/drawingml/2006/main">
              <a:ext uri="{FF2B5EF4-FFF2-40B4-BE49-F238E27FC236}">
                <a16:creationId xmlns:a16="http://schemas.microsoft.com/office/drawing/2014/main" id="{C9F5B9A2-FDCE-4226-B5E8-27BEBFC8BE0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69487955"/>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7FFB6908-BD93-4A34-960E-FF8C3AE9B13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34">
            <a:extLst xmlns:a="http://schemas.openxmlformats.org/drawingml/2006/main">
              <a:ext uri="{FF2B5EF4-FFF2-40B4-BE49-F238E27FC236}">
                <a16:creationId xmlns:a16="http://schemas.microsoft.com/office/drawing/2014/main" id="{2F133BD7-5D12-49A5-9788-039764FC47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정보를 지우지 않고 위치를 나누기">
            <a:extLst xmlns:a="http://schemas.openxmlformats.org/drawingml/2006/main">
              <a:ext uri="{FF2B5EF4-FFF2-40B4-BE49-F238E27FC236}">
                <a16:creationId xmlns:a16="http://schemas.microsoft.com/office/drawing/2014/main" id="{67F1C686-F5DB-49D6-BA54-1F34CD41FF6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71B7D3DE-B7E0-4B39-8B97-D3C9A668919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E2A5EDF5-88B1-43A1-A84E-71696CA432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CA4C62C8-B29B-49FE-99B9-9CAC8BBF2E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CEBADCCC-BE1F-43AB-8E85-039CE3B6E979}"/>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EAF07577-C4DE-47BE-B6B3-5B7F903CAF57}"/>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3E6E2946-8AA1-4637-923B-5A68EAC9EBB7}"/>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407F20E3-7EE0-480C-BEB3-FAB23AA845DC}"/>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DEE2FDA1-8E3E-486E-ABF3-F374E3EFD1DD}"/>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995133C6-4990-4D2D-B3AD-6F058511F949}"/>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01D133AA-77DB-4B69-99C0-3F8FE089C257}"/>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8CAC04C8-2458-4186-BDD6-991C3F2D7BEE}"/>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AA612624-005A-4199-B161-2F684000D0E7}"/>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67D01B23-17BB-440E-900F-7A1D65637799}"/>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4E6ECC59-3556-40DC-8446-FC6CD3197845}"/>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488DD4F7-E91C-4DCF-8A77-A923324F6DA5}"/>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EED89525-2FEC-4317-8473-99AA38DADBD0}"/>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79296B97-BE6C-4D9D-B5E1-033022F5CB36}"/>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98E03DBA-7DB1-4E27-BF23-CBEFC09DCC90}"/>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0340CF34-E7DB-4C30-BC87-6D70A41E4B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2899548"/>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D34915D4-4994-4146-9572-7DBD836B11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35">
            <a:extLst xmlns:a="http://schemas.openxmlformats.org/drawingml/2006/main">
              <a:ext uri="{FF2B5EF4-FFF2-40B4-BE49-F238E27FC236}">
                <a16:creationId xmlns:a16="http://schemas.microsoft.com/office/drawing/2014/main" id="{9289E439-6C77-4D1B-AF85-78F4EBCCF3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서로 다른 두 Task가 무엇을 읽을까?">
            <a:extLst xmlns:a="http://schemas.openxmlformats.org/drawingml/2006/main">
              <a:ext uri="{FF2B5EF4-FFF2-40B4-BE49-F238E27FC236}">
                <a16:creationId xmlns:a16="http://schemas.microsoft.com/office/drawing/2014/main" id="{2181F4AA-2633-43C6-AA0A-1E31D08CE0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D398E9A9-5958-40B3-A77D-FDDA7D863C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CC5A0E3E-4788-4F8F-8839-840AA78FD88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7AEE6680-C761-472C-ADBD-80EF0A0003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D8B085C9-9B8E-494C-854A-56D3EDC32127}"/>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55DCA446-B909-489B-82EF-3B0EDC34546A}"/>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BE5D2F4C-8CFF-40BC-BA7F-BB79ACF24D63}"/>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2346D50A-07E5-430D-9326-FBA10C00DE58}"/>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49106BD8-F4CB-4EBA-BECC-F4F7764BD899}"/>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95E6AA53-79F8-44C4-BA91-F1288FBA8C5C}"/>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97F08C77-F837-4903-88CE-D18A6AD40A15}"/>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2DBAD492-E3E6-4A2D-8E82-C59069F25FA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21552077"/>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FC61C8E1-789D-4AE3-8950-A948FE9F72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36">
            <a:extLst xmlns:a="http://schemas.openxmlformats.org/drawingml/2006/main">
              <a:ext uri="{FF2B5EF4-FFF2-40B4-BE49-F238E27FC236}">
                <a16:creationId xmlns:a16="http://schemas.microsoft.com/office/drawing/2014/main" id="{F31B81E0-2571-4315-8EB0-21A2765654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Crop Task에서 관찰한 접근">
            <a:extLst xmlns:a="http://schemas.openxmlformats.org/drawingml/2006/main">
              <a:ext uri="{FF2B5EF4-FFF2-40B4-BE49-F238E27FC236}">
                <a16:creationId xmlns:a16="http://schemas.microsoft.com/office/drawing/2014/main" id="{BE3EB6C2-AB05-4FD1-9F39-E7EE404F2F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C20DC222-D4D3-4477-B361-0656C1EB7C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4AD1F100-F9F2-4C66-9565-E3816A1F95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C75DF490-E772-4DC9-AF0A-2E98348295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A058BC7E-4D35-4999-A131-383F3D015638}"/>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3CD5B8CE-BFB4-4C08-9F47-3320043EF1FE}"/>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C2111F43-79ED-44AB-B47D-30B425EEA144}"/>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56A9756B-DDDD-46D9-9BE5-D6BCEEC27E39}"/>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9C8B025B-A551-4279-80A4-B9C041F4E28A}"/>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E167B1E0-CA67-4CAD-8989-0A4A02C3171C}"/>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9F632811-89E2-4D4D-9324-03F0E4E1EB8D}"/>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E070D5F6-C8A1-4250-A636-B556DA198744}"/>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47244B37-4469-41D2-BD05-1B38624B47A9}"/>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0A0186C1-66B8-4D69-A6FB-007680998C47}"/>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5EC58D79-DF9F-4CF2-9F80-32C1A73B79A6}"/>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186E716D-2906-45E3-9A5F-35D8A2B888C6}"/>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BD4F88A7-6AB3-4888-A1FF-12498BF1929B}"/>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28649BAD-01B9-4EC5-9902-E087428E33FC}"/>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3410207F-2F5D-41CA-B4D9-09C4EB79D09E}"/>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8B79B3AF-4477-4758-A735-C163121B225F}"/>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A9228C9C-D6CD-4B60-98A2-2936618EBB74}"/>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5589F829-93D1-4A90-A204-7D44C7502BF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938555379"/>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E27BC0EB-41EA-4A11-A1F0-1A9BAD125A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37">
            <a:extLst xmlns:a="http://schemas.openxmlformats.org/drawingml/2006/main">
              <a:ext uri="{FF2B5EF4-FFF2-40B4-BE49-F238E27FC236}">
                <a16:creationId xmlns:a16="http://schemas.microsoft.com/office/drawing/2014/main" id="{2CA71DDB-3E35-4B39-B008-099E381BCD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Task별 접근은 달랐지만 완벽하지는 않다">
            <a:extLst xmlns:a="http://schemas.openxmlformats.org/drawingml/2006/main">
              <a:ext uri="{FF2B5EF4-FFF2-40B4-BE49-F238E27FC236}">
                <a16:creationId xmlns:a16="http://schemas.microsoft.com/office/drawing/2014/main" id="{14041ED5-4677-417E-89C7-C1F391242C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08429CDF-9556-4707-B79F-4F775BD1B40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D3C779BF-839E-4E9E-A92C-842C31B5E5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883CBB26-0E52-46A0-AFEA-F5413F05C09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6E1E3BAD-385F-40A5-9838-535744DF6E42}"/>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2FD4D465-FECE-45BF-8FA6-2A38405AB910}"/>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4EE28098-569E-499C-8724-452898950462}"/>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1068AF1F-ECB0-463A-B5C6-64133C7D4015}"/>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A60988C4-4C97-4F41-9696-2B34BBEEFEF9}"/>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FBD6FF5A-08CA-45BD-85DC-0F876D5CA437}"/>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E2B0E232-4A8F-4D6E-BF1C-53818D4A2EBA}"/>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59885998-0666-470C-A817-CBF5C8D660F5}"/>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A581AABD-3818-4921-8D20-65C922798E01}"/>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621DBA91-3F17-4236-880B-85FE58D39570}"/>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AB5B0F10-00F2-4D58-A4D7-0B49F34C7A62}"/>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45E52B07-080D-4061-9B31-A99FE464168E}"/>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9ED1218B-82D7-4EE0-88C9-07B4F1960D4A}"/>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9C4A92E0-2BC2-4F7D-AA43-3EC7ADE59864}"/>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AFB725F1-83CE-40E5-B9EB-3AA7C8189F19}"/>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4FDC4E7B-DE91-49FD-8AA4-6450ACD78E78}"/>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926D0740-4AFF-4FB1-989E-8F2072A1D341}"/>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50F0EA22-AE85-4A7C-9C58-7E5603239D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78244501"/>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8534AA3E-7569-4AC8-A046-E9BAB9EA1C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38">
            <a:extLst xmlns:a="http://schemas.openxmlformats.org/drawingml/2006/main">
              <a:ext uri="{FF2B5EF4-FFF2-40B4-BE49-F238E27FC236}">
                <a16:creationId xmlns:a16="http://schemas.microsoft.com/office/drawing/2014/main" id="{6B0F5DF9-614F-4633-9D9D-2CF263B204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지식은 정리됐지만 절차는 반복된다">
            <a:extLst xmlns:a="http://schemas.openxmlformats.org/drawingml/2006/main">
              <a:ext uri="{FF2B5EF4-FFF2-40B4-BE49-F238E27FC236}">
                <a16:creationId xmlns:a16="http://schemas.microsoft.com/office/drawing/2014/main" id="{24909B76-57DB-409F-AD05-B95279A9FF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22AE7219-76FB-4EB8-B890-D098961A71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81553BA3-29D3-414A-B394-69FD0434CF4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1F0367CA-8785-47E5-9D0D-618FBA0A5BD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586C497B-48EC-4239-A0F1-425118B74B40}"/>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E53E788A-D06E-4DEE-827F-838FD30A54CD}"/>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358F2DC4-BC6C-45FA-AE23-6F52707E9A59}"/>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55D950CB-AEE7-4413-AF6E-9C5493D12D4C}"/>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CBC9D03E-BFA6-454D-A73F-0B5FB2F7DD7F}"/>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085201DA-FEA7-4C0D-BD25-CB6F77776D37}"/>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A7F28304-C7C5-4754-A3E8-05571B1A226D}"/>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C866D4AD-BBEB-47CC-A5E1-6489DDE45D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47613239"/>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7468ED0C-E3B9-4572-B7C0-8F06FA99B96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39">
            <a:extLst xmlns:a="http://schemas.openxmlformats.org/drawingml/2006/main">
              <a:ext uri="{FF2B5EF4-FFF2-40B4-BE49-F238E27FC236}">
                <a16:creationId xmlns:a16="http://schemas.microsoft.com/office/drawing/2014/main" id="{38656CFA-6130-4CAB-A14D-1AAF5EACAC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서로 다른 Performance Task,&#10;반복되는 절차">
            <a:extLst xmlns:a="http://schemas.openxmlformats.org/drawingml/2006/main">
              <a:ext uri="{FF2B5EF4-FFF2-40B4-BE49-F238E27FC236}">
                <a16:creationId xmlns:a16="http://schemas.microsoft.com/office/drawing/2014/main" id="{A6D95A1B-66B8-4999-8281-CB3A88786E6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0A84A2FF-4A99-4447-BC9F-0E312777E40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E5CD959B-D494-4857-8266-446CC74CD30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1D67B546-57DF-435B-9C29-BFE25FBAAB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51F5DE06-264A-4A90-BCAA-CB82038958D3}"/>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A15DA7DD-98F4-4950-8D75-5D41725B806C}"/>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B5CA34A0-0F4E-4764-AEA4-7E5BBCF7611D}"/>
              </a:ext>
            </a:extLst>
          </p:cNvPr>
          <p:cNvPicPr>
            <a:picLocks xmlns:a="http://schemas.openxmlformats.org/drawingml/2006/main" noChangeAspect="1"/>
          </p:cNvPicPr>
          <p:nvPr/>
        </p:nvPicPr>
        <p:blipFill>
          <a:blip xmlns:r="http://schemas.openxmlformats.org/officeDocument/2006/relationships" xmlns:a="http://schemas.openxmlformats.org/drawingml/2006/main" r:embed="R4c78f3b5a4124766"/>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D0948ADF-08BF-46EB-A53F-1CEECB9AB135}"/>
              </a:ext>
            </a:extLst>
          </p:cNvPr>
          <p:cNvPicPr>
            <a:picLocks xmlns:a="http://schemas.openxmlformats.org/drawingml/2006/main" noChangeAspect="1"/>
          </p:cNvPicPr>
          <p:nvPr/>
        </p:nvPicPr>
        <p:blipFill>
          <a:blip xmlns:r="http://schemas.openxmlformats.org/officeDocument/2006/relationships" xmlns:a="http://schemas.openxmlformats.org/drawingml/2006/main" r:embed="R76201d0df4924316"/>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2B979242-35C3-4A46-8430-3D16E6CDCC03}"/>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A6580FCB-AADD-42C8-8CE4-C12ABCFB29AA}"/>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E09DB778-CD7C-404D-A9F3-1D49D3539C00}"/>
              </a:ext>
            </a:extLst>
          </p:cNvPr>
          <p:cNvPicPr>
            <a:picLocks xmlns:a="http://schemas.openxmlformats.org/drawingml/2006/main" noChangeAspect="1"/>
          </p:cNvPicPr>
          <p:nvPr/>
        </p:nvPicPr>
        <p:blipFill>
          <a:blip xmlns:r="http://schemas.openxmlformats.org/officeDocument/2006/relationships" xmlns:a="http://schemas.openxmlformats.org/drawingml/2006/main" r:embed="R16207d7bf4574e3c"/>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C54146A2-7B26-4F5E-ABE3-A25E8CF9DE37}"/>
              </a:ext>
            </a:extLst>
          </p:cNvPr>
          <p:cNvPicPr>
            <a:picLocks xmlns:a="http://schemas.openxmlformats.org/drawingml/2006/main" noChangeAspect="1"/>
          </p:cNvPicPr>
          <p:nvPr/>
        </p:nvPicPr>
        <p:blipFill>
          <a:blip xmlns:r="http://schemas.openxmlformats.org/officeDocument/2006/relationships" xmlns:a="http://schemas.openxmlformats.org/drawingml/2006/main" r:embed="R872df5679dd941c0"/>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B8EFB9F7-7BD4-4D15-8A81-BA1B8854D5CB}"/>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4C25B75A-5074-4BCD-B657-B8876C46CC49}"/>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63D55DB6-9D6C-4EE6-91DD-5FB8DC67DBE8}"/>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D4BA0D86-D48E-4D79-A3D6-1FF8DF13CB66}"/>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B88457AA-E6F4-4047-A014-E35F03363CBA}"/>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5824FE0F-2225-4E77-84DF-DA4F435B605D}"/>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7F9A39DF-6036-4F0E-9BAF-91D93A2751F5}"/>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8E71AB56-FEFC-436A-BAB4-8C776B3FF93D}"/>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6349382B-0EAB-4CF1-8849-E83F481F00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50114773"/>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21D1E2BD-E6A5-4159-BA18-933DD2ABFA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40">
            <a:extLst xmlns:a="http://schemas.openxmlformats.org/drawingml/2006/main">
              <a:ext uri="{FF2B5EF4-FFF2-40B4-BE49-F238E27FC236}">
                <a16:creationId xmlns:a16="http://schemas.microsoft.com/office/drawing/2014/main" id="{F6D8DE5C-FA72-4E39-815F-00ED769CB1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Project 사실과 작업 절차는 다르다">
            <a:extLst xmlns:a="http://schemas.openxmlformats.org/drawingml/2006/main">
              <a:ext uri="{FF2B5EF4-FFF2-40B4-BE49-F238E27FC236}">
                <a16:creationId xmlns:a16="http://schemas.microsoft.com/office/drawing/2014/main" id="{397DD5F0-ACB5-4B0A-803E-437B851D44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532F69A5-8793-4565-B414-D9A2CA0A51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76E2B1A4-1346-4966-A01A-664EA97C74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76146106-4480-47DC-88D9-A02703F789D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E2008FED-53A1-47AA-9B3E-2EBDB89921C2}"/>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14933FEC-67E7-4394-B4C3-0C245B78016C}"/>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74F4E7C2-2CDB-45B8-BD6C-ECAC06A11BBE}"/>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2AC5BB76-2288-4313-A96A-E12075A09214}"/>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CC691D66-9B18-456A-8D0E-65F73CF309C5}"/>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55F20BFC-CCFB-4344-B13A-6C07B7221CE2}"/>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92D46353-E0EA-4A60-B219-DFB82D3C89C7}"/>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4E1425FB-B904-40F8-9886-3C30D4D27980}"/>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0C1447C7-7CDD-4AAA-B8DD-48D98AA5D0D4}"/>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3E18D931-62B0-4B04-AE4C-574FBBD78D95}"/>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D6C523F5-6496-4B08-BFFB-11126DF4CEC4}"/>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C213D109-1297-451B-BC5D-84F25EB1273D}"/>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01A04FF9-B2CC-4EB2-80D4-D45B0F00F8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1334569"/>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54076AB7-B020-4B90-9E4F-3F68322A1A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41">
            <a:extLst xmlns:a="http://schemas.openxmlformats.org/drawingml/2006/main">
              <a:ext uri="{FF2B5EF4-FFF2-40B4-BE49-F238E27FC236}">
                <a16:creationId xmlns:a16="http://schemas.microsoft.com/office/drawing/2014/main" id="{79D0131D-5DCD-40CE-9862-F8F3F5357BA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Task, Context, Workflow의 역할">
            <a:extLst xmlns:a="http://schemas.openxmlformats.org/drawingml/2006/main">
              <a:ext uri="{FF2B5EF4-FFF2-40B4-BE49-F238E27FC236}">
                <a16:creationId xmlns:a16="http://schemas.microsoft.com/office/drawing/2014/main" id="{16920665-EBEB-4AD6-AA95-74B9348F9FE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6BD23974-040F-4BD7-BBB4-EAF5FFC4DDD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24D83F52-CFA9-49C2-BAB5-E34FD80EDF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0B1A6CFC-7F7A-4401-96BE-CD962C94F51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392B9D47-AEAD-4D0D-B447-7ADF40C595AA}"/>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41B18C69-2763-4A56-A4A2-65ABB2283D31}"/>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803299CA-28AD-4C19-ADAF-1780DAAE8D69}"/>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6B021EC2-1FDC-4F79-BCE1-17936DFDAAB2}"/>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73305BDF-2D8A-42B2-A751-31DC7AD211AA}"/>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6CA01419-5320-4633-943D-6C8114DA8A95}"/>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19BDC963-7F24-4AC7-9F92-EE01D11EDDDA}"/>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D905287D-6280-4345-9403-45B7DDA64B7B}"/>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0EB185EB-A9DE-4252-A775-7384C576E043}"/>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59753DC0-F1F7-425F-ADE1-34365101673A}"/>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0561EB8B-F88D-4A28-ACF0-FA7BFD30F1F7}"/>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C18FE392-DE76-4CF8-9CA1-3CB4339812D6}"/>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E6A121B0-26DA-45D0-A54A-962FA71169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43917277"/>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11311828-07D3-43EE-A92B-BE54959C3E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42">
            <a:extLst xmlns:a="http://schemas.openxmlformats.org/drawingml/2006/main">
              <a:ext uri="{FF2B5EF4-FFF2-40B4-BE49-F238E27FC236}">
                <a16:creationId xmlns:a16="http://schemas.microsoft.com/office/drawing/2014/main" id="{AC0EB699-5CCE-4DFF-BAB5-C6C4787502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반복 절차를 Skill로 옮길 수 있을까?">
            <a:extLst xmlns:a="http://schemas.openxmlformats.org/drawingml/2006/main">
              <a:ext uri="{FF2B5EF4-FFF2-40B4-BE49-F238E27FC236}">
                <a16:creationId xmlns:a16="http://schemas.microsoft.com/office/drawing/2014/main" id="{173A685F-2EC8-4B78-9BC1-230742595D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F208372F-A677-4EC5-B0E6-35F5D41D468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B90A27E7-2DEE-413F-8578-D5F878D9EA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55BAECA6-7D89-4165-B43C-47103C2AC1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B75CD863-803A-4758-BB2F-1D8012994E53}"/>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7F158CD2-B610-49A3-BA9C-E8E65927F5AE}"/>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E159DD75-0524-4525-B6A2-BADC7466DFCF}"/>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2CD330B6-E54D-42DD-A068-F6DEE5131618}"/>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A72FA199-7835-4F80-95A1-DF89EF64387C}"/>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88009360-F584-461B-A5F6-0E3394B71E88}"/>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784DEE7B-1E58-4833-BBFA-2FFC0207B72D}"/>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063EF509-26C7-456B-9892-49297F224CAA}"/>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F93B2110-A223-426A-A6A1-6AAC90672EF2}"/>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41D8EBFE-1023-458A-B874-BD8DFFA96346}"/>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73233716-38FF-4417-A73E-462AEAB109D6}"/>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4FF4DF45-785C-4867-9E47-39C8592216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20407406"/>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9AA4DB4F-FFAC-4DA2-BCEE-5278B417403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43">
            <a:extLst xmlns:a="http://schemas.openxmlformats.org/drawingml/2006/main">
              <a:ext uri="{FF2B5EF4-FFF2-40B4-BE49-F238E27FC236}">
                <a16:creationId xmlns:a16="http://schemas.microsoft.com/office/drawing/2014/main" id="{FDDCCD3E-26A9-4598-A77E-F147504B4C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Skill을 어떻게 발견하고 호출할까?">
            <a:extLst xmlns:a="http://schemas.openxmlformats.org/drawingml/2006/main">
              <a:ext uri="{FF2B5EF4-FFF2-40B4-BE49-F238E27FC236}">
                <a16:creationId xmlns:a16="http://schemas.microsoft.com/office/drawing/2014/main" id="{3A54938B-C436-4498-8882-8F59C94ACC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6127393D-8F9C-455A-9F3E-73528C01A8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B78AFB13-E5F9-414C-8352-730EA36607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B79220E9-456B-490B-8F78-085F17BEAB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EC44EA3E-5B1F-4A5F-8BE9-D3F8E9E1AE3D}"/>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FE07D268-BAAE-4D62-B8CD-809B91F1CBD4}"/>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031B8E3F-92C2-4444-A283-3E6BC4685ECC}"/>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D1257D67-2075-487A-9EA9-3C16969B9F18}"/>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42C5DECC-3058-49D3-A91D-2A2B581501BC}"/>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FCBA8375-6B35-4755-B1C6-0117DD6ACC24}"/>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91B4FC18-68BA-457B-9B81-90CCA39B2B40}"/>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6EAA4F64-880A-4A26-821E-C26BBE5494E1}"/>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E4AFF0D8-BB44-43D0-A0D2-07BD784A5EF8}"/>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3F43C157-0C78-4C2F-A1A0-61783D8EC2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8933361"/>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EA4EF241-8852-42EA-93D4-C41A2CE110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44">
            <a:extLst xmlns:a="http://schemas.openxmlformats.org/drawingml/2006/main">
              <a:ext uri="{FF2B5EF4-FFF2-40B4-BE49-F238E27FC236}">
                <a16:creationId xmlns:a16="http://schemas.microsoft.com/office/drawing/2014/main" id="{02C4B74F-83BE-451D-9175-648A1A29E1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절차의 책임이 Prompt에서&#10;Repository로 이동">
            <a:extLst xmlns:a="http://schemas.openxmlformats.org/drawingml/2006/main">
              <a:ext uri="{FF2B5EF4-FFF2-40B4-BE49-F238E27FC236}">
                <a16:creationId xmlns:a16="http://schemas.microsoft.com/office/drawing/2014/main" id="{8AF47668-D27D-41F7-BA47-ED2CE84F0E7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AF3BE7E1-BD80-40E7-A894-EE0643C0005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48A8AD47-E0A5-443E-A13D-8978FC6EAD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20F2B6F0-1607-42EF-88DE-430E06D2E0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BF0AA807-DFF7-490A-88EA-54A2687A289E}"/>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ACE1151E-10F6-4373-B44B-9CDCEE64B8D1}"/>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C04A39E2-5CC9-4D84-A958-8FDA23F74FE2}"/>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070413E7-4D26-4916-A481-56AF57C43364}"/>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A3C694CB-08AC-43F8-BC11-D0A6D9588874}"/>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B479729F-1163-40FF-A94C-19418CF3B122}"/>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326B1CED-0D39-4EC6-B01B-3C775FC85350}"/>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D3314E81-E8D0-476E-8CE4-7EF6B64BD9DF}"/>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F96D1C72-31F6-459D-9DC8-7F30C021A157}"/>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BBAFC0CB-82FA-4052-8B01-52C4FA61BD99}"/>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6C4DB7C9-0CC2-4E04-B5F5-13BDACED88D8}"/>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56E79AB3-551B-4B3E-9B1A-60C854AA24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95220381"/>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0C701942-DE53-46AF-93D2-6F8ED7477C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45">
            <a:extLst xmlns:a="http://schemas.openxmlformats.org/drawingml/2006/main">
              <a:ext uri="{FF2B5EF4-FFF2-40B4-BE49-F238E27FC236}">
                <a16:creationId xmlns:a16="http://schemas.microsoft.com/office/drawing/2014/main" id="{922482EF-7AD1-4CA4-B96B-C9AE3EE2CC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답을 담지 않는 Workflow">
            <a:extLst xmlns:a="http://schemas.openxmlformats.org/drawingml/2006/main">
              <a:ext uri="{FF2B5EF4-FFF2-40B4-BE49-F238E27FC236}">
                <a16:creationId xmlns:a16="http://schemas.microsoft.com/office/drawing/2014/main" id="{5479EB82-E695-469F-BA44-48E09AF9D2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4999F773-44D9-4515-BE2B-8F59753DF6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7424306C-8E4C-4E89-BF44-2F4D5429EA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3AAC42F5-9196-4059-A723-53902C54CE8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942135D5-BA53-41CD-97F0-7BCCD6A4C2CD}"/>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3C4F60E8-736D-4842-B2F8-3BD59B85FC1C}"/>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227B1354-5DCC-412F-92BF-A558A66AD41C}"/>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CDFFCE2B-B87B-43EA-8674-F273BAE8C68A}"/>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4E6BA0C1-A0AE-423A-A4AA-0FA7BC16A81A}"/>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B3D72DD3-67B9-47B4-97AE-9E1E17AD4060}"/>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F96214E7-5A80-420D-A86D-14B187B7BAB3}"/>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413EB0F9-71B8-458C-B708-DF5D551CA27D}"/>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826A7BF0-C952-41C7-AFF1-632044D15AB6}"/>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6238E7C7-ED50-4276-AF6E-EE4420F58E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564971665"/>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4E35D99F-AC48-4AAA-9A9F-CE2F96046B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46">
            <a:extLst xmlns:a="http://schemas.openxmlformats.org/drawingml/2006/main">
              <a:ext uri="{FF2B5EF4-FFF2-40B4-BE49-F238E27FC236}">
                <a16:creationId xmlns:a16="http://schemas.microsoft.com/office/drawing/2014/main" id="{9C9A94E0-0237-472E-9D42-19AD577F0C5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측정으로 후보를 고르다">
            <a:extLst xmlns:a="http://schemas.openxmlformats.org/drawingml/2006/main">
              <a:ext uri="{FF2B5EF4-FFF2-40B4-BE49-F238E27FC236}">
                <a16:creationId xmlns:a16="http://schemas.microsoft.com/office/drawing/2014/main" id="{D0E2079F-9E07-42DA-80AF-07ACDB32D9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10980AF6-1DC8-4B7B-A0E4-72866676864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35C6D161-7A83-448E-9B50-C318113EF8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12FECBB4-496F-491F-8654-8BF61E33FE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4BC4045B-B8EB-4A37-9CB5-C156F9E1EC7F}"/>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5901F56A-4350-4FAA-9248-AA6C285B69B9}"/>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5E33B8FC-BC5D-48E7-89A7-4C32363E9CF1}"/>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786B63BD-57E7-4E1D-A681-0330A5254B22}"/>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0F6B35A4-24DB-477B-B7BC-D61824A9B20B}"/>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BA97BE89-9171-4B50-9D78-EF37C7335B15}"/>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285661CE-EADF-40A3-8EDA-97388E245174}"/>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C9A00E81-53B1-41F3-86AA-EAB10A8B98AC}"/>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9695D954-C4A4-48A3-93E0-33D62E388E92}"/>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FD7C4657-A12E-40AF-B487-0CF8B5D89661}"/>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BB4EB04C-B77F-4856-8E9E-E8EA868C53F5}"/>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FAA3988B-870A-4321-9278-7FC56FA08EAC}"/>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44D063EC-CFC4-426A-B98A-51C594A66E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257166214"/>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195720F3-1E69-4E64-BF6D-44EA6E9B84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47">
            <a:extLst xmlns:a="http://schemas.openxmlformats.org/drawingml/2006/main">
              <a:ext uri="{FF2B5EF4-FFF2-40B4-BE49-F238E27FC236}">
                <a16:creationId xmlns:a16="http://schemas.microsoft.com/office/drawing/2014/main" id="{5104A88E-3AB5-4868-AF05-81F8C9B68C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Working Harness Success">
            <a:extLst xmlns:a="http://schemas.openxmlformats.org/drawingml/2006/main">
              <a:ext uri="{FF2B5EF4-FFF2-40B4-BE49-F238E27FC236}">
                <a16:creationId xmlns:a16="http://schemas.microsoft.com/office/drawing/2014/main" id="{BE593603-8E51-4348-829A-33BDF9EC249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4F8E7CB7-4A85-4613-B33B-B499F3D6BA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E3886A7B-E8BA-4D4C-A086-C4710D9DA2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B3DA9396-BB57-4208-89C8-5E14C23E63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2431661C-DF1F-4429-B2F8-84D7D03CF626}"/>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7B99C2B5-2A22-4029-B27E-DA9D621B0F79}"/>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B47422AA-29E1-401F-B8CE-13DE9EA19CAE}"/>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2018C5D8-7610-45A0-A6B5-AAF7FDBAC2EA}"/>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15959d096c414d69"/>
          </a:graphicData>
        </a:graphic>
      </p:graphicFrame>
      <p:sp>
        <p:nvSpPr>
          <p:cNvPr id="11" name="">
            <a:extLst xmlns:a="http://schemas.openxmlformats.org/drawingml/2006/main">
              <a:ext uri="{FF2B5EF4-FFF2-40B4-BE49-F238E27FC236}">
                <a16:creationId xmlns:a16="http://schemas.microsoft.com/office/drawing/2014/main" id="{2286E040-392D-4779-9C86-47A904C4ADF3}"/>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DEBB25C9-EC9D-4BB2-811F-0A9FED855D2A}"/>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4A045A2D-F618-4575-83E5-44BB5E54C021}"/>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5A478637-4785-4CE2-8678-480B8C1967D5}"/>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001C7594-EA0C-4083-9E39-D7D7E29B8FC5}"/>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70CA4482-A904-4B8B-A9DF-6B8F0576C87F}"/>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ADDA1A9C-AF7B-4878-BE63-E05B5B83AF2D}"/>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C05F01C0-9F43-46CA-8D63-1927095134E0}"/>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4E282EB2-188B-44D5-BD97-B011A8906024}"/>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1B12E80C-A208-4C35-8860-64E8839718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376447231"/>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4A069E06-908F-487D-95EE-E69C4F484CB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48">
            <a:extLst xmlns:a="http://schemas.openxmlformats.org/drawingml/2006/main">
              <a:ext uri="{FF2B5EF4-FFF2-40B4-BE49-F238E27FC236}">
                <a16:creationId xmlns:a16="http://schemas.microsoft.com/office/drawing/2014/main" id="{030BF322-563D-4293-9852-4E4FAD76BD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이 작업에 Subagent가 필요했을까?">
            <a:extLst xmlns:a="http://schemas.openxmlformats.org/drawingml/2006/main">
              <a:ext uri="{FF2B5EF4-FFF2-40B4-BE49-F238E27FC236}">
                <a16:creationId xmlns:a16="http://schemas.microsoft.com/office/drawing/2014/main" id="{A91C0000-36AC-4275-902F-3E0FA23244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B04EB582-27D7-4D8E-A36B-99564D8154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4F5E1CA8-1CB5-47E4-A163-8B86E137FF2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0CA92FF1-85B4-4AAE-951C-D89F32FF4FE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20464E4D-3EC4-4DCC-9E6C-D09C953D6260}"/>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BC91124F-7EF8-461B-9368-59F9B531CA14}"/>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FC3E2138-D497-4D40-BF2A-C1CF90C8A11C}"/>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A4E3B7B5-42A2-44C5-8894-B039A71A6EE8}"/>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6990A10-02A4-4A3B-83D0-3A489CD66D9B}"/>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9D4E9AAE-34A6-4939-A3C2-C69A32B1E0E9}"/>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9FF93E8D-7566-4869-9F1C-287DAD5A9277}"/>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A25FDC1D-34A7-4F38-B23E-C5FD652C7F79}"/>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4503BFB-7B11-4A8D-82DE-D8BE67ED8BAA}"/>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B349440C-F6B2-4C83-8952-D2EC7AB16BF6}"/>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CE2675A0-1663-45EB-95AC-8FA95DA8F77D}"/>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66FF8CEE-5666-4546-85D0-7F8DF536EB9D}"/>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05171632-8537-4DEA-82D3-C970DF91E399}"/>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D8302BA4-8E82-4939-9CEA-28D6350A7FE3}"/>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DBEBF2AB-B04D-4320-B756-2E61D713FA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78702723"/>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C012B3D3-1959-4571-8393-73E176D4798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49">
            <a:extLst xmlns:a="http://schemas.openxmlformats.org/drawingml/2006/main">
              <a:ext uri="{FF2B5EF4-FFF2-40B4-BE49-F238E27FC236}">
                <a16:creationId xmlns:a16="http://schemas.microsoft.com/office/drawing/2014/main" id="{9743F216-5953-474F-8DAA-C9071E87CE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Subagent를 고려할 조건">
            <a:extLst xmlns:a="http://schemas.openxmlformats.org/drawingml/2006/main">
              <a:ext uri="{FF2B5EF4-FFF2-40B4-BE49-F238E27FC236}">
                <a16:creationId xmlns:a16="http://schemas.microsoft.com/office/drawing/2014/main" id="{993E020D-7AD9-4AA5-9D37-04200AB10D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BD952A54-987F-4307-B93B-ED7DA2DB8D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8F5D863C-100C-435C-8BAA-337174F686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B128FF8A-0297-4EAD-9FA4-312A8C9F250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D17C5422-CE6F-4ABE-8F54-42B086C65B7C}"/>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306085B6-03AF-4332-A43C-24BAFAEC1C17}"/>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3B10D97B-037E-428B-A83F-0A6CE3BD5BC1}"/>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F94DE920-7D4B-4D83-BD15-2B04265532B9}"/>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0BB1DBE0-146B-4F56-BE46-45E2A8C65D6A}"/>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B5B56252-CC7F-4D79-9BF5-FF45E33A2448}"/>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522CA499-5882-4FA4-A5F2-7D9D5BF7FD1C}"/>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7917CB4E-54D8-476E-A2A0-5698587BABFE}"/>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24F4E7F4-1A95-489D-8BD9-134F82DB88CB}"/>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50F54C72-9669-4A57-93C0-316994E2C662}"/>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BC454818-0F96-478C-B264-A4FAAB140A94}"/>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E7242292-F1A7-4136-A381-CB04360E3B99}"/>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EC74AF06-EC3B-48C5-82AC-0490F500CF80}"/>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346E4CAC-403F-403A-80C4-3222CBF45F2D}"/>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B77C1DE3-65E9-450B-ACD1-FCF0C871E0B6}"/>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A7790230-CC5D-403F-812A-7F4F82DA9E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6176142"/>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8CD5CA84-4BF1-440A-81B4-131B3D837F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50">
            <a:extLst xmlns:a="http://schemas.openxmlformats.org/drawingml/2006/main">
              <a:ext uri="{FF2B5EF4-FFF2-40B4-BE49-F238E27FC236}">
                <a16:creationId xmlns:a16="http://schemas.microsoft.com/office/drawing/2014/main" id="{20431619-72B0-42E9-A438-DB99E3090B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무엇이 다시 찾기 어려운 지식인가?">
            <a:extLst xmlns:a="http://schemas.openxmlformats.org/drawingml/2006/main">
              <a:ext uri="{FF2B5EF4-FFF2-40B4-BE49-F238E27FC236}">
                <a16:creationId xmlns:a16="http://schemas.microsoft.com/office/drawing/2014/main" id="{417FD76B-DF13-45D1-B430-70252F6E4F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DBC6C6F2-2ABD-4877-A496-A0738DAFB1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E2473296-E9FF-4959-BCF2-578F5B207F4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EB1F9E9A-E215-4677-8753-770D565AF4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8A1C0F71-CE5D-47E9-9470-F9C83E24A257}"/>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D2121F75-FB11-4F65-92D6-7F606CAFE80A}"/>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D67C589B-789D-4A49-AE1A-C0DC2796D169}"/>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3C54DEC8-720E-458A-9FFC-71F04D8DB86A}"/>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419068B6-8728-4298-A004-9E63F5C885B9}"/>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0D7FB34D-3E8A-47D8-B11A-E2F1485CAB21}"/>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D34A9FBA-20CE-44D2-B226-5F77044350EB}"/>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A661F952-B1A3-4D02-9555-E8C4D9DFF12D}"/>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23BA2B12-0C56-47DD-A3C9-693C62EA6CBB}"/>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5B39137D-5EE1-429B-B49D-A300DD6E6115}"/>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BA0CDA67-D488-4E34-8796-5853A122B64D}"/>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E683007F-2FBD-4786-ACDA-E2A4C58B8787}"/>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785B19F6-326D-49A8-A832-1F3D3700699C}"/>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DAF9A7DF-62E0-4F02-ADA8-B0EFB3753C55}"/>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DCEC6D77-6031-4305-91A9-90363BEB740B}"/>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E795E447-0E95-4469-AFC6-92A8E5983CE8}"/>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AE41A250-7BE1-46E1-901C-146876F9F180}"/>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4AE1CB75-BDB4-4E95-B45F-7916197D09E3}"/>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3B88A625-50D0-4A2D-AAB8-ADCA28D220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9728449"/>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8E3897E3-67F7-42D7-BAA4-740D5AD0CA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51">
            <a:extLst xmlns:a="http://schemas.openxmlformats.org/drawingml/2006/main">
              <a:ext uri="{FF2B5EF4-FFF2-40B4-BE49-F238E27FC236}">
                <a16:creationId xmlns:a16="http://schemas.microsoft.com/office/drawing/2014/main" id="{4D02FA42-18FD-44A8-AD3A-DE94BAF70A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Memory는 재발견 비용으로 판단">
            <a:extLst xmlns:a="http://schemas.openxmlformats.org/drawingml/2006/main">
              <a:ext uri="{FF2B5EF4-FFF2-40B4-BE49-F238E27FC236}">
                <a16:creationId xmlns:a16="http://schemas.microsoft.com/office/drawing/2014/main" id="{5A5B2740-E01B-402B-99E9-944D5393981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D6D3BF24-7F79-4F51-836C-FEF6CFAD978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6F127DBA-3B18-4E68-8102-DA8B720C2B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47A45CE8-BF9B-47AC-927E-B034617C777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5A8561A9-2947-4DF6-8C3E-35232A558236}"/>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9DC7E54A-E2CA-4E52-9D10-484D2CB1152F}"/>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056086F4-B91D-4353-8507-C61D0E801D70}"/>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14AF035F-B7D5-4FE8-BAC0-D3F43E8A66C0}"/>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FA22B458-9726-43D2-82DE-2C68D68F07F3}"/>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3D3BF8BF-49FE-4238-958F-A08631EE495D}"/>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457BC2EE-7023-4651-B42A-CC04775CAE4B}"/>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90F1F1C0-1E13-449E-B5EC-4C424CF76A4E}"/>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E76C8CBE-E2C2-4870-B644-18DB72D1A2CF}"/>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1D7B3D97-54AB-40F2-B4D0-80154E578A37}"/>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28366A22-7630-4DC3-9B2D-D988256E62C6}"/>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BE408DE0-E25D-4935-9D2E-A6C42AE74712}"/>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6CD52639-7520-4781-9463-CB7E6AFAC65C}"/>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9E018569-43B9-45D1-ABFD-F472C0550561}"/>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121AC8C1-325B-42E0-BED5-D43B1B2B151C}"/>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78E18A44-708C-402F-9A3C-5802D95F4469}"/>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3B0CFB09-5353-47C7-AB4B-298696ADC93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99380272"/>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264990AC-F6E7-4E38-8F4B-870DCE739C5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52">
            <a:extLst xmlns:a="http://schemas.openxmlformats.org/drawingml/2006/main">
              <a:ext uri="{FF2B5EF4-FFF2-40B4-BE49-F238E27FC236}">
                <a16:creationId xmlns:a16="http://schemas.microsoft.com/office/drawing/2014/main" id="{A28CAE38-B6D6-4BAC-A36B-FAE810248C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Minimum Effective Harness">
            <a:extLst xmlns:a="http://schemas.openxmlformats.org/drawingml/2006/main">
              <a:ext uri="{FF2B5EF4-FFF2-40B4-BE49-F238E27FC236}">
                <a16:creationId xmlns:a16="http://schemas.microsoft.com/office/drawing/2014/main" id="{2F6BDCE0-8E7B-4E0C-8860-2761C97979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2CAB291A-7AF5-44D2-B8D0-5D7819BBEA5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676E8A78-4C39-494D-88DA-B0E5316484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C317213C-0DCC-437D-B6D6-73DD50EFFF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27D85D86-9BF1-4538-9E45-EC4869F5A104}"/>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8439C62E-A100-4227-AB54-B2544ABDF718}"/>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05DC0C88-F984-4D93-A6D1-46D0627A9001}"/>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67527096-F98F-4733-BB2A-3C0FB92A512A}"/>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8C7C7693-8850-4806-A0C2-03BEEBCD07A1}"/>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40E410CC-2A00-45FC-A610-ED5079AC5CC0}"/>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475FE248-EA33-424A-987F-8359E0AAF5A4}"/>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114C2237-B67E-41E4-84A7-A2EDD6A029B6}"/>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ABA4BF74-1EE4-445C-9089-C8194CD2313C}"/>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1477C40C-AC3C-4CDA-BAAE-1960492EC75A}"/>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FE9F79AD-AE3B-4712-B0FA-6100595B03E2}"/>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354F97F9-0404-4DFE-BFDB-F93BCACFD72D}"/>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661ACF68-23AD-4300-9019-5BC61FCBA0BE}"/>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182A92D9-EC9B-4438-895A-1EE9DEC4DBE5}"/>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B94EC5FA-BE01-49A8-9A1C-802321C7E65F}"/>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5AAECD96-EB6E-4581-9344-8148387BEE4E}"/>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CB4A1429-FDC5-46D1-A172-6FF22A3421DD}"/>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C654704F-AA5F-4A51-9BE4-604346396B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53481492"/>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64D1805F-91EA-4148-8DDD-6896D76172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53">
            <a:extLst xmlns:a="http://schemas.openxmlformats.org/drawingml/2006/main">
              <a:ext uri="{FF2B5EF4-FFF2-40B4-BE49-F238E27FC236}">
                <a16:creationId xmlns:a16="http://schemas.microsoft.com/office/drawing/2014/main" id="{53FF57E7-28A4-4445-B5F0-F895DD4CA5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Harness는 작업 환경 설계다">
            <a:extLst xmlns:a="http://schemas.openxmlformats.org/drawingml/2006/main">
              <a:ext uri="{FF2B5EF4-FFF2-40B4-BE49-F238E27FC236}">
                <a16:creationId xmlns:a16="http://schemas.microsoft.com/office/drawing/2014/main" id="{5DF5B770-DE34-4F9D-BEFF-FDD8601CCB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107CAD19-9689-41E9-89AF-32F85B7A23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D03A364F-3085-4C02-B6F6-F18843013B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483D0AF0-7E6E-42B6-A5B3-9145BD169AF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3A7A6951-22D9-4B71-A2D6-F492144E1686}"/>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B628AAC2-13BC-4C15-899E-CC6353A60463}"/>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BA2B194D-49C4-4B35-A8B4-F901E60BF7B7}"/>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7BC6982F-72D0-4D3E-A74F-B553B848E207}"/>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2D38573E-C8AC-4259-A9D6-6F32A3F137FA}"/>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F43CE923-9705-45F1-B074-813B1DA1E421}"/>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518A2A2-5CB8-4135-9B9F-C91DD5FF67B8}"/>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612D68F-20C7-4D78-B7D3-162FECBC6A56}"/>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3C75B20C-F549-4D1F-AF3C-D00254999699}"/>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C2E4ABF4-7155-454A-BCA6-8EEE98BB5969}"/>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647BEF7A-B636-4EF1-8B6F-796CA5A77D28}"/>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C2DD3693-7353-4F8F-BF97-76A51F3C6C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93475636"/>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296F9D5A-D376-46F5-97E8-42D6AF1AEA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54">
            <a:extLst xmlns:a="http://schemas.openxmlformats.org/drawingml/2006/main">
              <a:ext uri="{FF2B5EF4-FFF2-40B4-BE49-F238E27FC236}">
                <a16:creationId xmlns:a16="http://schemas.microsoft.com/office/drawing/2014/main" id="{C9979E86-C852-4E82-BF61-25D2F2C8FB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Repository 밖의 환경도 결과에 영향을 준다">
            <a:extLst xmlns:a="http://schemas.openxmlformats.org/drawingml/2006/main">
              <a:ext uri="{FF2B5EF4-FFF2-40B4-BE49-F238E27FC236}">
                <a16:creationId xmlns:a16="http://schemas.microsoft.com/office/drawing/2014/main" id="{75D181E2-A399-49F2-AD79-08BDFD3D449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A5CED2CE-D63E-45A1-B692-BAE6E36617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F00D24B-B42A-41DA-9E01-F746FAF48CD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6B1DAAE1-48F1-4575-8690-25BCD0BC4D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799A0CAE-1F86-4C92-B17A-4492899850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376D79F0-10E6-4F27-B54E-2EDBA533E53F}"/>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CD806918-55BA-4D86-AF1D-24D6C6685FC1}"/>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D2C9DE94-0B0E-43DB-9C0F-40FA57EC19FB}"/>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9379E3AB-A9AD-4A20-90B6-C7AC168C800F}"/>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1B4EECB4-4A7E-43FD-9E62-D89CF605AC48}"/>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5481FA8C-4CF3-4C34-AC40-DAF80F668134}"/>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CA790492-9947-4E34-8F62-3B20DCB51469}"/>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722FAD22-DB6A-45F6-8086-09565464D4E6}"/>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6D14C3AC-6B6D-4DFC-B3F0-1FD618608D08}"/>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A7C7B9A5-3BB3-46B8-A4B8-0CA52DCD2AAE}"/>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ADFB5F6E-373E-475B-A7DB-0DC20139CF87}"/>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7D400E26-D819-447B-B833-123F32965A8B}"/>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1BC00710-C0E4-4052-9D9C-C53A6B53E33A}"/>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4A0070AE-D485-4A0B-81C8-650DE0C4F437}"/>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D18E78F4-6295-46C7-8454-6EE050CCF4F8}"/>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D62BAB63-80E1-42CF-87C8-0449E5B2E7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144681471"/>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4BA527DA-CD4B-4C4A-A755-4D018A9315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55">
            <a:extLst xmlns:a="http://schemas.openxmlformats.org/drawingml/2006/main">
              <a:ext uri="{FF2B5EF4-FFF2-40B4-BE49-F238E27FC236}">
                <a16:creationId xmlns:a16="http://schemas.microsoft.com/office/drawing/2014/main" id="{961A0468-6364-4935-852E-35632D3386E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Engineering Pattern은 C++에도 전이된다">
            <a:extLst xmlns:a="http://schemas.openxmlformats.org/drawingml/2006/main">
              <a:ext uri="{FF2B5EF4-FFF2-40B4-BE49-F238E27FC236}">
                <a16:creationId xmlns:a16="http://schemas.microsoft.com/office/drawing/2014/main" id="{60A58748-74A7-421C-A904-1B5E0340FB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EC845EE9-8E77-43C4-9A68-911521C538E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12FA3181-6D79-4C74-96B0-E1BCA17D13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6D5A4D46-AE9E-42D5-AAFE-DA140EF6CB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6EB9C42A-4CA8-4E3E-A118-3CB6E5DCE7DD}"/>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EDC9DC08-3D7A-4518-9FF6-0F2DFE8234AB}"/>
              </a:ext>
            </a:extLst>
          </p:cNvPr>
          <p:cNvPicPr>
            <a:picLocks xmlns:a="http://schemas.openxmlformats.org/drawingml/2006/main" noChangeAspect="1"/>
          </p:cNvPicPr>
          <p:nvPr/>
        </p:nvPicPr>
        <p:blipFill>
          <a:blip xmlns:r="http://schemas.openxmlformats.org/officeDocument/2006/relationships" xmlns:a="http://schemas.openxmlformats.org/drawingml/2006/main" r:embed="R511adc7dbd5e4ab7"/>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A1F02D26-9EFD-47D1-8940-DF27CF704779}"/>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B582FA97-710F-4461-83A1-F5B25A22E978}"/>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B371E697-0235-48D8-8663-E50F05130F7D}"/>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40653C5C-C693-45D0-AF0B-849B2D831DDF}"/>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3F3329B0-F842-45D8-9DFB-785DD8C1B69C}"/>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BFBE1AA6-70E5-4710-B3A4-B4342D031194}"/>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CFBB3225-F85A-4E64-AA1F-8BC94187D7DC}"/>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DBE78153-8400-4877-87FC-638DDEDD478C}"/>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DE01880D-F231-489C-AA55-AE1FD1EEC99F}"/>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56A766F3-B77F-4E76-A265-747ACE0DB00C}"/>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7BF24A3F-5753-49CD-908D-17F97912E825}"/>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17EF9CD1-E8C8-4C75-AA32-956F89942553}"/>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F71BBC75-7B9B-4CBA-A5A4-043AFD083403}"/>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79AAE34E-8570-4D59-8C10-35066264B9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86380178"/>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F0C3EB2D-F239-4AF2-A867-CABFD361195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56">
            <a:extLst xmlns:a="http://schemas.openxmlformats.org/drawingml/2006/main">
              <a:ext uri="{FF2B5EF4-FFF2-40B4-BE49-F238E27FC236}">
                <a16:creationId xmlns:a16="http://schemas.microsoft.com/office/drawing/2014/main" id="{64373156-925C-406E-8464-8F779CAFEE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필요한 구조부터 질문하기">
            <a:extLst xmlns:a="http://schemas.openxmlformats.org/drawingml/2006/main">
              <a:ext uri="{FF2B5EF4-FFF2-40B4-BE49-F238E27FC236}">
                <a16:creationId xmlns:a16="http://schemas.microsoft.com/office/drawing/2014/main" id="{1B43DB77-6764-4680-B3EE-E627D41E3E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58651413-2317-495E-A2FF-554EAA1719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5C462223-6314-40AA-BA92-318C2742DC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2C6B4379-AD93-486E-910C-B316B0A5DA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B30D00A6-C041-486D-A58D-E3648E1583E2}"/>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42FAFF91-6F45-4F7A-B011-E4A9B7235989}"/>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3F1E9EEA-E422-4760-83B1-C215F343FAAE}"/>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192C7366-D7F4-4F1F-8393-C95E895AD859}"/>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A3C7CD7C-3E9E-472B-BD21-41AA705F9D87}"/>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07C9674F-764D-47D7-9801-5D5A3DD64C4E}"/>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530024A2-6F9A-48E6-86C7-37AAE15F5327}"/>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93D51B97-D609-4D8A-B837-FDEB6A4C8A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97246132"/>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3F7C493C-AE3D-4C29-97EB-39FDE88B0D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57">
            <a:extLst xmlns:a="http://schemas.openxmlformats.org/drawingml/2006/main">
              <a:ext uri="{FF2B5EF4-FFF2-40B4-BE49-F238E27FC236}">
                <a16:creationId xmlns:a16="http://schemas.microsoft.com/office/drawing/2014/main" id="{7A5F8FF4-C371-43F4-B05D-21B2E627A5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여기까지는 잘 동작했다">
            <a:extLst xmlns:a="http://schemas.openxmlformats.org/drawingml/2006/main">
              <a:ext uri="{FF2B5EF4-FFF2-40B4-BE49-F238E27FC236}">
                <a16:creationId xmlns:a16="http://schemas.microsoft.com/office/drawing/2014/main" id="{2145394A-3CD9-41E6-A595-6CD6068F63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C49DDF0B-50BE-4000-A486-0317B9BA51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E3F00A80-2568-4B5E-A11B-05AB0FFE4F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D47E52D5-61E5-47D0-812D-6A4722A8FC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CEE4D8AB-23B1-4BE9-B47D-5F4991A28534}"/>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BD29D7B1-A203-4239-9CBD-4ED7633ECE4C}"/>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36BBE1E4-832C-44A6-BCBC-0526F8EB8C12}"/>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0FA4EB4C-AA00-4D21-9674-96E5AD3792CE}"/>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2FB3AEA1-DFA3-4717-861B-364EA1CB868A}"/>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2616CB13-5268-4682-9A9A-D913E556B1BA}"/>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DA8E8F90-7660-4B2C-9D8F-F1097BAB976E}"/>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1EC22D65-99EC-4FFB-AE96-243C96F4B7BA}"/>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7347E626-E641-4849-80C9-647323230EC0}"/>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88A20AFF-2586-4D08-98E6-13336AF35C80}"/>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8B6A632E-A889-4B57-8345-28E2577C3A6D}"/>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B2306DCE-5B45-4E31-974B-087CDDC1150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17191721"/>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87C822A0-7F96-46B8-9B53-E90F728378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8">
            <a:extLst xmlns:a="http://schemas.openxmlformats.org/drawingml/2006/main">
              <a:ext uri="{FF2B5EF4-FFF2-40B4-BE49-F238E27FC236}">
                <a16:creationId xmlns:a16="http://schemas.microsoft.com/office/drawing/2014/main" id="{14BFE063-ACE1-48F3-8536-6C6E6918D0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개념 사례: Project와 Workflow는 현재 맞다">
            <a:extLst xmlns:a="http://schemas.openxmlformats.org/drawingml/2006/main">
              <a:ext uri="{FF2B5EF4-FFF2-40B4-BE49-F238E27FC236}">
                <a16:creationId xmlns:a16="http://schemas.microsoft.com/office/drawing/2014/main" id="{559D9B19-EF0F-4507-BE72-6DA423D859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BA47D9CF-3CAB-4C95-83FF-636CCB1385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DC02B69D-A078-459E-AAC8-557267DF94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6EE22FD1-26D6-478F-A377-9BE4AD5FDD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83134B7D-4F78-4468-8EDF-75E550098CDB}"/>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EB95B9EA-98F5-4F1B-A288-51E0DFE8E7FD}"/>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DF97AD87-B2C1-4AE3-97ED-F489AE333A82}"/>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158DE876-00D3-4B95-9EAC-E6B67D63DD17}"/>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031AB349-EE54-4F94-9E2B-348C7FF274D6}"/>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9E6D9B04-62AD-4990-8365-A857FAE65867}"/>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B009E916-6AB5-43C3-B984-F1D433619224}"/>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DC51F307-5CA2-40B6-8F7C-96DA31640818}"/>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94B0B87E-7E2F-491A-B155-2E895A5BC7DC}"/>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31BEA6FC-ADE8-4CB8-8067-55EB3135DE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93684736"/>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4B8E9201-ADB2-4201-B74F-33B5D868B48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9">
            <a:extLst xmlns:a="http://schemas.openxmlformats.org/drawingml/2006/main">
              <a:ext uri="{FF2B5EF4-FFF2-40B4-BE49-F238E27FC236}">
                <a16:creationId xmlns:a16="http://schemas.microsoft.com/office/drawing/2014/main" id="{2D743B6D-5C6C-4BD3-B5ED-BA988BD9076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Project는 바뀌고 Workflow는 남았다">
            <a:extLst xmlns:a="http://schemas.openxmlformats.org/drawingml/2006/main">
              <a:ext uri="{FF2B5EF4-FFF2-40B4-BE49-F238E27FC236}">
                <a16:creationId xmlns:a16="http://schemas.microsoft.com/office/drawing/2014/main" id="{3144C53A-E042-4302-AE71-4136F328EA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EF9977F5-20D0-4E27-BEEE-D84677065122}"/>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E3202841-10BF-4255-BC20-A8CA1FEAB750}"/>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BF6D60D3-35FC-44BE-B197-9C91BE1DA27C}"/>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25093C75-63AB-43AD-8CD9-BB28643C9F12}"/>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54639E99-7C1D-4CCF-84CF-24A5B9209098}"/>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B03FB616-2121-4C65-8C5B-7FF4445D6E9A}"/>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E4370A40-12CE-44DA-8DA7-23C88246DB90}"/>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E71829F2-4EEB-46F5-9F00-0A1003941C8A}"/>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345F7968-B633-4622-87D1-4585363D8A95}"/>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F528B0A7-D081-4612-8092-056AFBCB9CA1}"/>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A0B54E00-8EE1-42F1-B37E-246F538BD829}"/>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4D7DB816-FB83-41A2-83BD-B71034EABB88}"/>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86819DF4-068D-44FC-9DBD-95AEADC49B2A}"/>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1D66B0CD-1083-4E7F-8F1F-2B4D6DA4DD4E}"/>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BB644DF7-8D07-46F4-AB80-3113B5FAAD10}"/>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8A17A2DF-54F1-429D-B319-EDFA7DC8FE12}"/>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3997461C-7232-4895-8631-34F597A534F9}"/>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B422F11A-37CC-4A39-9431-80564EBFC150}"/>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4350B3E1-6085-410E-87D9-9E936FC9E33D}"/>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B5DAADF8-38D2-4C5A-BAB8-EF3F82499159}"/>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9619BA5D-00F3-4492-B170-66EBF108EF73}"/>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00DD2CAF-5B24-4438-94D5-F3E69124067A}"/>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5DEE2CC5-B1A1-4E03-A227-9F1974ABEB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38CB035D-82A4-4276-BA13-64086E3032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4A186665-735D-4041-85A8-FBF9B639D01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AEDFC6D1-A4FA-4E50-A775-034D43E79C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55977282"/>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65D97910-4D52-4F82-8DAD-567AC3CC90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0">
            <a:extLst xmlns:a="http://schemas.openxmlformats.org/drawingml/2006/main">
              <a:ext uri="{FF2B5EF4-FFF2-40B4-BE49-F238E27FC236}">
                <a16:creationId xmlns:a16="http://schemas.microsoft.com/office/drawing/2014/main" id="{DC31447C-E9A7-4C89-8DAE-0FC8F2D2F7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Task 해결과 System 문제는 다르다">
            <a:extLst xmlns:a="http://schemas.openxmlformats.org/drawingml/2006/main">
              <a:ext uri="{FF2B5EF4-FFF2-40B4-BE49-F238E27FC236}">
                <a16:creationId xmlns:a16="http://schemas.microsoft.com/office/drawing/2014/main" id="{4E994FA6-1EEB-43FA-8895-B56022D229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A0B85DCA-876E-493D-B7CE-FF8277363C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60BB8DD1-C017-4A45-AA01-29B25229E4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8BF53015-2382-42D4-BE1C-1260A8707C9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608BB3EC-607F-41E6-A934-E13AD56C0B8E}"/>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9DFC80E2-0673-4590-BBAE-2AE7A7A4E551}"/>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E8D289F5-A2DF-4942-99A3-0B625842BBC3}"/>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1D6ADBC4-4042-4DD0-904C-3AF8400E8653}"/>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6C9A0F07-DDAB-492E-B6DF-2DE4F350F6A7}"/>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D6E9979A-6481-43B4-B7A1-874A8E8A63D5}"/>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41AA0EEE-2587-4B89-94ED-9E1F50B9A204}"/>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B1157F3D-8ABE-435D-A748-6D856452B127}"/>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BF6B8A17-FA8C-408F-BEC5-94B5AC3EAB8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671217523"/>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C1BFFD4A-16BB-4BC6-B53B-AB349F7A05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61">
            <a:extLst xmlns:a="http://schemas.openxmlformats.org/drawingml/2006/main">
              <a:ext uri="{FF2B5EF4-FFF2-40B4-BE49-F238E27FC236}">
                <a16:creationId xmlns:a16="http://schemas.microsoft.com/office/drawing/2014/main" id="{6449BC65-994B-4BCD-A42A-F4C8C842344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원인에 맞는 Layer를 고르기">
            <a:extLst xmlns:a="http://schemas.openxmlformats.org/drawingml/2006/main">
              <a:ext uri="{FF2B5EF4-FFF2-40B4-BE49-F238E27FC236}">
                <a16:creationId xmlns:a16="http://schemas.microsoft.com/office/drawing/2014/main" id="{9739BA5F-F2E6-4628-A224-3DF67D0A62D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2BD1534E-396E-4D46-B53B-4ACDD9977B5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F247B464-F19A-4CDC-B754-4A8B873C78A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F1F58770-1BF0-42BB-8DB9-B3DA5FA51D1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A13AFC53-9354-42D6-A5EF-117682E0C3F3}"/>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81A819AE-9161-4479-AB66-14DFF2C5BC88}"/>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5FD61454-BAF1-42BD-830C-0D8D5B312DA5}"/>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44666634-8AF2-4B71-B210-4622D4C0FDC1}"/>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ED08516D-C7B4-4A2A-8B34-982A5D94895B}"/>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EECB1E2F-912B-4434-B108-2E1ADC4BC4DE}"/>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4D498DFB-E87B-4736-A942-A5C52D4B61FA}"/>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15D6E55A-7CB1-4C01-A0C6-221008BE8A95}"/>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2B656AD5-DC84-4D58-9372-EC466D06152B}"/>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98F31145-474C-4F66-AC60-408FE9BE1657}"/>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0E4D791B-8F25-4F78-89B8-68244BA2B8DD}"/>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2B46F6F6-B75B-423D-85E2-50C045AF44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31300927"/>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BDFF6D32-24AF-49F8-AF18-52CFFEA1F8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62">
            <a:extLst xmlns:a="http://schemas.openxmlformats.org/drawingml/2006/main">
              <a:ext uri="{FF2B5EF4-FFF2-40B4-BE49-F238E27FC236}">
                <a16:creationId xmlns:a16="http://schemas.microsoft.com/office/drawing/2014/main" id="{E261A497-175D-4E72-B685-62B2D371B03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실패 지점과 원인 Layer 구분하기">
            <a:extLst xmlns:a="http://schemas.openxmlformats.org/drawingml/2006/main">
              <a:ext uri="{FF2B5EF4-FFF2-40B4-BE49-F238E27FC236}">
                <a16:creationId xmlns:a16="http://schemas.microsoft.com/office/drawing/2014/main" id="{852A8B77-F809-4470-8647-67CA9E02316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3B2351BA-FEBC-4298-BFB4-80297C8939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08B2225E-7D1A-458D-96BA-7EC5F52A6F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062FAABE-DCE9-409D-AC90-5BB3EC7272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2C29F61F-35CD-4C3F-A9FF-68597BBC984F}"/>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4AC006DB-34D0-4624-A757-6DE387977625}"/>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ED9F94EE-CDFD-47B8-BF13-1F29DF10C28F}"/>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6876B44A-EDEA-4769-B926-24787F59FA31}"/>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FB752261-7C1C-414A-B465-1E9A69F58AE1}"/>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885CE657-1ECE-475E-A0C3-51145DE80ECC}"/>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A98A6E41-ADBD-4D55-9DE4-FBF1A59E7345}"/>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88AE6467-1B21-4669-992B-11C102489274}"/>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8C7F3C20-724B-47A0-8843-D5091AB58F9D}"/>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707BEAD2-66F8-453E-885B-9EEEB9C26164}"/>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2AD07243-FF82-4ACF-9CBB-8A83156F2DB8}"/>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2EB03FA2-A875-494A-A9EA-4156BB103B27}"/>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8643CBDE-A287-4F19-A60C-7FF8EF8946E8}"/>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DD117963-8DE5-47D1-BCED-7344EDB1014D}"/>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3C9AB8D9-B73E-4CA5-A133-0C9D3986DD49}"/>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27648EE1-5D3C-4CE3-B954-932F732D6A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42601102"/>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FD494B02-8B97-42BB-9CB0-2406A6DA39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63">
            <a:extLst xmlns:a="http://schemas.openxmlformats.org/drawingml/2006/main">
              <a:ext uri="{FF2B5EF4-FFF2-40B4-BE49-F238E27FC236}">
                <a16:creationId xmlns:a16="http://schemas.microsoft.com/office/drawing/2014/main" id="{77132770-ED82-4173-9B11-52AEA7786D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먼저 관찰하고, 그다음 가설을 세운다">
            <a:extLst xmlns:a="http://schemas.openxmlformats.org/drawingml/2006/main">
              <a:ext uri="{FF2B5EF4-FFF2-40B4-BE49-F238E27FC236}">
                <a16:creationId xmlns:a16="http://schemas.microsoft.com/office/drawing/2014/main" id="{60B7FE5B-C5FF-4EFE-ABAE-0202F9F7EE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0CDF6BDA-D06F-4487-84F3-BC07EB5EBA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88EEFCD4-25DD-4C1E-8A6C-820B90CF4C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9863ABDF-A8CB-4042-86D9-191CE1CCBB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DBAB6444-E7AA-4FE3-8BB6-1000C2E92A07}"/>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194C8E8C-8C1B-4FDE-9828-44C4969D2D23}"/>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597F0909-0894-4452-A61A-20A4F365A49C}"/>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E65DAF1-DB45-46BC-8FE6-249AFB272B8B}"/>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B4004513-0982-4C18-AEE4-77A1F18A3562}"/>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D3541104-5F11-441F-959A-7942E24CE9D6}"/>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882B660A-EEBC-43B0-BCE2-6BAB4A9F1C48}"/>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1DE0FDFC-87E7-4F4C-A74B-E66DEED343A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9910096"/>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8B1C7CC0-91BD-440E-98D9-55C23320BD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64">
            <a:extLst xmlns:a="http://schemas.openxmlformats.org/drawingml/2006/main">
              <a:ext uri="{FF2B5EF4-FFF2-40B4-BE49-F238E27FC236}">
                <a16:creationId xmlns:a16="http://schemas.microsoft.com/office/drawing/2014/main" id="{878663D6-EF41-45C4-8127-4B0464341F8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Cause가 지지하는 최소 변경">
            <a:extLst xmlns:a="http://schemas.openxmlformats.org/drawingml/2006/main">
              <a:ext uri="{FF2B5EF4-FFF2-40B4-BE49-F238E27FC236}">
                <a16:creationId xmlns:a16="http://schemas.microsoft.com/office/drawing/2014/main" id="{5483AF87-A527-452E-A43B-04F53BAE9F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A2573BC4-1760-44CE-940E-9C0EF17E07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15A3CD62-D05E-4C0D-96E0-624762AAA67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395AA78D-12FB-42D3-825C-642E6E0F0F1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65743CCE-45F5-4E1D-BC63-B90AD32FE0F8}"/>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64AC72F8-0C5D-4FA6-8164-0EE54D3684E8}"/>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2F944AD9-DE21-4071-B3DA-47F30744641A}"/>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3FED0621-C298-4610-9A57-66E3394C5DC0}"/>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36053B7D-2D05-4EBC-AD47-F62802F6C8E4}"/>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8C188ABB-D0E5-47A9-B420-D805FC7CDFF1}"/>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96D16777-D8FA-4882-AB4B-7670CE922AF9}"/>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F56AAFE6-4C56-4116-9F6A-94491F065AE9}"/>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895E0795-262F-4052-80D3-1CD0A8119E64}"/>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68C89990-D7FE-435B-8982-FF023627AE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82837059"/>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90C2BB9E-2976-49BB-8595-5F21C59561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65">
            <a:extLst xmlns:a="http://schemas.openxmlformats.org/drawingml/2006/main">
              <a:ext uri="{FF2B5EF4-FFF2-40B4-BE49-F238E27FC236}">
                <a16:creationId xmlns:a16="http://schemas.microsoft.com/office/drawing/2014/main" id="{6715A904-83E4-49E5-9845-77B0916AA4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Task의 재실행만으로 충분할까?">
            <a:extLst xmlns:a="http://schemas.openxmlformats.org/drawingml/2006/main">
              <a:ext uri="{FF2B5EF4-FFF2-40B4-BE49-F238E27FC236}">
                <a16:creationId xmlns:a16="http://schemas.microsoft.com/office/drawing/2014/main" id="{0B27648C-1B23-461C-A4D0-45C186C7A85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CE5B9924-37AB-48CB-81E0-52C40C76E60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63CF8B78-A187-4AD3-B80C-73588208EF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67C1D84A-79F5-4B98-9263-738ADE8D03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BAA97C11-730B-4E74-83EA-54B627073AA3}"/>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EE0AE0E3-A9FA-4394-A1DC-5B7B4E202F72}"/>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B4B0ABAB-7B58-46C1-9B4C-4FD1B560857A}"/>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7091E49D-588B-45B1-8CC7-081E69E23357}"/>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DBBA8DDC-61B9-430F-8ED0-7AF5E0F79439}"/>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8B55AB1A-E634-4F3F-A55E-1962AF7AD76D}"/>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095D707F-025B-4180-B37D-37DEC704A187}"/>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736E07C0-C450-493D-BA28-CCC207CBE1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43447099"/>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16B95F91-BD83-4BF7-8E70-345CE3CF41D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66">
            <a:extLst xmlns:a="http://schemas.openxmlformats.org/drawingml/2006/main">
              <a:ext uri="{FF2B5EF4-FFF2-40B4-BE49-F238E27FC236}">
                <a16:creationId xmlns:a16="http://schemas.microsoft.com/office/drawing/2014/main" id="{D7F5A7FA-4BDD-4B61-A621-6F939ACD72E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대표 작업으로 변경 범위를 확인하기">
            <a:extLst xmlns:a="http://schemas.openxmlformats.org/drawingml/2006/main">
              <a:ext uri="{FF2B5EF4-FFF2-40B4-BE49-F238E27FC236}">
                <a16:creationId xmlns:a16="http://schemas.microsoft.com/office/drawing/2014/main" id="{2FA6750A-AB57-45D9-80B6-F983F92776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A5B55A07-15FB-4873-868C-AEB3E6FCC8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E66A6B0F-9816-4F22-AD8B-7B6F40690E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0C1856B0-51BF-44CC-9313-2A6CAE42FB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696E63FA-0601-478B-ACEE-89D2CA849898}"/>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C3B4309D-9AFC-44E6-864C-8EE35DA678B1}"/>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2A7503AE-8E1A-4FB7-8C3B-401B988768EC}"/>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D059ABF7-75C2-49A7-ADB0-4214F7BAC395}"/>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254F4974-FCA6-4E4D-9159-9FDCBE3F931C}"/>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6C62463F-8A1A-472B-9841-5A6D00142057}"/>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A3525DBC-0E5D-4788-AD68-A6EF6BFE1743}"/>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C7C73978-A43E-4E4D-949C-4A4A03BFAA3C}"/>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01CB3353-F23F-44CA-8BF8-2A6E1C3958BC}"/>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B2171DB1-74A9-4DBF-8DDD-4C33966BF901}"/>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3689E2AC-3DBC-4F53-AC24-621EBCB8509F}"/>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18F76934-BB3C-453C-9695-AEF91294E15D}"/>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E5ADEB2E-83A9-486C-A5A5-1C23832A8AD1}"/>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9A95E4A3-47AE-4521-BE00-75D39250FDEA}"/>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4E032DAD-C588-4309-8F51-2842485C93CD}"/>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5603A6B5-8959-4729-9957-4B2AACC17BB8}"/>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AFBF7829-2D2A-4F91-A7F2-7EF1A4134ADB}"/>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31B49AD5-8677-4242-A0AE-264678A96CB0}"/>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4450426C-0CA5-43D9-8552-B81456E16A81}"/>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8CD428F7-9823-4290-A14A-86A36BC021C9}"/>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48340DC6-B95E-4154-98AC-01642096A313}"/>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30EFB487-4F8C-4376-9C34-8B5BC7D9C5A8}"/>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C0BC540A-4B87-4136-9672-E2455F5C6ABB}"/>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64DB04D3-9337-4258-A84D-6572827FAA0F}"/>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A53D88FE-7B87-4C90-AEEC-DCCA3397A376}"/>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59F499C7-34BC-419A-918A-FCA7B73018DE}"/>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9E6B3494-67C1-4ABA-B64B-32F7D0F33D4F}"/>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547A1D30-66AF-43FF-AD54-C9D45AC1C4E1}"/>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E0BDB1A8-E961-485B-8BA6-98F7C7E8FB4E}"/>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403E9905-C160-4512-8E3F-D95031103335}"/>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C6031C7A-79CE-4290-866C-3D47579164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94847582"/>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CD18E34C-6BE3-4D45-8D52-AC45986092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67">
            <a:extLst xmlns:a="http://schemas.openxmlformats.org/drawingml/2006/main">
              <a:ext uri="{FF2B5EF4-FFF2-40B4-BE49-F238E27FC236}">
                <a16:creationId xmlns:a16="http://schemas.microsoft.com/office/drawing/2014/main" id="{C23BA8E2-8C6A-433C-8DF7-6079A13F812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Harness도 특정 실패에 맞춰&#10;과적합될 수 있다">
            <a:extLst xmlns:a="http://schemas.openxmlformats.org/drawingml/2006/main">
              <a:ext uri="{FF2B5EF4-FFF2-40B4-BE49-F238E27FC236}">
                <a16:creationId xmlns:a16="http://schemas.microsoft.com/office/drawing/2014/main" id="{556D95C4-773C-4F15-A23B-DB15AC36187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951AB286-F071-4858-A874-33E31E2E9E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92C4A5AF-D6EC-4F12-BB4A-65DD5A713D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7F2C2396-25E5-4A37-AA9C-62ADC541A0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6BD8A955-A3FA-4156-824E-C7405186FEF3}"/>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B041B26F-36AF-4A93-8584-FE052356C8E2}"/>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DE064E1F-8767-4FC4-8D8A-869DD9D47D7A}"/>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D8D8C3F1-D7C7-41FD-A73C-0F885EFDFCB8}"/>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98CC683B-781E-42EF-B049-1FD0560B8D93}"/>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2744DC58-AE4C-4BF3-93A1-4C22470C0580}"/>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7F643AA0-B4C9-4CD6-9D2F-EF7C782BACDD}"/>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77E25AC0-831F-463F-8699-B3A086178662}"/>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0E0F67DC-D425-4967-A70C-E2E3758137F6}"/>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2A591A91-B33C-4204-8EBE-698469C33A77}"/>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37C4CC2A-8317-4A4C-99FC-65178CA10D4E}"/>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594795B8-0B97-43B5-854D-6BFCED560E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27742855"/>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FC90F907-6DD4-42C8-B33C-BD0462EC921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68">
            <a:extLst xmlns:a="http://schemas.openxmlformats.org/drawingml/2006/main">
              <a:ext uri="{FF2B5EF4-FFF2-40B4-BE49-F238E27FC236}">
                <a16:creationId xmlns:a16="http://schemas.microsoft.com/office/drawing/2014/main" id="{004FCAF0-2E3B-46EF-9817-5EE8250A9D1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Feedback을 System Change와&#10;Evaluation으로 잇기">
            <a:extLst xmlns:a="http://schemas.openxmlformats.org/drawingml/2006/main">
              <a:ext uri="{FF2B5EF4-FFF2-40B4-BE49-F238E27FC236}">
                <a16:creationId xmlns:a16="http://schemas.microsoft.com/office/drawing/2014/main" id="{CF3FEA86-3250-45B6-B5BC-62021A1BF51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02A00DBD-8FFE-471F-AACE-7C93306E98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87EDC9D6-1BF8-46A2-9D95-012F554F6CB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7A446D2F-1552-4694-AA0C-1FF0767453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03ED47F9-EF8B-41A4-9A34-72657FF6B64D}"/>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8E13AFBE-6696-48F6-8610-FAE305E9AC38}"/>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9AE7BEA4-F291-4C4E-BDFB-85F7236011A0}"/>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BCC3DD49-2754-4DC0-A13D-FA4F59633CDF}"/>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5E897D31-5F6A-45C9-82ED-D5DE238CE596}"/>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E6331180-0206-4DDA-9E11-E6DE8436B31E}"/>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F8424886-C916-42A5-9102-87F2D4EE77F9}"/>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620F50C0-50B8-43DF-A481-4D5CD894DBE3}"/>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7B31796D-6C03-48DA-A5B9-4EEC451FD119}"/>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50CBDEAC-BEFD-4880-B396-23C023F3688E}"/>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09077362-F9C9-42B2-BF11-2A5E42FFE570}"/>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7B2B5DA1-E38A-4693-B7FD-19C6933C066F}"/>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AB22F150-06C0-4572-9494-97EC815C6C9C}"/>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66B969E8-D446-4FC8-9EFA-46721697074E}"/>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B8997944-8786-4D3F-9361-B70B02786EDD}"/>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83E503EC-D0B1-4BD4-A38D-8C1A97471716}"/>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DF8480E8-D9AC-47CA-BA07-C6CEC24BEE81}"/>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F3AD7D01-3261-4086-A3D3-89D95D8AB17F}"/>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C1695EFF-24EF-49C4-B9C5-83B416D672AD}"/>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F0B6F99F-CAF6-470C-8106-4A4BB9B3902A}"/>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79E9E832-D4FA-464F-A763-B72FDB9F3D11}"/>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A064AB69-8932-44CB-9728-C2CC345C0B20}"/>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7E3F93DC-7B35-4203-AAD6-9BD58C572550}"/>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33977555-CACD-4A98-A5FB-D315D3A65F5C}"/>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E55D8689-79F2-47E5-9126-AD08CFD0501B}"/>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66419504-9091-4A82-83D2-43B19C9808F0}"/>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787E8C69-3539-49B7-A2AE-039DF24369E4}"/>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1C8880AB-51AB-4404-8F3E-44F0E7D77B98}"/>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8D7C1443-9BC9-4922-BB11-2E5661BAC4AD}"/>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80EA5F8B-32BB-4A3F-85DC-81FECC569F26}"/>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615C4A9B-F608-4719-9FF2-4A99A6628868}"/>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E21D92C3-B0A1-450B-AFA5-FED5156E6466}"/>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31556B27-BCB1-4866-B348-AD4A842D268A}"/>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803B9638-367F-422F-8033-96B8E3662E7C}"/>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509230FA-D5B6-4E15-93CD-55B0A8240AA9}"/>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CA223A49-2D24-43DA-BBB0-FA5A8783FEE1}"/>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2ADC373C-D294-4D2A-B039-045AE7AE11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693901758"/>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398C9156-6B18-403D-8AC5-C9F27743CE8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69">
            <a:extLst xmlns:a="http://schemas.openxmlformats.org/drawingml/2006/main">
              <a:ext uri="{FF2B5EF4-FFF2-40B4-BE49-F238E27FC236}">
                <a16:creationId xmlns:a16="http://schemas.microsoft.com/office/drawing/2014/main" id="{86E15C63-5B70-4048-8848-FF0599181D0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실제 제작 기록: TRIAL-006">
            <a:extLst xmlns:a="http://schemas.openxmlformats.org/drawingml/2006/main">
              <a:ext uri="{FF2B5EF4-FFF2-40B4-BE49-F238E27FC236}">
                <a16:creationId xmlns:a16="http://schemas.microsoft.com/office/drawing/2014/main" id="{A3CC3AD8-8644-4D95-B068-67265937929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DD227B0F-C4BC-43CA-A543-F21835D042E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9E0E06D5-278D-416B-B16A-7787BD786AA2}"/>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34E490B0-50A0-4C1D-BECB-16D148CC6C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E55B1EE3-F289-4B90-9EE0-61FE1E5FAD0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BBFDAAD9-3A3D-47B4-ACE1-0AF2B85F3B41}"/>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7ABF2BF7-17CF-4422-BC6C-BB3C3E8C116F}"/>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AF320517-EFB8-439B-8304-2B7699486B12}"/>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D01C733B-4331-4E23-BFD6-209511386837}"/>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B8C472F5-8D4E-4E7F-957F-5193A3A0C521}"/>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0CE48265-ABA1-4527-AEF2-2FB490B8ACA6}"/>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C7B0A428-73DB-4077-B5E9-1C34B0FAC047}"/>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45833175-7661-4171-A673-AD6148098AF1}"/>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0758EAC9-C5FA-41B9-87C8-55F29EEAFDE3}"/>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17A7FFEE-8F8D-41D6-AA47-62747A3F44DB}"/>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05695BB9-33BE-44BB-8560-11F4EE75DB57}"/>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DBDB4E91-46DE-4CAC-AB51-0EDABFB30964}"/>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E22C2924-C5CB-4BAD-8599-8676BAB4F93D}"/>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8993FF3D-48D3-4C9E-B157-F33F99CECF70}"/>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84777FE9-7959-4C94-A144-8E26400E0A83}"/>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80644405-CE8B-41F3-A530-79CE3BAD21BD}"/>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AFD6AC94-8582-4BB6-9073-14C1AFDCE0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15678587"/>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B433070D-DF86-4EF1-A055-896E3FDA3F8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70">
            <a:extLst xmlns:a="http://schemas.openxmlformats.org/drawingml/2006/main">
              <a:ext uri="{FF2B5EF4-FFF2-40B4-BE49-F238E27FC236}">
                <a16:creationId xmlns:a16="http://schemas.microsoft.com/office/drawing/2014/main" id="{8DB43459-2B13-48CE-98F9-68E30D2E1EF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결과의 타당성과 원인 귀속은 별개다">
            <a:extLst xmlns:a="http://schemas.openxmlformats.org/drawingml/2006/main">
              <a:ext uri="{FF2B5EF4-FFF2-40B4-BE49-F238E27FC236}">
                <a16:creationId xmlns:a16="http://schemas.microsoft.com/office/drawing/2014/main" id="{7C70EB00-EFA8-49F4-B2AF-A92ED2337F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830F14B5-21E5-440C-997A-3D542CD932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104DDB6-D4A2-474D-A7F5-10AF53A4D38D}"/>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684A0D06-51CC-400E-92AF-8196BBFF7B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BB2FD820-6391-40D2-AF60-D22BCCD0A7B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34DC9C42-6C00-44C3-AE6E-03946FA48CB2}"/>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34BBED65-A465-4362-B2EB-1CAC25A2523F}"/>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2B439EFC-0B44-4E4E-B640-D65D1FDB16B9}"/>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BB5DE165-C2B5-45A5-B92C-1C0D286ACC5C}"/>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DFEE470A-33DD-4CE9-B14A-614542652AB2}"/>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7A6BB020-8086-4210-8D84-E353857A2472}"/>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28A10DDC-0CBA-40D1-870E-B462D5866BBB}"/>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B8A811BE-8011-40BC-BEA6-CDA411B48EF4}"/>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14826F1A-902F-409A-840F-444B111D48C1}"/>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D80E5A8E-8ECD-4C3C-A246-899F148AB16D}"/>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BD59229D-EDE3-4C1B-921D-37C9F027430A}"/>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2D03E884-0A46-4453-9CF1-31D3C05E9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17125969"/>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60CD4B9D-B658-4765-96E9-DD2FA086F0E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71">
            <a:extLst xmlns:a="http://schemas.openxmlformats.org/drawingml/2006/main">
              <a:ext uri="{FF2B5EF4-FFF2-40B4-BE49-F238E27FC236}">
                <a16:creationId xmlns:a16="http://schemas.microsoft.com/office/drawing/2014/main" id="{15D4923F-F88C-48A9-AE81-5F4F47B4E19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평가와 보고 규칙을 Evidence에 맞추다">
            <a:extLst xmlns:a="http://schemas.openxmlformats.org/drawingml/2006/main">
              <a:ext uri="{FF2B5EF4-FFF2-40B4-BE49-F238E27FC236}">
                <a16:creationId xmlns:a16="http://schemas.microsoft.com/office/drawing/2014/main" id="{6B9AA22D-6815-4EF0-8EC5-1EF6426428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950D3630-7708-43C8-AB29-8E3A6AF0D1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F1E33234-0B31-440E-B81A-7F140C346C2F}"/>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D8EF1540-79DC-4A41-9686-B2CE31DA02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496D7037-4B7E-462E-9570-07F8DE30DE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05F4B4C3-8E1A-40EA-BF63-4F2640BA8BDC}"/>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B90563F9-F117-4732-BC0E-97888A100A2B}"/>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EB361FE1-1871-44D7-A437-3FDDAF10E6A3}"/>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7DFB5B87-AEF7-480F-BA24-4C5C75AFD0B1}"/>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1CF0C33D-9093-4D19-8D45-DDA71FE40148}"/>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AEAC5A65-23FB-4CB5-98B6-F587906C7E54}"/>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367346E-C49B-41E7-9188-43112DE5FB38}"/>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7F51C961-6556-40A9-BF49-ABCE8CA234C2}"/>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3E5F3917-C3AE-4945-A544-E9F731815B07}"/>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A1F38ADC-82BC-438A-8E93-8A3A77783071}"/>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7F15E721-D7BC-4148-805C-5DCD9ECD5CC2}"/>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6DED6B04-3FCB-44CF-8494-FC6DA794A177}"/>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7165F466-FBD2-489B-A788-DE46A383E97C}"/>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5D05310C-7AE2-46DB-B26C-A886A1727C5A}"/>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5CEEA1DF-2730-434D-A372-BC26D82E9A6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92355445"/>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325F87F9-B1D4-49EE-805A-07A31C358F6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72">
            <a:extLst xmlns:a="http://schemas.openxmlformats.org/drawingml/2006/main">
              <a:ext uri="{FF2B5EF4-FFF2-40B4-BE49-F238E27FC236}">
                <a16:creationId xmlns:a16="http://schemas.microsoft.com/office/drawing/2014/main" id="{AF945295-7052-4AE8-9F95-A7CB8353526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후속 기록은 개선됐지만 완전하지 않았다">
            <a:extLst xmlns:a="http://schemas.openxmlformats.org/drawingml/2006/main">
              <a:ext uri="{FF2B5EF4-FFF2-40B4-BE49-F238E27FC236}">
                <a16:creationId xmlns:a16="http://schemas.microsoft.com/office/drawing/2014/main" id="{FA3F88E0-FFC0-41A6-BBBB-BBFC41F37E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167DAD00-3474-49E9-A0A6-5145B9DC9D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EB73D2CB-C435-4701-991D-C5F4BC49075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2582C9CE-4728-41E2-8C11-26BBEE8A8C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44E41737-D996-4F60-8176-D39DE3430C5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BC652DCB-BBA1-4558-BA39-5269976EF60C}"/>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081C8170-2D8E-4CA6-BC00-CE9D2C6C74BC}"/>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411B6906-A059-4326-A9C4-07CB642A95BF}"/>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EE843DFB-323C-42C5-9350-2295DA880F79}"/>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0CB75B3F-C8BB-4384-A1DB-28248FCA15F6}"/>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08DDE64F-BBE7-4F89-A506-97A4460C40F8}"/>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C362C383-16D4-4DCD-AF16-F4EDD465607E}"/>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1E239001-16BB-4BDB-B9BE-FC406045EFBC}"/>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AF95ABB8-E4B5-40A7-9804-7C1ECDB85569}"/>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7C41F367-6AD4-47B3-A648-15B4126D74DE}"/>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43F5EDEA-089E-400B-8864-2DAECA589314}"/>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4D8230B8-3EA3-418A-97B4-667EEB31E62E}"/>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7C9F38C6-B7F6-4A3D-9EEE-1D2EFE3556BD}"/>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4A9E0312-ED62-4115-BAF6-975A708DA2E4}"/>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DAD63FD4-E609-49BF-AE15-A760DFB88668}"/>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E28DA019-6038-4477-B0B0-F04A8AFF7A70}"/>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C259D8BF-7635-441D-83F5-FD5BAE04A4E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55267560"/>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5F6B0036-0182-46D5-B627-1A1368FBE70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73">
            <a:extLst xmlns:a="http://schemas.openxmlformats.org/drawingml/2006/main">
              <a:ext uri="{FF2B5EF4-FFF2-40B4-BE49-F238E27FC236}">
                <a16:creationId xmlns:a16="http://schemas.microsoft.com/office/drawing/2014/main" id="{D6902DAE-39D4-4408-8B1A-1A0D3EF221C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실제 Meta Loop에서 바뀐 것">
            <a:extLst xmlns:a="http://schemas.openxmlformats.org/drawingml/2006/main">
              <a:ext uri="{FF2B5EF4-FFF2-40B4-BE49-F238E27FC236}">
                <a16:creationId xmlns:a16="http://schemas.microsoft.com/office/drawing/2014/main" id="{4985E458-45FC-4F8F-971B-FA827C017A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E1148191-A7DA-4E21-9BD4-C57E202484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9E3F1BA1-EC22-4A12-BD6E-796392ED788A}"/>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64AAF6E5-7877-43EB-83AA-814C1E23EA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F92F2246-405A-49AA-9083-B5079DF73D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9AC1B094-7256-48F2-A4ED-E0EFCF1C225A}"/>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12F2C913-E699-4A58-9005-8BF356ACE957}"/>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788A7EAB-4399-4E4B-A2E3-9531A60194B1}"/>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481F61A8-D99D-4F11-A35B-71F1EAC700A4}"/>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FDDF830B-69AE-40C9-BDF5-22C163BC1EF3}"/>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D88486C1-7156-4B77-A726-62491B84E223}"/>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C8EFB3E9-AF2F-4FFA-8141-5ED6FACA6A6C}"/>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D1BBAD78-33C9-4DDB-B8D0-F513D1A53449}"/>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3A16E832-1E9A-4AD3-86BF-5CDE18A7D2A0}"/>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B8ACC69E-7C17-4905-9C03-AD3799BF6E67}"/>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37D5F9D9-F575-4DC6-A188-CA85367D2C75}"/>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AB23D19E-828E-4E94-A278-041C97FC4F0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15073955"/>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476D8F8E-7169-4946-8DF2-872565B5CC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74">
            <a:extLst xmlns:a="http://schemas.openxmlformats.org/drawingml/2006/main">
              <a:ext uri="{FF2B5EF4-FFF2-40B4-BE49-F238E27FC236}">
                <a16:creationId xmlns:a16="http://schemas.microsoft.com/office/drawing/2014/main" id="{7A048122-7823-412E-B485-89F06DCE7D0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Project와 환경이 바뀌면&#10;검증도 다시 본다">
            <a:extLst xmlns:a="http://schemas.openxmlformats.org/drawingml/2006/main">
              <a:ext uri="{FF2B5EF4-FFF2-40B4-BE49-F238E27FC236}">
                <a16:creationId xmlns:a16="http://schemas.microsoft.com/office/drawing/2014/main" id="{54A03FAE-8E69-461A-9E1F-384C726FA9B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FA76D225-87E4-44E4-A88E-E887FBFB5EC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026BC296-B60C-4BF8-8970-E47FE81D29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49018595-9C9C-4DB0-9213-759E8635DF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B49C8729-A2A9-4603-8F4D-C4E5C85EA6BD}"/>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725E4A18-62D9-42EB-8FC1-2F237C1145AB}"/>
              </a:ext>
            </a:extLst>
          </p:cNvPr>
          <p:cNvPicPr>
            <a:picLocks xmlns:a="http://schemas.openxmlformats.org/drawingml/2006/main" noChangeAspect="1"/>
          </p:cNvPicPr>
          <p:nvPr/>
        </p:nvPicPr>
        <p:blipFill>
          <a:blip xmlns:r="http://schemas.openxmlformats.org/officeDocument/2006/relationships" xmlns:a="http://schemas.openxmlformats.org/drawingml/2006/main" r:embed="R66ac1a46a4b3488f"/>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B4B8CDDA-2C6D-4C54-B4FC-10862CC7D86C}"/>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9E6987F4-01A9-41DE-AB4D-C9AB13E209CA}"/>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808CDF5B-974A-4F5A-822D-7ADE68ED1996}"/>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3EB2CA06-2946-4B51-ADEF-068B9F44BBEC}"/>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8E277F96-664C-4940-8A31-129A8032EDE9}"/>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40315403-EB99-47D1-9E9C-233F96E81B21}"/>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D4B3C3E0-01F2-44AA-8A88-26BFADECE22E}"/>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2D894AE6-C461-4887-B408-1DFA1C1F113D}"/>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7AAA3B68-9F30-4B34-8259-134DE48968AE}"/>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2090A2C7-2192-4CA2-89CD-BD742D46FFBD}"/>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8E8D9583-C07B-4C24-A9BF-817915E51EBC}"/>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4E78E939-8029-489F-A62C-EA83CE2E054C}"/>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A566E93F-1D3C-449E-9D5D-68AA2FDFEE2F}"/>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18DBE74A-D3FA-486D-8A7A-A22393FA56C7}"/>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181E401C-0F6F-462C-BCF5-2387CE599A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425170"/>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0B99E1BC-6485-4598-8FFF-74622EB29AE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75">
            <a:extLst xmlns:a="http://schemas.openxmlformats.org/drawingml/2006/main">
              <a:ext uri="{FF2B5EF4-FFF2-40B4-BE49-F238E27FC236}">
                <a16:creationId xmlns:a16="http://schemas.microsoft.com/office/drawing/2014/main" id="{201B2D35-8DAF-45B1-9976-2A9A0608384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여섯 시간의 Story를 한 장으로">
            <a:extLst xmlns:a="http://schemas.openxmlformats.org/drawingml/2006/main">
              <a:ext uri="{FF2B5EF4-FFF2-40B4-BE49-F238E27FC236}">
                <a16:creationId xmlns:a16="http://schemas.microsoft.com/office/drawing/2014/main" id="{3E30975C-042E-4F17-9D53-1BC896D6D9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A5CB83DE-AE3C-43B9-BFBC-9BF1DB7453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3EDD7F1D-EF15-4293-8281-C5C03AF2AF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2CBD9529-F863-4B2F-B96F-641B6EEDD2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C12B8885-BC71-436D-9106-20115DBD6911}"/>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52B27001-A1F6-4D42-BC25-3BD364826CD7}"/>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3E77E835-6ED0-4D06-953A-BF00E6DB4FFD}"/>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895F4E36-599E-45EB-9303-2DF0C9F0F9E6}"/>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8D21BD35-CC14-4AAC-A2B3-9A621670AAD1}"/>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F3202F16-8E10-45EB-8027-5FDB4F0DD02C}"/>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446979B2-CECB-419E-A94F-B1A94D2B0783}"/>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05576535-A77E-4D96-8DA4-0ABC966104B0}"/>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98E0A334-AF7E-4118-ABC7-21D2D7B1DC7E}"/>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863B2516-97D3-4317-AD26-1CB7A0C03F0D}"/>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5FEEA95A-9441-4878-AE42-4E3E82542A25}"/>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E4B3DEE4-1771-45A3-99DB-14C823D4D4E1}"/>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5320AC00-2366-4ECE-A074-7998D547A3CE}"/>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2B1DB334-DF42-4C75-8E12-820A39C53C29}"/>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B120AD4F-6489-43DE-8D5C-9572D17DDA9C}"/>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1D0A00F3-0DD9-4CDE-BB66-8DBF3BA7E36B}"/>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B5E6F171-ED09-415C-992D-570618CB7C87}"/>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2DA9BC0A-64AF-41E6-A473-D0B2E92EDDB5}"/>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F33B2FB7-D7B0-40FF-811D-7C19A22DE6C6}"/>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3EA54329-3C43-44B0-8D13-5CF9135D3C32}"/>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5F297619-4B87-4B9C-9FD8-4E2660633757}"/>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A2719086-4297-4A6E-93D1-55A1DFF80A95}"/>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31BC35F1-2547-4B9A-A5BD-CF9CA57717EB}"/>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9832D2AA-6762-44E7-997E-87CB0133679D}"/>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2A50B5AC-2F4F-4E44-8EE7-C8D719D3DF6B}"/>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9B31F32F-47D3-4DCD-98F3-A9DA4E48D7E1}"/>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3AEE01B3-279D-45A3-AB7E-92FF78B6B3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703688118"/>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6C06149B-7C71-4F84-9612-ADB3B019B06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76">
            <a:extLst xmlns:a="http://schemas.openxmlformats.org/drawingml/2006/main">
              <a:ext uri="{FF2B5EF4-FFF2-40B4-BE49-F238E27FC236}">
                <a16:creationId xmlns:a16="http://schemas.microsoft.com/office/drawing/2014/main" id="{4D6A1DB3-5736-4BD0-8FE6-EFBA88A37C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하나의 Repository가 문제에 대응해 진화했다">
            <a:extLst xmlns:a="http://schemas.openxmlformats.org/drawingml/2006/main">
              <a:ext uri="{FF2B5EF4-FFF2-40B4-BE49-F238E27FC236}">
                <a16:creationId xmlns:a16="http://schemas.microsoft.com/office/drawing/2014/main" id="{2336BF56-5C42-4607-A82C-AFC239A9490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8913B93B-69F3-4886-892C-EBC26B2E29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34 / S47 발표자료 발췌">
            <a:extLst xmlns:a="http://schemas.openxmlformats.org/drawingml/2006/main">
              <a:ext uri="{FF2B5EF4-FFF2-40B4-BE49-F238E27FC236}">
                <a16:creationId xmlns:a16="http://schemas.microsoft.com/office/drawing/2014/main" id="{F5DB5E74-B332-4D6D-8E62-1496C8B0D8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S34 / S47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34FC3FDC-A111-440A-A09E-59E5F0B7333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A00AF9F0-71F5-47B0-AAE0-62D18D70290F}"/>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DAAF35A4-008C-48A9-957C-F49A7539505F}"/>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DA4E5D5E-A7DE-4DE9-A380-72B85F0AB17E}"/>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0BA3FAE6-3088-4C44-875B-BCBE941BCDEA}"/>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98FBEC93-32AD-4103-9CDC-EA1E80F4FAC0}"/>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0B6BB86-B8C7-478E-954B-D045FDB5B214}"/>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D6516356-FE06-4CAC-986D-C8D0AC06523D}"/>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772AF835-54A0-49F1-A82E-77D93E7A2A1C}"/>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1FB21014-3CCF-4A8E-AEB4-D6F6F34EBD91}"/>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09F0EB1D-F607-474B-86CC-3F27BD8DFC5C}"/>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B258C0C-1B32-4276-9670-94C76BAD8900}"/>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4C8EBB17-4721-4E06-BE30-D69A6943621A}"/>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EB9641D1-FF6A-4879-A286-279946C0C62C}"/>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5C654A8F-1979-40DF-803C-304A13AE9868}"/>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31940F0D-26BC-4BAA-A7D3-ED4F2189EFE2}"/>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0F32A45E-13F2-41FA-B70B-BE5E1964467E}"/>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78F882AA-A195-4056-BFD3-CCE58A62D9DC}"/>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25E0FB68-2598-42BF-9E99-C9749EC3384D}"/>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A2F623E1-1E3F-41C0-B603-4C3ED3B4F0AF}"/>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EEEEED64-D92E-4A13-84E4-8E316BA8A345}"/>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012C44AC-0972-4A28-AFDA-547DABA450FB}"/>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69ED6460-5652-42A6-ABE6-F367CF3F1310}"/>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3C77AFCA-80B7-4F6F-9C11-46BAFD4C9653}"/>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F6DD61FE-6B4F-4D6F-A81B-3B99DA07E555}"/>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8CF71D4D-5CB4-4430-8D65-3B093290FDE6}"/>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74DA16EA-D321-4F5A-B3AC-7B054C56C475}"/>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9130686D-B9DB-46CD-9BBF-1F9975C45091}"/>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4B2FC438-B545-49FE-AE8E-8780245BFB0B}"/>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9657B30D-A640-462E-AE8D-9779FBCE2E8A}"/>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1F8FFBB1-9364-46EF-B96E-C6D4A6835166}"/>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A9A15D2C-4240-47A9-8249-C16AE348E112}"/>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69838798-DC99-4539-9D84-6DDEE65D11BA}"/>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A16D11A1-D93D-4F24-8FEC-DBFE01552771}"/>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32096E40-0B9E-43CC-B7D2-143C6228248A}"/>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B7A50988-A6FE-41C3-A62B-1F6C0F896AE3}"/>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FDCB0701-73C1-4B98-AFB5-86999CC621D3}"/>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2C105E72-B385-42F3-8471-9A1C2827C94B}"/>
              </a:ext>
            </a:extLst>
          </p:cNvPr>
          <p:cNvPicPr>
            <a:picLocks xmlns:a="http://schemas.openxmlformats.org/drawingml/2006/main" noChangeAspect="1"/>
          </p:cNvPicPr>
          <p:nvPr/>
        </p:nvPicPr>
        <p:blipFill>
          <a:blip xmlns:r="http://schemas.openxmlformats.org/officeDocument/2006/relationships" xmlns:a="http://schemas.openxmlformats.org/drawingml/2006/main" r:embed="R270ed99f0d86415f"/>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DA690D8F-5686-42AA-92BC-8F81CD4B5B4D}"/>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E2C75AA3-0BFC-4B00-8D65-14E5F59F6DF6}"/>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2AFE61D6-CD9B-4F63-A599-548728BEBDA9}"/>
              </a:ext>
            </a:extLst>
          </p:cNvPr>
          <p:cNvPicPr>
            <a:picLocks xmlns:a="http://schemas.openxmlformats.org/drawingml/2006/main" noChangeAspect="1"/>
          </p:cNvPicPr>
          <p:nvPr/>
        </p:nvPicPr>
        <p:blipFill>
          <a:blip xmlns:r="http://schemas.openxmlformats.org/officeDocument/2006/relationships" xmlns:a="http://schemas.openxmlformats.org/drawingml/2006/main" r:embed="R4c2befea1b8d4f3e"/>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53CD1CC6-16B7-4C7B-84D4-62168BB6AD02}"/>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34 · STATE-02 → STATE-03">
            <a:extLst xmlns:a="http://schemas.openxmlformats.org/drawingml/2006/main">
              <a:ext uri="{FF2B5EF4-FFF2-40B4-BE49-F238E27FC236}">
                <a16:creationId xmlns:a16="http://schemas.microsoft.com/office/drawing/2014/main" id="{EAC45561-59AD-474A-8A8F-81582398ACA3}"/>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S34 · STATE-02 → STATE-03</a:t>
            </a:r>
          </a:p>
        </p:txBody>
      </p:sp>
      <p:pic>
        <p:nvPicPr>
          <p:cNvPr id="49" name="">
            <a:extLst xmlns:a="http://schemas.openxmlformats.org/drawingml/2006/main">
              <a:ext uri="{FF2B5EF4-FFF2-40B4-BE49-F238E27FC236}">
                <a16:creationId xmlns:a16="http://schemas.microsoft.com/office/drawing/2014/main" id="{07F4FF98-42B4-47AC-BDD1-CDF4E6A794CD}"/>
              </a:ext>
            </a:extLst>
          </p:cNvPr>
          <p:cNvPicPr>
            <a:picLocks xmlns:a="http://schemas.openxmlformats.org/drawingml/2006/main" noChangeAspect="1"/>
          </p:cNvPicPr>
          <p:nvPr/>
        </p:nvPicPr>
        <p:blipFill>
          <a:blip xmlns:r="http://schemas.openxmlformats.org/officeDocument/2006/relationships" xmlns:a="http://schemas.openxmlformats.org/drawingml/2006/main" r:embed="R1cd72dbd4977466e"/>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13707111-9A3A-43D6-8571-B13DC8FC426B}"/>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47 · STATE-04 → STATE-04-PERF">
            <a:extLst xmlns:a="http://schemas.openxmlformats.org/drawingml/2006/main">
              <a:ext uri="{FF2B5EF4-FFF2-40B4-BE49-F238E27FC236}">
                <a16:creationId xmlns:a16="http://schemas.microsoft.com/office/drawing/2014/main" id="{30E3807A-E743-4125-B61F-DA26A6E599DC}"/>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S47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25A9EEDA-B6C8-4C6B-816E-8E9347816B14}"/>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8E51E8B3-3E87-47DD-BB8B-839A47771C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9718490"/>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23B5454A-4014-4E6D-B4A0-7B7D8B2751E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77">
            <a:extLst xmlns:a="http://schemas.openxmlformats.org/drawingml/2006/main">
              <a:ext uri="{FF2B5EF4-FFF2-40B4-BE49-F238E27FC236}">
                <a16:creationId xmlns:a16="http://schemas.microsoft.com/office/drawing/2014/main" id="{9C73C9EB-5D03-4E18-AAF7-3E67D6C48E6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필요성이 입증되지 않은 것은 보류했다">
            <a:extLst xmlns:a="http://schemas.openxmlformats.org/drawingml/2006/main">
              <a:ext uri="{FF2B5EF4-FFF2-40B4-BE49-F238E27FC236}">
                <a16:creationId xmlns:a16="http://schemas.microsoft.com/office/drawing/2014/main" id="{9D59DED7-B392-4D45-A594-8592F6FE70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0AAA3527-5DE0-4B15-BD6C-809DDDC6D6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E2262B40-7254-4E49-BBD4-26A96DFB02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B2C0ED8F-E164-4DAA-B098-AE317687023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290B8679-4401-4455-8F3F-84A594AACA24}"/>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A51D1802-3A0C-405B-865A-076641189CC1}"/>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198659E9-7F7B-4563-8365-CF69A1C69182}"/>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B1DD3DB6-4873-438F-9E1A-7F619252CEF5}"/>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01AC73A3-510D-40D9-95C5-7A21F3CB2C31}"/>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B2E9D017-75E4-46CD-84A8-8B0BFB4A5459}"/>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BFCD3C77-D269-4F57-A56B-D60ECD72985A}"/>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F9D9537E-072B-4B7F-B7BB-C6122089374D}"/>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CB71976E-6C0C-4EF6-BF13-A6CA1A766E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330732412"/>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4CD62968-B992-46F8-A4D1-9D1AACCB30A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78">
            <a:extLst xmlns:a="http://schemas.openxmlformats.org/drawingml/2006/main">
              <a:ext uri="{FF2B5EF4-FFF2-40B4-BE49-F238E27FC236}">
                <a16:creationId xmlns:a16="http://schemas.microsoft.com/office/drawing/2014/main" id="{14C1F19A-E04A-417D-B8E2-DAA53B3298E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위임이 늘어도 개발자 책임은 남는다">
            <a:extLst xmlns:a="http://schemas.openxmlformats.org/drawingml/2006/main">
              <a:ext uri="{FF2B5EF4-FFF2-40B4-BE49-F238E27FC236}">
                <a16:creationId xmlns:a16="http://schemas.microsoft.com/office/drawing/2014/main" id="{B0BEA2F4-3BA6-4A20-AB6D-6C8383D294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F41EBED1-239E-47C2-99B4-07A8AAB923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D0B4C8FA-D9C7-4AFC-9FAD-6255D9F39E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A2AE299E-C8B0-42D4-802E-47114D2128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B1B3D8AA-DA01-46A2-9EB8-0897386E3CC7}"/>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F971BBC4-4494-4733-A7A9-D0233049DE33}"/>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2447D6A1-580B-47EE-8ED4-4099ED2E9FB3}"/>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289EAD34-40F5-4B1E-B969-8F8E7A3B92EF}"/>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1A622B07-3C67-4C1C-9A59-E494524683E8}"/>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05C2DAF5-7A4B-4C72-9394-D3B8BA04B102}"/>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76E7BDD4-66AF-4767-9F3F-6C274A5562E6}"/>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715446EF-BF16-440D-A8A8-38414B06C1D1}"/>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7BDB24AD-5FD7-4E3D-A401-C4537CE859FA}"/>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77BF07CF-1A07-4A31-9B31-B60945BA5D85}"/>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5A13C4C8-95F3-4A54-98A4-347AB7F4A365}"/>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7088EB98-DB9A-4B78-9A36-3F90EDB9B97B}"/>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54801C30-414C-4C9C-A9CB-879FC63905CD}"/>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F5B89C86-5F57-49A6-A287-FE62E7C06013}"/>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E4EA8B10-59B8-4CD6-ADE6-5DA18EB5CBE4}"/>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8AF1CE6F-D625-42E2-BCD3-D97FCE41B1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301944844"/>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E0F52DB9-3DDA-4F52-86CC-8754614D28E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79">
            <a:extLst xmlns:a="http://schemas.openxmlformats.org/drawingml/2006/main">
              <a:ext uri="{FF2B5EF4-FFF2-40B4-BE49-F238E27FC236}">
                <a16:creationId xmlns:a16="http://schemas.microsoft.com/office/drawing/2014/main" id="{1F39E6FD-6B9D-4948-A2C8-1B541FB5362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AI-Native Development는&#10;이 교육의 운영 모델">
            <a:extLst xmlns:a="http://schemas.openxmlformats.org/drawingml/2006/main">
              <a:ext uri="{FF2B5EF4-FFF2-40B4-BE49-F238E27FC236}">
                <a16:creationId xmlns:a16="http://schemas.microsoft.com/office/drawing/2014/main" id="{5B0DB772-B18C-4756-ABA4-A77A8D21674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B63B5EEF-F4FC-4B03-8C9A-46461E04147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7B56DCD9-E200-4943-BD2D-17BF209142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6E8E6CB4-C7C1-46F4-9EE9-FB8F3190E2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F6F74DBB-B08F-409C-8094-0A28C94523A7}"/>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E52F781A-E177-4EDD-94DC-09A3400829CF}"/>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0B4A112C-C480-4198-982C-7050A3530619}"/>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F204BE1A-2DEF-4E38-8F3B-C9D9CC9ABC0C}"/>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59EC45B3-0C93-4AC6-A45E-18FD5B3BB1B2}"/>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059D89E8-BAAD-4DB6-9070-37A8938E9952}"/>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C5353283-B6FE-4F77-8A62-2F79E89350B8}"/>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452EBC87-936E-4365-A9C1-CD692D3E0C90}"/>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0F9E592A-6F0B-4ECD-920E-2240D88ED477}"/>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92F412A8-8702-4A89-A771-0F2C12280BF6}"/>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F4B4C144-E188-4759-8C66-128CE711C7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5003628"/>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CB46423C-4A42-4650-AAA2-6300253E905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80">
            <a:extLst xmlns:a="http://schemas.openxmlformats.org/drawingml/2006/main">
              <a:ext uri="{FF2B5EF4-FFF2-40B4-BE49-F238E27FC236}">
                <a16:creationId xmlns:a16="http://schemas.microsoft.com/office/drawing/2014/main" id="{3577D797-8643-46BE-8E85-3CBE0486B7E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어느 Layer에서 마찰이 반복되는가?">
            <a:extLst xmlns:a="http://schemas.openxmlformats.org/drawingml/2006/main">
              <a:ext uri="{FF2B5EF4-FFF2-40B4-BE49-F238E27FC236}">
                <a16:creationId xmlns:a16="http://schemas.microsoft.com/office/drawing/2014/main" id="{7D8CA65F-4FD7-4A99-BF74-AF5D1C09C06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23BD086A-0323-4A4A-9E5C-3EEBFE96894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F6A05687-4A9C-43C6-A391-AD55D1D009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7D493682-308A-4124-A4D2-0E9248DBBC9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4099F53D-1762-4DDD-962F-F084F995E59F}"/>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0D965D52-E19F-4F49-B0FD-E53E3960B475}"/>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2FC65213-4A31-41E9-B722-AB561BD56320}"/>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4071E354-02B4-422F-8C2E-3460EB5D6D17}"/>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A212A272-3FA2-4AF2-857A-59A166C85B42}"/>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35F1F60B-8E2D-4E20-A161-670DDB1468D4}"/>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776DD6C4-E6D1-4AFF-8B67-775E27BF3CA7}"/>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391B75E3-948E-4B48-9384-816E8D207B11}"/>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5B5778E1-0A11-44D5-9A13-1DBC53B14A92}"/>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1E9C1A43-884E-425F-983A-7B8EC39C7AED}"/>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0E7268C7-7B1F-49FA-A5E5-A02D8D53115D}"/>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1CE5EF3A-2A3F-449E-A5EC-E7936E996F83}"/>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9BECAFC8-1D24-46F8-BECF-7E1948E3F1AA}"/>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0AF033B0-9868-4303-BBC4-0177FCA0AF27}"/>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C23EC1BB-56E4-4DE6-9C7C-BE25C54C8DDC}"/>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DB007A02-DEFE-401F-B6B5-6B509BAA9F56}"/>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4746EB56-8D05-436D-B03B-1B202AED8F39}"/>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2F625F01-123A-499F-8476-EDCCFE7C5A86}"/>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1A1B6EF7-B4EC-46A0-8488-43675AE480EE}"/>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728DEF8F-ED7E-4C47-B917-BEAD7DD2911A}"/>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7CA18D44-340B-4422-A4F6-6974A69BD8D1}"/>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A57B5DC3-36CF-4878-9095-7CCCB27F33E9}"/>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467B0557-5FDA-4844-9F3B-1809CD752513}"/>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CFD280B7-8536-4794-A671-070344D82264}"/>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EFA1FE0E-348F-40BF-87F4-C2FCB4CB6EF1}"/>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4709A4A6-065A-4725-908B-EF41C24FAF80}"/>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20BD1BE5-BFB6-4492-81F7-43B70DEB40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48821656"/>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C16D4467-2CB7-45BF-A423-0404C4FCABF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81">
            <a:extLst xmlns:a="http://schemas.openxmlformats.org/drawingml/2006/main">
              <a:ext uri="{FF2B5EF4-FFF2-40B4-BE49-F238E27FC236}">
                <a16:creationId xmlns:a16="http://schemas.microsoft.com/office/drawing/2014/main" id="{2FF6470A-C1E5-466D-9851-003571E5DDE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다음 작은 행동을 개인적으로 고른다">
            <a:extLst xmlns:a="http://schemas.openxmlformats.org/drawingml/2006/main">
              <a:ext uri="{FF2B5EF4-FFF2-40B4-BE49-F238E27FC236}">
                <a16:creationId xmlns:a16="http://schemas.microsoft.com/office/drawing/2014/main" id="{BA76BCAF-276C-4687-A354-A46BB94B57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3CA0BF8A-6D9B-4E1D-971B-8186CBFD5A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D941E14F-EEBF-43C3-AC7E-8645D02118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6B26BA82-1D44-4F38-9E5F-5D4FB5AE24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38A4F8C5-4FCD-4ACA-AB8F-63BC2E53D82C}"/>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58D50678-9A72-4868-85C4-BB3B3E971643}"/>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EE2E560E-E04D-41D2-86E2-BC99214A36E3}"/>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CFEFBA86-EFBB-432E-A5BF-99B3E6FF381D}"/>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05FA0591-20FD-48FA-8871-32774556F99B}"/>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C0C44128-33A4-45A1-A254-7913B42B51D1}"/>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8BE28436-FAB0-4672-AB0B-D8D5B478B271}"/>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D63BDB3E-CA26-4246-9209-DB1D1A1A9BAD}"/>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522A2A01-FAC0-4E6F-8375-426693703E70}"/>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CD80AF8F-AFF1-405E-8CE9-B4D37E4C65DB}"/>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E8BDD69C-A311-4608-87CD-E55752D8F1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02265523"/>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BEB9F2ED-5736-4F04-99A7-2B5DE03A2C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82">
            <a:extLst xmlns:a="http://schemas.openxmlformats.org/drawingml/2006/main">
              <a:ext uri="{FF2B5EF4-FFF2-40B4-BE49-F238E27FC236}">
                <a16:creationId xmlns:a16="http://schemas.microsoft.com/office/drawing/2014/main" id="{0E6B3CBA-DF6C-4A57-AE65-37B5C3AD5D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Q&amp;A와 교육 마무리">
            <a:extLst xmlns:a="http://schemas.openxmlformats.org/drawingml/2006/main">
              <a:ext uri="{FF2B5EF4-FFF2-40B4-BE49-F238E27FC236}">
                <a16:creationId xmlns:a16="http://schemas.microsoft.com/office/drawing/2014/main" id="{5F62ADB7-E354-496B-883A-DF8B3A6A81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37B7A727-A9D1-48F8-AA69-4C4E40837BF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0D6AC046-A5EC-42DB-999D-0C27133C822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8B699C04-8F2B-4336-9A9C-757569D46C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15FEBED2-770C-4F5C-BD32-A905449A56B0}"/>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48633B63-D59F-45B8-97EB-A065C4FDBF11}"/>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B19C9A0B-6877-4F46-B4BC-563264D48B66}"/>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D3156CE9-4895-450F-BEF9-177A3930539F}"/>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942AC794-FF61-4C5B-89EB-B5A0A3C9B95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3287580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2026-10-21T12:42:48.8880000Z</dcterms:created>
  <dcterms:modified xsi:type="dcterms:W3CDTF">2026-10-21T12:42:48.8880000Z</dcterms:modified>
</coreProperties>
</file>