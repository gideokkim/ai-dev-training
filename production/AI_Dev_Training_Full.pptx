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slides/charts/chart1.xml" ContentType="application/vnd.openxmlformats-officedocument.drawingml.chart+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d2e752f5f1b4c80" /><Relationship Type="http://schemas.openxmlformats.org/officeDocument/2006/relationships/extended-properties" Target="/docProps/app.xml" Id="R188c5299dc784ab6" /><Relationship Type="http://schemas.openxmlformats.org/officeDocument/2006/relationships/officeDocument" Target="/ppt/presentation.xml" Id="R045fdbd4307648bc" /></Relationships>
</file>

<file path=ppt/presentation.xml><?xml version="1.0" encoding="utf-8"?>
<p:presentation xmlns:p="http://schemas.openxmlformats.org/presentationml/2006/main">
  <p:sldMasterIdLst>
    <p:sldMasterId xmlns:r="http://schemas.openxmlformats.org/officeDocument/2006/relationships" id="2147483648" r:id="R894ee2fabaed4c92"/>
  </p:sldMasterIdLst>
  <p:notesMasterIdLst>
    <p:notesMasterId xmlns:r="http://schemas.openxmlformats.org/officeDocument/2006/relationships" r:id="R61226287d7e644c8"/>
  </p:notesMasterIdLst>
  <p:sldIdLst>
    <p:sldId xmlns:r="http://schemas.openxmlformats.org/officeDocument/2006/relationships" id="256" r:id="R42f528db170e47d3"/>
    <p:sldId xmlns:r="http://schemas.openxmlformats.org/officeDocument/2006/relationships" id="257" r:id="Rac2c3e97a92d4585"/>
    <p:sldId xmlns:r="http://schemas.openxmlformats.org/officeDocument/2006/relationships" id="258" r:id="Ra749c7c123da4199"/>
    <p:sldId xmlns:r="http://schemas.openxmlformats.org/officeDocument/2006/relationships" id="259" r:id="Rec81b68d82234ea6"/>
    <p:sldId xmlns:r="http://schemas.openxmlformats.org/officeDocument/2006/relationships" id="260" r:id="Re2e4a3687af4494c"/>
    <p:sldId xmlns:r="http://schemas.openxmlformats.org/officeDocument/2006/relationships" id="261" r:id="Ra189b44e28044c0f"/>
    <p:sldId xmlns:r="http://schemas.openxmlformats.org/officeDocument/2006/relationships" id="262" r:id="Rac1278565da043bc"/>
    <p:sldId xmlns:r="http://schemas.openxmlformats.org/officeDocument/2006/relationships" id="263" r:id="Rd31a52dd9e1e4a31"/>
    <p:sldId xmlns:r="http://schemas.openxmlformats.org/officeDocument/2006/relationships" id="264" r:id="R5a5ce6ac45504b28"/>
    <p:sldId xmlns:r="http://schemas.openxmlformats.org/officeDocument/2006/relationships" id="265" r:id="Rc778634d5d624219"/>
    <p:sldId xmlns:r="http://schemas.openxmlformats.org/officeDocument/2006/relationships" id="266" r:id="R0741c4fc29e040ab"/>
    <p:sldId xmlns:r="http://schemas.openxmlformats.org/officeDocument/2006/relationships" id="267" r:id="R31a386e64a8e4600"/>
    <p:sldId xmlns:r="http://schemas.openxmlformats.org/officeDocument/2006/relationships" id="268" r:id="R624200022dc34cde"/>
    <p:sldId xmlns:r="http://schemas.openxmlformats.org/officeDocument/2006/relationships" id="269" r:id="Rf3ddd520209242f3"/>
    <p:sldId xmlns:r="http://schemas.openxmlformats.org/officeDocument/2006/relationships" id="270" r:id="R680a916ba8144868"/>
    <p:sldId xmlns:r="http://schemas.openxmlformats.org/officeDocument/2006/relationships" id="271" r:id="R56e8912bc4e14644"/>
    <p:sldId xmlns:r="http://schemas.openxmlformats.org/officeDocument/2006/relationships" id="272" r:id="R6d8031bc44274eda"/>
    <p:sldId xmlns:r="http://schemas.openxmlformats.org/officeDocument/2006/relationships" id="273" r:id="R1d344ebebc9240a4"/>
    <p:sldId xmlns:r="http://schemas.openxmlformats.org/officeDocument/2006/relationships" id="274" r:id="Rb397cd9fd3344726"/>
    <p:sldId xmlns:r="http://schemas.openxmlformats.org/officeDocument/2006/relationships" id="275" r:id="Rba4fa44919884641"/>
    <p:sldId xmlns:r="http://schemas.openxmlformats.org/officeDocument/2006/relationships" id="276" r:id="Rc6d66324982c477a"/>
    <p:sldId xmlns:r="http://schemas.openxmlformats.org/officeDocument/2006/relationships" id="277" r:id="Re738e68666c04248"/>
    <p:sldId xmlns:r="http://schemas.openxmlformats.org/officeDocument/2006/relationships" id="278" r:id="R8c1920f1585e439e"/>
    <p:sldId xmlns:r="http://schemas.openxmlformats.org/officeDocument/2006/relationships" id="279" r:id="R207051d2f2af4eca"/>
    <p:sldId xmlns:r="http://schemas.openxmlformats.org/officeDocument/2006/relationships" id="280" r:id="Rbf930377d73441dd"/>
    <p:sldId xmlns:r="http://schemas.openxmlformats.org/officeDocument/2006/relationships" id="281" r:id="R2bbdd66ce4cc4c2b"/>
    <p:sldId xmlns:r="http://schemas.openxmlformats.org/officeDocument/2006/relationships" id="282" r:id="R92af726983274bae"/>
    <p:sldId xmlns:r="http://schemas.openxmlformats.org/officeDocument/2006/relationships" id="283" r:id="Rab1ca89cf8de4913"/>
    <p:sldId xmlns:r="http://schemas.openxmlformats.org/officeDocument/2006/relationships" id="284" r:id="R7d964551052b4a59"/>
    <p:sldId xmlns:r="http://schemas.openxmlformats.org/officeDocument/2006/relationships" id="285" r:id="R66ac10e02bad4f28"/>
    <p:sldId xmlns:r="http://schemas.openxmlformats.org/officeDocument/2006/relationships" id="286" r:id="R4d0e702b48bf46ce"/>
    <p:sldId xmlns:r="http://schemas.openxmlformats.org/officeDocument/2006/relationships" id="287" r:id="Rd919d6c1a45e4253"/>
    <p:sldId xmlns:r="http://schemas.openxmlformats.org/officeDocument/2006/relationships" id="288" r:id="R176829c7fa234951"/>
    <p:sldId xmlns:r="http://schemas.openxmlformats.org/officeDocument/2006/relationships" id="289" r:id="Rfd10746772ee4d9d"/>
    <p:sldId xmlns:r="http://schemas.openxmlformats.org/officeDocument/2006/relationships" id="290" r:id="Rf7f071b2cd0c4f8c"/>
    <p:sldId xmlns:r="http://schemas.openxmlformats.org/officeDocument/2006/relationships" id="291" r:id="R03d4d914aba546f1"/>
    <p:sldId xmlns:r="http://schemas.openxmlformats.org/officeDocument/2006/relationships" id="292" r:id="R3ec4215912b949ed"/>
    <p:sldId xmlns:r="http://schemas.openxmlformats.org/officeDocument/2006/relationships" id="293" r:id="R68da18da77184148"/>
    <p:sldId xmlns:r="http://schemas.openxmlformats.org/officeDocument/2006/relationships" id="294" r:id="Rf361b27b513f41b7"/>
    <p:sldId xmlns:r="http://schemas.openxmlformats.org/officeDocument/2006/relationships" id="295" r:id="Ra5db92aebf764853"/>
    <p:sldId xmlns:r="http://schemas.openxmlformats.org/officeDocument/2006/relationships" id="296" r:id="R0de0339a37c24601"/>
    <p:sldId xmlns:r="http://schemas.openxmlformats.org/officeDocument/2006/relationships" id="297" r:id="R15cb12ab94744a9c"/>
    <p:sldId xmlns:r="http://schemas.openxmlformats.org/officeDocument/2006/relationships" id="298" r:id="Ra8854f88ffec4917"/>
    <p:sldId xmlns:r="http://schemas.openxmlformats.org/officeDocument/2006/relationships" id="299" r:id="R0108996945a54f49"/>
    <p:sldId xmlns:r="http://schemas.openxmlformats.org/officeDocument/2006/relationships" id="300" r:id="R1a4b231e1f564514"/>
    <p:sldId xmlns:r="http://schemas.openxmlformats.org/officeDocument/2006/relationships" id="301" r:id="Rd4de847460b447a7"/>
    <p:sldId xmlns:r="http://schemas.openxmlformats.org/officeDocument/2006/relationships" id="302" r:id="R6a6d710cd8d240e3"/>
    <p:sldId xmlns:r="http://schemas.openxmlformats.org/officeDocument/2006/relationships" id="303" r:id="R22abe2c47ba64384"/>
    <p:sldId xmlns:r="http://schemas.openxmlformats.org/officeDocument/2006/relationships" id="304" r:id="R9039c4086a0145fa"/>
    <p:sldId xmlns:r="http://schemas.openxmlformats.org/officeDocument/2006/relationships" id="305" r:id="Ra84cb834ca0a47f7"/>
    <p:sldId xmlns:r="http://schemas.openxmlformats.org/officeDocument/2006/relationships" id="306" r:id="R9b10e6ed44c64a7c"/>
    <p:sldId xmlns:r="http://schemas.openxmlformats.org/officeDocument/2006/relationships" id="307" r:id="R8ea649c06b1747e1"/>
    <p:sldId xmlns:r="http://schemas.openxmlformats.org/officeDocument/2006/relationships" id="308" r:id="Rc800d917d7cd47ab"/>
    <p:sldId xmlns:r="http://schemas.openxmlformats.org/officeDocument/2006/relationships" id="309" r:id="Ra03130aefbdc4c73"/>
    <p:sldId xmlns:r="http://schemas.openxmlformats.org/officeDocument/2006/relationships" id="310" r:id="Raece8030e1414e06"/>
    <p:sldId xmlns:r="http://schemas.openxmlformats.org/officeDocument/2006/relationships" id="311" r:id="R7e77c829b11f42e7"/>
    <p:sldId xmlns:r="http://schemas.openxmlformats.org/officeDocument/2006/relationships" id="312" r:id="Ra0aad3b6d22c4bbf"/>
    <p:sldId xmlns:r="http://schemas.openxmlformats.org/officeDocument/2006/relationships" id="313" r:id="Rc78e9d70e8e84bae"/>
    <p:sldId xmlns:r="http://schemas.openxmlformats.org/officeDocument/2006/relationships" id="314" r:id="Rf883b5c718ef4582"/>
    <p:sldId xmlns:r="http://schemas.openxmlformats.org/officeDocument/2006/relationships" id="315" r:id="R55a1325c80b34b4d"/>
    <p:sldId xmlns:r="http://schemas.openxmlformats.org/officeDocument/2006/relationships" id="316" r:id="R5f811c7538de49d0"/>
    <p:sldId xmlns:r="http://schemas.openxmlformats.org/officeDocument/2006/relationships" id="317" r:id="R79a1715b4d51446d"/>
    <p:sldId xmlns:r="http://schemas.openxmlformats.org/officeDocument/2006/relationships" id="318" r:id="R0e172b0cb88c4553"/>
    <p:sldId xmlns:r="http://schemas.openxmlformats.org/officeDocument/2006/relationships" id="319" r:id="Rf72f63f8fa524073"/>
    <p:sldId xmlns:r="http://schemas.openxmlformats.org/officeDocument/2006/relationships" id="320" r:id="R3dad04a80e1a452f"/>
    <p:sldId xmlns:r="http://schemas.openxmlformats.org/officeDocument/2006/relationships" id="321" r:id="R0f7dc7f6fd834d82"/>
    <p:sldId xmlns:r="http://schemas.openxmlformats.org/officeDocument/2006/relationships" id="322" r:id="R5789f7e6cd894058"/>
    <p:sldId xmlns:r="http://schemas.openxmlformats.org/officeDocument/2006/relationships" id="323" r:id="Ra5705e4246a64c75"/>
    <p:sldId xmlns:r="http://schemas.openxmlformats.org/officeDocument/2006/relationships" id="324" r:id="Re809c9e9e9b34345"/>
    <p:sldId xmlns:r="http://schemas.openxmlformats.org/officeDocument/2006/relationships" id="325" r:id="R90a9171f9da34122"/>
    <p:sldId xmlns:r="http://schemas.openxmlformats.org/officeDocument/2006/relationships" id="326" r:id="R55f20ea871d14e8f"/>
    <p:sldId xmlns:r="http://schemas.openxmlformats.org/officeDocument/2006/relationships" id="327" r:id="R5da1444206264d71"/>
    <p:sldId xmlns:r="http://schemas.openxmlformats.org/officeDocument/2006/relationships" id="328" r:id="Re33d0505561f4fdc"/>
    <p:sldId xmlns:r="http://schemas.openxmlformats.org/officeDocument/2006/relationships" id="329" r:id="Re31ef8dd83554c3f"/>
    <p:sldId xmlns:r="http://schemas.openxmlformats.org/officeDocument/2006/relationships" id="330" r:id="R1fb43d7971ba419d"/>
    <p:sldId xmlns:r="http://schemas.openxmlformats.org/officeDocument/2006/relationships" id="331" r:id="Rc966815231ac4e24"/>
    <p:sldId xmlns:r="http://schemas.openxmlformats.org/officeDocument/2006/relationships" id="332" r:id="R18f31f575c2a403c"/>
    <p:sldId xmlns:r="http://schemas.openxmlformats.org/officeDocument/2006/relationships" id="333" r:id="R32e323ce67604f28"/>
    <p:sldId xmlns:r="http://schemas.openxmlformats.org/officeDocument/2006/relationships" id="334" r:id="R10bba2f39a584291"/>
    <p:sldId xmlns:r="http://schemas.openxmlformats.org/officeDocument/2006/relationships" id="335" r:id="R81b86052c9d241f0"/>
    <p:sldId xmlns:r="http://schemas.openxmlformats.org/officeDocument/2006/relationships" id="336" r:id="R774826209e234bbb"/>
    <p:sldId xmlns:r="http://schemas.openxmlformats.org/officeDocument/2006/relationships" id="337" r:id="R532ab1347c2e470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bb6d2b8c8834d00" /><Relationship Type="http://schemas.openxmlformats.org/officeDocument/2006/relationships/slideMaster" Target="/ppt/slideMasters/slideMaster1.xml" Id="R894ee2fabaed4c92" /><Relationship Type="http://schemas.openxmlformats.org/officeDocument/2006/relationships/notesMaster" Target="/ppt/notesMasters/notesMaster1.xml" Id="R61226287d7e644c8" /><Relationship Type="http://schemas.openxmlformats.org/officeDocument/2006/relationships/presProps" Target="/ppt/presProps.xml" Id="R3348982682f94aa4" /><Relationship Type="http://schemas.openxmlformats.org/officeDocument/2006/relationships/tableStyles" Target="/ppt/tableStyles.xml" Id="R5fb554a0cd9f4e77" /><Relationship Type="http://schemas.openxmlformats.org/officeDocument/2006/relationships/slide" Target="/ppt/slides/slide1.xml" Id="R42f528db170e47d3" /><Relationship Type="http://schemas.openxmlformats.org/officeDocument/2006/relationships/slide" Target="/ppt/slides/slide2.xml" Id="Rac2c3e97a92d4585" /><Relationship Type="http://schemas.openxmlformats.org/officeDocument/2006/relationships/slide" Target="/ppt/slides/slide3.xml" Id="Ra749c7c123da4199" /><Relationship Type="http://schemas.openxmlformats.org/officeDocument/2006/relationships/slide" Target="/ppt/slides/slide4.xml" Id="Rec81b68d82234ea6" /><Relationship Type="http://schemas.openxmlformats.org/officeDocument/2006/relationships/slide" Target="/ppt/slides/slide5.xml" Id="Re2e4a3687af4494c" /><Relationship Type="http://schemas.openxmlformats.org/officeDocument/2006/relationships/slide" Target="/ppt/slides/slide6.xml" Id="Ra189b44e28044c0f" /><Relationship Type="http://schemas.openxmlformats.org/officeDocument/2006/relationships/slide" Target="/ppt/slides/slide7.xml" Id="Rac1278565da043bc" /><Relationship Type="http://schemas.openxmlformats.org/officeDocument/2006/relationships/slide" Target="/ppt/slides/slide8.xml" Id="Rd31a52dd9e1e4a31" /><Relationship Type="http://schemas.openxmlformats.org/officeDocument/2006/relationships/slide" Target="/ppt/slides/slide9.xml" Id="R5a5ce6ac45504b28" /><Relationship Type="http://schemas.openxmlformats.org/officeDocument/2006/relationships/slide" Target="/ppt/slides/slide10.xml" Id="Rc778634d5d624219" /><Relationship Type="http://schemas.openxmlformats.org/officeDocument/2006/relationships/slide" Target="/ppt/slides/slide11.xml" Id="R0741c4fc29e040ab" /><Relationship Type="http://schemas.openxmlformats.org/officeDocument/2006/relationships/slide" Target="/ppt/slides/slide12.xml" Id="R31a386e64a8e4600" /><Relationship Type="http://schemas.openxmlformats.org/officeDocument/2006/relationships/slide" Target="/ppt/slides/slide13.xml" Id="R624200022dc34cde" /><Relationship Type="http://schemas.openxmlformats.org/officeDocument/2006/relationships/slide" Target="/ppt/slides/slide14.xml" Id="Rf3ddd520209242f3" /><Relationship Type="http://schemas.openxmlformats.org/officeDocument/2006/relationships/slide" Target="/ppt/slides/slide15.xml" Id="R680a916ba8144868" /><Relationship Type="http://schemas.openxmlformats.org/officeDocument/2006/relationships/slide" Target="/ppt/slides/slide16.xml" Id="R56e8912bc4e14644" /><Relationship Type="http://schemas.openxmlformats.org/officeDocument/2006/relationships/slide" Target="/ppt/slides/slide17.xml" Id="R6d8031bc44274eda" /><Relationship Type="http://schemas.openxmlformats.org/officeDocument/2006/relationships/slide" Target="/ppt/slides/slide18.xml" Id="R1d344ebebc9240a4" /><Relationship Type="http://schemas.openxmlformats.org/officeDocument/2006/relationships/slide" Target="/ppt/slides/slide19.xml" Id="Rb397cd9fd3344726" /><Relationship Type="http://schemas.openxmlformats.org/officeDocument/2006/relationships/slide" Target="/ppt/slides/slide20.xml" Id="Rba4fa44919884641" /><Relationship Type="http://schemas.openxmlformats.org/officeDocument/2006/relationships/slide" Target="/ppt/slides/slide21.xml" Id="Rc6d66324982c477a" /><Relationship Type="http://schemas.openxmlformats.org/officeDocument/2006/relationships/slide" Target="/ppt/slides/slide22.xml" Id="Re738e68666c04248" /><Relationship Type="http://schemas.openxmlformats.org/officeDocument/2006/relationships/slide" Target="/ppt/slides/slide23.xml" Id="R8c1920f1585e439e" /><Relationship Type="http://schemas.openxmlformats.org/officeDocument/2006/relationships/slide" Target="/ppt/slides/slide24.xml" Id="R207051d2f2af4eca" /><Relationship Type="http://schemas.openxmlformats.org/officeDocument/2006/relationships/slide" Target="/ppt/slides/slide25.xml" Id="Rbf930377d73441dd" /><Relationship Type="http://schemas.openxmlformats.org/officeDocument/2006/relationships/slide" Target="/ppt/slides/slide26.xml" Id="R2bbdd66ce4cc4c2b" /><Relationship Type="http://schemas.openxmlformats.org/officeDocument/2006/relationships/slide" Target="/ppt/slides/slide27.xml" Id="R92af726983274bae" /><Relationship Type="http://schemas.openxmlformats.org/officeDocument/2006/relationships/slide" Target="/ppt/slides/slide28.xml" Id="Rab1ca89cf8de4913" /><Relationship Type="http://schemas.openxmlformats.org/officeDocument/2006/relationships/slide" Target="/ppt/slides/slide29.xml" Id="R7d964551052b4a59" /><Relationship Type="http://schemas.openxmlformats.org/officeDocument/2006/relationships/slide" Target="/ppt/slides/slide30.xml" Id="R66ac10e02bad4f28" /><Relationship Type="http://schemas.openxmlformats.org/officeDocument/2006/relationships/slide" Target="/ppt/slides/slide31.xml" Id="R4d0e702b48bf46ce" /><Relationship Type="http://schemas.openxmlformats.org/officeDocument/2006/relationships/slide" Target="/ppt/slides/slide32.xml" Id="Rd919d6c1a45e4253" /><Relationship Type="http://schemas.openxmlformats.org/officeDocument/2006/relationships/slide" Target="/ppt/slides/slide33.xml" Id="R176829c7fa234951" /><Relationship Type="http://schemas.openxmlformats.org/officeDocument/2006/relationships/slide" Target="/ppt/slides/slide34.xml" Id="Rfd10746772ee4d9d" /><Relationship Type="http://schemas.openxmlformats.org/officeDocument/2006/relationships/slide" Target="/ppt/slides/slide35.xml" Id="Rf7f071b2cd0c4f8c" /><Relationship Type="http://schemas.openxmlformats.org/officeDocument/2006/relationships/slide" Target="/ppt/slides/slide36.xml" Id="R03d4d914aba546f1" /><Relationship Type="http://schemas.openxmlformats.org/officeDocument/2006/relationships/slide" Target="/ppt/slides/slide37.xml" Id="R3ec4215912b949ed" /><Relationship Type="http://schemas.openxmlformats.org/officeDocument/2006/relationships/slide" Target="/ppt/slides/slide38.xml" Id="R68da18da77184148" /><Relationship Type="http://schemas.openxmlformats.org/officeDocument/2006/relationships/slide" Target="/ppt/slides/slide39.xml" Id="Rf361b27b513f41b7" /><Relationship Type="http://schemas.openxmlformats.org/officeDocument/2006/relationships/slide" Target="/ppt/slides/slide40.xml" Id="Ra5db92aebf764853" /><Relationship Type="http://schemas.openxmlformats.org/officeDocument/2006/relationships/slide" Target="/ppt/slides/slide41.xml" Id="R0de0339a37c24601" /><Relationship Type="http://schemas.openxmlformats.org/officeDocument/2006/relationships/slide" Target="/ppt/slides/slide42.xml" Id="R15cb12ab94744a9c" /><Relationship Type="http://schemas.openxmlformats.org/officeDocument/2006/relationships/slide" Target="/ppt/slides/slide43.xml" Id="Ra8854f88ffec4917" /><Relationship Type="http://schemas.openxmlformats.org/officeDocument/2006/relationships/slide" Target="/ppt/slides/slide44.xml" Id="R0108996945a54f49" /><Relationship Type="http://schemas.openxmlformats.org/officeDocument/2006/relationships/slide" Target="/ppt/slides/slide45.xml" Id="R1a4b231e1f564514" /><Relationship Type="http://schemas.openxmlformats.org/officeDocument/2006/relationships/slide" Target="/ppt/slides/slide46.xml" Id="Rd4de847460b447a7" /><Relationship Type="http://schemas.openxmlformats.org/officeDocument/2006/relationships/slide" Target="/ppt/slides/slide47.xml" Id="R6a6d710cd8d240e3" /><Relationship Type="http://schemas.openxmlformats.org/officeDocument/2006/relationships/slide" Target="/ppt/slides/slide48.xml" Id="R22abe2c47ba64384" /><Relationship Type="http://schemas.openxmlformats.org/officeDocument/2006/relationships/slide" Target="/ppt/slides/slide49.xml" Id="R9039c4086a0145fa" /><Relationship Type="http://schemas.openxmlformats.org/officeDocument/2006/relationships/slide" Target="/ppt/slides/slide50.xml" Id="Ra84cb834ca0a47f7" /><Relationship Type="http://schemas.openxmlformats.org/officeDocument/2006/relationships/slide" Target="/ppt/slides/slide51.xml" Id="R9b10e6ed44c64a7c" /><Relationship Type="http://schemas.openxmlformats.org/officeDocument/2006/relationships/slide" Target="/ppt/slides/slide52.xml" Id="R8ea649c06b1747e1" /><Relationship Type="http://schemas.openxmlformats.org/officeDocument/2006/relationships/slide" Target="/ppt/slides/slide53.xml" Id="Rc800d917d7cd47ab" /><Relationship Type="http://schemas.openxmlformats.org/officeDocument/2006/relationships/slide" Target="/ppt/slides/slide54.xml" Id="Ra03130aefbdc4c73" /><Relationship Type="http://schemas.openxmlformats.org/officeDocument/2006/relationships/slide" Target="/ppt/slides/slide55.xml" Id="Raece8030e1414e06" /><Relationship Type="http://schemas.openxmlformats.org/officeDocument/2006/relationships/slide" Target="/ppt/slides/slide56.xml" Id="R7e77c829b11f42e7" /><Relationship Type="http://schemas.openxmlformats.org/officeDocument/2006/relationships/slide" Target="/ppt/slides/slide57.xml" Id="Ra0aad3b6d22c4bbf" /><Relationship Type="http://schemas.openxmlformats.org/officeDocument/2006/relationships/slide" Target="/ppt/slides/slide58.xml" Id="Rc78e9d70e8e84bae" /><Relationship Type="http://schemas.openxmlformats.org/officeDocument/2006/relationships/slide" Target="/ppt/slides/slide59.xml" Id="Rf883b5c718ef4582" /><Relationship Type="http://schemas.openxmlformats.org/officeDocument/2006/relationships/slide" Target="/ppt/slides/slide60.xml" Id="R55a1325c80b34b4d" /><Relationship Type="http://schemas.openxmlformats.org/officeDocument/2006/relationships/slide" Target="/ppt/slides/slide61.xml" Id="R5f811c7538de49d0" /><Relationship Type="http://schemas.openxmlformats.org/officeDocument/2006/relationships/slide" Target="/ppt/slides/slide62.xml" Id="R79a1715b4d51446d" /><Relationship Type="http://schemas.openxmlformats.org/officeDocument/2006/relationships/slide" Target="/ppt/slides/slide63.xml" Id="R0e172b0cb88c4553" /><Relationship Type="http://schemas.openxmlformats.org/officeDocument/2006/relationships/slide" Target="/ppt/slides/slide64.xml" Id="Rf72f63f8fa524073" /><Relationship Type="http://schemas.openxmlformats.org/officeDocument/2006/relationships/slide" Target="/ppt/slides/slide65.xml" Id="R3dad04a80e1a452f" /><Relationship Type="http://schemas.openxmlformats.org/officeDocument/2006/relationships/slide" Target="/ppt/slides/slide66.xml" Id="R0f7dc7f6fd834d82" /><Relationship Type="http://schemas.openxmlformats.org/officeDocument/2006/relationships/slide" Target="/ppt/slides/slide67.xml" Id="R5789f7e6cd894058" /><Relationship Type="http://schemas.openxmlformats.org/officeDocument/2006/relationships/slide" Target="/ppt/slides/slide68.xml" Id="Ra5705e4246a64c75" /><Relationship Type="http://schemas.openxmlformats.org/officeDocument/2006/relationships/slide" Target="/ppt/slides/slide69.xml" Id="Re809c9e9e9b34345" /><Relationship Type="http://schemas.openxmlformats.org/officeDocument/2006/relationships/slide" Target="/ppt/slides/slide70.xml" Id="R90a9171f9da34122" /><Relationship Type="http://schemas.openxmlformats.org/officeDocument/2006/relationships/slide" Target="/ppt/slides/slide71.xml" Id="R55f20ea871d14e8f" /><Relationship Type="http://schemas.openxmlformats.org/officeDocument/2006/relationships/slide" Target="/ppt/slides/slide72.xml" Id="R5da1444206264d71" /><Relationship Type="http://schemas.openxmlformats.org/officeDocument/2006/relationships/slide" Target="/ppt/slides/slide73.xml" Id="Re33d0505561f4fdc" /><Relationship Type="http://schemas.openxmlformats.org/officeDocument/2006/relationships/slide" Target="/ppt/slides/slide74.xml" Id="Re31ef8dd83554c3f" /><Relationship Type="http://schemas.openxmlformats.org/officeDocument/2006/relationships/slide" Target="/ppt/slides/slide75.xml" Id="R1fb43d7971ba419d" /><Relationship Type="http://schemas.openxmlformats.org/officeDocument/2006/relationships/slide" Target="/ppt/slides/slide76.xml" Id="Rc966815231ac4e24" /><Relationship Type="http://schemas.openxmlformats.org/officeDocument/2006/relationships/slide" Target="/ppt/slides/slide77.xml" Id="R18f31f575c2a403c" /><Relationship Type="http://schemas.openxmlformats.org/officeDocument/2006/relationships/slide" Target="/ppt/slides/slide78.xml" Id="R32e323ce67604f28" /><Relationship Type="http://schemas.openxmlformats.org/officeDocument/2006/relationships/slide" Target="/ppt/slides/slide79.xml" Id="R10bba2f39a584291" /><Relationship Type="http://schemas.openxmlformats.org/officeDocument/2006/relationships/slide" Target="/ppt/slides/slide80.xml" Id="R81b86052c9d241f0" /><Relationship Type="http://schemas.openxmlformats.org/officeDocument/2006/relationships/slide" Target="/ppt/slides/slide81.xml" Id="R774826209e234bbb" /><Relationship Type="http://schemas.openxmlformats.org/officeDocument/2006/relationships/slide" Target="/ppt/slides/slide82.xml" Id="R532ab1347c2e470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f4de4098b484f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4851d0e8ad4b3d" /><Relationship Type="http://schemas.openxmlformats.org/officeDocument/2006/relationships/notesMaster" Target="/ppt/notesMasters/notesMaster1.xml" Id="R618361cb8d7a4c9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dc993c37cc4165" /><Relationship Type="http://schemas.openxmlformats.org/officeDocument/2006/relationships/notesMaster" Target="/ppt/notesMasters/notesMaster1.xml" Id="R7d142b3e423e4a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b631dd3016404c" /><Relationship Type="http://schemas.openxmlformats.org/officeDocument/2006/relationships/notesMaster" Target="/ppt/notesMasters/notesMaster1.xml" Id="R2e69d86142a246a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5984b66c0942ac" /><Relationship Type="http://schemas.openxmlformats.org/officeDocument/2006/relationships/notesMaster" Target="/ppt/notesMasters/notesMaster1.xml" Id="Re28da5207aae4e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d6145e44394aae" /><Relationship Type="http://schemas.openxmlformats.org/officeDocument/2006/relationships/notesMaster" Target="/ppt/notesMasters/notesMaster1.xml" Id="R02b7c475a803436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1252477fc94605" /><Relationship Type="http://schemas.openxmlformats.org/officeDocument/2006/relationships/notesMaster" Target="/ppt/notesMasters/notesMaster1.xml" Id="R83eb81f635374c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812b8a5aaf46a9" /><Relationship Type="http://schemas.openxmlformats.org/officeDocument/2006/relationships/notesMaster" Target="/ppt/notesMasters/notesMaster1.xml" Id="Rdc1fd2dcfe8b461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765a856e47478d" /><Relationship Type="http://schemas.openxmlformats.org/officeDocument/2006/relationships/notesMaster" Target="/ppt/notesMasters/notesMaster1.xml" Id="Rccb3fe5ea62945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1a6700a9ca74a07" /><Relationship Type="http://schemas.openxmlformats.org/officeDocument/2006/relationships/notesMaster" Target="/ppt/notesMasters/notesMaster1.xml" Id="Rabbd68d6195244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8904bcf671d4cb5" /><Relationship Type="http://schemas.openxmlformats.org/officeDocument/2006/relationships/notesMaster" Target="/ppt/notesMasters/notesMaster1.xml" Id="R263af5efa6c34f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78e03cdeff4d71" /><Relationship Type="http://schemas.openxmlformats.org/officeDocument/2006/relationships/notesMaster" Target="/ppt/notesMasters/notesMaster1.xml" Id="R8ddfa0abe38a4d4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8fbe37d8284afa" /><Relationship Type="http://schemas.openxmlformats.org/officeDocument/2006/relationships/notesMaster" Target="/ppt/notesMasters/notesMaster1.xml" Id="Rd04434c58582439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5dfdcad1cd4442b" /><Relationship Type="http://schemas.openxmlformats.org/officeDocument/2006/relationships/notesMaster" Target="/ppt/notesMasters/notesMaster1.xml" Id="R9547bb1ed2c244c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0a0b1c37d544e9a" /><Relationship Type="http://schemas.openxmlformats.org/officeDocument/2006/relationships/notesMaster" Target="/ppt/notesMasters/notesMaster1.xml" Id="Ref5b895fd80e46f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015dec2a0dc454c" /><Relationship Type="http://schemas.openxmlformats.org/officeDocument/2006/relationships/notesMaster" Target="/ppt/notesMasters/notesMaster1.xml" Id="R948007be6c7a4b6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28e162e553f4d56" /><Relationship Type="http://schemas.openxmlformats.org/officeDocument/2006/relationships/notesMaster" Target="/ppt/notesMasters/notesMaster1.xml" Id="R99a73a8e9c6745b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8d4be95879942dc" /><Relationship Type="http://schemas.openxmlformats.org/officeDocument/2006/relationships/notesMaster" Target="/ppt/notesMasters/notesMaster1.xml" Id="R65b0fa51971e4c2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f2b0f23e9f74e1d" /><Relationship Type="http://schemas.openxmlformats.org/officeDocument/2006/relationships/notesMaster" Target="/ppt/notesMasters/notesMaster1.xml" Id="Reab75ba9994c467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2dd7f8b313e4332" /><Relationship Type="http://schemas.openxmlformats.org/officeDocument/2006/relationships/notesMaster" Target="/ppt/notesMasters/notesMaster1.xml" Id="Reb52d56642584a8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a2152b4604841c5" /><Relationship Type="http://schemas.openxmlformats.org/officeDocument/2006/relationships/notesMaster" Target="/ppt/notesMasters/notesMaster1.xml" Id="Re80fb1abe3544c8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e3a98a675054304" /><Relationship Type="http://schemas.openxmlformats.org/officeDocument/2006/relationships/notesMaster" Target="/ppt/notesMasters/notesMaster1.xml" Id="Rf5dadcdb743e4e3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47d7b80e0004163" /><Relationship Type="http://schemas.openxmlformats.org/officeDocument/2006/relationships/notesMaster" Target="/ppt/notesMasters/notesMaster1.xml" Id="R116ed2a73fa2452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6940ff8a3224595" /><Relationship Type="http://schemas.openxmlformats.org/officeDocument/2006/relationships/notesMaster" Target="/ppt/notesMasters/notesMaster1.xml" Id="R0a3674c068264ac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d0b2fa74bf04401" /><Relationship Type="http://schemas.openxmlformats.org/officeDocument/2006/relationships/notesMaster" Target="/ppt/notesMasters/notesMaster1.xml" Id="R59be5a7616e44e6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95e94daa52b4a9e" /><Relationship Type="http://schemas.openxmlformats.org/officeDocument/2006/relationships/notesMaster" Target="/ppt/notesMasters/notesMaster1.xml" Id="R701a743cd9db43e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3b5f8f0f1d24474" /><Relationship Type="http://schemas.openxmlformats.org/officeDocument/2006/relationships/notesMaster" Target="/ppt/notesMasters/notesMaster1.xml" Id="R76ae4d5ed347499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0eca2f717354d93" /><Relationship Type="http://schemas.openxmlformats.org/officeDocument/2006/relationships/notesMaster" Target="/ppt/notesMasters/notesMaster1.xml" Id="R70285eaa95d2455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8440a3bb72d476f" /><Relationship Type="http://schemas.openxmlformats.org/officeDocument/2006/relationships/notesMaster" Target="/ppt/notesMasters/notesMaster1.xml" Id="Ra9a7a6f80b06471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8f2aa02a2634a44" /><Relationship Type="http://schemas.openxmlformats.org/officeDocument/2006/relationships/notesMaster" Target="/ppt/notesMasters/notesMaster1.xml" Id="Rff57078bdc0f416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7cdd37658964385" /><Relationship Type="http://schemas.openxmlformats.org/officeDocument/2006/relationships/notesMaster" Target="/ppt/notesMasters/notesMaster1.xml" Id="R498814515f854d2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992a0009a294325" /><Relationship Type="http://schemas.openxmlformats.org/officeDocument/2006/relationships/notesMaster" Target="/ppt/notesMasters/notesMaster1.xml" Id="R26846d4ec79f421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83b9916891d456e" /><Relationship Type="http://schemas.openxmlformats.org/officeDocument/2006/relationships/notesMaster" Target="/ppt/notesMasters/notesMaster1.xml" Id="R811ba57232da451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d8989f2d2ef43d9" /><Relationship Type="http://schemas.openxmlformats.org/officeDocument/2006/relationships/notesMaster" Target="/ppt/notesMasters/notesMaster1.xml" Id="R046e2e0c8d4f4ab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5dfb8b3b1074fd3" /><Relationship Type="http://schemas.openxmlformats.org/officeDocument/2006/relationships/notesMaster" Target="/ppt/notesMasters/notesMaster1.xml" Id="R4adbe5c8c4494f9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ec6df9fb58b4122" /><Relationship Type="http://schemas.openxmlformats.org/officeDocument/2006/relationships/notesMaster" Target="/ppt/notesMasters/notesMaster1.xml" Id="R4b4261cefd9c4dd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548083b12074960" /><Relationship Type="http://schemas.openxmlformats.org/officeDocument/2006/relationships/notesMaster" Target="/ppt/notesMasters/notesMaster1.xml" Id="Rebe5d873d8ab4e4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4ab46e169154fae" /><Relationship Type="http://schemas.openxmlformats.org/officeDocument/2006/relationships/notesMaster" Target="/ppt/notesMasters/notesMaster1.xml" Id="R80bccd50af7145e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ed9af3133584212" /><Relationship Type="http://schemas.openxmlformats.org/officeDocument/2006/relationships/notesMaster" Target="/ppt/notesMasters/notesMaster1.xml" Id="Rc2293c66d9b5472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7dea734fb854e74" /><Relationship Type="http://schemas.openxmlformats.org/officeDocument/2006/relationships/notesMaster" Target="/ppt/notesMasters/notesMaster1.xml" Id="Rb5b78bd56b9241c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ed8c81a03bb4448" /><Relationship Type="http://schemas.openxmlformats.org/officeDocument/2006/relationships/notesMaster" Target="/ppt/notesMasters/notesMaster1.xml" Id="R5db394d130c348d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627a102018c4a65" /><Relationship Type="http://schemas.openxmlformats.org/officeDocument/2006/relationships/notesMaster" Target="/ppt/notesMasters/notesMaster1.xml" Id="R682dd8e57c98441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ab30903ae83440b" /><Relationship Type="http://schemas.openxmlformats.org/officeDocument/2006/relationships/notesMaster" Target="/ppt/notesMasters/notesMaster1.xml" Id="R32538c6f6d08447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076163c925e4e88" /><Relationship Type="http://schemas.openxmlformats.org/officeDocument/2006/relationships/notesMaster" Target="/ppt/notesMasters/notesMaster1.xml" Id="R58714c58b6474cb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fcbfb8b25b74126" /><Relationship Type="http://schemas.openxmlformats.org/officeDocument/2006/relationships/notesMaster" Target="/ppt/notesMasters/notesMaster1.xml" Id="Rb2dc37ef3a6c438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581bdf380864d5d" /><Relationship Type="http://schemas.openxmlformats.org/officeDocument/2006/relationships/notesMaster" Target="/ppt/notesMasters/notesMaster1.xml" Id="Rc387b97a048645ef"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b044da4a6bc4f38" /><Relationship Type="http://schemas.openxmlformats.org/officeDocument/2006/relationships/notesMaster" Target="/ppt/notesMasters/notesMaster1.xml" Id="R08128633be0740d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cacd2e1b42545f1" /><Relationship Type="http://schemas.openxmlformats.org/officeDocument/2006/relationships/notesMaster" Target="/ppt/notesMasters/notesMaster1.xml" Id="Rc9af8ac9d07c4b9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afdb4db90dd47cd" /><Relationship Type="http://schemas.openxmlformats.org/officeDocument/2006/relationships/notesMaster" Target="/ppt/notesMasters/notesMaster1.xml" Id="R70f1f571f93b49a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9569c0d1e1648db" /><Relationship Type="http://schemas.openxmlformats.org/officeDocument/2006/relationships/notesMaster" Target="/ppt/notesMasters/notesMaster1.xml" Id="Rd30c077d3078493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7ee2e3205d54748" /><Relationship Type="http://schemas.openxmlformats.org/officeDocument/2006/relationships/notesMaster" Target="/ppt/notesMasters/notesMaster1.xml" Id="Rbd6a55a320d845b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6a1685ae4aa4fe3" /><Relationship Type="http://schemas.openxmlformats.org/officeDocument/2006/relationships/notesMaster" Target="/ppt/notesMasters/notesMaster1.xml" Id="Ra4ab304e66d6461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19a1afbbd9b45f0" /><Relationship Type="http://schemas.openxmlformats.org/officeDocument/2006/relationships/notesMaster" Target="/ppt/notesMasters/notesMaster1.xml" Id="R5e2f8178373e471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827ddcdb39a45f9" /><Relationship Type="http://schemas.openxmlformats.org/officeDocument/2006/relationships/notesMaster" Target="/ppt/notesMasters/notesMaster1.xml" Id="Ref05a73c4ba7453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66cda1745074baa" /><Relationship Type="http://schemas.openxmlformats.org/officeDocument/2006/relationships/notesMaster" Target="/ppt/notesMasters/notesMaster1.xml" Id="R8fe05ac2d0bb46a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f4563ed48234cd3" /><Relationship Type="http://schemas.openxmlformats.org/officeDocument/2006/relationships/notesMaster" Target="/ppt/notesMasters/notesMaster1.xml" Id="Rbe1e1ce88707473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09f12afb1b14640" /><Relationship Type="http://schemas.openxmlformats.org/officeDocument/2006/relationships/notesMaster" Target="/ppt/notesMasters/notesMaster1.xml" Id="Rc4574b9c32ea45c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b6bf11f787d41c5" /><Relationship Type="http://schemas.openxmlformats.org/officeDocument/2006/relationships/notesMaster" Target="/ppt/notesMasters/notesMaster1.xml" Id="R8ce2ed82ae314cb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5f17b16dfa54bc6" /><Relationship Type="http://schemas.openxmlformats.org/officeDocument/2006/relationships/notesMaster" Target="/ppt/notesMasters/notesMaster1.xml" Id="R5dd197fe822348b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d3b0bdb69b8420b" /><Relationship Type="http://schemas.openxmlformats.org/officeDocument/2006/relationships/notesMaster" Target="/ppt/notesMasters/notesMaster1.xml" Id="R857586abfb7b450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2835d5d3a0a64623" /><Relationship Type="http://schemas.openxmlformats.org/officeDocument/2006/relationships/notesMaster" Target="/ppt/notesMasters/notesMaster1.xml" Id="R0d3ee8b33d88435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c5c0c92711c4457" /><Relationship Type="http://schemas.openxmlformats.org/officeDocument/2006/relationships/notesMaster" Target="/ppt/notesMasters/notesMaster1.xml" Id="Rd0e294a036cb47e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5991ef3055f4c67" /><Relationship Type="http://schemas.openxmlformats.org/officeDocument/2006/relationships/notesMaster" Target="/ppt/notesMasters/notesMaster1.xml" Id="R89b3de0b812c4c8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f6ad39dbccb4a61" /><Relationship Type="http://schemas.openxmlformats.org/officeDocument/2006/relationships/notesMaster" Target="/ppt/notesMasters/notesMaster1.xml" Id="R597fd58934fd4be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6d572beca1a4ff8" /><Relationship Type="http://schemas.openxmlformats.org/officeDocument/2006/relationships/notesMaster" Target="/ppt/notesMasters/notesMaster1.xml" Id="Rc481ed1a48884e5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d4f17b9ee964646" /><Relationship Type="http://schemas.openxmlformats.org/officeDocument/2006/relationships/notesMaster" Target="/ppt/notesMasters/notesMaster1.xml" Id="R25da2053b21a41a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5359a2770cd4052" /><Relationship Type="http://schemas.openxmlformats.org/officeDocument/2006/relationships/notesMaster" Target="/ppt/notesMasters/notesMaster1.xml" Id="R60969011a95e43f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f6396bff2ff4efb" /><Relationship Type="http://schemas.openxmlformats.org/officeDocument/2006/relationships/notesMaster" Target="/ppt/notesMasters/notesMaster1.xml" Id="R8f29a4535fbe4f2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ab543dea95344a0" /><Relationship Type="http://schemas.openxmlformats.org/officeDocument/2006/relationships/notesMaster" Target="/ppt/notesMasters/notesMaster1.xml" Id="R1ccd673f2f81434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8810f356b534c6c" /><Relationship Type="http://schemas.openxmlformats.org/officeDocument/2006/relationships/notesMaster" Target="/ppt/notesMasters/notesMaster1.xml" Id="R370d1e607a0d493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9a3e226030143ea" /><Relationship Type="http://schemas.openxmlformats.org/officeDocument/2006/relationships/notesMaster" Target="/ppt/notesMasters/notesMaster1.xml" Id="R3ce6a3c8b54e40e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10a1db07d09402c" /><Relationship Type="http://schemas.openxmlformats.org/officeDocument/2006/relationships/notesMaster" Target="/ppt/notesMasters/notesMaster1.xml" Id="R28d418f52b3c4f1d"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6fadcd154784aa6" /><Relationship Type="http://schemas.openxmlformats.org/officeDocument/2006/relationships/notesMaster" Target="/ppt/notesMasters/notesMaster1.xml" Id="Rf7f3e420ca0f40e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4183d11e7784173" /><Relationship Type="http://schemas.openxmlformats.org/officeDocument/2006/relationships/notesMaster" Target="/ppt/notesMasters/notesMaster1.xml" Id="Ra1ded0fea7b7415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f1814861434457e" /><Relationship Type="http://schemas.openxmlformats.org/officeDocument/2006/relationships/notesMaster" Target="/ppt/notesMasters/notesMaster1.xml" Id="R8b7af9a005814d1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d05fa2cb8364d51" /><Relationship Type="http://schemas.openxmlformats.org/officeDocument/2006/relationships/notesMaster" Target="/ppt/notesMasters/notesMaster1.xml" Id="Re03b375b521a447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c28d1a442cf4ead" /><Relationship Type="http://schemas.openxmlformats.org/officeDocument/2006/relationships/notesMaster" Target="/ppt/notesMasters/notesMaster1.xml" Id="R87858d9e39a7490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5c6d8cfa80f4603" /><Relationship Type="http://schemas.openxmlformats.org/officeDocument/2006/relationships/notesMaster" Target="/ppt/notesMasters/notesMaster1.xml" Id="R9c3241b495084c5a"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3c45867c17d4d38" /><Relationship Type="http://schemas.openxmlformats.org/officeDocument/2006/relationships/notesMaster" Target="/ppt/notesMasters/notesMaster1.xml" Id="Rdb4ea4d94b61467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7a7a0517d594952" /><Relationship Type="http://schemas.openxmlformats.org/officeDocument/2006/relationships/notesMaster" Target="/ppt/notesMasters/notesMaster1.xml" Id="R2cd8cd4c9ac440d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644f5c67eb844e01" /><Relationship Type="http://schemas.openxmlformats.org/officeDocument/2006/relationships/notesMaster" Target="/ppt/notesMasters/notesMaster1.xml" Id="R1d77590491614a47"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d2e474ae65c4034" /><Relationship Type="http://schemas.openxmlformats.org/officeDocument/2006/relationships/notesMaster" Target="/ppt/notesMasters/notesMaster1.xml" Id="R6568cce5a8e8430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f2fd539ff8d4947" /><Relationship Type="http://schemas.openxmlformats.org/officeDocument/2006/relationships/notesMaster" Target="/ppt/notesMasters/notesMaster1.xml" Id="R2b7b9c6e31b548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제조 검사 Task 질문을 회수하고, 프롬프트 입력창 형태의 “filter 성능 개선해줘”를 읽는다. 현재 제품의 실제 대화창·실행 기록이 아니라 재구성한 교육용 요청임을 밝힌다.</a:t>
            </a:r>
          </a:p>
          <a:p xmlns:a="http://schemas.openxmlformats.org/drawingml/2006/main">
            <a:r>
              <a:t>2. **UNSET DECISIONS (1:30–4:00):** 오른쪽의 바꿀 것·보존할 것·완료 근거와 “무엇을 바꿀까?”, “무엇을 그대로 지킬까?”, “무엇을 보면 끝났다고 할까?” 세 질문을 순서대로 가리킨다. Agent 삽화는 답할 정보가 남아 있는 상태를 상징한다. 답을 채우거나 Agent가 판단 능력이 없다고 설명하지 않는다.</a:t>
            </a:r>
          </a:p>
          <a:p xmlns:a="http://schemas.openxmlformats.org/drawingml/2006/main">
            <a:r>
              <a:t>3. **COST CONCEPT (4:00–5:30):** 탐색·재시도가 길어질 때 토큰 소모와 작업 시간도 커질 수 있다는 두 PNG 개념 삽화를 짚는다. 실제 수치·증가 배율·기하급수 법칙·측정 곡선으로 읽지 않는다. 실제 Agent는 필요한 정보를 먼저 되물을 수도 있다.</a:t>
            </a:r>
          </a:p>
          <a:p xmlns:a="http://schemas.openxmlformats.org/drawingml/2006/main">
            <a:r>
              <a:t>4. **NARROW THE CASE (5:30–7:00):** Repository 접근만으로 세 결정을 정할 수 있는지 묻고, 앞서 조사한 crop 사례로 S12에 연결한다. 특정 제품의 실패·속도·토큰 사용 결과로 말하지 않는다.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비용 그림을 측정 그래프나 실제 멈춘 Agent 화면으로 대체하지 않는다. 최신 렌더·내장 Notes/PNG 정합성은 production/evaluation/S11_RESOURCE_GRAPH_REVISION.md를 따른다.</a:t>
            </a:r>
          </a:p>
          <a:p xmlns:a="http://schemas.openxmlformats.org/drawingml/2006/main">
            <a:r>
              <a:t/>
            </a:r>
          </a:p>
          <a:p xmlns:a="http://schemas.openxmlformats.org/drawingml/2006/main">
            <a:r>
              <a:t>Validation Status: REVIEWED — DEC-0040의 생성 PNG와 비용 개념·배치·근거 경계를 대조했다. 최종 PPT·내장 Notes·렌더 정합성은 production/evaluation/S11_RESOURCE_GRAPH_REVISION.md에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같은 요청에는 어떤 선택이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REQUEST (0:00–0:30):** 프롬프트 입력창의 “crop test 고쳐줘”를 읽고 같은 Agent·같은 요청을 조건으로 고정한다. 이는 교육용으로 재구성한 요청이며 실제 TRIAL-002 Prompt가 아니다.</a:t>
            </a:r>
          </a:p>
          <a:p xmlns:a="http://schemas.openxmlformats.org/drawingml/2006/main">
            <a:r>
              <a:t>2. **POSSIBLE TIMELINES (0:30–1:20):** 오른쪽 세로 질문과 병렬 경로를 위에서 아래로 짚는다. 테스트를 바꿀까, 구현을 바꿀까, 먼저 확인 질문을 할까의 세 해석이다. 서로 다른 실행 결과를 관찰했다거나 Subagent가 동시에 실행됐다는 뜻이 아니다. 동일 요청에도 선택할 여지가 남았다는 교육용 가능성만 보여준다.</a:t>
            </a:r>
          </a:p>
          <a:p xmlns:a="http://schemas.openxmlformats.org/drawingml/2006/main">
            <a:r>
              <a:t>3. **MISSING INFORMATION (1:20–2:00):** 아래 목표의 세부·보존 조건·수정 범위·확인 근거·완료 조건의 미정 정보를 짚는다. 다음 장에서는 이를 요청에 넣었을 때 원하는 경로를 어떻게 명시하는지 본다고 S13으로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새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청중 응답 없이 진행하며 경로를 실제 실행 캡처나 관찰된 선택으로 설명하지 않는다. 경로·렌더 일치는 새 제작 평가에서 확인한다.</a:t>
            </a:r>
          </a:p>
          <a:p xmlns:a="http://schemas.openxmlformats.org/drawingml/2006/main">
            <a:r>
              <a:t/>
            </a:r>
          </a:p>
          <a:p xmlns:a="http://schemas.openxmlformats.org/drawingml/2006/main">
            <a:r>
              <a:t>Validation Status: ALIGNED — DEC-0038의 병렬 가능 경로·미정 정보·2분 운영을 정렬했다.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“어떤 경로를 원한다는 뜻인지, 이 요청에서는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**FILL THE REQUEST (0:00–0:45):** S12의 아래 다섯 미정 정보를 채운 프롬프트를 읽는다. 목표: crop(1, 3)은 열 1·2, 폭 2. 보존: 끝 좌표 제외 명세·테스트 기대값. 범위: crop 구현만 최소 수정. 확인: 집중·전체 Test + CLI smoke + diff. 완료: 결과·검증·미확인 사항 보고. 이는 교육용 작성 예시이며 실제 Trial 원문이 아니다.</a:t>
            </a:r>
          </a:p>
          <a:p xmlns:a="http://schemas.openxmlformats.org/drawingml/2006/main">
            <a:r>
              <a:t>2. **DESIRED PATH (0:45–1:30):** 같은 Agent·같은 세 시간선에서 “구현을 명세에 맞춤” 경로를 강조하고 나머지는 옅게 남긴다. 사람이 원한 경로를 요청으로 고정했다는 뜻이며 Agent가 반드시 그 경로를 실행한다거나 정답이 보장됐다는 뜻은 아니다. 결과와 검사 근거를 계속 확인해야 한다.</a:t>
            </a:r>
          </a:p>
          <a:p xmlns:a="http://schemas.openxmlformats.org/drawingml/2006/main">
            <a:r>
              <a:t>3. **GENERALIZE (1:30–2:00):** 구체 예시는 여기서 끝내고, 다른 요청에도 어떤 질문을 먼저 정해야 하는지 S14의 다섯 질문으로 일반화한다. 다음 Task Specification의 항목을 이 장에서 새로 강의하지 않는다.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“고쳐줘”에 어떤 결과를 원하고 무엇을 그대로 둘지 적으면 원하는 선택이 더 잘 드러난다. 요청을 썼다고 검증이 끝나는 것은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“이번 예시에서 정한 정보를, 다른 요청에서도 개발자가 답할 질문으로 정리해 보겠습니다.”라고 S14의 일반 질문으로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경로 강조를 실제 실행 선택이나 PASS 결과로 설명하지 않는다. 새 파일이 확인되기 전에는 Fallback READY로 취급하지 않는다.</a:t>
            </a:r>
          </a:p>
          <a:p xmlns:a="http://schemas.openxmlformats.org/drawingml/2006/main">
            <a:r>
              <a:t/>
            </a:r>
          </a:p>
          <a:p xmlns:a="http://schemas.openxmlformats.org/drawingml/2006/main">
            <a:r>
              <a:t>Validation Status: ALIGNED — DEC-0038의 새 교육용 구체화 예시와 19개 필드를 작성했다.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S13에서 구체화한 선택을 다른 요청에도 사용할 개발자의 질문으로 일반화한다. “무엇을 바꿀까?”와 “무엇을 유지할까?”를 짚는다.</a:t>
            </a:r>
          </a:p>
          <a:p xmlns:a="http://schemas.openxmlformats.org/drawingml/2006/main">
            <a:r>
              <a:t>2. (1:00–3:00) 허용 범위, 확인 근거, 완료 판단의 세 질문을 이어 읽는다. 앞 예시의 답을 반복하지 않고 다른 요청에서도 개발자가 판단할 질문으로 읽는다.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앞의 구체 예시를 개발자가 판단할 다섯 질문으로 일반화하여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S15의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S14 또는 `production/preview/act1/S14.png`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S16로 간다.</a:t>
            </a:r>
          </a:p>
          <a:p xmlns:a="http://schemas.openxmlformats.org/drawingml/2006/main">
            <a:r>
              <a:t/>
            </a:r>
          </a:p>
          <a:p xmlns:a="http://schemas.openxmlformats.org/drawingml/2006/main">
            <a:r>
              <a:t>화면 진행: 이 장은 한 작업 요청에 다섯 책임을 묶는 구조를 보여준다. S14의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16에서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S15 또는 `production/preview/act1/S15.png`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S16 또는 `production/preview/act1/S16.png`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“Prompt에 적은 순서와 실제 기록의 행동이 맞을까?”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S16의 교육용 구성 예시와 구분하고, 좌측 입력창이 실제 TRIAL-002 Prompt의 핵심 지시 발췌·번역임을 밝힌다. Goal·Constraints는 당시 요청의 목표와 보존 범위다. 원문 전체나 실제 입력창 Screenshot을 보여 주는 것은 아니다.</a:t>
            </a:r>
          </a:p>
          <a:p xmlns:a="http://schemas.openxmlformats.org/drawingml/2006/main">
            <a:r>
              <a:t>2. (0:30–1:35) 좌측 지시의 번호와 우측 같은 번호를 한 행씩 짚는다. 01 먼저 실패 재현 / 재현, 02 관련 구현·호출 경로 확인 / 조사, 03 수정 전에 짧은 변경 계획을 알리고 승인 대기 없이 계속 / 계획, 04 필요한 코드만 최소 변경 / 수정, 05 집중·전체 Test, 가능한 CLI smoke, diff와 정확한 근거 보고 / 검증. 우측은 화살표 없는 세로 번호 순서다. 아직 성공 결과나 검사 수치를 읽지 않는다.</a:t>
            </a:r>
          </a:p>
          <a:p xmlns:a="http://schemas.openxmlformats.org/drawingml/2006/main">
            <a:r>
              <a:t>3. (1:35–2:00) “02 조사와 03 계획을 거친 뒤 04 수정은 어떻게 했을까?”로 S18에 연결한다. 이 대응은 지시와 관찰 가능한 행동의 비교이며 Agent 내부 사고나 Prompt 단독 효과를 확인하는 것은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Prompt에서 어떤 일을 요청했는지 읽고 같은 번호의 오른쪽 행동을 확인하면 긴 요청의 목적을 따라갈 수 있다.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“02 조사와 03 계획을 거친 뒤 04 수정은 어떻게 했을까?”를 묻고 S18의 실제 한 줄 변경으로 이동한다.</a:t>
            </a:r>
          </a:p>
          <a:p xmlns:a="http://schemas.openxmlformats.org/drawingml/2006/main">
            <a:r>
              <a:t/>
            </a:r>
          </a:p>
          <a:p xmlns:a="http://schemas.openxmlformats.org/drawingml/2006/main">
            <a:r>
              <a:t>Time Management: Lecture 2분 안에 번호 대응과 관찰 질문만 설명한다. 전체 Prompt를 낭독하지 않고 결과·검증 수치는 S18–S19로 남긴다.</a:t>
            </a:r>
          </a:p>
          <a:p xmlns:a="http://schemas.openxmlformats.org/drawingml/2006/main">
            <a:r>
              <a:t/>
            </a:r>
          </a:p>
          <a:p xmlns:a="http://schemas.openxmlformats.org/drawingml/2006/main">
            <a:r>
              <a:t>Fallback: 정적 기본 경로 — `production/ACT_1.pptx` S17 또는 `production/preview/act1/S17.png`. 지시 발췌·번역과 관찰 기준을 사용하며 라이브 실행이나 원문 화면 재현으로 대체하지 않는다. 최종 PPT 내장 Notes·렌더 정합성은 production/evaluation/PROMPT_FLOW_REVISION.md를 따른다.</a:t>
            </a:r>
          </a:p>
          <a:p xmlns:a="http://schemas.openxmlformats.org/drawingml/2006/main">
            <a:r>
              <a:t/>
            </a:r>
          </a:p>
          <a:p xmlns:a="http://schemas.openxmlformats.org/drawingml/2006/main">
            <a:r>
              <a:t>Validation Status: REVIEWED — DEC-0039의 실제 Prompt 발췌·번역과 01–05 관찰 기준을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“02 조사·03 계획은 어떤 04 수정으로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S17의 02 조사·03 계획을 회수한다. 실패 테스트 `test_crop_excludes_end_coordinate`와 `cli.main → pipeline.process_image → transform.crop` 호출 경로를 확인한 기록이 있었고, 코드 수정 전에 짧은 계획을 알렸다고 설명한다.</a:t>
            </a:r>
          </a:p>
          <a:p xmlns:a="http://schemas.openxmlformats.org/drawingml/2006/main">
            <a:r>
              <a:t>2. (1:00–2:00) `[x_start, x_end)`가 끝 좌표를 제외하는 명세임을 확인한다. S05의 `crop(image, 1, 3)` 예시를 짧게 회수한다.</a:t>
            </a:r>
          </a:p>
          <a:p xmlns:a="http://schemas.openxmlformats.org/drawingml/2006/main">
            <a:r>
              <a:t>3. (2:00–3:15) 04 수정에 해당하는 왼쪽 `row[x_start : x_end + 1]`과 오른쪽 `row[x_start : x_end]`의 실제 한 줄 diff를 가리킨다. 전체 파일이나 새로운 해결 방식을 추가하지 않는다.</a:t>
            </a:r>
          </a:p>
          <a:p xmlns:a="http://schemas.openxmlformats.org/drawingml/2006/main">
            <a:r>
              <a:t>4. (3:15–4:00) 이 입력의 너비 3이 명세대로 2가 되는 변화로 정리한다. 정적 소스·diff 재구성이며 새 실행이나 Screenshot이 아님을 유지한다. “04 수정까지 확인했다. 이제 05 검증에서 어떤 근거를 남겼을까?”로 S19에 넘긴다.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“04 수정까지 확인했다. 이제 05 검증에서 어떤 근거를 남겼을까?”로 S19의 확인 결과에 연결한다.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S18 또는 `production/preview/act1/S18.png` 사용. 시각 도식은 기록에서 재구성한 자료이며 원본 화면 캡처가 아니다. 실행 실패 상황은 없다: Live를 하지 않는다. 최종 렌더·경로 대조는 production/evaluation/PROMPT_FLOW_REVISION.md를 따른다.</a:t>
            </a:r>
          </a:p>
          <a:p xmlns:a="http://schemas.openxmlformats.org/drawingml/2006/main">
            <a:r>
              <a:t/>
            </a:r>
          </a:p>
          <a:p xmlns:a="http://schemas.openxmlformats.org/drawingml/2006/main">
            <a:r>
              <a:t>Validation Status: REVIEWED — DEC-0039의 02 조사·03 계획에서 04 최소 수정으로 이어지는 연결과 기존 한 줄 diff를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S20에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20로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S19 또는 `production/preview/act1/S19.png`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S19의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S21로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S21 Notes의 선택적 참고로 남기며 S21 화면에는 C++ inset이 없다. 주요 C++ 패턴 전이는 S55에서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21에서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S21 연결 15초로 배분한다. 기존 검증 근거의 재나열과 반복 설명을 이 예시로 교체한다. 기록 사실과 Teaching Model을 분리하고 S19의 다섯 수치를 다시 읽지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좌측 표가 특정 테스트의 만능 효과를 뜻하지 않는다고 소개한다. 실제 TRIAL-002는 집중·전체 테스트, CLI smoke, diff를 확인했다는 하단 출처를 짚는다. 오른쪽은 같은 crop 예시를 C++로 재표현한 교육용 도식이며 실제 C++ 실행 기록이 아니다.</a:t>
            </a:r>
          </a:p>
          <a:p xmlns:a="http://schemas.openxmlformats.org/drawingml/2006/main">
            <a:r>
              <a:t>2. (0:30–2:30) 좌측 확인 방법과 말할 수 있는 범위의 다섯 행을 설명한다. 집중 Test는 해당 동작·조건, 전체 Test는 현재 suite의 회귀 범위, smoke는 샘플 통합 경로, diff는 변경 범위, 측정은 지정 입력·환경에서의 성능을 뒷받침한다. 성능 측정 행은 교육 모델이며 TRIAL-002에서 benchmark를 실행하지 않았다고 밝힌다.</a:t>
            </a:r>
          </a:p>
          <a:p xmlns:a="http://schemas.openxmlformats.org/drawingml/2006/main">
            <a:r>
              <a:t>3. (2:30–4:00) 우측의 원본 첫 행 {1,2,3,4}와 crop [1,3)의 끝 좌표 제외 명세를 읽는다. 기대 vector는 {2,3}·2개이고, 끝 좌표를 포함한 잘못된 vector는 {2,3,4}·3개다. `EXPECT_FALSE(actual.empty());`는 둘 다 비어 있지 않으므로 이 차이를 구별하지 못하는 조건이다. `std::vector&lt;int&gt; expected{2,3};`를 둔 뒤 `EXPECT_EQ(actual.size(), 2u);`와 `EXPECT_EQ(actual, expected);`로 기대 개수·값·순서를 대조한다. vector 동등 비교가 길이도 검사하므로 size 행은 폭 조건을 눈에 보이게 나눈 교육상 중복이다. assertion을 많이 쓰는 것 자체보다 명세 위반을 구별하는 조건인지가 핵심이다. 이것은 조건의 논리적 비교이며 새 C++ 테스트의 PASS/FAIL 결과나 당시 assertion의 전사본이 아니다.</a:t>
            </a:r>
          </a:p>
          <a:p xmlns:a="http://schemas.openxmlformats.org/drawingml/2006/main">
            <a:r>
              <a:t>4. (4:00–5:00) 익숙한 Check가 뒷받침하는 Claim과, 자기 테스트가 어떤 명세 위반을 놓칠 수 있는지 개인적으로 떠올린다. 그 검증 방법을 다음 작업에서도 다시 설명할지 생각하는 Reflection으로 마친다. 답변·코드 작성·실습은 요구하지 않는다.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테스트가 있다는 사실만 보지 않고, 그 조건이 기대하는 개수와 원소를 실제로 비교하는지 확인한다. 비어 있지 않음은 빈 결과를 찾는 데 의미가 있지만, 추가 원소가 끼어든 이 오류는 놓칠 수 있다.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S55에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S22의 정보 수명 질문으로 연결한다.</a:t>
            </a:r>
          </a:p>
          <a:p xmlns:a="http://schemas.openxmlformats.org/drawingml/2006/main">
            <a:r>
              <a:t/>
            </a:r>
          </a:p>
          <a:p xmlns:a="http://schemas.openxmlformats.org/drawingml/2006/main">
            <a:r>
              <a:t>Time Management: Lecture 4분과 Reflection 1분을 분리한다. 소개 30초, 좌측 Check 표 2분, 우측 vector·명세 assertion 비교 90초로 Lecture를 편성한다. 기존 시간이 바뀌지 않으며 C++ 초기화 생성자 설명·도구 설정·assertion 튜토리얼을 추가하지 않는다. 실제 시간 적합성은 리허설 전까지 UNVERIFIED다.</a:t>
            </a:r>
          </a:p>
          <a:p xmlns:a="http://schemas.openxmlformats.org/drawingml/2006/main">
            <a:r>
              <a:t/>
            </a:r>
          </a:p>
          <a:p xmlns:a="http://schemas.openxmlformats.org/drawingml/2006/main">
            <a:r>
              <a:t>Fallback: 정적 PPTX S21 또는 `production/preview/act1/S21.png`를 사용한다. 좌측의 일반 범위, 우측 교육용 C++ 도식과 하단의 실제 Trial 출처를 구분한다. 최종 렌더·내장 Notes/PNG 대조는 production/evaluation/S21_ASSERTION_SPEC_REVISION.md를 따른다.</a:t>
            </a:r>
          </a:p>
          <a:p xmlns:a="http://schemas.openxmlformats.org/drawingml/2006/main">
            <a:r>
              <a:t/>
            </a:r>
          </a:p>
          <a:p xmlns:a="http://schemas.openxmlformats.org/drawingml/2006/main">
            <a:r>
              <a:t>Validation Status: REVIEWED — DEC-0041의 명세와 assertion 의미·vector 수치·범위와 운영 지침을 대조했다. 최종 PPT·내장 Notes·PNG 검토는 production/evaluation/S21_ASSERTION_SPEC_REVISION.md에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S23에서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23에서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S22 또는 `production/preview/act1/S22.png`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S22의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S26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S23 또는 `production/preview/act1/S23.png`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다른 Task에 같은 설명이 반복된다</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작은 Project Context의 첫 기록</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S26로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S26의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S25 및 `production/preview/act2/S25.png`에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S26 handoff. 명령어 옵션별 설명은 생략한다.</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한 번의 사용에서 확인된 것</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Task Prompt와 Project Context</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S26에서 본 기록을 회수한 뒤 두 열의 수명을 비교한다. 왼쪽은 다음 작업에서 바뀔 목표, 오른쪽은 여러 작업에서 다시 참고할 사실이다. S23의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S24–S26.</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정확한 정보도 계속 늘어난다</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정확하지만 이번 Task에는 불필요한 정보</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정보의 범위와 제공 시점</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Long Context 연구가 말해주는 범위</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필요한 상세 정보로 가는 길</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Core Context에서 상세 정보로 가는 길</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S32의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S34.</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S34.</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정보를 지우지 않고 위치를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서로 다른 두 Task가 무엇을 읽을까?</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Crop Task에서 관찰한 접근</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Task별 접근은 달랐지만 완벽하지는 않다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지식은 정리됐지만 절차는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서로 다른 Performance Task, 반복되는 절차</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production/preview/act3/S39.png와 production/preview/full/S39.png다.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Project 사실과 작업 절차는 다르다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Context, Workflow의 역할</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S40의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42에서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반복 절차를 Skill로 옮길 수 있을까?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43에서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Skill을 어떻게 발견하고 호출할까?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절차의 책임이 Prompt에서 Repository로 이동</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답을 담지 않는 Workflow</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측정으로 후보를 고르다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S47의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S47에서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Working Harness Success</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S47 및 `production/preview/act3/S47.png`의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이 작업에 Subagent가 필요했을까?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Subagent를 고려할 조건</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무엇이 다시 찾기 어려운 지식인가?</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Memory는 재발견 비용으로 판단</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Minimum Effective Harness</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53–55에서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Harness는 작업 환경 설계다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55에서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Repository 밖의 환경도 결과에 영향을 준다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S54 또는 `production/preview/act3/S54.png`의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Engineering Pattern은 C++에도 전이된다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production/preview/act3/S55.png와 production/preview/full/S55.png다.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필요한 구조부터 질문하기</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여기까지는 잘 동작했다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S58으로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개념 사례: Project와 Workflow는 현재 맞다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S57의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Project는 바뀌고 Workflow는 남았다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S59와 production/preview/act4/S59.png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S60로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Task 해결과 System 문제는 다르다</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원인에 맞는 Layer를 고르기</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S62으로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실패 지점과 원인 Layer 구분하기</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S61의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S63에서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먼저 관찰하고, 그다음 가설을 세운다</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Cause가 지지하는 최소 변경</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Task의 재실행만으로 충분할까?</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대표 작업으로 변경 범위를 확인하기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Harness도 특정 실패에 맞춰 과적합될 수 있다</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S68으로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Feedback을 System Change와 Evaluation으로 잇기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S63의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S69로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제작 기록: TRIAL-006</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결과의 타당성과 원인 귀속은 별개다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S47의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평가와 보고 규칙을 Evidence에 맞추다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후속 기록은 개선됐지만 완전하지 않았다</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S73에서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실제 Meta Loop에서 바뀐 것</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S74의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S74로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Project와 환경이 바뀌면 검증도 다시 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S75의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S75으로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production/preview/act4/S74.png 및 production/preview/full/S74.png.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여섯 시간의 Story를 한 장으로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S76 실제 Repository 이력→S77 선택 기준→S78 책임을 거쳐 S79에서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S76와 S78에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S79의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S76로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하나의 Repository가 문제에 대응해 진화했다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S34 상세 문서 분리, S47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S34-source.png, S47-source.png (기존 production PNG와 동일). S18은 TRIAL-002 diff 재구성, S34는 STATE-02→03 문구 발췌, S47는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S34로 Routing 우월성·토큰 절감을 주장하지 않고, S47는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S77로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필요성이 입증되지 않은 것은 보류했다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S78으로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위임이 늘어도 개발자 책임은 남는다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S77의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S79의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S79로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AI-Native Development는 이 교육의 운영 모델</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S80로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S80에서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S80로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어느 Layer에서 마찰이 반복되는가?</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S81의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S81로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작은 행동을 개인적으로 고른다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S80에서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S82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S82으로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S82으로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S81와 production/preview/act5/S81.png를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Q&amp;A와 교육 마무리</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S82와 production/preview/act5/S82.png를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de2859b8bb444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2f5e59ec17b471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7a5f7599d1c43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1d35363a33240f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d400e6b4774ae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4401bd521b42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2947FE-0CA3-44C7-9049-B19BCDBEA07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2654DC6-2584-4D81-B69D-053E6AC20C6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D11689B-F526-4FED-9D74-85DEAEBF4B3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73AC9F-12D9-483D-A884-8EF9BFB098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B07D7BB-3514-43BA-8061-F49CF64C718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FA16ACF-8CCC-43A9-A5A6-4BF0A81B3C4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D6C40D-0F51-4F69-8CDA-E0C4D9ABF6C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6ED1F05-A4EF-4303-BFEB-D395A0D9CB1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E1DA55-68B6-40F7-8E80-AAE74314B17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56ED6AE-58A9-4BA5-92E9-2CFB81A4359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fe88630e754180" /><Relationship Type="http://schemas.openxmlformats.org/officeDocument/2006/relationships/slideLayout" Target="/ppt/slideLayouts/slideLayout1.xml" Id="Rde19567d3d0e458f" /><Relationship Type="http://schemas.openxmlformats.org/officeDocument/2006/relationships/slideLayout" Target="/ppt/slideLayouts/slideLayout2.xml" Id="Rcab013f23c944fcd" /><Relationship Type="http://schemas.openxmlformats.org/officeDocument/2006/relationships/slideLayout" Target="/ppt/slideLayouts/slideLayout3.xml" Id="Rc58f92a1d79a4c51" /><Relationship Type="http://schemas.openxmlformats.org/officeDocument/2006/relationships/slideLayout" Target="/ppt/slideLayouts/slideLayout4.xml" Id="R347b63a32a604d10" /><Relationship Type="http://schemas.openxmlformats.org/officeDocument/2006/relationships/slideLayout" Target="/ppt/slideLayouts/slideLayout5.xml" Id="R87bc7d93c6e44813" /><Relationship Type="http://schemas.openxmlformats.org/officeDocument/2006/relationships/slideLayout" Target="/ppt/slideLayouts/slideLayout6.xml" Id="R49aeddffb33a477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19567d3d0e458f"/>
    <p:sldLayoutId xmlns:r="http://schemas.openxmlformats.org/officeDocument/2006/relationships" id="2147483650" r:id="Rcab013f23c944fcd"/>
    <p:sldLayoutId xmlns:r="http://schemas.openxmlformats.org/officeDocument/2006/relationships" id="2147483651" r:id="Rc58f92a1d79a4c51"/>
    <p:sldLayoutId xmlns:r="http://schemas.openxmlformats.org/officeDocument/2006/relationships" id="2147483652" r:id="R347b63a32a604d10"/>
    <p:sldLayoutId xmlns:r="http://schemas.openxmlformats.org/officeDocument/2006/relationships" id="2147483653" r:id="R87bc7d93c6e44813"/>
    <p:sldLayoutId xmlns:r="http://schemas.openxmlformats.org/officeDocument/2006/relationships" id="2147483654" r:id="R49aeddffb33a477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cb9780f602241f0" /><Relationship Type="http://schemas.openxmlformats.org/officeDocument/2006/relationships/image" Target="/ppt/media/image.png" Id="R015d57851acf42bd" /><Relationship Type="http://schemas.openxmlformats.org/officeDocument/2006/relationships/notesSlide" Target="/ppt/notesSlides/notesSlide1.xml" Id="R017e7d9a5456419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764e0c6670c4fd6" /><Relationship Type="http://schemas.openxmlformats.org/officeDocument/2006/relationships/notesSlide" Target="/ppt/notesSlides/notesSlide2.xml" Id="Rd5e73e18d21d4f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6a1a2a62b0e4475" /><Relationship Type="http://schemas.openxmlformats.org/officeDocument/2006/relationships/notesSlide" Target="/ppt/notesSlides/notesSlide3.xml" Id="Rf48c2f3c9cc44cb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b00970c46454cb5" /><Relationship Type="http://schemas.openxmlformats.org/officeDocument/2006/relationships/image" Target="/ppt/media/image2.png" Id="R5a63d6a50f014f91" /><Relationship Type="http://schemas.openxmlformats.org/officeDocument/2006/relationships/notesSlide" Target="/ppt/notesSlides/notesSlide4.xml" Id="R3283ee9a9c6c447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9831c25f0d44d15" /><Relationship Type="http://schemas.openxmlformats.org/officeDocument/2006/relationships/notesSlide" Target="/ppt/notesSlides/notesSlide5.xml" Id="R507a8615aa674c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af4b9b0904b4a7a" /><Relationship Type="http://schemas.openxmlformats.org/officeDocument/2006/relationships/notesSlide" Target="/ppt/notesSlides/notesSlide6.xml" Id="R64c46d63083046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bbe445971924d09" /><Relationship Type="http://schemas.openxmlformats.org/officeDocument/2006/relationships/image" Target="/ppt/media/image3.png" Id="R90cc10d2321f4bad" /><Relationship Type="http://schemas.openxmlformats.org/officeDocument/2006/relationships/notesSlide" Target="/ppt/notesSlides/notesSlide7.xml" Id="Rb7228bcfd20e44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1b1a85fcd8f4be9" /><Relationship Type="http://schemas.openxmlformats.org/officeDocument/2006/relationships/notesSlide" Target="/ppt/notesSlides/notesSlide8.xml" Id="R1dc3e2b66eec448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12769e3630b4789" /><Relationship Type="http://schemas.openxmlformats.org/officeDocument/2006/relationships/image" Target="/ppt/media/image4.png" Id="R7109a82acbdd4677" /><Relationship Type="http://schemas.openxmlformats.org/officeDocument/2006/relationships/image" Target="/ppt/media/image5.png" Id="Ra30bac42cca9433c" /><Relationship Type="http://schemas.openxmlformats.org/officeDocument/2006/relationships/image" Target="/ppt/media/image6.png" Id="Ra0fa0f9e844e49b8" /><Relationship Type="http://schemas.openxmlformats.org/officeDocument/2006/relationships/notesSlide" Target="/ppt/notesSlides/notesSlide9.xml" Id="R40b606ffd0bb40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f557fd2bdb6428e" /><Relationship Type="http://schemas.openxmlformats.org/officeDocument/2006/relationships/notesSlide" Target="/ppt/notesSlides/notesSlide10.xml" Id="R3dcb705076f1400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e9771e948664486" /><Relationship Type="http://schemas.openxmlformats.org/officeDocument/2006/relationships/image" Target="/ppt/media/image7.png" Id="R8e5de29a32334cf9" /><Relationship Type="http://schemas.openxmlformats.org/officeDocument/2006/relationships/image" Target="/ppt/media/image8.png" Id="R225e41dbd372403d" /><Relationship Type="http://schemas.openxmlformats.org/officeDocument/2006/relationships/image" Target="/ppt/media/image9.png" Id="R48c46f19507441fa" /><Relationship Type="http://schemas.openxmlformats.org/officeDocument/2006/relationships/notesSlide" Target="/ppt/notesSlides/notesSlide11.xml" Id="R3eabda3435384d6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f637384cc7e4b97" /><Relationship Type="http://schemas.openxmlformats.org/officeDocument/2006/relationships/image" Target="/ppt/media/image10.png" Id="R739a14b8fa654d4c" /><Relationship Type="http://schemas.openxmlformats.org/officeDocument/2006/relationships/notesSlide" Target="/ppt/notesSlides/notesSlide12.xml" Id="Rd812a2c04e2243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0fc33e834304af2" /><Relationship Type="http://schemas.openxmlformats.org/officeDocument/2006/relationships/image" Target="/ppt/media/image11.png" Id="R1507a769542f45b8" /><Relationship Type="http://schemas.openxmlformats.org/officeDocument/2006/relationships/notesSlide" Target="/ppt/notesSlides/notesSlide13.xml" Id="R5212f7604c1749c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7a95ddb5435437a" /><Relationship Type="http://schemas.openxmlformats.org/officeDocument/2006/relationships/notesSlide" Target="/ppt/notesSlides/notesSlide14.xml" Id="Rda1eaa66b99f440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40b22c8f64b4f62" /><Relationship Type="http://schemas.openxmlformats.org/officeDocument/2006/relationships/notesSlide" Target="/ppt/notesSlides/notesSlide15.xml" Id="R7a8ee1eb14ef41d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bac934e7da64078" /><Relationship Type="http://schemas.openxmlformats.org/officeDocument/2006/relationships/notesSlide" Target="/ppt/notesSlides/notesSlide16.xml" Id="Rcb01c98c92fd429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0eea78bdc954a63" /><Relationship Type="http://schemas.openxmlformats.org/officeDocument/2006/relationships/notesSlide" Target="/ppt/notesSlides/notesSlide17.xml" Id="R69ed66e0f1fc447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7b84e0a9c8c4ec5" /><Relationship Type="http://schemas.openxmlformats.org/officeDocument/2006/relationships/notesSlide" Target="/ppt/notesSlides/notesSlide18.xml" Id="Ra7dedbc563d3495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00eb1a801824848" /><Relationship Type="http://schemas.openxmlformats.org/officeDocument/2006/relationships/notesSlide" Target="/ppt/notesSlides/notesSlide19.xml" Id="Rae87751b1b8744b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11fde90cd0f40cf" /><Relationship Type="http://schemas.openxmlformats.org/officeDocument/2006/relationships/notesSlide" Target="/ppt/notesSlides/notesSlide20.xml" Id="R53830057297348d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2cf1491589645c4" /><Relationship Type="http://schemas.openxmlformats.org/officeDocument/2006/relationships/notesSlide" Target="/ppt/notesSlides/notesSlide21.xml" Id="R5aded0b66284487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0323a6d16b84396" /><Relationship Type="http://schemas.openxmlformats.org/officeDocument/2006/relationships/notesSlide" Target="/ppt/notesSlides/notesSlide22.xml" Id="R151993a0f2554ac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a4d46b35d854892" /><Relationship Type="http://schemas.openxmlformats.org/officeDocument/2006/relationships/notesSlide" Target="/ppt/notesSlides/notesSlide23.xml" Id="Rb9174fe59cac429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a64aec80a944676" /><Relationship Type="http://schemas.openxmlformats.org/officeDocument/2006/relationships/notesSlide" Target="/ppt/notesSlides/notesSlide24.xml" Id="Rd66ea187eb6c49a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1f042999ed7487b" /><Relationship Type="http://schemas.openxmlformats.org/officeDocument/2006/relationships/notesSlide" Target="/ppt/notesSlides/notesSlide25.xml" Id="Rf60ebd191a284ba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ed11236fd26467b" /><Relationship Type="http://schemas.openxmlformats.org/officeDocument/2006/relationships/notesSlide" Target="/ppt/notesSlides/notesSlide26.xml" Id="Rde04a4ae08e6477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1677d730b2047af" /><Relationship Type="http://schemas.openxmlformats.org/officeDocument/2006/relationships/notesSlide" Target="/ppt/notesSlides/notesSlide27.xml" Id="R4371793e9ef840a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72a0814b24b4a12" /><Relationship Type="http://schemas.openxmlformats.org/officeDocument/2006/relationships/notesSlide" Target="/ppt/notesSlides/notesSlide28.xml" Id="R116629bc40b941c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c67ba3c24404cf3" /><Relationship Type="http://schemas.openxmlformats.org/officeDocument/2006/relationships/notesSlide" Target="/ppt/notesSlides/notesSlide29.xml" Id="R890119a56c8d4a1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fba5e928d1b4ddd" /><Relationship Type="http://schemas.openxmlformats.org/officeDocument/2006/relationships/notesSlide" Target="/ppt/notesSlides/notesSlide30.xml" Id="Re7ba12a9a88b49f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b213c9e385448fe" /><Relationship Type="http://schemas.openxmlformats.org/officeDocument/2006/relationships/notesSlide" Target="/ppt/notesSlides/notesSlide31.xml" Id="Rf6a95b36b137434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5797793b7b54e52" /><Relationship Type="http://schemas.openxmlformats.org/officeDocument/2006/relationships/notesSlide" Target="/ppt/notesSlides/notesSlide32.xml" Id="R64226ad83fa6442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44e45a6ca1f450e" /><Relationship Type="http://schemas.openxmlformats.org/officeDocument/2006/relationships/notesSlide" Target="/ppt/notesSlides/notesSlide33.xml" Id="R21187c1211544d6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86eb62300a746d0" /><Relationship Type="http://schemas.openxmlformats.org/officeDocument/2006/relationships/notesSlide" Target="/ppt/notesSlides/notesSlide34.xml" Id="R1a2fe8a6c476485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ea1354e2c2f42af" /><Relationship Type="http://schemas.openxmlformats.org/officeDocument/2006/relationships/notesSlide" Target="/ppt/notesSlides/notesSlide35.xml" Id="Rf0135d8cb85848d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6e8c045d3d64631" /><Relationship Type="http://schemas.openxmlformats.org/officeDocument/2006/relationships/notesSlide" Target="/ppt/notesSlides/notesSlide36.xml" Id="Rfc11f0aeb7c3483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d915f064f4f4680" /><Relationship Type="http://schemas.openxmlformats.org/officeDocument/2006/relationships/notesSlide" Target="/ppt/notesSlides/notesSlide37.xml" Id="Ree8bd5b1c7624cb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e5336c5d57c54561" /><Relationship Type="http://schemas.openxmlformats.org/officeDocument/2006/relationships/notesSlide" Target="/ppt/notesSlides/notesSlide38.xml" Id="R4b6b022f815649e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5d034c513274b4c" /><Relationship Type="http://schemas.openxmlformats.org/officeDocument/2006/relationships/image" Target="/ppt/media/image12.png" Id="R8ab5b4a8128a47c5" /><Relationship Type="http://schemas.openxmlformats.org/officeDocument/2006/relationships/image" Target="/ppt/media/image13.png" Id="R26df701fa40c486c" /><Relationship Type="http://schemas.openxmlformats.org/officeDocument/2006/relationships/image" Target="/ppt/media/image14.png" Id="R47e98cf1aa48499b" /><Relationship Type="http://schemas.openxmlformats.org/officeDocument/2006/relationships/image" Target="/ppt/media/image15.png" Id="Rf756fc65e61f4b1f" /><Relationship Type="http://schemas.openxmlformats.org/officeDocument/2006/relationships/notesSlide" Target="/ppt/notesSlides/notesSlide39.xml" Id="Ra1fc2a50e175482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3d2dca223a646ef" /><Relationship Type="http://schemas.openxmlformats.org/officeDocument/2006/relationships/notesSlide" Target="/ppt/notesSlides/notesSlide40.xml" Id="R9bab1789ab00499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01148e5f39a4de8" /><Relationship Type="http://schemas.openxmlformats.org/officeDocument/2006/relationships/notesSlide" Target="/ppt/notesSlides/notesSlide41.xml" Id="R8c3dd550e394433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ec3968aa61240bd" /><Relationship Type="http://schemas.openxmlformats.org/officeDocument/2006/relationships/notesSlide" Target="/ppt/notesSlides/notesSlide42.xml" Id="Rb0ff23cfbda64af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718b5538a084e44" /><Relationship Type="http://schemas.openxmlformats.org/officeDocument/2006/relationships/notesSlide" Target="/ppt/notesSlides/notesSlide43.xml" Id="Rf570edeb7d1249a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8665022e5f4a41d5" /><Relationship Type="http://schemas.openxmlformats.org/officeDocument/2006/relationships/notesSlide" Target="/ppt/notesSlides/notesSlide44.xml" Id="Re7b078e27082448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b280886cd564627" /><Relationship Type="http://schemas.openxmlformats.org/officeDocument/2006/relationships/notesSlide" Target="/ppt/notesSlides/notesSlide45.xml" Id="Rd7a91ddc5fb8462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7484341688e54f17" /><Relationship Type="http://schemas.openxmlformats.org/officeDocument/2006/relationships/notesSlide" Target="/ppt/notesSlides/notesSlide46.xml" Id="R699590c481934db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6af3387142a4655" /><Relationship Type="http://schemas.openxmlformats.org/officeDocument/2006/relationships/chart" Target="/ppt/slides/charts/chart1.xml" Id="Re6a0f617df684ef8" /><Relationship Type="http://schemas.openxmlformats.org/officeDocument/2006/relationships/notesSlide" Target="/ppt/notesSlides/notesSlide47.xml" Id="Re64fe43a4c70445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b9796a897bf84081" /><Relationship Type="http://schemas.openxmlformats.org/officeDocument/2006/relationships/notesSlide" Target="/ppt/notesSlides/notesSlide48.xml" Id="R221ca92fe8704db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33c57cb007442b9" /><Relationship Type="http://schemas.openxmlformats.org/officeDocument/2006/relationships/notesSlide" Target="/ppt/notesSlides/notesSlide49.xml" Id="Rdc6dfe7fa38a4b33"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d2822109c28d4a76" /><Relationship Type="http://schemas.openxmlformats.org/officeDocument/2006/relationships/notesSlide" Target="/ppt/notesSlides/notesSlide50.xml" Id="Rd374afd35f4948e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32cf8119b5343a5" /><Relationship Type="http://schemas.openxmlformats.org/officeDocument/2006/relationships/notesSlide" Target="/ppt/notesSlides/notesSlide51.xml" Id="Rbbe67e918cff43c1"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126b0c458d14993" /><Relationship Type="http://schemas.openxmlformats.org/officeDocument/2006/relationships/notesSlide" Target="/ppt/notesSlides/notesSlide52.xml" Id="Rfa1a66848aeb4d7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05d7ddda5334263" /><Relationship Type="http://schemas.openxmlformats.org/officeDocument/2006/relationships/notesSlide" Target="/ppt/notesSlides/notesSlide53.xml" Id="R80f4dea53a2343c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a4f9583ec811466c" /><Relationship Type="http://schemas.openxmlformats.org/officeDocument/2006/relationships/notesSlide" Target="/ppt/notesSlides/notesSlide54.xml" Id="R40f11a0732934be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697154b5eea04376" /><Relationship Type="http://schemas.openxmlformats.org/officeDocument/2006/relationships/image" Target="/ppt/media/image16.png" Id="R44795457a0404f81" /><Relationship Type="http://schemas.openxmlformats.org/officeDocument/2006/relationships/notesSlide" Target="/ppt/notesSlides/notesSlide55.xml" Id="R38bde3ce8fd44ca9"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ff360773e7994d79" /><Relationship Type="http://schemas.openxmlformats.org/officeDocument/2006/relationships/notesSlide" Target="/ppt/notesSlides/notesSlide56.xml" Id="Rc83e3d03ca7d4219"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335e86465cfb477d" /><Relationship Type="http://schemas.openxmlformats.org/officeDocument/2006/relationships/notesSlide" Target="/ppt/notesSlides/notesSlide57.xml" Id="R50cebdce6d75400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b9c1cf2923d4dfb" /><Relationship Type="http://schemas.openxmlformats.org/officeDocument/2006/relationships/notesSlide" Target="/ppt/notesSlides/notesSlide58.xml" Id="R483ea47805ac477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9579aeccf1547af" /><Relationship Type="http://schemas.openxmlformats.org/officeDocument/2006/relationships/notesSlide" Target="/ppt/notesSlides/notesSlide59.xml" Id="R913881653890487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fc880ecae63450f" /><Relationship Type="http://schemas.openxmlformats.org/officeDocument/2006/relationships/notesSlide" Target="/ppt/notesSlides/notesSlide60.xml" Id="R9e6212fc66da481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06ac879826ed4769" /><Relationship Type="http://schemas.openxmlformats.org/officeDocument/2006/relationships/notesSlide" Target="/ppt/notesSlides/notesSlide61.xml" Id="R4d055b9c172b438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4922c07753c74b54" /><Relationship Type="http://schemas.openxmlformats.org/officeDocument/2006/relationships/notesSlide" Target="/ppt/notesSlides/notesSlide62.xml" Id="Rd68a6595f33c4d0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d17990e917254f2d" /><Relationship Type="http://schemas.openxmlformats.org/officeDocument/2006/relationships/notesSlide" Target="/ppt/notesSlides/notesSlide63.xml" Id="Re7765f489c1f487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c42314dd1a3b4cfc" /><Relationship Type="http://schemas.openxmlformats.org/officeDocument/2006/relationships/notesSlide" Target="/ppt/notesSlides/notesSlide64.xml" Id="Re5ec09b795b041e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651529a216e467e" /><Relationship Type="http://schemas.openxmlformats.org/officeDocument/2006/relationships/notesSlide" Target="/ppt/notesSlides/notesSlide65.xml" Id="R235f821ee8db4d4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0291f3a6fda34e29" /><Relationship Type="http://schemas.openxmlformats.org/officeDocument/2006/relationships/notesSlide" Target="/ppt/notesSlides/notesSlide66.xml" Id="R5bfa3473118d47f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23453553dac14d38" /><Relationship Type="http://schemas.openxmlformats.org/officeDocument/2006/relationships/notesSlide" Target="/ppt/notesSlides/notesSlide67.xml" Id="R0564f35a0bc44d0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a25ceb1314544484" /><Relationship Type="http://schemas.openxmlformats.org/officeDocument/2006/relationships/notesSlide" Target="/ppt/notesSlides/notesSlide68.xml" Id="R692746a8057e47e3"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f5cc44fe27b5445a" /><Relationship Type="http://schemas.openxmlformats.org/officeDocument/2006/relationships/notesSlide" Target="/ppt/notesSlides/notesSlide69.xml" Id="Rb41627eb95594dd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6196f51004984c20" /><Relationship Type="http://schemas.openxmlformats.org/officeDocument/2006/relationships/notesSlide" Target="/ppt/notesSlides/notesSlide70.xml" Id="R4a2070fb77244a0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5395eb5a0d644a6" /><Relationship Type="http://schemas.openxmlformats.org/officeDocument/2006/relationships/notesSlide" Target="/ppt/notesSlides/notesSlide71.xml" Id="Rd4138f1323004d29"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8116c1a16f9b49ad" /><Relationship Type="http://schemas.openxmlformats.org/officeDocument/2006/relationships/notesSlide" Target="/ppt/notesSlides/notesSlide72.xml" Id="R3384882cdf794da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73dd661f5124798" /><Relationship Type="http://schemas.openxmlformats.org/officeDocument/2006/relationships/notesSlide" Target="/ppt/notesSlides/notesSlide73.xml" Id="R2c05e1b630e1432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7b56c204a6624448" /><Relationship Type="http://schemas.openxmlformats.org/officeDocument/2006/relationships/image" Target="/ppt/media/image17.png" Id="R8e9fabfbdf72428f" /><Relationship Type="http://schemas.openxmlformats.org/officeDocument/2006/relationships/notesSlide" Target="/ppt/notesSlides/notesSlide74.xml" Id="R0da865eeef6d41c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cd2a885bc12d4ef2" /><Relationship Type="http://schemas.openxmlformats.org/officeDocument/2006/relationships/notesSlide" Target="/ppt/notesSlides/notesSlide75.xml" Id="R27dff270d055420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c9b3e5cdf3c243c9" /><Relationship Type="http://schemas.openxmlformats.org/officeDocument/2006/relationships/image" Target="/ppt/media/image18.png" Id="R6534ac98b15d4b48" /><Relationship Type="http://schemas.openxmlformats.org/officeDocument/2006/relationships/image" Target="/ppt/media/image19.png" Id="R1abd949877e04d98" /><Relationship Type="http://schemas.openxmlformats.org/officeDocument/2006/relationships/image" Target="/ppt/media/image20.png" Id="R58746661192b4bd8" /><Relationship Type="http://schemas.openxmlformats.org/officeDocument/2006/relationships/notesSlide" Target="/ppt/notesSlides/notesSlide76.xml" Id="R57607346fe17413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d7972d128a7a47f1" /><Relationship Type="http://schemas.openxmlformats.org/officeDocument/2006/relationships/notesSlide" Target="/ppt/notesSlides/notesSlide77.xml" Id="Rd82c9dd3ae2f4a6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a2204c1065ef4343" /><Relationship Type="http://schemas.openxmlformats.org/officeDocument/2006/relationships/notesSlide" Target="/ppt/notesSlides/notesSlide78.xml" Id="R10e5c90db0de4f4f"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7d8de8f9d7714f9e" /><Relationship Type="http://schemas.openxmlformats.org/officeDocument/2006/relationships/notesSlide" Target="/ppt/notesSlides/notesSlide79.xml" Id="R496532c8d46d4e3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3555051553424285" /><Relationship Type="http://schemas.openxmlformats.org/officeDocument/2006/relationships/notesSlide" Target="/ppt/notesSlides/notesSlide80.xml" Id="R1a1c2c633c0e4a8e"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776125a516a74061" /><Relationship Type="http://schemas.openxmlformats.org/officeDocument/2006/relationships/notesSlide" Target="/ppt/notesSlides/notesSlide81.xml" Id="R3dbcc161b15b41b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f5a06d6fcf864555" /><Relationship Type="http://schemas.openxmlformats.org/officeDocument/2006/relationships/notesSlide" Target="/ppt/notesSlides/notesSlide82.xml" Id="R6b85125342e24a6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79B6B104-641F-4BBF-ADFE-0A4E7E11A1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3CEB6E2E-A1B7-4018-A966-14E2D737B9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FB36897A-420C-471C-AAF5-3CEA75EBB8C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DEFF224-0A8C-405D-93FF-125E0EA427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47AD5B70-DF42-4EA6-B264-6BC006D53F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C3B959C7-1339-43B5-9A48-7829C09505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0F4FB404-CE60-4A7A-917F-E694756A7651}"/>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35D7C033-6D25-4441-ABCB-326C27751A9D}"/>
              </a:ext>
            </a:extLst>
          </p:cNvPr>
          <p:cNvPicPr>
            <a:picLocks xmlns:a="http://schemas.openxmlformats.org/drawingml/2006/main" noChangeAspect="1"/>
          </p:cNvPicPr>
          <p:nvPr/>
        </p:nvPicPr>
        <p:blipFill>
          <a:blip xmlns:r="http://schemas.openxmlformats.org/officeDocument/2006/relationships" xmlns:a="http://schemas.openxmlformats.org/drawingml/2006/main" r:embed="R015d57851acf42b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A6BAE2DF-A96C-4220-B8D2-3EA8F9EE74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59C26F5C-A06B-4DCF-9F61-58581DA785D6}"/>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CF7E6CEF-B627-427A-AA10-6CF6495ED29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18AD7B9-EE60-4E41-BD56-47D5A5BC8B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778750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8AE9E97C-A46F-4FE3-A60D-F96FBB9948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6A4905F0-25AF-4FAB-B899-FA490FB9FE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806D0937-406E-4693-8453-9C64C5EDFC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16AA65D-08CC-4A1F-8BBD-648E903651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6C952FCE-7876-451A-A2FA-508B51182B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7D02CE5B-7910-409D-B307-89FBE229E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EF960747-4BA5-4953-8756-8545963D772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E00C43B8-1391-488E-BDC7-A0AF660642E5}"/>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85EE09D3-93D2-4A78-A729-78CF6B245B62}"/>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63C020A9-9ED5-421E-8078-B67BFF28753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7BB069-3075-47C5-BDCD-DAAAF014C02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B7A99F76-368B-4AF0-B3AF-DC9DE694944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6527014-82DC-4629-9783-40EBE262B79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AB346211-2122-4494-95CA-44031DEAADE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19214B58-597C-4497-A706-3921F05390F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C398262-F497-4073-B500-8347C500058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5594C7E3-E5B4-4AF2-8E6A-00D241AFD35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C077FEF8-14A1-4284-BB7F-D3BFEB9CD0F0}"/>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1FCA7DF-1759-48F5-A8F0-AD84CBF26350}"/>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3A46F4C-A515-4F1D-9D49-5267930B7516}"/>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9E3B53C-5C50-4D9F-B19E-B9A3BBD3AE9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7425D4D6-C09E-4D24-B4CF-5969DEBC086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3A12CC98-A4B9-4D12-9140-B1EF18802067}"/>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3C4A2DAE-BF8C-44E0-91B1-52548A79471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FCA33E5-B74D-4E61-8B91-2F270EAF874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76F3581D-A423-4678-972A-1DEF2561875F}"/>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B262313A-A277-423B-B8CD-5DC94EF774E2}"/>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30CF1AF6-7634-418C-9D66-E512D9C717FB}"/>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ECD087AA-9425-42C1-ACB2-AC30C6A48925}"/>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1E6EA10-4D59-4546-ACB1-78801E4D626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69294517-530C-4B14-A672-6934C615086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0D990B45-2B6A-4159-AF52-6447C94482D6}"/>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C196D255-E165-4429-BE0F-F2AFA3A61A0D}"/>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00367C03-BBA0-46EB-8015-404BEE422F2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4D0BD34D-BCE6-4063-9A2B-B7677632E201}"/>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FA324A99-6AB2-4D92-8106-163A5D653F2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4FA94EEA-27B3-4727-8358-9C5D7B014CE6}"/>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58B599F6-8E19-467B-9310-1E6FDC1B9F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3951874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B2D789B5-74EF-43C9-9C90-755CD0571B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5D249209-89BD-4619-8BE4-F876051F28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CEC4BFAC-C4DF-4032-8BA2-D455E5104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10828EE5-965A-490D-9C0F-683E3E8EE1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62B8CD9-BEBE-46A8-99B9-75AFD62030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6A8E689B-8415-4154-8F3D-91EF785FB9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4AF8C0A4-29AB-4913-A24C-483B6432F7E2}"/>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A6120366-B433-4F0A-B804-FC8C4C85C14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C2F14E74-913E-4E87-94A0-47A7E4AB767C}"/>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E4540A08-D844-4075-A930-C174C5C4E64C}"/>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D66384C1-2EC8-44BB-B365-78647D787DDB}"/>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B0E4F374-909C-4687-A9AF-C7E9851174B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23D348EA-5744-4F38-B759-9DDE818C9BDC}"/>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D730003B-90BB-4DB4-BA1B-9CE808DDA9E6}"/>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004F10AD-D616-4E46-895B-88CA95EF9278}"/>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E0F13FBE-AD33-420A-9611-583B7F0DF35C}"/>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16772862-12B7-4C73-9B14-12C91AB77133}"/>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3218F7A6-51AB-44A4-9F85-C94A0FEF07F1}"/>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C82E99BA-AB5F-4115-AE74-C1E41250259E}"/>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59EA8DA1-30F0-4CDB-A0CD-0344345D0AF4}"/>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E0FB07F-FB40-45A8-93C4-554C94880486}"/>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98B72EAD-C369-4E30-A3BE-9E177A985BE5}"/>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6437C79-27CE-4DCF-B925-B965296C2586}"/>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9703E46F-D4BB-4976-8B24-7CE0576B4A23}"/>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9F66570-9E34-4BE4-B574-B7C1A72C8938}"/>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DCA401F-38EA-4C5F-A2B5-039F71AB14E9}"/>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0B39D40-5960-4509-8B22-24F6ACB42905}"/>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2343B5DF-5E12-4735-9F0A-72AF36646DEB}"/>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E742A7D5-16CA-4E11-9014-0AFE9D092C41}"/>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B781FE15-1072-4D5B-BD6E-C5935BF848F3}"/>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8794D99-D2EC-4F5C-A6CB-9B23C750E353}"/>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72B6A6E-216E-407B-9EE1-6147B2A1AFC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7C74C67F-0DBE-47E3-B952-755D99932A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69996284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F5D5D6D1-59D1-4E3C-97F2-D46FA73DF0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0FFBBFE6-60FE-430B-9888-D567B87745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7B332B4B-85F2-420D-BD55-595C62320E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14DBC4C0-1D81-4224-B288-CEC55CC7CF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F9979FBF-A63B-44F2-94D3-0F758A8640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B79892D5-EB02-4F63-8D8B-1F836C60CB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6E76424C-3BFA-4365-9716-4C06BF148093}"/>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A9B6F6A5-2EFE-4226-91AB-FD50192A6FFE}"/>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58E1734-A52F-474C-AD42-A141D8835A21}"/>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A0DCB1C-EE77-413F-9252-EDCD8899FC57}"/>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B1EBA20-D788-44B1-8E73-E9A4827260EE}"/>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EC833A12-0DB4-42A9-8AF5-0D22173FD3E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6A24CBF5-5DAC-4AC8-A525-78D2F8895EC9}"/>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651E4E2F-2283-42F0-977D-EDA541FB7B36}"/>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224E197-1EE2-43B2-AF54-C755ED87F275}"/>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EAB1908-A797-461F-98DC-E8F91B3DCE2F}"/>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B01BD12D-4DCF-4F01-8C66-4CE44E2AAAC7}"/>
              </a:ext>
            </a:extLst>
          </p:cNvPr>
          <p:cNvPicPr>
            <a:picLocks xmlns:a="http://schemas.openxmlformats.org/drawingml/2006/main" noChangeAspect="1"/>
          </p:cNvPicPr>
          <p:nvPr/>
        </p:nvPicPr>
        <p:blipFill>
          <a:blip xmlns:r="http://schemas.openxmlformats.org/officeDocument/2006/relationships" xmlns:a="http://schemas.openxmlformats.org/drawingml/2006/main" r:embed="R5a63d6a50f014f9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A0A285C-DC0C-43E4-8EBC-15AF23B9E738}"/>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B7E9C97C-D4D1-413D-8349-3F2DBE8ED4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4131165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0F95AD91-1A34-47EE-8AC4-98F9548F78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3D3BE898-2148-4098-A699-3F3A19AD01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A2C5C970-8EAE-4A93-B331-748DB0E610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0F8F188C-1FDC-4FD7-BCCB-59FC4ADDE7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4B574CA7-5E58-4D06-A3D4-6C2AF2E725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654850B3-C2EE-4A28-8C3F-289AEBB3D6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6BC54C3E-55A7-47CD-B6CA-CA7ED231E4B9}"/>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D3F434BA-5E06-4F41-B7B3-9457C4736EB0}"/>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EDF7D74C-1682-42E1-ABD0-D90287FE9EAD}"/>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EF87F21F-CCCA-4F5C-B64C-A1CC5F27D75F}"/>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EF153E6F-3F88-46BE-A07F-6A0748F31179}"/>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CE009A0D-C200-49D4-88CE-344C8A0195C1}"/>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088506CE-AFEF-436B-9171-4839102AD862}"/>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E86148F9-BA6B-4D69-B954-B194377D56FC}"/>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DDCEAD24-6C36-450E-B151-7F70B5350386}"/>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94F941DF-0FD4-4CBC-8872-CAE7BECF45C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8A1B9A3D-3729-4E3F-8857-9FB93E46FD91}"/>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18D548C9-E09E-4F2E-8491-9A68F08C731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3DCA8439-A039-4650-9C00-598414343B81}"/>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3EC02306-C51E-486C-8EC6-C8356220EBD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8567B0F8-0189-4F2A-B402-94465A115A0A}"/>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8E6B455A-31A8-4DFF-8351-7CDA67CB4E9D}"/>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BA5C14FD-9241-44A8-B481-57A732960E6E}"/>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73D56EBD-03F1-406E-B96E-D92860AD7D6B}"/>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A355A237-3127-4860-918A-87D017755AC2}"/>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1F950DF8-06C3-4096-84BD-345CBDD5FE8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C42C858D-16F0-4AD3-AE62-2D146355394A}"/>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35DABAFB-4039-4D85-9F3B-0990B73D265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4995733D-A70F-4E87-867B-AB4AAB99AAB0}"/>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9636CEB5-D485-4714-B94A-77715C40455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6F9AAEE4-FDEF-4DC0-9ED7-630D0C04ECF9}"/>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3FBB99B5-F55A-42E5-A24D-A2A1573814AE}"/>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8FE85AEA-78F3-47D6-97D3-0FA36DFB2579}"/>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E2CA5A97-92D8-4D43-8BB6-AE838912D8E8}"/>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5E8AF05C-B787-4DCC-B736-05F7B72C998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5F41C25-2B1F-4088-8B4C-3E5629AA6228}"/>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409D23A6-2989-4E13-8E4F-22B39600EDAB}"/>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BC962856-CD94-4F53-A80D-03531F400C47}"/>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FC75B00F-6151-4786-BE23-4EAAA32DA3E2}"/>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81B1ABD3-7CB0-4E7D-8FCE-40303D3BC978}"/>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5C49AC09-A967-4A04-83D3-58733262E787}"/>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AD90F891-9E57-4AA8-8571-6FB730F599D5}"/>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8D73170F-B8E7-445F-9D78-D2DE812EE3C3}"/>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D37CDF3E-CDF2-47F6-A357-A8E86D615CB9}"/>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8F6FA126-4B77-4753-A6D8-5C6D051C44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7340149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B9A65EE1-F9B8-417A-9495-6B8356001C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A75C728F-F4D0-4D46-A91C-FCAF39372F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AC07B4D0-FF6B-4C42-92C0-A1D20A13D8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B13475BF-02F7-456D-A2CD-A5C1A70554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63EBCAB0-F1EF-4DC9-9F8E-51AE44538E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8DC9CCCB-FC41-447C-8707-F7E17AF9B3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9F257CA6-E626-4A66-8C4A-7AD7D7BACE3E}"/>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308AACB4-251B-4020-B12F-635D959C08D5}"/>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438F2EC0-8ACA-4D81-BA48-35131A4E406D}"/>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73509311-D1C9-4F3D-99D6-4A8A99A5A3DF}"/>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8EE8736B-E0EA-4654-9746-1C1A5B0B3FEC}"/>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D1E38A5E-C757-4537-B351-056B7A581238}"/>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8D5B199A-B87E-4358-B4C4-4EA90F5CCBA9}"/>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D596378A-649A-4A1E-8FB4-D3BDACD3BD52}"/>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21C42ACA-1A46-4A25-84AB-6306BC33066A}"/>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2312002B-9D10-4640-B098-394F2DE033DE}"/>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624861DC-5274-450E-BA88-A2D9E55B638C}"/>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9C5AB81B-5A86-4A0D-B066-700E1A54F09A}"/>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98FBC443-9F07-4723-A4F7-4298735A0519}"/>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30F015DD-A296-4CDC-BFAB-9831F2DE0A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3621443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171D8E6C-8F48-4B90-B9C4-FC5BC3DBCF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D902EB1E-49E6-4D01-A349-4AA620D2F0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BE5AC0C5-E08C-487C-8552-44EF6B40ADB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A9BD0E70-E94F-49C3-9E75-5A4FB85A19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5F931B7-CC02-43C3-9F4A-C11CF0CA87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392AA6D5-C9B2-499F-903F-5F9B86391B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425A00B6-C898-4C9C-B48A-E1A787AFFBA6}"/>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DD051793-40B4-4E5C-8496-5DEBD4F77E84}"/>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86D484F8-CB58-49D0-B49E-03BEC02C4FF8}"/>
              </a:ext>
            </a:extLst>
          </p:cNvPr>
          <p:cNvPicPr>
            <a:picLocks xmlns:a="http://schemas.openxmlformats.org/drawingml/2006/main" noChangeAspect="1"/>
          </p:cNvPicPr>
          <p:nvPr/>
        </p:nvPicPr>
        <p:blipFill>
          <a:blip xmlns:r="http://schemas.openxmlformats.org/officeDocument/2006/relationships" xmlns:a="http://schemas.openxmlformats.org/drawingml/2006/main" r:embed="R90cc10d2321f4bad"/>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98B2BE2-7829-433F-9456-8098798E8E07}"/>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6299357-3C9B-4E81-AF30-08A32F8AC828}"/>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60A3F018-EE50-4225-89FD-053543A958BE}"/>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9BFF84D2-1210-4376-9358-A5AC2DACB5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9115723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A26FAC46-9BF8-44A6-8CA1-E6B26681E4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8256C4DF-631F-4DFD-AB71-673308EE9D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5BF11A1F-957D-4089-93B0-31FC9915AF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36EC6F73-C554-44CF-954F-C31B36533D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96CE1D9B-CBEC-46A6-8649-57602D0301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AFA6C5A1-6F46-41E1-87E3-674DD28545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C65E5571-FBA1-42C8-BFD4-C3E6EB7512E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00F4F91-1D6A-4915-A3A3-AC1E7FAAA28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B725C5F6-CD53-4784-BF12-9922F6F6DF1D}"/>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CFA9E4C-F541-42DE-87CE-FC25A06E300B}"/>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66998120-A1F3-41E7-ABBC-8BB96300510C}"/>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88B287EA-883A-4E78-ABB8-F54ED13256D0}"/>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4AF74B7F-BAFA-4ED9-8C57-8581B0575607}"/>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066F0975-04E7-42AB-98A6-FCAA9CB3BC41}"/>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A321239A-2A01-4CA0-839A-4F16A98D64C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2CC37BB6-ECC4-42F4-9F5E-B348C0CBDFD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E54F2164-3621-4868-8DA4-257C4110BB6F}"/>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52520AA-BD89-44C9-BDC3-A732C934E893}"/>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DB4270ED-F6EB-45B3-AE7E-EE1767012E23}"/>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750B8457-C2AC-49EE-93BA-6BCD87CD219D}"/>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143DCFFE-1F0E-415F-9690-7AF0ABEFD065}"/>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E6FD6EA-3F79-48A5-961F-8913A2EC0550}"/>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B076E86A-E4D9-4D41-8929-917415EF28CB}"/>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23912007-CC78-4D46-BF30-DB189BF0DF06}"/>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E5565E46-10B2-409F-BD0F-89F0D3FDD6C7}"/>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A6B94FFF-05D6-4373-9ADF-8BE07F33163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A3908484-DBD4-470B-AB57-6AA4E7403977}"/>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C766711A-AF3B-4776-A498-747C8378DC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0477957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A0499932-CC7F-4DB1-BB6F-657C23E3AF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282F3B54-461F-4FAC-BA34-FB82FF84E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E0CF78EE-A78A-4385-BA92-876B809D71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D404EBF8-8768-43A7-BB5E-6466983DD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95E14E5B-E315-44C5-BAB4-BB32CC274E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8B1F42F4-48C4-482A-8FEC-2966EEA34C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4771DB0A-84D1-4D34-95DF-6118BC151287}"/>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CC84A055-5DFF-40E6-A39E-853CECC497DE}"/>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43E4558B-4749-4970-9112-FC8A406CF8F9}"/>
              </a:ext>
            </a:extLst>
          </p:cNvPr>
          <p:cNvPicPr>
            <a:picLocks xmlns:a="http://schemas.openxmlformats.org/drawingml/2006/main" noChangeAspect="1"/>
          </p:cNvPicPr>
          <p:nvPr/>
        </p:nvPicPr>
        <p:blipFill>
          <a:blip xmlns:r="http://schemas.openxmlformats.org/officeDocument/2006/relationships" xmlns:a="http://schemas.openxmlformats.org/drawingml/2006/main" r:embed="R7109a82acbdd467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2E604459-03D8-4BB8-ACC0-C2980E8D760F}"/>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5B797152-B8DE-4231-90D2-1CB14765DD48}"/>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4106415-DF12-480D-8D7F-C193D89882DF}"/>
              </a:ext>
            </a:extLst>
          </p:cNvPr>
          <p:cNvPicPr>
            <a:picLocks xmlns:a="http://schemas.openxmlformats.org/drawingml/2006/main" noChangeAspect="1"/>
          </p:cNvPicPr>
          <p:nvPr/>
        </p:nvPicPr>
        <p:blipFill>
          <a:blip xmlns:r="http://schemas.openxmlformats.org/officeDocument/2006/relationships" xmlns:a="http://schemas.openxmlformats.org/drawingml/2006/main" r:embed="Ra30bac42cca9433c"/>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1688952-E848-48F0-9E53-3E06E3A31F4F}"/>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0F45FEC-4438-49D1-8250-41786EA0D9D8}"/>
              </a:ext>
            </a:extLst>
          </p:cNvPr>
          <p:cNvPicPr>
            <a:picLocks xmlns:a="http://schemas.openxmlformats.org/drawingml/2006/main" noChangeAspect="1"/>
          </p:cNvPicPr>
          <p:nvPr/>
        </p:nvPicPr>
        <p:blipFill>
          <a:blip xmlns:r="http://schemas.openxmlformats.org/officeDocument/2006/relationships" xmlns:a="http://schemas.openxmlformats.org/drawingml/2006/main" r:embed="Ra0fa0f9e844e49b8"/>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6326398F-CC23-499C-8566-45236EFE37FC}"/>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A52C5BC-673F-462E-B385-ECAD7029085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70BC048-C801-4167-B9DC-F6B30F3AAE57}"/>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234B29AF-462D-4F4C-958A-E6662CB238F1}"/>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FA90603D-B064-4E07-A610-9FBA1EFCD4FC}"/>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C625C8ED-ECD0-4B48-A0A1-F68895D57C29}"/>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873A6D49-9D95-4FF4-9389-38EF2F7E719A}"/>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1E32A230-6F7E-4C6D-BBF8-36848FE464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09777629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EE2000AE-C30D-4B4B-B4F5-310F66D065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EF4C974C-DA2A-4554-916B-113CA130DD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AFB1F12C-376B-454A-B320-C844D5E8E9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37610D7F-7AFC-4530-80B1-99E5957EB3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21542D6C-80AC-426B-A31A-281CB1FBA1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A7B24B28-1D9D-4FE0-B22D-5B6CF19D5D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2495FE64-6560-4484-B5B5-D7D7B72F9D4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B5D992CE-7A31-4CB8-9E83-2359AC4103A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12DE111-AA63-4241-A171-CB026C502D4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8B0E4F82-0AB4-4DF1-897E-3EC6CA5418B8}"/>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88600233-99DC-4C5B-BA3D-2005BE85AFF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89DD0D75-CA72-4F77-AF47-815DC0C012E3}"/>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EFD14DCD-6C59-4719-BA00-E4D9B45053A2}"/>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05EDE9-5A49-4A0A-8956-6A9364491776}"/>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F89241B4-A0E5-421E-8560-6297E7E0DFD5}"/>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938384E9-CBAB-4E0E-900D-A7F8D1CD43F1}"/>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F9AD132C-41D5-4860-804E-75D84F5E569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37F0C5F-0989-4776-860D-BF6DC5E07345}"/>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3BC1728-0C71-4C2E-8CC9-8F3C30C15A9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21A895D-9DD7-44AC-A51D-27B1588BFA76}"/>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2C3C0AD-5925-4505-97E5-6E1AB649FECC}"/>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C1755A09-CAB8-4691-82E5-2ED5A9A0EF07}"/>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2F847FB9-41F3-4347-940A-D40DC3DF99EE}"/>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D00A890-B94C-4A91-854F-C944DB426A1F}"/>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EB9EAA7-9988-4EFF-AF05-41E82929D045}"/>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A42DFEA9-9E51-4A62-85A8-101F456185FF}"/>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F1974ED-2BEF-4D33-BEB4-FB7EEBBD5F3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B4D041D5-2FDD-40E8-ADEA-2BEADF778676}"/>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937236E-00BE-49CD-9BEC-393FB3A52804}"/>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EB2C2B4F-C345-4CC2-8E9E-D859DB5F7725}"/>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13D5347A-8692-47FF-90C1-C17C8A08E3A0}"/>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A105604A-8FCA-4E36-A7B9-C32C9E4D61E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4D16D5BE-0102-4905-BCED-9172D26E61C6}"/>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849CC9DC-D3DF-45A9-AF0B-B6615BB0A25B}"/>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63CB5138-FF13-41D8-81C3-1AEDF3D46B43}"/>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0A4C3221-233B-435F-8232-1ABA1723614E}"/>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EE31696E-82DB-4164-B80D-5E5DA1495D5C}"/>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6FB787A7-5DAF-4C6B-85E8-DFFFC105DD6C}"/>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86D83C91-D873-48D1-86FF-195EAE8C65C8}"/>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E54AD757-BE7A-4D4A-A473-0323A79A7FDF}"/>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AAFE605-7593-4FCA-8A7F-A5CAED5AD0F6}"/>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A010933-136F-4A81-B378-6D1937034CE4}"/>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049E85DE-32F0-41F9-9C34-A44FCC91CAA9}"/>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91A16868-DC00-4DB1-82E7-48DD2266093E}"/>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91B18AA9-79F2-48C2-BD13-E97D216CE41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2E34E06E-FBE7-4BA6-9889-43157FDA2D30}"/>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F58E293-A0C1-4371-94CA-40D381E446A3}"/>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44CCDBA-B55A-4042-9B1B-483E4F8CC258}"/>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555159CB-4A1C-41FB-B1A4-715F71732260}"/>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749BFE69-5BB9-4930-92FB-F19A1E1DFE58}"/>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DA13E65F-6411-4512-8046-B694732136E8}"/>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1BC9E06-9377-4981-91F0-47A138AC23D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6153F470-3810-4228-9A3E-4E1730BC23AD}"/>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565BC455-562A-4531-8B01-9D1E018F2279}"/>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7A3BD5E1-B818-4ABA-B862-37C4963987C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9CDC4814-169D-408C-87B8-3DB109EF89F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0ABF2ED0-9E78-4048-8579-BA7D1FDF823A}"/>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6F726FFF-4962-447D-B31E-A8619DA1A9A0}"/>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8EF423E0-3CA6-4687-8B4E-89589B5C451A}"/>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385AF797-B7BA-4C1E-9422-61BE2857680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7A059A30-8ADE-4AE5-91A2-7F6048394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4078996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모호한 작업 요청">
            <a:extLst xmlns:a="http://schemas.openxmlformats.org/drawingml/2006/main">
              <a:ext uri="{FF2B5EF4-FFF2-40B4-BE49-F238E27FC236}">
                <a16:creationId xmlns:a16="http://schemas.microsoft.com/office/drawing/2014/main" id="{DD3B0E18-6B47-4A71-828F-BE4E54643D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5825101F-F788-4036-B8B0-C900886E10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F4728FD4-857E-4F68-8BC0-38D87AEAEB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4C733BB3-EC55-4635-8970-D3B0B63AA9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6563CA5-12F5-418E-B74B-72AF459A42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F9D1102-A4A4-4A1E-B298-48A93A8A49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060E49F3-6E10-4D8B-8D42-69038BB4195D}"/>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6242458C-AC66-4768-8C36-7294F79F7656}"/>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A1E3DDD-B14E-4D69-9550-8D04344336C2}"/>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2E7C044-A5E6-424E-9684-0DC52DE2FC8D}"/>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07865AFF-AEF4-44C0-AD1B-EE9EDCF8CE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983E1B65-8A10-4E39-B4EB-D13C247E1F1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CCF5BB5-9598-4709-8992-D00D4E59180A}"/>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CEE3F66-FB17-43CA-B985-2DF38C4975AA}"/>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13F6F424-844C-4408-9160-86DE6AB8293A}"/>
              </a:ext>
            </a:extLst>
          </p:cNvPr>
          <p:cNvPicPr>
            <a:picLocks xmlns:a="http://schemas.openxmlformats.org/drawingml/2006/main" noChangeAspect="1"/>
          </p:cNvPicPr>
          <p:nvPr/>
        </p:nvPicPr>
        <p:blipFill>
          <a:blip xmlns:r="http://schemas.openxmlformats.org/officeDocument/2006/relationships" xmlns:a="http://schemas.openxmlformats.org/drawingml/2006/main" r:embed="R8e5de29a32334cf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C52B0182-31AB-486F-91BF-20CE62E0DED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46ECB1AE-70F1-494F-8EF5-9CFC6EFABE41}"/>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C1AD6DB2-7C6C-4D35-8634-E548A91E25A3}"/>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B3301526-7E31-4E31-B5B5-960055560C8B}"/>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54A29083-2A2E-4F3B-8899-06A258D29126}"/>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EE4CDD7F-DF8E-4E49-AF49-B611DF7A3F6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D1EEF227-E727-4F6E-BA64-B9600131EC94}"/>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AAFB511E-1693-42F6-A18A-BE6ACFC0D20C}"/>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F1DC2A02-EE44-4B6A-82BE-FA062FEF8411}"/>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C102A7BA-6FAF-44A4-8BF5-E8D3406ECBEB}"/>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B4E479F3-D803-4DBE-A2D1-CD7009147D85}"/>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E606891A-26B2-48A7-AD81-C86F50978452}"/>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8AFDE6CC-3026-43A1-97E1-A130D1A6AC95}"/>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D6446091-9F72-4E1D-BEFC-E827F4D411B5}"/>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E3A0B57D-1690-48BC-B795-BFD1CA64355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4BE8C1F9-EABB-42EE-9530-BC945A45256D}"/>
              </a:ext>
            </a:extLst>
          </p:cNvPr>
          <p:cNvPicPr>
            <a:picLocks xmlns:a="http://schemas.openxmlformats.org/drawingml/2006/main" noChangeAspect="1"/>
          </p:cNvPicPr>
          <p:nvPr/>
        </p:nvPicPr>
        <p:blipFill>
          <a:blip xmlns:r="http://schemas.openxmlformats.org/officeDocument/2006/relationships" xmlns:a="http://schemas.openxmlformats.org/drawingml/2006/main" r:embed="R225e41dbd372403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720183B6-C24B-4E47-96C3-30959DD8AE9B}"/>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B2FADAB3-9CDA-490C-86E4-9B9917D7A84E}"/>
              </a:ext>
            </a:extLst>
          </p:cNvPr>
          <p:cNvPicPr>
            <a:picLocks xmlns:a="http://schemas.openxmlformats.org/drawingml/2006/main" noChangeAspect="1"/>
          </p:cNvPicPr>
          <p:nvPr/>
        </p:nvPicPr>
        <p:blipFill>
          <a:blip xmlns:r="http://schemas.openxmlformats.org/officeDocument/2006/relationships" xmlns:a="http://schemas.openxmlformats.org/drawingml/2006/main" r:embed="R48c46f19507441fa"/>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F26C921-EF1C-48DB-B8FB-80969E391D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4590850"/>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같은 Agent, 같은 요청, 가능한 해석">
            <a:extLst xmlns:a="http://schemas.openxmlformats.org/drawingml/2006/main">
              <a:ext uri="{FF2B5EF4-FFF2-40B4-BE49-F238E27FC236}">
                <a16:creationId xmlns:a16="http://schemas.microsoft.com/office/drawing/2014/main" id="{0B48C591-6C49-4712-9DD3-1B60EF7C72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E6D8FF61-320A-4971-8443-79573134DF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827679E7-2307-4AEC-A205-80066179DA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BEAC7F2A-7F6A-4C5A-B6FE-DE9941A89C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48DCDF18-85CB-4FA2-B78A-8FDC234A2A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EF213DB-ACB2-446D-8163-D899197402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
            <a:extLst xmlns:a="http://schemas.openxmlformats.org/drawingml/2006/main">
              <a:ext uri="{FF2B5EF4-FFF2-40B4-BE49-F238E27FC236}">
                <a16:creationId xmlns:a16="http://schemas.microsoft.com/office/drawing/2014/main" id="{A1FD91B7-FEE8-42FD-88A1-1055C174CE03}"/>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18481A7C-ADEC-40CF-AC6E-853A9440910A}"/>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12951404-AF6D-4E82-88BE-DD757901D48B}"/>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0D4170A-2D13-4823-BA8B-5E41948630F8}"/>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1" name="+">
            <a:extLst xmlns:a="http://schemas.openxmlformats.org/drawingml/2006/main">
              <a:ext uri="{FF2B5EF4-FFF2-40B4-BE49-F238E27FC236}">
                <a16:creationId xmlns:a16="http://schemas.microsoft.com/office/drawing/2014/main" id="{E8BEE09A-C1F7-41E6-BEBB-7B9BD003B231}"/>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5C614E06-A59F-40A1-B343-2080E119544C}"/>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0D89AAA-D429-436D-9A77-206F038B1334}"/>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4" name="">
            <a:extLst xmlns:a="http://schemas.openxmlformats.org/drawingml/2006/main">
              <a:ext uri="{FF2B5EF4-FFF2-40B4-BE49-F238E27FC236}">
                <a16:creationId xmlns:a16="http://schemas.microsoft.com/office/drawing/2014/main" id="{2209447E-C876-4265-92BD-FFE74F7CEDE5}"/>
              </a:ext>
            </a:extLst>
          </p:cNvPr>
          <p:cNvPicPr>
            <a:picLocks xmlns:a="http://schemas.openxmlformats.org/drawingml/2006/main" noChangeAspect="1"/>
          </p:cNvPicPr>
          <p:nvPr/>
        </p:nvPicPr>
        <p:blipFill>
          <a:blip xmlns:r="http://schemas.openxmlformats.org/officeDocument/2006/relationships" xmlns:a="http://schemas.openxmlformats.org/drawingml/2006/main" r:embed="R739a14b8fa654d4c"/>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5" name="같은 AI Agent · 같은 요청">
            <a:extLst xmlns:a="http://schemas.openxmlformats.org/drawingml/2006/main">
              <a:ext uri="{FF2B5EF4-FFF2-40B4-BE49-F238E27FC236}">
                <a16:creationId xmlns:a16="http://schemas.microsoft.com/office/drawing/2014/main" id="{0F3CD70F-B4E4-41CF-A298-375478BE4017}"/>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6" name="">
            <a:extLst xmlns:a="http://schemas.openxmlformats.org/drawingml/2006/main">
              <a:ext uri="{FF2B5EF4-FFF2-40B4-BE49-F238E27FC236}">
                <a16:creationId xmlns:a16="http://schemas.microsoft.com/office/drawing/2014/main" id="{EC4247A6-69E7-4A78-894C-F5744C36B252}"/>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어느 경로를 원하는가?">
            <a:extLst xmlns:a="http://schemas.openxmlformats.org/drawingml/2006/main">
              <a:ext uri="{FF2B5EF4-FFF2-40B4-BE49-F238E27FC236}">
                <a16:creationId xmlns:a16="http://schemas.microsoft.com/office/drawing/2014/main" id="{7AB81D6D-BE0E-49B4-9F58-E45715233D62}"/>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8" name="">
            <a:extLst xmlns:a="http://schemas.openxmlformats.org/drawingml/2006/main">
              <a:ext uri="{FF2B5EF4-FFF2-40B4-BE49-F238E27FC236}">
                <a16:creationId xmlns:a16="http://schemas.microsoft.com/office/drawing/2014/main" id="{036B13F4-E737-4949-8AA9-A2671053BDCC}"/>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9" name="Possible interpretation A">
            <a:extLst xmlns:a="http://schemas.openxmlformats.org/drawingml/2006/main">
              <a:ext uri="{FF2B5EF4-FFF2-40B4-BE49-F238E27FC236}">
                <a16:creationId xmlns:a16="http://schemas.microsoft.com/office/drawing/2014/main" id="{325122B6-C2F1-43DD-8885-16BB3FA3593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0" name="">
            <a:extLst xmlns:a="http://schemas.openxmlformats.org/drawingml/2006/main">
              <a:ext uri="{FF2B5EF4-FFF2-40B4-BE49-F238E27FC236}">
                <a16:creationId xmlns:a16="http://schemas.microsoft.com/office/drawing/2014/main" id="{26D5E158-751D-43E4-893F-A901C039F3BD}"/>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1" name="A">
            <a:extLst xmlns:a="http://schemas.openxmlformats.org/drawingml/2006/main">
              <a:ext uri="{FF2B5EF4-FFF2-40B4-BE49-F238E27FC236}">
                <a16:creationId xmlns:a16="http://schemas.microsoft.com/office/drawing/2014/main" id="{638A46D1-B180-46EF-A0AB-491E20FD1EB3}"/>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2" name="테스트를 바꿀까?">
            <a:extLst xmlns:a="http://schemas.openxmlformats.org/drawingml/2006/main">
              <a:ext uri="{FF2B5EF4-FFF2-40B4-BE49-F238E27FC236}">
                <a16:creationId xmlns:a16="http://schemas.microsoft.com/office/drawing/2014/main" id="{29223BB5-A75C-4868-8229-7FC94AF6FF7C}"/>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3" name="기대값을 수정하는 해석">
            <a:extLst xmlns:a="http://schemas.openxmlformats.org/drawingml/2006/main">
              <a:ext uri="{FF2B5EF4-FFF2-40B4-BE49-F238E27FC236}">
                <a16:creationId xmlns:a16="http://schemas.microsoft.com/office/drawing/2014/main" id="{7A9E515D-9448-466D-8CA9-6A0894B796C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4" name="Possible interpretation B">
            <a:extLst xmlns:a="http://schemas.openxmlformats.org/drawingml/2006/main">
              <a:ext uri="{FF2B5EF4-FFF2-40B4-BE49-F238E27FC236}">
                <a16:creationId xmlns:a16="http://schemas.microsoft.com/office/drawing/2014/main" id="{C40678A5-D625-4B79-91AC-EB7AFE04F2B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5" name="">
            <a:extLst xmlns:a="http://schemas.openxmlformats.org/drawingml/2006/main">
              <a:ext uri="{FF2B5EF4-FFF2-40B4-BE49-F238E27FC236}">
                <a16:creationId xmlns:a16="http://schemas.microsoft.com/office/drawing/2014/main" id="{05A6170E-297F-486E-BB66-D5F78323A7D1}"/>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6" name="B">
            <a:extLst xmlns:a="http://schemas.openxmlformats.org/drawingml/2006/main">
              <a:ext uri="{FF2B5EF4-FFF2-40B4-BE49-F238E27FC236}">
                <a16:creationId xmlns:a16="http://schemas.microsoft.com/office/drawing/2014/main" id="{05280785-2B81-414C-BB4E-6CFDF8411A00}"/>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7" name="구현을 바꿀까?">
            <a:extLst xmlns:a="http://schemas.openxmlformats.org/drawingml/2006/main">
              <a:ext uri="{FF2B5EF4-FFF2-40B4-BE49-F238E27FC236}">
                <a16:creationId xmlns:a16="http://schemas.microsoft.com/office/drawing/2014/main" id="{F67325E1-B975-42B1-83C9-E7733C78185E}"/>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8" name="동작을 명세에 맞추는 해석">
            <a:extLst xmlns:a="http://schemas.openxmlformats.org/drawingml/2006/main">
              <a:ext uri="{FF2B5EF4-FFF2-40B4-BE49-F238E27FC236}">
                <a16:creationId xmlns:a16="http://schemas.microsoft.com/office/drawing/2014/main" id="{A1091D3D-52C6-4110-8666-CC17932252E6}"/>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29" name="Possible interpretation C">
            <a:extLst xmlns:a="http://schemas.openxmlformats.org/drawingml/2006/main">
              <a:ext uri="{FF2B5EF4-FFF2-40B4-BE49-F238E27FC236}">
                <a16:creationId xmlns:a16="http://schemas.microsoft.com/office/drawing/2014/main" id="{2E056AAC-9A4B-4429-9B7B-3BC94DCAF81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0" name="">
            <a:extLst xmlns:a="http://schemas.openxmlformats.org/drawingml/2006/main">
              <a:ext uri="{FF2B5EF4-FFF2-40B4-BE49-F238E27FC236}">
                <a16:creationId xmlns:a16="http://schemas.microsoft.com/office/drawing/2014/main" id="{8E1FB4F5-47D8-4BED-B600-DEADC6EBB734}"/>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1" name="C">
            <a:extLst xmlns:a="http://schemas.openxmlformats.org/drawingml/2006/main">
              <a:ext uri="{FF2B5EF4-FFF2-40B4-BE49-F238E27FC236}">
                <a16:creationId xmlns:a16="http://schemas.microsoft.com/office/drawing/2014/main" id="{DA67077E-E58E-47F7-9CA7-E7309FB688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2" name="먼저 물어볼까?">
            <a:extLst xmlns:a="http://schemas.openxmlformats.org/drawingml/2006/main">
              <a:ext uri="{FF2B5EF4-FFF2-40B4-BE49-F238E27FC236}">
                <a16:creationId xmlns:a16="http://schemas.microsoft.com/office/drawing/2014/main" id="{0F1412D2-34B0-41D2-BA51-53D0446DDE6A}"/>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3" name="의도를 확인한 뒤 진행">
            <a:extLst xmlns:a="http://schemas.openxmlformats.org/drawingml/2006/main">
              <a:ext uri="{FF2B5EF4-FFF2-40B4-BE49-F238E27FC236}">
                <a16:creationId xmlns:a16="http://schemas.microsoft.com/office/drawing/2014/main" id="{52DB297B-4236-4B8E-9833-73AF2088C21E}"/>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4" name="아직 정해지지 않은 정보">
            <a:extLst xmlns:a="http://schemas.openxmlformats.org/drawingml/2006/main">
              <a:ext uri="{FF2B5EF4-FFF2-40B4-BE49-F238E27FC236}">
                <a16:creationId xmlns:a16="http://schemas.microsoft.com/office/drawing/2014/main" id="{5C253B65-6278-4772-9676-48B82EAD79D6}"/>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5" name="목표의 세부 ?">
            <a:extLst xmlns:a="http://schemas.openxmlformats.org/drawingml/2006/main">
              <a:ext uri="{FF2B5EF4-FFF2-40B4-BE49-F238E27FC236}">
                <a16:creationId xmlns:a16="http://schemas.microsoft.com/office/drawing/2014/main" id="{C672C0E2-2411-4BA2-B42B-F0CEBBB4F06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6" name="보존 조건 ?">
            <a:extLst xmlns:a="http://schemas.openxmlformats.org/drawingml/2006/main">
              <a:ext uri="{FF2B5EF4-FFF2-40B4-BE49-F238E27FC236}">
                <a16:creationId xmlns:a16="http://schemas.microsoft.com/office/drawing/2014/main" id="{083F8396-9F75-4BBD-8123-CEA3EF85F851}"/>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7" name="수정 범위 ?">
            <a:extLst xmlns:a="http://schemas.openxmlformats.org/drawingml/2006/main">
              <a:ext uri="{FF2B5EF4-FFF2-40B4-BE49-F238E27FC236}">
                <a16:creationId xmlns:a16="http://schemas.microsoft.com/office/drawing/2014/main" id="{33AEA2A2-9140-4262-9541-302FA3A36A97}"/>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8" name="확인 근거 ?">
            <a:extLst xmlns:a="http://schemas.openxmlformats.org/drawingml/2006/main">
              <a:ext uri="{FF2B5EF4-FFF2-40B4-BE49-F238E27FC236}">
                <a16:creationId xmlns:a16="http://schemas.microsoft.com/office/drawing/2014/main" id="{1CB866B8-B071-4B4A-B553-8570D7B842B7}"/>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39" name="완료 조건 ?">
            <a:extLst xmlns:a="http://schemas.openxmlformats.org/drawingml/2006/main">
              <a:ext uri="{FF2B5EF4-FFF2-40B4-BE49-F238E27FC236}">
                <a16:creationId xmlns:a16="http://schemas.microsoft.com/office/drawing/2014/main" id="{5226CBDE-F82B-4C3E-A0DF-840A0B52053C}"/>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0" name="Legacy module connection">
            <a:extLst xmlns:a="http://schemas.openxmlformats.org/drawingml/2006/main">
              <a:ext uri="{FF2B5EF4-FFF2-40B4-BE49-F238E27FC236}">
                <a16:creationId xmlns:a16="http://schemas.microsoft.com/office/drawing/2014/main" id="{1F6551E8-2869-45AE-B748-E44F5BFC29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907794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88145436-27EB-415C-83DF-4DABDADF70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FA81F6AC-BA90-444D-82E5-EBC7413279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514E0404-7101-42D1-AA51-5E3CD28263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72C6EB0-C28E-4775-A2C6-C9967216EA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DF653B04-901B-4E17-B938-454E0627031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4AF12576-F7CA-4C0D-8BC3-784D38BE96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287F756-969E-46CE-9303-06C85D432890}"/>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523C6648-630D-42DF-A1EA-DE2C1127BF4A}"/>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08DA277C-49DE-4DEA-8C82-6785A7FA275C}"/>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DCD2FFB9-336C-402E-9252-C0A1454C72F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883F28A7-B42B-4977-821A-2E79C772B2E4}"/>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2C106C0B-13A9-4011-8936-A71FFD6587DF}"/>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B8ABD5AC-4A18-47F5-8E7F-0827D23AB45B}"/>
              </a:ext>
            </a:extLst>
          </p:cNvPr>
          <p:cNvSpPr>
            <a:spLocks xmlns:a="http://schemas.openxmlformats.org/drawingml/2006/main" noGrp="1"/>
          </p:cNvSpPr>
          <p:nvPr/>
        </p:nvSpPr>
        <p:spPr>
          <a:xfrm xmlns:a="http://schemas.openxmlformats.org/drawingml/2006/main">
            <a:off x="800100" y="3257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Test 기대값">
            <a:extLst xmlns:a="http://schemas.openxmlformats.org/drawingml/2006/main">
              <a:ext uri="{FF2B5EF4-FFF2-40B4-BE49-F238E27FC236}">
                <a16:creationId xmlns:a16="http://schemas.microsoft.com/office/drawing/2014/main" id="{272C231C-64A4-4C26-B9F3-13CEAFD06980}"/>
              </a:ext>
            </a:extLst>
          </p:cNvPr>
          <p:cNvSpPr>
            <a:spLocks xmlns:a="http://schemas.openxmlformats.org/drawingml/2006/main" noGrp="1"/>
          </p:cNvSpPr>
          <p:nvPr/>
        </p:nvSpPr>
        <p:spPr>
          <a:xfrm xmlns:a="http://schemas.openxmlformats.org/drawingml/2006/main">
            <a:off x="1504950" y="3257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명세·Test 기대값</a:t>
            </a:r>
          </a:p>
        </p:txBody>
      </p:sp>
      <p:sp>
        <p:nvSpPr>
          <p:cNvPr id="15" name="범위">
            <a:extLst xmlns:a="http://schemas.openxmlformats.org/drawingml/2006/main">
              <a:ext uri="{FF2B5EF4-FFF2-40B4-BE49-F238E27FC236}">
                <a16:creationId xmlns:a16="http://schemas.microsoft.com/office/drawing/2014/main" id="{808D236F-6F3E-4037-8D7C-180CC61F23EA}"/>
              </a:ext>
            </a:extLst>
          </p:cNvPr>
          <p:cNvSpPr>
            <a:spLocks xmlns:a="http://schemas.openxmlformats.org/drawingml/2006/main" noGrp="1"/>
          </p:cNvSpPr>
          <p:nvPr/>
        </p:nvSpPr>
        <p:spPr>
          <a:xfrm xmlns:a="http://schemas.openxmlformats.org/drawingml/2006/main">
            <a:off x="800100" y="3638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D05AAF11-F749-474F-9DE6-F8D0320612A8}"/>
              </a:ext>
            </a:extLst>
          </p:cNvPr>
          <p:cNvSpPr>
            <a:spLocks xmlns:a="http://schemas.openxmlformats.org/drawingml/2006/main" noGrp="1"/>
          </p:cNvSpPr>
          <p:nvPr/>
        </p:nvSpPr>
        <p:spPr>
          <a:xfrm xmlns:a="http://schemas.openxmlformats.org/drawingml/2006/main">
            <a:off x="1504950" y="3638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9EFBA437-BA55-4C9C-9C30-72AFF2570194}"/>
              </a:ext>
            </a:extLst>
          </p:cNvPr>
          <p:cNvSpPr>
            <a:spLocks xmlns:a="http://schemas.openxmlformats.org/drawingml/2006/main" noGrp="1"/>
          </p:cNvSpPr>
          <p:nvPr/>
        </p:nvSpPr>
        <p:spPr>
          <a:xfrm xmlns:a="http://schemas.openxmlformats.org/drawingml/2006/main">
            <a:off x="800100" y="4019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집중·전체 Test + CLI smoke + diff">
            <a:extLst xmlns:a="http://schemas.openxmlformats.org/drawingml/2006/main">
              <a:ext uri="{FF2B5EF4-FFF2-40B4-BE49-F238E27FC236}">
                <a16:creationId xmlns:a16="http://schemas.microsoft.com/office/drawing/2014/main" id="{FC50EE7E-C2A5-4DEF-A673-85247CC306C9}"/>
              </a:ext>
            </a:extLst>
          </p:cNvPr>
          <p:cNvSpPr>
            <a:spLocks xmlns:a="http://schemas.openxmlformats.org/drawingml/2006/main" noGrp="1"/>
          </p:cNvSpPr>
          <p:nvPr/>
        </p:nvSpPr>
        <p:spPr>
          <a:xfrm xmlns:a="http://schemas.openxmlformats.org/drawingml/2006/main">
            <a:off x="1504950" y="4019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집중·전체 Test + CLI smoke + diff</a:t>
            </a:r>
          </a:p>
        </p:txBody>
      </p:sp>
      <p:sp>
        <p:nvSpPr>
          <p:cNvPr id="19" name="완료">
            <a:extLst xmlns:a="http://schemas.openxmlformats.org/drawingml/2006/main">
              <a:ext uri="{FF2B5EF4-FFF2-40B4-BE49-F238E27FC236}">
                <a16:creationId xmlns:a16="http://schemas.microsoft.com/office/drawing/2014/main" id="{771DCE0F-7862-4C89-9B51-4EF50159D464}"/>
              </a:ext>
            </a:extLst>
          </p:cNvPr>
          <p:cNvSpPr>
            <a:spLocks xmlns:a="http://schemas.openxmlformats.org/drawingml/2006/main" noGrp="1"/>
          </p:cNvSpPr>
          <p:nvPr/>
        </p:nvSpPr>
        <p:spPr>
          <a:xfrm xmlns:a="http://schemas.openxmlformats.org/drawingml/2006/main">
            <a:off x="800100" y="4400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39638BDE-7541-4D9C-8FF6-81482AD5CA60}"/>
              </a:ext>
            </a:extLst>
          </p:cNvPr>
          <p:cNvSpPr>
            <a:spLocks xmlns:a="http://schemas.openxmlformats.org/drawingml/2006/main" noGrp="1"/>
          </p:cNvSpPr>
          <p:nvPr/>
        </p:nvSpPr>
        <p:spPr>
          <a:xfrm xmlns:a="http://schemas.openxmlformats.org/drawingml/2006/main">
            <a:off x="1504950" y="4400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AE21670C-138A-4392-A38B-A3C032FE3DE6}"/>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8CB36F22-12A5-4C63-9ECF-8E395F0191F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F9E982B-E155-4666-AC25-181E4BB99B8F}"/>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B66943F-97A4-42E6-ACA5-5900423B3CD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D3975F09-E1FE-412D-BF52-D5FEA70130F6}"/>
              </a:ext>
            </a:extLst>
          </p:cNvPr>
          <p:cNvPicPr>
            <a:picLocks xmlns:a="http://schemas.openxmlformats.org/drawingml/2006/main" noChangeAspect="1"/>
          </p:cNvPicPr>
          <p:nvPr/>
        </p:nvPicPr>
        <p:blipFill>
          <a:blip xmlns:r="http://schemas.openxmlformats.org/officeDocument/2006/relationships" xmlns:a="http://schemas.openxmlformats.org/drawingml/2006/main" r:embed="R1507a769542f45b8"/>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F7A50597-4477-4D54-9301-38DF055BCA52}"/>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F482973-F83A-41C8-879C-CADF3FABD42C}"/>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B9637AFC-BADE-4F32-9E60-8CB65C6838A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5FDA859-CE77-4143-B139-A6EB3EEAF08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E4199DA7-1F71-4F06-8005-8978C4DD3972}"/>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CDAC5E24-D0A7-485F-9178-F820EA6A8FC8}"/>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66784860-1E30-424A-AC10-3F0B34E0BF9B}"/>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B397E8BB-145D-4D6C-98BC-2734F8D594C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395AD377-FF46-48FF-BC8D-18BFAE0455CE}"/>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5A6A001-4CC3-4EF6-AA8A-14C4E6EFA1D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2F6A0F6-4C9A-4389-9E40-04970538EC11}"/>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3BDA6E0-6EEB-4BCE-BBB1-B04958C8CAA7}"/>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A1BCAC71-2F45-438B-9A83-F2D61FC78C3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FC55B20A-7BFF-406F-BBB8-DB1C32CA4588}"/>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82B6B87B-C2E7-4076-8ACA-135F21CE9266}"/>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219D40A8-D697-40E5-87DF-87A636951BBB}"/>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B58813B4-2E69-4918-AB67-35E17DD5C19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F70655A-F105-4D9E-8E67-BA2C5CA35DB6}"/>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추측할 선택을 줄이고, 원하는 경로를 명시한다.">
            <a:extLst xmlns:a="http://schemas.openxmlformats.org/drawingml/2006/main">
              <a:ext uri="{FF2B5EF4-FFF2-40B4-BE49-F238E27FC236}">
                <a16:creationId xmlns:a16="http://schemas.microsoft.com/office/drawing/2014/main" id="{725D66C4-6EBB-4713-B8FC-3DD70ECAF11D}"/>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추측할 선택을 줄이고, 원하는 경로를 명시한다.</a:t>
            </a:r>
          </a:p>
        </p:txBody>
      </p:sp>
      <p:sp>
        <p:nvSpPr>
          <p:cNvPr id="45" name="Legacy module connection">
            <a:extLst xmlns:a="http://schemas.openxmlformats.org/drawingml/2006/main">
              <a:ext uri="{FF2B5EF4-FFF2-40B4-BE49-F238E27FC236}">
                <a16:creationId xmlns:a16="http://schemas.microsoft.com/office/drawing/2014/main" id="{C5265746-CDD0-4E7F-BA13-DAB7CCC68A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829021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E4C3370E-A609-470C-9078-BD350AEC37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F03D5A9D-D7A4-414F-A40C-F64C49E836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4F3C05E3-C4D9-4169-955B-233E7208CC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47242DDE-1BF4-46DE-94E5-37EECA755C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7CAEA3E7-BBDF-43BF-B91C-5EEAE1289C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19AE1C3E-F0E8-4091-8F4E-51E8B94786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F6955CD1-A2D8-4C4B-9225-5EDE7A82B0FE}"/>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A9DFC052-B46B-4CDF-B257-574034D1B362}"/>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32BE3000-EDDF-40CF-997C-C319528CA381}"/>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0624242D-D016-42ED-B822-C17700C050E4}"/>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4097966-2BB1-45D4-993B-9465B9586DA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1E722AE0-31C0-4553-9ED8-98D35693AD3C}"/>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0CD3F77-649D-4F1F-A0C2-487B5AD89C98}"/>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EC53E4B2-C4B7-4458-B4A9-9224DA5B3D3C}"/>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B0B45460-8D09-48E0-A1C0-D22FEDB401C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4FDE5A7E-E892-477C-9BB9-44E0276970A1}"/>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FE5D2683-4A6C-4B3B-8A08-05D7A5A0DB0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909E6A0-4C39-4974-9408-F878DCBEA9F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25D9ED2F-7DF2-4A4C-9CA4-24CFA7B85D56}"/>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6905F6D-4A2A-4D97-80B6-85B196F61174}"/>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7719E7C-9901-48DD-A957-3456986B85AB}"/>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C3DCD96-730D-42F0-A581-DEA1C72388E4}"/>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E5BAEC36-FEA4-4163-BCC8-825AD26AA0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99170685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C4E1B185-85BA-4218-9DD3-8142C78FE4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88767652-A2F4-4D0B-BE01-787D1BAAF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B3A52742-607F-4647-8E1D-1861C97567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E1EA4F1C-8ED0-4ECC-8DB3-58F382964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3667C9DB-AA5E-4909-9FD6-042DBA684D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51D22AFB-5D07-4AC9-ADEA-F1CF31A5DD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F9938911-F735-46BF-A12D-5D68D4AC53C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4E494058-E734-4D15-9717-DF824272CA09}"/>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4B87068-BFDB-43D2-94A1-5630786AE2B0}"/>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0781059B-0496-44EC-8FA3-9FCD966566CB}"/>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7E5A8522-20D0-458B-BB94-03CE21538F53}"/>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E0E4DF83-2204-4942-AEF1-138CD5ABB3D2}"/>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83973F02-5BA3-4D60-8248-B70E7324180D}"/>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E809301D-189B-43FB-A433-EB229A9CA145}"/>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0C2E4BC7-FA08-43F4-A185-97A6FB70808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5B487135-D40D-4CA8-B916-2088A7A365B6}"/>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4388E189-DDCC-4A92-8B86-236C8D8058A7}"/>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077A500D-DEEA-4C1D-9C09-7C14ACA352F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C0DF27AB-F919-4268-AF56-46B9727E9E01}"/>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852A43D0-92B7-4D4C-A866-CCA27813965F}"/>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44702E61-83CE-4F03-94D2-91B666E3A17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AAF2F7D4-3193-4D69-B1D8-37714448821F}"/>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9A6E9EF-0AF3-4972-999D-AD472A94F50B}"/>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735B0070-D79F-48CD-857E-9546738B5AA8}"/>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C688A816-7967-4B5B-B6A7-70B16C2F55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6289348"/>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0FB66796-95D2-40D3-9444-73565B7EBE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6">
            <a:extLst xmlns:a="http://schemas.openxmlformats.org/drawingml/2006/main">
              <a:ext uri="{FF2B5EF4-FFF2-40B4-BE49-F238E27FC236}">
                <a16:creationId xmlns:a16="http://schemas.microsoft.com/office/drawing/2014/main" id="{04E62E76-A12A-49DF-8662-82FE962D3E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84E4E4D9-B819-4A1D-B1F5-24513E5305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0A6194AD-2F4D-4A6F-88CC-43CDDD07D75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05701119-E12A-42FF-AE01-C0F91F5481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268E5C5F-B5F6-49A0-993E-FE9670E50B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17515B6A-4804-4F0E-8B00-AB00D659E6CC}"/>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E3CBF21F-61EF-4859-93AB-58B99C296797}"/>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3317E3F6-DCA3-4172-A856-6DFA039FC536}"/>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630EFA3D-2502-46F8-88ED-493C0CF35163}"/>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4160CD5E-40BB-460C-AD76-DEAF8606A13F}"/>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96A08731-A40C-4D3D-B724-B277D68BA93C}"/>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A0DC89DB-6171-4F70-822C-5DF51F9839B9}"/>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3071F661-E3E2-4A15-9A14-CFFB5F6C6569}"/>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C201D754-1916-4017-9F22-5389D70FCC5C}"/>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9FB0F7C0-C2AD-4A4F-BE3B-7544062CEFD5}"/>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74EC0591-A3F2-4FA0-906B-76F452B7558B}"/>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19F3801C-2D19-4219-8013-3B983A31E90D}"/>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6629FC77-8462-4A90-97C3-C84692098A00}"/>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58A92ACD-A6CC-4980-820E-5F3FCFC189A6}"/>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56E54811-9D6E-48B7-9693-688860CF1DD1}"/>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FC8BEC0A-FD05-41AC-B4D7-F32DA105D384}"/>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30CD5C9E-6965-40AA-BD21-418CA445194D}"/>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5ADC3995-DD91-46A5-9F3A-D178953FB296}"/>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9F716ECF-A31E-4686-83C1-D4A9F458CA5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C4073C2E-DEA2-4133-B727-073797F4AA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0876409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TRIAL-002 관찰 시작">
            <a:extLst xmlns:a="http://schemas.openxmlformats.org/drawingml/2006/main">
              <a:ext uri="{FF2B5EF4-FFF2-40B4-BE49-F238E27FC236}">
                <a16:creationId xmlns:a16="http://schemas.microsoft.com/office/drawing/2014/main" id="{E4BDB832-D3B0-453E-AB25-70F4F4A5E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7">
            <a:extLst xmlns:a="http://schemas.openxmlformats.org/drawingml/2006/main">
              <a:ext uri="{FF2B5EF4-FFF2-40B4-BE49-F238E27FC236}">
                <a16:creationId xmlns:a16="http://schemas.microsoft.com/office/drawing/2014/main" id="{15897992-F694-4B27-BF5F-5F99A7C399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C97525E9-0FF1-4191-BD4E-1B8F64A023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EA5017ED-1243-4923-AAEC-4305D237E0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7AD331B7-15C1-468C-9F42-255459745A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2028E7EC-1971-4CD5-8978-1FEE15291A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
            <a:extLst xmlns:a="http://schemas.openxmlformats.org/drawingml/2006/main">
              <a:ext uri="{FF2B5EF4-FFF2-40B4-BE49-F238E27FC236}">
                <a16:creationId xmlns:a16="http://schemas.microsoft.com/office/drawing/2014/main" id="{A1C8C607-BD1D-4867-BC3E-5ED66C90EA5B}"/>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입력한 Prompt · 핵심 지시 발췌·번역">
            <a:extLst xmlns:a="http://schemas.openxmlformats.org/drawingml/2006/main">
              <a:ext uri="{FF2B5EF4-FFF2-40B4-BE49-F238E27FC236}">
                <a16:creationId xmlns:a16="http://schemas.microsoft.com/office/drawing/2014/main" id="{EB3C9E8D-194C-4103-BA62-B488CD0B71E8}"/>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입력한 Prompt · 핵심 지시 발췌·번역</a:t>
            </a:r>
          </a:p>
        </p:txBody>
      </p:sp>
      <p:sp>
        <p:nvSpPr>
          <p:cNvPr id="9" name="">
            <a:extLst xmlns:a="http://schemas.openxmlformats.org/drawingml/2006/main">
              <a:ext uri="{FF2B5EF4-FFF2-40B4-BE49-F238E27FC236}">
                <a16:creationId xmlns:a16="http://schemas.microsoft.com/office/drawing/2014/main" id="{D2A33CF8-1205-4DC3-A4BD-8CC560E54B93}"/>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CFE0CD7B-2CAF-421B-997F-9DDC89AC6D60}"/>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FEE253A3-F168-4869-8C5D-63A854D54FBB}"/>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958F25F1-55E4-46B1-A02E-72583733ED78}"/>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AI Agent 관찰 순서">
            <a:extLst xmlns:a="http://schemas.openxmlformats.org/drawingml/2006/main">
              <a:ext uri="{FF2B5EF4-FFF2-40B4-BE49-F238E27FC236}">
                <a16:creationId xmlns:a16="http://schemas.microsoft.com/office/drawing/2014/main" id="{B42F1827-67F8-49FF-A833-A9573FD017E0}"/>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AI Agent 관찰 순서</a:t>
            </a:r>
          </a:p>
        </p:txBody>
      </p:sp>
      <p:sp>
        <p:nvSpPr>
          <p:cNvPr id="14" name="Prompt의 같은 번호와 대조">
            <a:extLst xmlns:a="http://schemas.openxmlformats.org/drawingml/2006/main">
              <a:ext uri="{FF2B5EF4-FFF2-40B4-BE49-F238E27FC236}">
                <a16:creationId xmlns:a16="http://schemas.microsoft.com/office/drawing/2014/main" id="{96DC499F-FA90-4E47-AF96-DF13443AF633}"/>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0B6172"/>
                </a:solidFill>
                <a:latin typeface="Malgun Gothic"/>
                <a:ea typeface="Malgun Gothic"/>
                <a:cs typeface="Malgun Gothic"/>
              </a:defRPr>
            </a:defPPr>
            <a:lvl1pPr algn="l">
              <a:defRPr sz="1875" b="0">
                <a:solidFill>
                  <a:srgbClr val="0B6172"/>
                </a:solidFill>
                <a:latin typeface="Malgun Gothic"/>
                <a:ea typeface="Malgun Gothic"/>
                <a:cs typeface="Malgun Gothic"/>
              </a:defRPr>
            </a:lvl1pPr>
            <a:lvl2pPr algn="l">
              <a:defRPr sz="1875" b="0">
                <a:solidFill>
                  <a:srgbClr val="0B6172"/>
                </a:solidFill>
                <a:latin typeface="Malgun Gothic"/>
                <a:ea typeface="Malgun Gothic"/>
                <a:cs typeface="Malgun Gothic"/>
              </a:defRPr>
            </a:lvl2pPr>
            <a:lvl3pPr algn="l">
              <a:defRPr sz="1875" b="0">
                <a:solidFill>
                  <a:srgbClr val="0B6172"/>
                </a:solidFill>
                <a:latin typeface="Malgun Gothic"/>
                <a:ea typeface="Malgun Gothic"/>
                <a:cs typeface="Malgun Gothic"/>
              </a:defRPr>
            </a:lvl3pPr>
            <a:lvl4pPr algn="l">
              <a:defRPr sz="1875" b="0">
                <a:solidFill>
                  <a:srgbClr val="0B6172"/>
                </a:solidFill>
                <a:latin typeface="Malgun Gothic"/>
                <a:ea typeface="Malgun Gothic"/>
                <a:cs typeface="Malgun Gothic"/>
              </a:defRPr>
            </a:lvl4pPr>
            <a:lvl5pPr algn="l">
              <a:defRPr sz="1875" b="0">
                <a:solidFill>
                  <a:srgbClr val="0B6172"/>
                </a:solidFill>
                <a:latin typeface="Malgun Gothic"/>
                <a:ea typeface="Malgun Gothic"/>
                <a:cs typeface="Malgun Gothic"/>
              </a:defRPr>
            </a:lvl5pPr>
            <a:lvl6pPr algn="l">
              <a:defRPr sz="1875" b="0">
                <a:solidFill>
                  <a:srgbClr val="0B6172"/>
                </a:solidFill>
                <a:latin typeface="Malgun Gothic"/>
                <a:ea typeface="Malgun Gothic"/>
                <a:cs typeface="Malgun Gothic"/>
              </a:defRPr>
            </a:lvl6pPr>
            <a:lvl7pPr algn="l">
              <a:defRPr sz="1875" b="0">
                <a:solidFill>
                  <a:srgbClr val="0B6172"/>
                </a:solidFill>
                <a:latin typeface="Malgun Gothic"/>
                <a:ea typeface="Malgun Gothic"/>
                <a:cs typeface="Malgun Gothic"/>
              </a:defRPr>
            </a:lvl7pPr>
            <a:lvl8pPr algn="l">
              <a:defRPr sz="1875" b="0">
                <a:solidFill>
                  <a:srgbClr val="0B6172"/>
                </a:solidFill>
                <a:latin typeface="Malgun Gothic"/>
                <a:ea typeface="Malgun Gothic"/>
                <a:cs typeface="Malgun Gothic"/>
              </a:defRPr>
            </a:lvl8pPr>
            <a:lvl9pPr algn="l">
              <a:defRPr sz="1875" b="0">
                <a:solidFill>
                  <a:srgbClr val="0B6172"/>
                </a:solidFill>
                <a:latin typeface="Malgun Gothic"/>
                <a:ea typeface="Malgun Gothic"/>
                <a:cs typeface="Malgun Gothic"/>
              </a:defRPr>
            </a:lvl9pPr>
          </a:lstStyle>
          <a:p xmlns:a="http://schemas.openxmlformats.org/drawingml/2006/main">
            <a:pPr algn="l">
              <a:defRPr sz="1875" b="0">
                <a:solidFill>
                  <a:srgbClr val="0B6172"/>
                </a:solidFill>
                <a:latin typeface="Malgun Gothic"/>
                <a:ea typeface="Malgun Gothic"/>
                <a:cs typeface="Malgun Gothic"/>
              </a:defRPr>
            </a:pPr>
            <a:r>
              <a:rPr sz="1875" b="0">
                <a:solidFill>
                  <a:srgbClr val="0B6172"/>
                </a:solidFill>
                <a:latin typeface="Malgun Gothic"/>
                <a:ea typeface="Malgun Gothic"/>
                <a:cs typeface="Malgun Gothic"/>
              </a:rPr>
              <a:t>Prompt의 같은 번호와 대조</a:t>
            </a:r>
          </a:p>
        </p:txBody>
      </p:sp>
      <p:sp>
        <p:nvSpPr>
          <p:cNvPr id="15" name="01">
            <a:extLst xmlns:a="http://schemas.openxmlformats.org/drawingml/2006/main">
              <a:ext uri="{FF2B5EF4-FFF2-40B4-BE49-F238E27FC236}">
                <a16:creationId xmlns:a16="http://schemas.microsoft.com/office/drawing/2014/main" id="{3B1A63D4-F314-4EA5-B12D-3B380F535AF6}"/>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B2840F9F-4769-4E98-B0AB-070093CFA446}"/>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28D4F8EF-EA90-47AC-8A5F-0FF42A9B8652}"/>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6D23707D-248B-4AD2-B98D-8F7CFC68A4B1}"/>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95B79283-9EF0-4CCE-A9AC-1D033C523221}"/>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1BDE2F1C-4E3A-4919-9180-6BE0A4416A84}"/>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D3FB770D-DD7B-415D-8AA2-D4384A72AEFC}"/>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F0B83C0B-A549-40FB-8C2C-DF29C21FC3CF}"/>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2EC21A36-22E1-4758-A87A-B4486233BBE3}"/>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3BC70527-BAB2-474C-AEBE-A0F278F107EC}"/>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A33009DE-62C3-478E-98B7-90DDC7EA1333}"/>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318DADE8-E286-47A7-AF26-CEF235077612}"/>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E73392B8-2A53-42AF-9B75-D12E1EB9591B}"/>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5C6B0D2A-DCCD-4C69-9733-3375B6D601AF}"/>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E613AAEB-7100-4251-8D1F-BA82DDD611EB}"/>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9C7397B8-2A86-4DBB-9AE2-B094DE09C38B}"/>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4ACFCEE6-E400-4A32-864F-BE17D299EBCD}"/>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집중·전체 Test, 가능하면 CLI smoke.&#10;diff 확인 · 변경 파일과 검증 근거 보고.">
            <a:extLst xmlns:a="http://schemas.openxmlformats.org/drawingml/2006/main">
              <a:ext uri="{FF2B5EF4-FFF2-40B4-BE49-F238E27FC236}">
                <a16:creationId xmlns:a16="http://schemas.microsoft.com/office/drawing/2014/main" id="{327E24A1-D295-4985-99E1-C8E6727E5713}"/>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집중·전체 Test, 가능하면 CLI smoke.</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diff 확인 · 변경 파일과 검증 근거 보고.</a:t>
            </a:r>
          </a:p>
        </p:txBody>
      </p:sp>
      <p:sp>
        <p:nvSpPr>
          <p:cNvPr id="33" name="05">
            <a:extLst xmlns:a="http://schemas.openxmlformats.org/drawingml/2006/main">
              <a:ext uri="{FF2B5EF4-FFF2-40B4-BE49-F238E27FC236}">
                <a16:creationId xmlns:a16="http://schemas.microsoft.com/office/drawing/2014/main" id="{10953B96-E2A8-45DB-869D-7DA847D13F2F}"/>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DC1FA7CA-9434-47C4-9C69-34AE79D36A9B}"/>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1729CD56-DB3D-4633-A314-B674FFE8E5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6767118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04 수정 · 앞서 확인한 명세를 지킨다">
            <a:extLst xmlns:a="http://schemas.openxmlformats.org/drawingml/2006/main">
              <a:ext uri="{FF2B5EF4-FFF2-40B4-BE49-F238E27FC236}">
                <a16:creationId xmlns:a16="http://schemas.microsoft.com/office/drawing/2014/main" id="{5BC4CB2A-1508-4400-8B8A-98A7884DCC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04 수정 · 앞서 확인한 명세를 지킨다</a:t>
            </a:r>
          </a:p>
        </p:txBody>
      </p:sp>
      <p:sp>
        <p:nvSpPr>
          <p:cNvPr id="2" name="S18">
            <a:extLst xmlns:a="http://schemas.openxmlformats.org/drawingml/2006/main">
              <a:ext uri="{FF2B5EF4-FFF2-40B4-BE49-F238E27FC236}">
                <a16:creationId xmlns:a16="http://schemas.microsoft.com/office/drawing/2014/main" id="{7BD36D84-75EA-403E-86D2-9360950A4B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AE09A65D-6C74-4A12-AD9F-DD341B6405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49D4C454-63BC-4B8D-A9C6-1E1581F165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22D152B4-E0F7-4040-AA82-5877F8E412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72E777E0-57DF-43E5-A608-FE880A3228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02 조사 · 03 계획에서 확인한 수정 범위">
            <a:extLst xmlns:a="http://schemas.openxmlformats.org/drawingml/2006/main">
              <a:ext uri="{FF2B5EF4-FFF2-40B4-BE49-F238E27FC236}">
                <a16:creationId xmlns:a16="http://schemas.microsoft.com/office/drawing/2014/main" id="{ED1E72BC-A330-4CAA-84D5-52835572D332}"/>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조사 · 03 계획에서 확인한 수정 범위</a:t>
            </a:r>
          </a:p>
        </p:txBody>
      </p:sp>
      <p:sp>
        <p:nvSpPr>
          <p:cNvPr id="8" name="끝 좌표를 제외하는 명세: [x_start, x_end)">
            <a:extLst xmlns:a="http://schemas.openxmlformats.org/drawingml/2006/main">
              <a:ext uri="{FF2B5EF4-FFF2-40B4-BE49-F238E27FC236}">
                <a16:creationId xmlns:a16="http://schemas.microsoft.com/office/drawing/2014/main" id="{D6BCB767-A241-4205-9947-06503B1E5672}"/>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148404EA-0EC6-4258-84AC-107395BC5E14}"/>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8D19FFE-5193-4746-BE43-126D82B3D382}"/>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F37BE007-2A61-4382-9D6B-BFD9E96F7EB5}"/>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7EDD4894-A720-4A65-8EA9-469BEE75335D}"/>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4F265A20-5D9E-4EA6-9C6B-9242239D5C2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9044EF71-4C0B-474F-917E-2DC742F6F63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4651C146-002B-49AF-AB35-1C465D516A1F}"/>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E641D7F0-298E-4260-9CFB-AD630FEF6836}"/>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0AEA8BC3-469D-44C1-93D9-84964EDF0D3F}"/>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05 검증·보고에서 변경 근거를 확인한다.">
            <a:extLst xmlns:a="http://schemas.openxmlformats.org/drawingml/2006/main">
              <a:ext uri="{FF2B5EF4-FFF2-40B4-BE49-F238E27FC236}">
                <a16:creationId xmlns:a16="http://schemas.microsoft.com/office/drawing/2014/main" id="{69DF4683-78C4-4E19-ADA2-E0CADE256F09}"/>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05 검증·보고에서 변경 근거를 확인한다.</a:t>
            </a:r>
          </a:p>
        </p:txBody>
      </p:sp>
      <p:sp>
        <p:nvSpPr>
          <p:cNvPr id="19" name="Legacy module connection">
            <a:extLst xmlns:a="http://schemas.openxmlformats.org/drawingml/2006/main">
              <a:ext uri="{FF2B5EF4-FFF2-40B4-BE49-F238E27FC236}">
                <a16:creationId xmlns:a16="http://schemas.microsoft.com/office/drawing/2014/main" id="{E74E6C52-D64A-4913-8C20-F0F69765F0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5043800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3E4E7428-A048-4154-BEC5-C1C8A32D60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9">
            <a:extLst xmlns:a="http://schemas.openxmlformats.org/drawingml/2006/main">
              <a:ext uri="{FF2B5EF4-FFF2-40B4-BE49-F238E27FC236}">
                <a16:creationId xmlns:a16="http://schemas.microsoft.com/office/drawing/2014/main" id="{64EF9711-DDA8-45B1-B705-0DED043F22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FD5EDA79-6AE2-4C08-869E-B3C4A2C6DB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41E7854B-86A1-448F-B637-12DB13770F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0577290A-DE4D-41AA-8597-5D161EB6B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B40F9BDD-9115-45AB-B9BD-82A61F49D4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220095FB-501E-42D3-9680-2BB26F815AF4}"/>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B3C83E86-E119-4239-B473-C3D598D15B81}"/>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627D458F-EA41-41F7-A4B3-B0337E51076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D81D20D2-66D9-4885-B297-174BAEF2227F}"/>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03C159F2-F84D-4E6D-AD2D-D845F6C8DFD7}"/>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19076DF2-3F51-4576-A7EE-6A154A1E418D}"/>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D0DAB590-29DB-4EA1-B25D-7C7D5233B173}"/>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F11CE3E9-C8D2-4A39-8482-B5EEE2D05399}"/>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DA899704-902D-41FA-A917-75C3CDD56215}"/>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6E479141-B106-4D6E-8192-FDE10910A437}"/>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21682716-B01B-4FF9-A1ED-9EFB4E9F3E9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94981956-39D1-4196-8791-ABCF8E19E43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ACC3ABFD-6FEF-45A3-94F6-7384B2DFCE5C}"/>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C008ACEA-4EA3-41C0-AC58-15180798AF60}"/>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DB2E3B00-D102-48D5-9DB1-842F57B41147}"/>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97C2A7AB-AD7A-4A03-82DB-64AEE10D2B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9097430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01423967-D57F-4A10-AA10-BF8D5165C7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20">
            <a:extLst xmlns:a="http://schemas.openxmlformats.org/drawingml/2006/main">
              <a:ext uri="{FF2B5EF4-FFF2-40B4-BE49-F238E27FC236}">
                <a16:creationId xmlns:a16="http://schemas.microsoft.com/office/drawing/2014/main" id="{7537AE59-B563-4529-9F7D-584305BE4C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A5E86111-C665-46E7-B82E-247F669574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9F0A3E62-2701-4200-BADF-FC94DFD424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CE2BB5F-4067-4486-AC24-677CB335F6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625BAA13-6FD0-49D0-A34D-ED28085506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A3A3CB25-F8F2-4267-BA9F-4CB048D5A8AA}"/>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178FA842-EBDE-4486-86BC-34614499565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99CF0C3D-3096-42D6-A524-6E98FF360AEB}"/>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FC9C7944-EB9D-4BAF-B35C-3CCE5072D2C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4822DD39-7219-4D60-9A87-8F4AB2CF8C54}"/>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326CAE8E-8F1A-4941-9628-0E7EBC09EE8F}"/>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C2A6FA95-F8E5-40C9-A8EF-62A2D0D390D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D920E456-DE65-4232-854E-2D0D86323AF7}"/>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4A16BBB3-BCCA-4C6B-B9FB-E45F23057820}"/>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10FDC457-7466-4B5E-BB47-224C15E7112E}"/>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87D6B4A9-2746-4D07-B1CD-238E709C4120}"/>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D73F6725-DBDD-4E98-9ADD-3EA02C12440C}"/>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134254D1-299B-40E4-BF7C-649040F8647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03584D65-B7E7-4858-8634-DEAE3E1B6C8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A804F42C-83DC-4691-AB90-7976EA4FEB97}"/>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9F21BBFF-F574-4E28-B7C8-62E1D9E6A8A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4EF93DBC-D072-400E-81AF-CE4E38DDDE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78591144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근거에 맞춰 말하기">
            <a:extLst xmlns:a="http://schemas.openxmlformats.org/drawingml/2006/main">
              <a:ext uri="{FF2B5EF4-FFF2-40B4-BE49-F238E27FC236}">
                <a16:creationId xmlns:a16="http://schemas.microsoft.com/office/drawing/2014/main" id="{1E13B4E6-482F-4285-A82A-5C4FF0C285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1">
            <a:extLst xmlns:a="http://schemas.openxmlformats.org/drawingml/2006/main">
              <a:ext uri="{FF2B5EF4-FFF2-40B4-BE49-F238E27FC236}">
                <a16:creationId xmlns:a16="http://schemas.microsoft.com/office/drawing/2014/main" id="{D08FBB1E-0477-4E3B-BC9F-2A4DCEF1E8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844FBD6B-899D-4A4D-A67E-482AFCEF87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405263E4-CF49-4E47-AF98-D9E52D7FA4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우측은 C++ 교육용 ">
            <a:extLst xmlns:a="http://schemas.openxmlformats.org/drawingml/2006/main">
              <a:ext uri="{FF2B5EF4-FFF2-40B4-BE49-F238E27FC236}">
                <a16:creationId xmlns:a16="http://schemas.microsoft.com/office/drawing/2014/main" id="{EB1BC520-716D-48A3-90DB-3403DF5AE0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C2E6A97E-34D3-4C21-9E84-557E779733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확인 방법">
            <a:extLst xmlns:a="http://schemas.openxmlformats.org/drawingml/2006/main">
              <a:ext uri="{FF2B5EF4-FFF2-40B4-BE49-F238E27FC236}">
                <a16:creationId xmlns:a16="http://schemas.microsoft.com/office/drawing/2014/main" id="{D03F52D0-D538-4EC9-9927-CDD7C61657A2}"/>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97DA27F9-78F5-420D-AFBA-0E6611859856}"/>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41D09C63-2907-4782-8ADF-F9D9E0DB5A3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D74FDDB6-617E-4573-9935-93878D0CDCA5}"/>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집중 테스트</a:t>
            </a:r>
          </a:p>
        </p:txBody>
      </p:sp>
      <p:sp>
        <p:nvSpPr>
          <p:cNvPr id="11" name="바뀐 동작의 해당 조건">
            <a:extLst xmlns:a="http://schemas.openxmlformats.org/drawingml/2006/main">
              <a:ext uri="{FF2B5EF4-FFF2-40B4-BE49-F238E27FC236}">
                <a16:creationId xmlns:a16="http://schemas.microsoft.com/office/drawing/2014/main" id="{54563C80-DE3A-48F7-9E05-DCEC1EA20B34}"/>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50D581D3-58C5-4408-9C8A-2E9613DEF59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5F74C20-ECC6-4294-89D2-D9E5F8CF3188}"/>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4407118-D8B0-4C1D-BEB4-1C8A1EBA79C2}"/>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E6D5CCA3-2E7A-4B71-9556-71D2DF14B72F}"/>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447DEE26-9275-4F35-849E-71F3D1BFCFDA}"/>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smoke</a:t>
            </a:r>
          </a:p>
        </p:txBody>
      </p:sp>
      <p:sp>
        <p:nvSpPr>
          <p:cNvPr id="17" name="샘플의 통합 실행 경로">
            <a:extLst xmlns:a="http://schemas.openxmlformats.org/drawingml/2006/main">
              <a:ext uri="{FF2B5EF4-FFF2-40B4-BE49-F238E27FC236}">
                <a16:creationId xmlns:a16="http://schemas.microsoft.com/office/drawing/2014/main" id="{70EFAB7C-FA54-411A-9849-71F2A139D9AA}"/>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A3058794-47A3-4A79-B9BF-9EA835F2D636}"/>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2E85B03F-EB57-48C6-AE47-FE4F6499B633}"/>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diff 검토</a:t>
            </a:r>
          </a:p>
        </p:txBody>
      </p:sp>
      <p:sp>
        <p:nvSpPr>
          <p:cNvPr id="20" name="변경 범위·의도치 않은 수정">
            <a:extLst xmlns:a="http://schemas.openxmlformats.org/drawingml/2006/main">
              <a:ext uri="{FF2B5EF4-FFF2-40B4-BE49-F238E27FC236}">
                <a16:creationId xmlns:a16="http://schemas.microsoft.com/office/drawing/2014/main" id="{7B1617E9-C630-4AC8-B351-AD9A2BEA38A7}"/>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F225A10B-46B9-4D0A-B6F1-E74995A4BC88}"/>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3C4DCFB-4068-4EC1-989A-D314825F8B2E}"/>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3901212F-CC89-41A0-B2A1-C95FD3C27F43}"/>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명세를 assert에 담아야 한다">
            <a:extLst xmlns:a="http://schemas.openxmlformats.org/drawingml/2006/main">
              <a:ext uri="{FF2B5EF4-FFF2-40B4-BE49-F238E27FC236}">
                <a16:creationId xmlns:a16="http://schemas.microsoft.com/office/drawing/2014/main" id="{BC4E24EC-C55E-46B2-8732-48DAB2736A2D}"/>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명세를 assert에 담아야 한다</a:t>
            </a:r>
          </a:p>
        </p:txBody>
      </p:sp>
      <p:sp>
        <p:nvSpPr>
          <p:cNvPr id="25" name="입력 {1, 2, 3, 4} · crop [1, 3)">
            <a:extLst xmlns:a="http://schemas.openxmlformats.org/drawingml/2006/main">
              <a:ext uri="{FF2B5EF4-FFF2-40B4-BE49-F238E27FC236}">
                <a16:creationId xmlns:a16="http://schemas.microsoft.com/office/drawing/2014/main" id="{A9466D83-95E7-40CA-B4D7-84ECE7851C28}"/>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310F8DC-743F-4E1A-9680-E1F633E9EED2}"/>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0EA6B777-240A-4289-A361-49CF058FB7A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36EB4488-466B-439B-91DB-52F85AFF18B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2E24B654-03F0-4D9D-8054-FB947DD034E3}"/>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84F51404-7F66-41C9-A383-BD6D0B013B6B}"/>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ABF94C02-7742-4C39-AF9A-FD13DD624674}"/>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7B9CC5DB-0002-423D-BB1C-5444DC8FF41B}"/>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CF3E7655-06E2-427A-8DF2-1EAFAB2090E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4E4B68EB-31CA-4186-9825-E3F6E172C7A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709DE2D-A8D9-4419-BC81-EA768018869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5041DE20-491E-4F49-92CE-7C547A11681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483FB5A6-0258-4F37-AD61-4E03A3B57E0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3038A9C7-A449-46AB-9A29-A04816F9EFA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1CE0BF4A-32CA-446E-8A8A-3E3C54219E2F}"/>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724EB77C-521E-43B1-B58D-5608083D0387}"/>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21D3863B-D27B-4DBF-BB03-1F2175AC2CC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E2EFB8C-59FD-4F63-88D8-D55B5C1C9573}"/>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개수·값·순서를 명세와 비교">
            <a:extLst xmlns:a="http://schemas.openxmlformats.org/drawingml/2006/main">
              <a:ext uri="{FF2B5EF4-FFF2-40B4-BE49-F238E27FC236}">
                <a16:creationId xmlns:a16="http://schemas.microsoft.com/office/drawing/2014/main" id="{6CF24852-2BA5-4044-840B-8F95F80ABF10}"/>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개수·값·순서를 명세와 비교</a:t>
            </a:r>
          </a:p>
        </p:txBody>
      </p:sp>
      <p:sp>
        <p:nvSpPr>
          <p:cNvPr id="44" name="EXPECT_EQ(actual.size(), 2u);">
            <a:extLst xmlns:a="http://schemas.openxmlformats.org/drawingml/2006/main">
              <a:ext uri="{FF2B5EF4-FFF2-40B4-BE49-F238E27FC236}">
                <a16:creationId xmlns:a16="http://schemas.microsoft.com/office/drawing/2014/main" id="{9FD64587-2AF0-43B9-ABA8-51DBD3EB02EA}"/>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3DC22558-7D22-49FA-80FE-F5AC1211130D}"/>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63588708-6BEC-479D-B321-434E605D2F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07475427"/>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DAB0B428-5516-45D5-B3A7-DD203D4F27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4588564E-2806-4992-8A29-539D6E039E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01A47E23-7A06-4E01-88AE-D628C2D118F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F4C0F10B-3BC8-431F-A555-380F688190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46882996-FA44-449D-BB2C-0B6AA8B12D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9A4FCE1C-01CB-4A72-93CD-C03F68EEAC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99E22550-16C3-439F-8210-7E1E72DE7EEF}"/>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5F29BED6-7680-4C58-B608-95006FD05D30}"/>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F2250B8A-6E05-42E5-AB1D-6C5B077EF3D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FF8C6501-6806-4561-9D7A-8422E300E640}"/>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68FB375-0FD8-48F9-8248-BB9492602F91}"/>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6BA0F1C1-4B88-4428-911C-D7224655369A}"/>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A594F4F9-1475-4800-8FF5-8089F1401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6332665"/>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8767639A-05CC-433A-936C-CA17E0D9FB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9599A75A-FF62-47F9-808E-63FA45524F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7A545F0C-33C3-4DD8-8F0A-B6ABB56C78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52D1D67F-97D4-453F-B8C2-A5608D76A4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24BAAA00-7B04-4339-A355-6132E5FE08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A3046AC8-4F12-4F30-AF32-B68C2A6CEA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54C12C44-9838-4F2D-B366-BF538DC07A66}"/>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39258D02-8493-457A-AC95-05E25AC710C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969FA5DB-C21C-4704-A672-11C52B3FBE6C}"/>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8AF7C0F0-7BF9-4D57-9F38-302BAA43395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6ED42C57-E092-45F1-90F8-713C73F45D4D}"/>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C90EC445-642D-44B5-9A68-3C8153F459F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0DC72C37-6B18-4C57-AF95-EB557F965189}"/>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23B9176B-13DC-411D-A408-379D9C78F95E}"/>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2771338A-6C32-47C5-A145-5508F3FA94C5}"/>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8383461A-151D-4C3D-80BA-9C0807A9F2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56538573"/>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AE93FE6-78A5-45D5-8A9F-3F797D97F5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4">
            <a:extLst xmlns:a="http://schemas.openxmlformats.org/drawingml/2006/main">
              <a:ext uri="{FF2B5EF4-FFF2-40B4-BE49-F238E27FC236}">
                <a16:creationId xmlns:a16="http://schemas.microsoft.com/office/drawing/2014/main" id="{3AD77154-6B8F-4DB1-A3F1-6AD761008B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다른 Task에 같은 설명이 반복된다">
            <a:extLst xmlns:a="http://schemas.openxmlformats.org/drawingml/2006/main">
              <a:ext uri="{FF2B5EF4-FFF2-40B4-BE49-F238E27FC236}">
                <a16:creationId xmlns:a16="http://schemas.microsoft.com/office/drawing/2014/main" id="{5C3A2231-3B9E-449D-A4D1-57993F3DB1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CE7AF766-D9FE-496D-A87A-80A8E8AB61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F202DEC9-95F8-4AC5-8E4B-85D39AAE87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80B7569B-5072-47FE-B69E-9624C88618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6A9F952-D178-4A9D-9769-A61535631FD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A998FA58-44AA-43AF-AFC7-4935BAEC7AA4}"/>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4A233531-08B4-49E9-81ED-AD6E08221AA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BD3C240-0BA2-409F-8E1C-580C35EA4367}"/>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C96A2E4-6C73-4B7C-A560-DC48B916FA4D}"/>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FC00755E-7C5B-4424-A0F1-64118940943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ABB03727-729E-4033-9F9F-7AD1A8330759}"/>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8FBCFE01-4425-4F43-B88A-0B936A73E2C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32AF1C4-4558-4D01-9298-D55B9B19B36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1E4FFF5-E1DE-493C-A94F-0170055DF51B}"/>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CE7CD402-A714-4DF2-812D-FE35C61CB1FA}"/>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8909A875-0537-48E8-A1C5-D9E44C62C126}"/>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E0D9F1F5-434B-42EC-AE2C-7E71098DA6B8}"/>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32E7CB0-9F6B-4FBC-9539-F179C1710E1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C63ED43-CF63-4AFB-8E37-B76330822AE1}"/>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6B5062EE-90F3-41E8-AB26-F4B783FC454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CDB7B29A-333B-4589-B7C5-9218E7D358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3246554"/>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9505F2F0-6857-4627-A089-F1945A9625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5">
            <a:extLst xmlns:a="http://schemas.openxmlformats.org/drawingml/2006/main">
              <a:ext uri="{FF2B5EF4-FFF2-40B4-BE49-F238E27FC236}">
                <a16:creationId xmlns:a16="http://schemas.microsoft.com/office/drawing/2014/main" id="{B10F7634-750A-4B2B-8DF3-0E77CBF9CB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작은 Project Context의 첫 기록">
            <a:extLst xmlns:a="http://schemas.openxmlformats.org/drawingml/2006/main">
              <a:ext uri="{FF2B5EF4-FFF2-40B4-BE49-F238E27FC236}">
                <a16:creationId xmlns:a16="http://schemas.microsoft.com/office/drawing/2014/main" id="{3F62D5EC-B3BF-4999-A19F-B453EE2D01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FE7FB81A-C5A7-48B7-AB09-793F317BEE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4121AE83-330B-4D34-9558-15F2DCD1B2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58F9644B-4287-4812-AD6D-087358EF26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FB402334-05B0-400B-A20A-1735FB12F9C6}"/>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2632F96-577B-421D-8A4C-2B86F0ADE45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79CA4FDE-8718-424D-A350-37044F2CD13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A2A17BC1-9A3C-492C-864E-32F60EAC90F4}"/>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2F88EB1-EF5E-487D-82C6-76FA8DB314E8}"/>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80B6B3E-C60C-44AC-9B6C-CFFE061A26B2}"/>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BA718699-A2A8-4EE9-B0AC-C0421358E15B}"/>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5F8571-993E-4249-8329-A283CEADFF6C}"/>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BA0C321-082B-4A07-9A04-A84614AB38BC}"/>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9389A571-1EE6-499B-B07A-C8CF86621237}"/>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80E5871E-5DB6-4C7D-B7DB-BB62E7DD2033}"/>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CA8E176E-FBD9-43D1-8716-E5DAFD2AD21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02B15CD-2072-4B5E-8FE5-38F068A16053}"/>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D9483109-9E5B-4D8F-B37E-971991190DC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FB895B69-8E2D-4AB3-897B-012A112FF5D9}"/>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A2362F62-7F7C-455B-84B0-66AA90A86E26}"/>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947BEE7C-0091-4B28-94D2-5145D2B8AEB4}"/>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237F9C1C-D5E9-4D6E-BE42-2523751F1464}"/>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757A349-6180-4362-A510-045B9C8E9E57}"/>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660B774E-5570-47D4-BBF8-5DC631D94F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3779996"/>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DDD894C5-5651-4A16-AB99-BD52DBED28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6">
            <a:extLst xmlns:a="http://schemas.openxmlformats.org/drawingml/2006/main">
              <a:ext uri="{FF2B5EF4-FFF2-40B4-BE49-F238E27FC236}">
                <a16:creationId xmlns:a16="http://schemas.microsoft.com/office/drawing/2014/main" id="{F376FC8F-F364-42C8-92C1-596CF9E210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한 번의 사용에서 확인된 것">
            <a:extLst xmlns:a="http://schemas.openxmlformats.org/drawingml/2006/main">
              <a:ext uri="{FF2B5EF4-FFF2-40B4-BE49-F238E27FC236}">
                <a16:creationId xmlns:a16="http://schemas.microsoft.com/office/drawing/2014/main" id="{DE6A1DC8-BF9E-46F4-906F-370DF7D3DB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7B8D57D9-D8F9-46C5-9CE9-51295C439A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D9E1A5D5-EDAA-4106-BE24-5C16FFBD3D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156367DD-61DE-43EE-9F7D-119ACECF79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EAE9983B-5AD2-4209-82C5-25A11DE86AA5}"/>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C156EB7D-6898-4D31-92EF-95A5E304D899}"/>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CF4E81A7-863E-45F7-9EC7-44BF13D12601}"/>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65BE7F5F-30DC-4FEB-8D1D-90F8544FA0E5}"/>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848A0C5E-7833-4382-8658-D401DED07A07}"/>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DB254C0C-51AB-4017-9E79-2868E093C007}"/>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0099C1C3-34D8-487A-B8CF-A99278E603E5}"/>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457F8E28-4D9D-4977-BEB0-2A94EE4C3E24}"/>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66061800-67CA-4A32-BA15-3C6F3163C469}"/>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CB14B515-8CF6-46CB-B3E5-2B0531C5830B}"/>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F31BB10F-22AC-49D9-9B2D-B3EC6372061C}"/>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F8FAB443-FB73-40F8-AFAD-1EFB60B20304}"/>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D4B93E72-EA92-447A-96D3-CDBB05423720}"/>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F24C216-57F6-4E16-92A6-E16F517256DB}"/>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BFD9257-73BE-4670-8928-F745D1D1DBF1}"/>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73E15F55-FEC4-4033-83EA-0A194ADEA54D}"/>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06FBEFAC-17C2-4D5C-8E2E-E8A4ACBC14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980422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7763B038-8A3B-4E77-A929-6F5A426CE3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7">
            <a:extLst xmlns:a="http://schemas.openxmlformats.org/drawingml/2006/main">
              <a:ext uri="{FF2B5EF4-FFF2-40B4-BE49-F238E27FC236}">
                <a16:creationId xmlns:a16="http://schemas.microsoft.com/office/drawing/2014/main" id="{DC40CAC0-8A9E-4631-A47C-F1DE21F20B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Task Prompt와 Project Context">
            <a:extLst xmlns:a="http://schemas.openxmlformats.org/drawingml/2006/main">
              <a:ext uri="{FF2B5EF4-FFF2-40B4-BE49-F238E27FC236}">
                <a16:creationId xmlns:a16="http://schemas.microsoft.com/office/drawing/2014/main" id="{3B998F3E-B7D2-41E6-BC26-2ED7FAD3ED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8E80537B-5511-4D28-9E63-29B6588168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B58D7267-96E7-437A-B70C-7E9D4317A3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99090056-FAD2-41ED-8AF0-11C015B2DE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5C86C849-F9B2-457D-B453-035C81430213}"/>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32F28492-996D-46FD-9877-CD215A586E82}"/>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CB173D8C-F210-4A48-9E9B-4312E6851BA3}"/>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81588832-2B88-4BAE-A3A4-D742B86BFDE7}"/>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E11551F6-DE25-4AAC-ACF8-80DF56E684EF}"/>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0D5C0ED2-338B-4B33-9C07-EE215CC7D728}"/>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DFC2A776-C443-4088-9CD1-82F1FC6F0D1F}"/>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91ADFD5D-0D08-4F26-B9D5-1D5B44E34B60}"/>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FD5F7A15-0061-40A0-8BB0-90949B037FEB}"/>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2E39113A-E7F3-468F-A5BB-0F7F4DB72964}"/>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02B05F06-7828-430B-B307-E7064C852D4F}"/>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BB8536B4-159C-4850-AB12-5364B2E7CD4B}"/>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DE9F078E-68A1-4E76-8662-DCBC00641F94}"/>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4E4B2A0D-6D42-48B4-9E83-29941C672F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5425791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407CAF5D-D851-4872-893F-9234934C67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8">
            <a:extLst xmlns:a="http://schemas.openxmlformats.org/drawingml/2006/main">
              <a:ext uri="{FF2B5EF4-FFF2-40B4-BE49-F238E27FC236}">
                <a16:creationId xmlns:a16="http://schemas.microsoft.com/office/drawing/2014/main" id="{BC0766C4-7E29-4837-BEDC-33BF2A2C16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확한 정보도 계속 늘어난다">
            <a:extLst xmlns:a="http://schemas.openxmlformats.org/drawingml/2006/main">
              <a:ext uri="{FF2B5EF4-FFF2-40B4-BE49-F238E27FC236}">
                <a16:creationId xmlns:a16="http://schemas.microsoft.com/office/drawing/2014/main" id="{B579474B-EFCD-4384-A4F6-93B92921610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6AEA9820-F04D-4E14-9F87-C56ADDEC12B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8811C947-DA47-4CA2-BADB-9FDC679FA0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C42FB11D-EC53-4C63-8D7B-E7A3022B9C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6BF5135E-B8B1-483E-AC90-DDFD7B419D24}"/>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EBFFEEE8-EF7E-4B93-A4DB-6889DFD6B8E8}"/>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EAE7E44E-04DA-4F56-A36D-23DB7785C876}"/>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C4F3309E-E858-4EE1-9722-404459F5C2F3}"/>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2BF8C386-E3EF-4676-AD0B-209571FC1E24}"/>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5A233EFE-CD0E-499D-A2CA-C933AA10B22F}"/>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903420BF-2CEE-49AB-BB4A-79B7DD12552D}"/>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2A18D3E1-F752-46DA-BE69-B0123B68DE67}"/>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D20FC736-2B95-453C-BF41-F86D0CBB462B}"/>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036B4044-AB4B-4498-9EF6-AB6B7B19762E}"/>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46044DF7-9F7F-4CE7-A1B1-58754D98CA4D}"/>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9E66E209-F2F3-4F9D-B31A-D5A1D9FF7484}"/>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DEEF7919-8966-436A-803A-6AB4D0A9EF17}"/>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3EE29FC9-B559-460B-B160-C8BDCF890D5A}"/>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7EBC4086-34DE-486F-8D9F-EE94E091C998}"/>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1E9D68BA-62C0-4F31-A36D-3B4B462B7C82}"/>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A817EF8A-678B-446D-A510-933011562D84}"/>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8B8FFEFD-34AB-4888-955B-764302CA1336}"/>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27B1229C-BDF8-4AFC-A063-D68A37338020}"/>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3A115B9D-E793-4197-A070-3DF9E7FC97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98426967"/>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FF9A0F68-2067-4C25-9D81-6321AE570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9">
            <a:extLst xmlns:a="http://schemas.openxmlformats.org/drawingml/2006/main">
              <a:ext uri="{FF2B5EF4-FFF2-40B4-BE49-F238E27FC236}">
                <a16:creationId xmlns:a16="http://schemas.microsoft.com/office/drawing/2014/main" id="{0D54BEC9-9BFF-43E6-80F6-3F56A39376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정확하지만 이번 Task에는 불필요한 정보">
            <a:extLst xmlns:a="http://schemas.openxmlformats.org/drawingml/2006/main">
              <a:ext uri="{FF2B5EF4-FFF2-40B4-BE49-F238E27FC236}">
                <a16:creationId xmlns:a16="http://schemas.microsoft.com/office/drawing/2014/main" id="{B27F9E8B-A5D2-4071-ACA8-F674A3F585C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C008243A-A55B-41A1-B757-F42202208C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E96192FB-B52C-4234-9801-F4D7F34185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4B1DAA01-D906-42A1-AA80-7FC27AB1A8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E2765EFA-BE2F-4550-85F7-4529AC111DFF}"/>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22F9E712-C3AB-4DB2-B601-ED82940A73C6}"/>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99061769-0212-43C5-AA09-A7C639BC428E}"/>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84B78C50-E4FA-42C6-99E4-969B6AEEBE9C}"/>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0F6568F-82E7-4FB3-84FB-D81F4B6F6987}"/>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A46071F5-AC8B-4F41-92E4-7FC5FA57D4CE}"/>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21FBE7AA-4621-48E5-AE6F-E216A0F6B338}"/>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B8767E5F-E3AC-44A0-BB73-783A6FA664FA}"/>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CD6B1EB5-AE11-4D43-87C9-B55839745974}"/>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01076F07-4C91-4E24-AD4D-C8A9DB967B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6792704"/>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6E1569B0-3CC5-464E-86E0-1E8070A9F6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0">
            <a:extLst xmlns:a="http://schemas.openxmlformats.org/drawingml/2006/main">
              <a:ext uri="{FF2B5EF4-FFF2-40B4-BE49-F238E27FC236}">
                <a16:creationId xmlns:a16="http://schemas.microsoft.com/office/drawing/2014/main" id="{B5382E1C-128C-402A-81F7-E304F8E44F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정보의 범위와 제공 시점">
            <a:extLst xmlns:a="http://schemas.openxmlformats.org/drawingml/2006/main">
              <a:ext uri="{FF2B5EF4-FFF2-40B4-BE49-F238E27FC236}">
                <a16:creationId xmlns:a16="http://schemas.microsoft.com/office/drawing/2014/main" id="{F3A4CCA8-D720-479A-AADD-414ACBB58F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0052B77-32FF-4F92-BDF6-38EBAC4FE3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800B7F58-EB83-4CD3-B4DB-AB89EC7C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CCE8FE43-4BE1-485B-A482-410A68DCC2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58C4B642-8595-4659-AB7F-02EC4121FDD6}"/>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A0EB1F24-4893-4D05-9117-8BB87118120F}"/>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19B3BAB1-77BD-4D06-82E3-7604260417B8}"/>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90AED29E-79E8-43B0-B804-8A514943E6FA}"/>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CB6095DC-FDBF-4265-A409-58F0D8CFE54B}"/>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63522C08-12E3-44A2-99E2-DF1ED2E7C6CF}"/>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F9BFED95-133D-4AB7-B907-25B736C440C2}"/>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DD137597-295C-4470-8F0D-793EF340A6F9}"/>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0304E96E-7E9B-4601-BAEE-04688682113A}"/>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447E6458-7084-494C-A882-13C11EB9B858}"/>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10D06957-F8A5-4C46-8BFA-474B3F56EEF8}"/>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A7B52122-9F4A-4B69-A26E-BC15781B9C38}"/>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816E5A0B-679F-489E-90D3-FDB28ABAAD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2203860"/>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79767A9D-2962-4321-A595-7F5E34B8B0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1">
            <a:extLst xmlns:a="http://schemas.openxmlformats.org/drawingml/2006/main">
              <a:ext uri="{FF2B5EF4-FFF2-40B4-BE49-F238E27FC236}">
                <a16:creationId xmlns:a16="http://schemas.microsoft.com/office/drawing/2014/main" id="{7F39A6C0-1619-4D9E-A970-6EBF240568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Long Context 연구가 말해주는 범위">
            <a:extLst xmlns:a="http://schemas.openxmlformats.org/drawingml/2006/main">
              <a:ext uri="{FF2B5EF4-FFF2-40B4-BE49-F238E27FC236}">
                <a16:creationId xmlns:a16="http://schemas.microsoft.com/office/drawing/2014/main" id="{6C583174-9B95-4252-9233-29A0294802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4C51E29A-0210-44D6-B8F2-04C825C6F8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943B0888-2C60-4EC8-9959-2B292119ED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F6A0237B-1AC3-440A-9CE6-7D38F0BB4A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EB1DFAB5-FB0E-4491-ACBE-FCC2604EF801}"/>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892E8272-11A2-47CE-A39F-B40CFF9F315F}"/>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0FA8C22B-0359-4795-9E41-25576DE9BC36}"/>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DC47ABC1-C74F-49B9-83A1-63728E9DF69A}"/>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9DE3CF13-3E22-44AE-98D0-978D33DCEE62}"/>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B11610AA-B8CE-4781-9D3F-F1F6EA76256F}"/>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9ECBFF24-3E59-499B-8668-AB8B7D9D479C}"/>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5380E31-9B43-4167-BBFC-324FBC6E9211}"/>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3CC9A09-5549-4F49-9A80-D99041F92FEC}"/>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492810CE-CCA3-4CF9-BBC7-D10BCF5FBBC3}"/>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9A02E96-73E6-4BFF-971C-B8150C535AB8}"/>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044E9C68-DF9B-4E83-850F-E77D16AD0F98}"/>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A939925-006D-4A2A-9BA9-CABD18FFC88D}"/>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02111D68-8380-4A69-9D69-F614A3AADA77}"/>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63B52F8-4E32-42B8-9B56-FE131B6695BC}"/>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25454A94-BF4C-4F25-97F1-8E7A9E13FA3B}"/>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F2A41005-B8A5-4E40-B446-7EDF62967D0D}"/>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B4A88885-44D5-4ABB-B2C9-249C9F8E013C}"/>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A0CDE56-4A47-4849-BE51-1BAB01B34B50}"/>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236F8E5A-AE9D-4A4E-B184-E54749BF942C}"/>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DEB5187-5F66-4A5B-83FE-4901F5AACB87}"/>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1C589783-568F-452F-BD55-B0AA206EFE8A}"/>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D7BAF32B-4F9D-4867-AD17-388F7719373A}"/>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F8F09D58-E495-4500-B5EF-E6C6BF7B513B}"/>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3461D346-F506-45D0-9D2B-ADC3890100C3}"/>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BEF75765-A512-4C10-A759-1672E841B155}"/>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2C79FCBE-E61B-4A9F-B9C0-1FA0EA75E529}"/>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B0248DF7-B45D-4AF8-8DDB-CDB4FE5CD245}"/>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E1CC697C-89A9-4415-832F-06A7B36C15B3}"/>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ABA91761-A9DB-4DB7-8707-4BD0799E81D5}"/>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6D0C5E36-DE65-4E98-A622-EF34713A52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0835233"/>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2760615A-3F88-44ED-A6B0-E78EB85AB2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2">
            <a:extLst xmlns:a="http://schemas.openxmlformats.org/drawingml/2006/main">
              <a:ext uri="{FF2B5EF4-FFF2-40B4-BE49-F238E27FC236}">
                <a16:creationId xmlns:a16="http://schemas.microsoft.com/office/drawing/2014/main" id="{E254845B-103D-4E4F-A806-5EB959F1C2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필요한 상세 정보로 가는 길">
            <a:extLst xmlns:a="http://schemas.openxmlformats.org/drawingml/2006/main">
              <a:ext uri="{FF2B5EF4-FFF2-40B4-BE49-F238E27FC236}">
                <a16:creationId xmlns:a16="http://schemas.microsoft.com/office/drawing/2014/main" id="{EF8B04D9-4795-4924-9A39-66BF2029AD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EC424208-E55F-46D3-B689-B0A184C57F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C1CFB536-BA62-4FF8-A2EA-7E03C2C24F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7034000A-3853-46C6-BE1D-FF45B96703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17505395-A2C1-4ED3-81CB-6990D9031631}"/>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212A1221-DF0A-4C7F-8952-A82E24D26801}"/>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F9974EE5-A08D-4119-B26D-36B43BB956FF}"/>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BFE58523-65D0-4CDA-8291-0F440E64A0E9}"/>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BE4AEFC1-88A7-4169-8ADF-09F81A60A1C1}"/>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5673846-2B35-4C0C-8F17-3397DD55CD0B}"/>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E69582D8-7C57-4E95-A57E-8F6CC7147EA6}"/>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7BAD22A1-8FD4-414F-A72C-32F0F418970D}"/>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48E1F510-D8B5-461B-AE44-8BEC0AB72263}"/>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DA155B0-98D3-4AF0-B23D-9C618BA4B231}"/>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D7FE1DE2-7481-4A3E-A79B-65DBDF84DE4A}"/>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3D600914-5E2D-4A58-9C07-5F100F7F6C8A}"/>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76F64126-3C5B-49FB-A089-E293EA1053BF}"/>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D2BF65D7-7086-47C2-8ECB-398356A6E1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5803764"/>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82C54482-1E9D-445D-A3F5-6B5D551AEE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3">
            <a:extLst xmlns:a="http://schemas.openxmlformats.org/drawingml/2006/main">
              <a:ext uri="{FF2B5EF4-FFF2-40B4-BE49-F238E27FC236}">
                <a16:creationId xmlns:a16="http://schemas.microsoft.com/office/drawing/2014/main" id="{0883B912-AC83-4C12-BFB0-FB48B180F2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Core Context에서 상세 정보로 가는 길">
            <a:extLst xmlns:a="http://schemas.openxmlformats.org/drawingml/2006/main">
              <a:ext uri="{FF2B5EF4-FFF2-40B4-BE49-F238E27FC236}">
                <a16:creationId xmlns:a16="http://schemas.microsoft.com/office/drawing/2014/main" id="{63240455-4877-4068-A03C-850EEEA857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443A751E-4BDF-4515-8DB2-2028145FCC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37E60833-2406-4D43-B1A6-CF0D9BFA75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5DE443EE-D5EE-4227-87D3-128AEAAA3B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A4549779-7D1A-4D79-8B63-316CAF91FCE9}"/>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AECFA93A-0BB6-4E2A-8E75-9E268778BE17}"/>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68111FB4-F14D-4B16-BE5D-484F2733B8EE}"/>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A3539EDE-6D1D-4292-9932-4A1A909E9C8C}"/>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3E241AE8-589F-438B-83FE-1C36B25D7AF3}"/>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08B0ABE1-E056-4507-944E-656BCF471563}"/>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406982A1-638A-4429-9E05-9A297B9746BB}"/>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663C8359-E4C3-4FF8-9133-C09B0B752F0B}"/>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ADD4B63A-E486-440E-89C7-DB17C5D17185}"/>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81EC0799-9D7B-4F06-91DB-E6D444F8CEDB}"/>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94824904-21A8-4DB7-9A8F-9C29A02BD53C}"/>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32EC544E-02BF-415A-BF74-57FC5AC33C10}"/>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B0BD1E46-0D07-4F45-ACE1-426CCF5BB3FF}"/>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8CBA7A3B-1D46-47AE-B5C1-0FF52B0F0F55}"/>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2E4A8743-F377-4BD1-A6AD-1CD6ED2BB118}"/>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ADD80D08-484E-4036-9A90-AFF4A3E9C301}"/>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30D85A4A-9735-4BC8-A6AB-E73DB1D1EB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97471174"/>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16BDA168-E32C-4783-A1C4-A64F96DA3E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4">
            <a:extLst xmlns:a="http://schemas.openxmlformats.org/drawingml/2006/main">
              <a:ext uri="{FF2B5EF4-FFF2-40B4-BE49-F238E27FC236}">
                <a16:creationId xmlns:a16="http://schemas.microsoft.com/office/drawing/2014/main" id="{87DFF4F9-17CE-4A0B-9EF1-3D7F061CC4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정보를 지우지 않고 위치를 나누기">
            <a:extLst xmlns:a="http://schemas.openxmlformats.org/drawingml/2006/main">
              <a:ext uri="{FF2B5EF4-FFF2-40B4-BE49-F238E27FC236}">
                <a16:creationId xmlns:a16="http://schemas.microsoft.com/office/drawing/2014/main" id="{A5B730AE-AB5E-4FF8-AC32-73273468C8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6B1E8340-97C2-4C01-A0C6-37DE301AC6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854BB70A-5384-4DF3-8E86-9DB4B985AA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0AB97B82-EC36-47E8-8C1E-61575B97F2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5F37C98E-A8ED-4577-B226-A6431BF41FB5}"/>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BE6C355A-2F39-408E-BA09-BA58844B0108}"/>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61BC5069-9082-4703-A7C5-07550CC75872}"/>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23C8EDCA-8D35-4F54-BF04-AE2E39B285CB}"/>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4BDD6BDF-B035-4162-A503-7B3E374F49A7}"/>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101F7D13-40BE-4F7A-BC0F-7AFE591ECED1}"/>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55386049-5705-4FEB-8A54-D59864F55C77}"/>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439A29F3-F1E3-430A-AE12-D3D7EE3E0951}"/>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934ED222-6A6C-4CCF-91C9-CA3E6179197C}"/>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92EE9A34-8D8A-4790-99C7-5CAD51BCBE33}"/>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C86EBDDC-4A6E-402E-B577-438356D9F942}"/>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1915B378-80AC-4689-856F-67E407D43F8E}"/>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E57E7283-04BE-4F98-ABA0-EB8E28960261}"/>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C1BC6FDC-0E23-4C03-813D-750866ACEBB7}"/>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8321DFC4-7258-4028-9F12-4A4ACA20E0C0}"/>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CAF1E41B-E7EC-4C2D-9CF7-EAE52B38F0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0188033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7BE98E84-8025-4D45-9708-CC041A946B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5">
            <a:extLst xmlns:a="http://schemas.openxmlformats.org/drawingml/2006/main">
              <a:ext uri="{FF2B5EF4-FFF2-40B4-BE49-F238E27FC236}">
                <a16:creationId xmlns:a16="http://schemas.microsoft.com/office/drawing/2014/main" id="{B7FD26EE-4974-4764-BDA0-C55CF35498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서로 다른 두 Task가 무엇을 읽을까?">
            <a:extLst xmlns:a="http://schemas.openxmlformats.org/drawingml/2006/main">
              <a:ext uri="{FF2B5EF4-FFF2-40B4-BE49-F238E27FC236}">
                <a16:creationId xmlns:a16="http://schemas.microsoft.com/office/drawing/2014/main" id="{B01BF6E0-6404-42C8-99C9-F84D29955E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3D6CAD86-80E5-448F-BFAE-C952D5D17B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A23DF007-37C7-4D45-80AB-E7D7743EBA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B8BE8316-13B7-4505-92E1-656CEDE0AD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56B10D7D-15B5-4DE6-BB64-8F881240DD10}"/>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E851CE90-B934-4AEF-93D0-06FDF77DD16B}"/>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8E32D2D2-55C5-4BE9-A1ED-258CBBB13C35}"/>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3228437-7BC6-4503-922E-BA0DD70F4D8A}"/>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461BD725-3027-48F7-B078-E7982C3AA257}"/>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436F09F5-2BE9-44BE-BFFF-4E674868DE7E}"/>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72413B50-8DB9-46EF-A2D6-091055F1B788}"/>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25033F52-724E-40E3-A40F-F4EB4E5031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53145"/>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737B733A-50C0-4EB3-9E80-9E83F79B9C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6">
            <a:extLst xmlns:a="http://schemas.openxmlformats.org/drawingml/2006/main">
              <a:ext uri="{FF2B5EF4-FFF2-40B4-BE49-F238E27FC236}">
                <a16:creationId xmlns:a16="http://schemas.microsoft.com/office/drawing/2014/main" id="{1C76B5F0-8ED9-4E9D-B43E-963BF72652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Crop Task에서 관찰한 접근">
            <a:extLst xmlns:a="http://schemas.openxmlformats.org/drawingml/2006/main">
              <a:ext uri="{FF2B5EF4-FFF2-40B4-BE49-F238E27FC236}">
                <a16:creationId xmlns:a16="http://schemas.microsoft.com/office/drawing/2014/main" id="{EA51686D-A102-4106-8CFA-B8F85F0D6D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4692B22A-7C89-4720-A7ED-00805D816C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C18FE268-9F89-4E7A-A87E-8AEFE2157F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0F9507A9-F0E0-45F4-A378-DBD68B59BF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BD6515CD-A2AB-475D-82F1-F675C76D3B09}"/>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C57CFCE4-4FD9-4049-87B7-BFF5AD1B76DA}"/>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645ACE19-55D2-4E93-8FBA-ED29A710134E}"/>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82FECBA4-0EB2-4E2F-B630-CFC95F705BDE}"/>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2F7ABCBC-F7E9-4F43-A609-62C696345DBF}"/>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D9C1BBDE-4787-4F54-BE7D-E673C11AFD1E}"/>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B1C4D33C-4602-4409-A660-7ADB898C4FCD}"/>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C922699A-D68B-4325-BBEB-FFE0CF6FAB47}"/>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1479A95E-5FB4-4D37-B8AD-6FC9653120F3}"/>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BF2916DB-E6DA-41C6-9310-DC9B0A6BDF2C}"/>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66BCAB72-0CBE-44E1-8777-81ABB3CF2C9C}"/>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BA498989-FA7A-4BD8-A5F7-EF7CA9D5E9F4}"/>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D19B8C75-F063-4134-8B2A-812A0436590E}"/>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7B6AC656-5BD1-443D-936E-0DF8FE40CEF0}"/>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9CF20F3D-BFBA-41FF-9D58-3D4FF2734A51}"/>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D1D59B99-5DA5-498A-8171-B26D5CADA6DA}"/>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860132B0-6E7D-45F0-AFB5-8ED8D324BBD0}"/>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9FCC1C8E-3A84-4D34-B104-359DA8C3F1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49859050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EDCFDEF1-F3A0-444B-A721-82F5330E50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7">
            <a:extLst xmlns:a="http://schemas.openxmlformats.org/drawingml/2006/main">
              <a:ext uri="{FF2B5EF4-FFF2-40B4-BE49-F238E27FC236}">
                <a16:creationId xmlns:a16="http://schemas.microsoft.com/office/drawing/2014/main" id="{8154CDF5-1AFA-4819-8E14-130C8CEF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Task별 접근은 달랐지만 완벽하지는 않다">
            <a:extLst xmlns:a="http://schemas.openxmlformats.org/drawingml/2006/main">
              <a:ext uri="{FF2B5EF4-FFF2-40B4-BE49-F238E27FC236}">
                <a16:creationId xmlns:a16="http://schemas.microsoft.com/office/drawing/2014/main" id="{4016F3C9-42F3-48AD-A222-FBAADDA5AE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8029AC81-6A3C-40E8-B544-E0C8280CDF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8AECC42E-02A8-4C33-BAF7-305DE410AC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F2C55924-F9B2-4315-85B0-EE7E31152F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EDEF5626-1FCD-4559-9388-C6B08C1E9AA4}"/>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F62EC26E-D22D-4631-B0D4-56C7F4ED6E12}"/>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1F74AADC-046A-4E1F-8576-BE04B2A2AB1C}"/>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DBD9152A-2E1B-406E-9F3C-3AEE239AB7BD}"/>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EE75E6D5-EE04-47AB-80F5-EE960237EFEB}"/>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366464A5-9E87-4369-8DCC-2A7ECA2B87B7}"/>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0FD5F221-4763-4D2E-BA89-B1FC3A4CA154}"/>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47B3047A-49E1-4B6A-A4B3-A97E48B91BF6}"/>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31E827BA-A08F-49A2-BEA1-B6C0119AA1F7}"/>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D8214AD1-AAC1-426D-AFF0-EAE1BBF42784}"/>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CC5FC949-EDEC-4C82-B893-9DAAE9992759}"/>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B2964E7A-25AF-4F84-8023-19406F242CE7}"/>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FF4A6627-912A-426F-9C46-C6B46C8CF576}"/>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0789C99A-725E-495A-8142-22E606617DD8}"/>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7A132690-5E64-45B7-A00F-EBE8A4F9DB31}"/>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A6FF6068-24CE-40BE-A0EB-F0CAF73F4477}"/>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11CBE34C-5B2D-49C5-88C4-C08C1B0136BF}"/>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7BDAC473-82B0-4E5E-81B3-E3BD9B5BB2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59948642"/>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205180BA-419D-441D-8F2E-CA684CAC31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8">
            <a:extLst xmlns:a="http://schemas.openxmlformats.org/drawingml/2006/main">
              <a:ext uri="{FF2B5EF4-FFF2-40B4-BE49-F238E27FC236}">
                <a16:creationId xmlns:a16="http://schemas.microsoft.com/office/drawing/2014/main" id="{6F34DC3C-8D9B-4BF3-8504-2711FF7E7A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지식은 정리됐지만 절차는 반복된다">
            <a:extLst xmlns:a="http://schemas.openxmlformats.org/drawingml/2006/main">
              <a:ext uri="{FF2B5EF4-FFF2-40B4-BE49-F238E27FC236}">
                <a16:creationId xmlns:a16="http://schemas.microsoft.com/office/drawing/2014/main" id="{7A44E0D0-461B-4718-94CE-4843E4E6DE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C7DC6097-1F5A-47A4-B98A-CD67F201EF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721A42B0-FDE0-482D-9905-927544CD2F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57ECB949-0AD7-41C9-A664-A3029C43E5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F2385A91-44AE-4DF2-92CB-7F4205F0C4D8}"/>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92503585-A333-44B7-B579-E88D267F2144}"/>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691A1FF1-067E-4553-BF88-467670AF6D27}"/>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5B953F4-F4CB-427D-A145-B8E7DA0FD121}"/>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E3517781-E75F-4543-A243-878AFA15D960}"/>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A12103F5-B5DA-4F0A-A10A-8BE9E12DCE55}"/>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DC94ABCB-1F72-4426-9F4E-616EBD500170}"/>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35E1CF48-6565-480A-BB91-B9777C0B0A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18139337"/>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682EF78F-3AFF-4E29-BF87-D53BB4281B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9">
            <a:extLst xmlns:a="http://schemas.openxmlformats.org/drawingml/2006/main">
              <a:ext uri="{FF2B5EF4-FFF2-40B4-BE49-F238E27FC236}">
                <a16:creationId xmlns:a16="http://schemas.microsoft.com/office/drawing/2014/main" id="{62836A41-1E30-4559-9888-ECE2DE715C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서로 다른 Performance Task,&#10;반복되는 절차">
            <a:extLst xmlns:a="http://schemas.openxmlformats.org/drawingml/2006/main">
              <a:ext uri="{FF2B5EF4-FFF2-40B4-BE49-F238E27FC236}">
                <a16:creationId xmlns:a16="http://schemas.microsoft.com/office/drawing/2014/main" id="{BC1999E6-1954-4082-8E63-6C0359801A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C497C6CB-C407-4D04-895E-2F3CD27AC3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9D83BE13-35BD-4782-8B39-EA5C071C9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A7D9E352-EF8E-4D91-A1A8-A3E12CE8B4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7931B500-BE9A-499E-BFB7-D0F86C03C926}"/>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8AFD0DB1-E9B0-453C-84F3-28BC45CDDCB6}"/>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C2CEA11B-651D-4FA9-A0C5-258E70FFD787}"/>
              </a:ext>
            </a:extLst>
          </p:cNvPr>
          <p:cNvPicPr>
            <a:picLocks xmlns:a="http://schemas.openxmlformats.org/drawingml/2006/main" noChangeAspect="1"/>
          </p:cNvPicPr>
          <p:nvPr/>
        </p:nvPicPr>
        <p:blipFill>
          <a:blip xmlns:r="http://schemas.openxmlformats.org/officeDocument/2006/relationships" xmlns:a="http://schemas.openxmlformats.org/drawingml/2006/main" r:embed="R8ab5b4a8128a47c5"/>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2BF5142F-392A-44F1-96A4-A5D3927DAFDE}"/>
              </a:ext>
            </a:extLst>
          </p:cNvPr>
          <p:cNvPicPr>
            <a:picLocks xmlns:a="http://schemas.openxmlformats.org/drawingml/2006/main" noChangeAspect="1"/>
          </p:cNvPicPr>
          <p:nvPr/>
        </p:nvPicPr>
        <p:blipFill>
          <a:blip xmlns:r="http://schemas.openxmlformats.org/officeDocument/2006/relationships" xmlns:a="http://schemas.openxmlformats.org/drawingml/2006/main" r:embed="R26df701fa40c486c"/>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4875045-F541-438A-BD63-8A32327B34ED}"/>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B7D8846A-7FF9-4835-9C18-93CCA3F9C4A2}"/>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59076553-B7D6-45DB-BB3B-E0674E84BA19}"/>
              </a:ext>
            </a:extLst>
          </p:cNvPr>
          <p:cNvPicPr>
            <a:picLocks xmlns:a="http://schemas.openxmlformats.org/drawingml/2006/main" noChangeAspect="1"/>
          </p:cNvPicPr>
          <p:nvPr/>
        </p:nvPicPr>
        <p:blipFill>
          <a:blip xmlns:r="http://schemas.openxmlformats.org/officeDocument/2006/relationships" xmlns:a="http://schemas.openxmlformats.org/drawingml/2006/main" r:embed="R47e98cf1aa48499b"/>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8C148DC9-C92B-40FF-959E-428719316D50}"/>
              </a:ext>
            </a:extLst>
          </p:cNvPr>
          <p:cNvPicPr>
            <a:picLocks xmlns:a="http://schemas.openxmlformats.org/drawingml/2006/main" noChangeAspect="1"/>
          </p:cNvPicPr>
          <p:nvPr/>
        </p:nvPicPr>
        <p:blipFill>
          <a:blip xmlns:r="http://schemas.openxmlformats.org/officeDocument/2006/relationships" xmlns:a="http://schemas.openxmlformats.org/drawingml/2006/main" r:embed="Rf756fc65e61f4b1f"/>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3B19E3B-C549-4D12-84DF-65AB64DEB3B3}"/>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CC929B74-0FE6-4113-A708-EFC1DED808C8}"/>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3497B976-F012-44A6-8BDB-A907D3EBEF04}"/>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E3776DDE-A90E-47F8-A53A-AA892B66B200}"/>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2CAC9554-3AF9-4350-AAE9-1C06D07AF17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C08D4222-8638-438B-B68C-FCCDECB1E08F}"/>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C49DD640-8FB7-4D4D-9CBF-50859E52755F}"/>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4BDF6AE3-AE93-4269-B083-86A1EC9B9614}"/>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0F475125-5D9C-4597-B3A8-209BBC9861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26321008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65487EE5-3572-4D23-B11A-2AFDD34D3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0">
            <a:extLst xmlns:a="http://schemas.openxmlformats.org/drawingml/2006/main">
              <a:ext uri="{FF2B5EF4-FFF2-40B4-BE49-F238E27FC236}">
                <a16:creationId xmlns:a16="http://schemas.microsoft.com/office/drawing/2014/main" id="{213CF2A7-AECC-43D6-A02A-1C86C1CE2D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Project 사실과 작업 절차는 다르다">
            <a:extLst xmlns:a="http://schemas.openxmlformats.org/drawingml/2006/main">
              <a:ext uri="{FF2B5EF4-FFF2-40B4-BE49-F238E27FC236}">
                <a16:creationId xmlns:a16="http://schemas.microsoft.com/office/drawing/2014/main" id="{41070DFF-E873-4363-9F13-43F2BF3A95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88B2BA01-2556-4C74-B53D-ADFD1A6EA3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0E782AB2-54A4-4AEB-A7C8-24AEC9D6F3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017F6C9E-7ABA-4F81-888E-2DF1317009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F9243813-A16D-45C1-8864-B73C506B1479}"/>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23E1371C-5F96-4E5F-9265-DA1B7744E2D6}"/>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40F86441-64E6-4FB6-A6BE-3E7F83096356}"/>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7740140-4272-4222-B27A-67BC3A0433F4}"/>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5CB57D14-608A-4DB3-B331-CDAB35CE25BC}"/>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88FC55BD-1CF1-46AC-9183-14D1A907E072}"/>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41C73EF1-FA0F-4C7D-B5AA-C3E40CA969E5}"/>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60FA5B79-9E4D-493A-BE8B-074E650B0B5E}"/>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EB6B0B24-9184-4C88-8DE5-F872EC027293}"/>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DD5ACB8C-3BD2-44C9-BD68-D9B9CDECD47D}"/>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0EA763E8-CD24-4D51-AC6C-43BA380E61E8}"/>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F01B1B2F-7306-4689-8A6E-44107FA6F892}"/>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2C1E6F33-FE3D-4219-8D06-BEA86A69E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61888395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FEFC3549-C23E-4F7A-A5D8-C5599D97E6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1">
            <a:extLst xmlns:a="http://schemas.openxmlformats.org/drawingml/2006/main">
              <a:ext uri="{FF2B5EF4-FFF2-40B4-BE49-F238E27FC236}">
                <a16:creationId xmlns:a16="http://schemas.microsoft.com/office/drawing/2014/main" id="{02CD8E34-2E7E-480E-B84B-6F3551DC55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Context, Workflow의 역할">
            <a:extLst xmlns:a="http://schemas.openxmlformats.org/drawingml/2006/main">
              <a:ext uri="{FF2B5EF4-FFF2-40B4-BE49-F238E27FC236}">
                <a16:creationId xmlns:a16="http://schemas.microsoft.com/office/drawing/2014/main" id="{512346EC-FE4F-4975-9D86-48281C3F97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4C1F06BA-C214-4BC6-B74B-38550D23DE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9FE93484-DB18-4003-B248-D9EAFA99DD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8A09EAA4-1700-4510-B55F-2B14C622C4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50CE8D5D-7439-48C7-8C06-E97B774A67F8}"/>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E61F0B75-C10A-4E8A-BD51-5788BB6FD2C2}"/>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D1F58F07-3FE3-419F-B9F8-071BA6D0C19D}"/>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E1A9A8EB-C43E-4DF6-B148-5F675DB0A778}"/>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A6AAAF2F-559B-4D86-89A3-F32D6BC9695E}"/>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DC922974-EC63-40E6-BC0B-4FFC592BE743}"/>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A7B2233F-636C-46AC-9639-B1F5874A1753}"/>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75F0A512-F5BE-42D9-90BD-2BE337F3CA57}"/>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AFD9A93F-9364-41CB-A003-ADCDF1EC1E66}"/>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FDE7771D-BC22-443A-9544-774108C1EC64}"/>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4FE6D5AB-1254-4778-824F-87BAA347CBF8}"/>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D1499D17-B445-46F7-938E-45A2AF33A441}"/>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B90933BF-0EA3-4BBC-949E-44E2484895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25871209"/>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112148F-D3BD-4898-BF70-B841794801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2">
            <a:extLst xmlns:a="http://schemas.openxmlformats.org/drawingml/2006/main">
              <a:ext uri="{FF2B5EF4-FFF2-40B4-BE49-F238E27FC236}">
                <a16:creationId xmlns:a16="http://schemas.microsoft.com/office/drawing/2014/main" id="{E73F83F1-B420-4FFC-A296-CEDDAF27C5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반복 절차를 Skill로 옮길 수 있을까?">
            <a:extLst xmlns:a="http://schemas.openxmlformats.org/drawingml/2006/main">
              <a:ext uri="{FF2B5EF4-FFF2-40B4-BE49-F238E27FC236}">
                <a16:creationId xmlns:a16="http://schemas.microsoft.com/office/drawing/2014/main" id="{4F3D79D4-00B2-41DD-BE9F-F1E43D3FD4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9D824395-2785-4A1F-AC89-84FC4AB91D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11D38EE1-DF28-4497-A29B-1692E333C2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F0F651CC-0443-4B35-BAA1-FCD0B5EC7D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64E0202D-77A3-4F08-9252-11B43FE4F09B}"/>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837FD16A-465C-4164-A548-F4B0FC92A6BB}"/>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578C495E-D286-474D-80F3-3378123E600C}"/>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786F8EF-9F03-4B4F-BE58-B8E6D9B0578B}"/>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62C63F7A-3377-4CCF-B322-F2798B587E36}"/>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E3BAA768-7AA9-47D5-ADBD-FE82A251CA61}"/>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562F5745-BFD7-4EDC-8990-D0F08AEBEEE3}"/>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595A5C69-054A-4AD5-BA25-81460D5109C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9FCF8F8B-658F-4171-AEBB-D9907CC12254}"/>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6A54DFD5-3492-42CA-A45D-C55476D5C1CD}"/>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253D19D2-A511-47A1-88E7-852D18AE94E3}"/>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232F2E43-4346-4151-BAE5-976C5930AC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89807559"/>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A21F1D20-4CA4-43D6-BA94-9FF99320C3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3">
            <a:extLst xmlns:a="http://schemas.openxmlformats.org/drawingml/2006/main">
              <a:ext uri="{FF2B5EF4-FFF2-40B4-BE49-F238E27FC236}">
                <a16:creationId xmlns:a16="http://schemas.microsoft.com/office/drawing/2014/main" id="{1F57FBC1-8E22-4EDF-9E4A-E39B992910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Skill을 어떻게 발견하고 호출할까?">
            <a:extLst xmlns:a="http://schemas.openxmlformats.org/drawingml/2006/main">
              <a:ext uri="{FF2B5EF4-FFF2-40B4-BE49-F238E27FC236}">
                <a16:creationId xmlns:a16="http://schemas.microsoft.com/office/drawing/2014/main" id="{71108705-5478-4456-A84B-46BBD564F3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64D8C8C2-4210-4A96-9EA5-75FA842676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0A59C4C8-0865-488A-BF9B-8024A288BE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C166FEDA-9622-4024-98BD-85222C81D6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DC50FEC7-D924-42FA-B2C0-DB379257110E}"/>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3B991F09-8FC9-4B24-AA66-9A398FF452E5}"/>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B21F4542-C3D6-4189-B674-9E5157893BEE}"/>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B1989775-A16D-4F66-A920-CBB0DE8C543F}"/>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DFCCB662-B379-489E-BEFB-DE8EADEF403F}"/>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25FFD715-DBF1-4627-8987-AD40ADB29CCB}"/>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AF6D6904-7EF9-457F-AD5F-96E1C7BB6B49}"/>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1B9FCCBC-57C6-4FC2-A6CA-A6CE03ED1A75}"/>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8C86E4D3-627F-45D4-9F36-723F49E29F4D}"/>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D55E5A5F-2BD8-479D-A275-C349ABE737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6393294"/>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81E132A1-A9B0-4157-A06D-117FC4E7A4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4">
            <a:extLst xmlns:a="http://schemas.openxmlformats.org/drawingml/2006/main">
              <a:ext uri="{FF2B5EF4-FFF2-40B4-BE49-F238E27FC236}">
                <a16:creationId xmlns:a16="http://schemas.microsoft.com/office/drawing/2014/main" id="{D2C3811C-F462-4FB9-B9D3-356444BF2E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절차의 책임이 Prompt에서&#10;Repository로 이동">
            <a:extLst xmlns:a="http://schemas.openxmlformats.org/drawingml/2006/main">
              <a:ext uri="{FF2B5EF4-FFF2-40B4-BE49-F238E27FC236}">
                <a16:creationId xmlns:a16="http://schemas.microsoft.com/office/drawing/2014/main" id="{F769C384-CC0E-4FCB-9A21-8FBD8A1523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CB53F32D-CFEB-4FB7-8FF7-40D610468A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954E3295-99DA-4B5E-BC0C-094C08D144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6E879841-1220-4A83-A426-6A8F3127C1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847CB60F-BBFA-4DA8-9EA0-94DE08706703}"/>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6F09425D-997D-4E29-8C09-B81A0A11601D}"/>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E44D42C9-506B-4CE4-BCD2-FADEE4C26BC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F4F901E-78DD-4E53-8FBC-5C4DD6706A0C}"/>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767C511C-B399-4878-AA66-4F9D7985F78D}"/>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F5DF3DE1-13DF-4477-B8A6-E46375C36B3F}"/>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0CD4BFEF-1CCA-4ED3-9476-83F71BA958D5}"/>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8328CDDC-1382-4EBF-A53A-65AF8BF6378A}"/>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48A01A93-C69A-44A3-89F2-F67B3398B8F8}"/>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46A32299-CC29-48EC-B237-BB346E973F5F}"/>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0FC1FB90-B3D9-4999-BCFA-DC306FEFF02A}"/>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533000CA-5388-483F-A244-4B40DD22D8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90695485"/>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268815CA-DDAD-4A87-B911-1A103510F9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5">
            <a:extLst xmlns:a="http://schemas.openxmlformats.org/drawingml/2006/main">
              <a:ext uri="{FF2B5EF4-FFF2-40B4-BE49-F238E27FC236}">
                <a16:creationId xmlns:a16="http://schemas.microsoft.com/office/drawing/2014/main" id="{FACC58D5-8B38-4020-ACA8-A6BD07B4E6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답을 담지 않는 Workflow">
            <a:extLst xmlns:a="http://schemas.openxmlformats.org/drawingml/2006/main">
              <a:ext uri="{FF2B5EF4-FFF2-40B4-BE49-F238E27FC236}">
                <a16:creationId xmlns:a16="http://schemas.microsoft.com/office/drawing/2014/main" id="{903B0A5C-BAA4-4B9E-AA7D-E93B6B6F6F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E56CB90D-D8F8-47CC-9939-A82D73E79F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7EE9D0BF-B749-4EFB-8539-002D2E1AEE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F95563D9-6661-4543-85A8-4FC1997FF4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C6D31107-4575-45C0-B26C-760A013F9428}"/>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1B9332B5-C90A-4D8E-B4A7-A862922D0540}"/>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97778A73-86BE-45B1-A4AD-A581D5AB5A29}"/>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372DDA72-720E-4E30-837B-BD2541FC48CE}"/>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344D5125-E01A-42AD-960F-DF7F53B73082}"/>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3B2E3CA8-1DBC-4A16-8917-DF8D7ECDFDD5}"/>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D0E2D91E-C063-4577-A371-DF4534DEFD74}"/>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84C68F5E-2989-46AC-9276-E04595EC0E50}"/>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B5C6C985-47F5-4E10-AE52-FF5D566AC7B2}"/>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DC3D78E8-95C6-40F5-BFDD-245F1B41D6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790057438"/>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9D99FE9A-D5DB-47F4-9CD7-91C0719FB3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6">
            <a:extLst xmlns:a="http://schemas.openxmlformats.org/drawingml/2006/main">
              <a:ext uri="{FF2B5EF4-FFF2-40B4-BE49-F238E27FC236}">
                <a16:creationId xmlns:a16="http://schemas.microsoft.com/office/drawing/2014/main" id="{DA4441C2-18CA-4098-9245-225D96434C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측정으로 후보를 고르다">
            <a:extLst xmlns:a="http://schemas.openxmlformats.org/drawingml/2006/main">
              <a:ext uri="{FF2B5EF4-FFF2-40B4-BE49-F238E27FC236}">
                <a16:creationId xmlns:a16="http://schemas.microsoft.com/office/drawing/2014/main" id="{8A296C44-2F8D-4C98-86B3-2E4E93CBF8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60B0F433-4FD2-4E81-A865-A1FC6BB8C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2523E5C1-3AEC-4431-A162-CD3DA0E067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A807A9DA-BD88-4175-ACD8-AF85492589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3620918C-47BA-4458-83D6-B1DEFA1195FF}"/>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AD28BFEC-D918-452C-B21F-D3A01FEB75AC}"/>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1E3C6BF5-6F82-4FF0-88E7-1A755D4F1B81}"/>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2036CC78-CA99-4B91-B9FA-7D8CBA0C6351}"/>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F641B2DA-994C-44AC-AE55-B5E5516B33B0}"/>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0DE20CC0-08A7-43FD-838E-A444E9C51F9B}"/>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E65D6F56-F031-41DA-92FF-9357346EAF41}"/>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297468E9-AA3C-449E-84B4-AEEE93ADA960}"/>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9D2916D3-8CA2-43C9-9093-B31A4C007F38}"/>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830A7E67-4719-4839-8A1A-8F9368A5343D}"/>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0B368C6F-DBC6-4FA4-98B7-328E6B4ED62A}"/>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0EC21DB-510C-4068-B2CF-0482DB00F62C}"/>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71D3422A-DBE2-42A4-B167-58225DC309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70344551"/>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96427CB2-EC94-4A97-875A-C821E731FF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7">
            <a:extLst xmlns:a="http://schemas.openxmlformats.org/drawingml/2006/main">
              <a:ext uri="{FF2B5EF4-FFF2-40B4-BE49-F238E27FC236}">
                <a16:creationId xmlns:a16="http://schemas.microsoft.com/office/drawing/2014/main" id="{E13CE1FC-62CF-47FD-A062-4E83A4B152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Working Harness Success">
            <a:extLst xmlns:a="http://schemas.openxmlformats.org/drawingml/2006/main">
              <a:ext uri="{FF2B5EF4-FFF2-40B4-BE49-F238E27FC236}">
                <a16:creationId xmlns:a16="http://schemas.microsoft.com/office/drawing/2014/main" id="{CCF5E285-58F5-423A-A74B-6B699586BB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1A2CB9CD-E2D0-47AD-9D90-34DAF11978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49539B84-AC53-4FDA-9AD4-9EBD639B18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3E8E1B9C-FE1D-4D2D-922E-8975A4FB71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1CB5BFE1-ED1C-4BF7-9E15-6D5BBEECDCCB}"/>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CC65A8A1-B1A5-4146-B7AA-66A0C3333773}"/>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8242C3D4-632C-4E22-8220-ED3131DA78F2}"/>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0603C675-8D76-4B36-8856-F85A68A26E12}"/>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e6a0f617df684ef8"/>
          </a:graphicData>
        </a:graphic>
      </p:graphicFrame>
      <p:sp>
        <p:nvSpPr>
          <p:cNvPr id="11" name="">
            <a:extLst xmlns:a="http://schemas.openxmlformats.org/drawingml/2006/main">
              <a:ext uri="{FF2B5EF4-FFF2-40B4-BE49-F238E27FC236}">
                <a16:creationId xmlns:a16="http://schemas.microsoft.com/office/drawing/2014/main" id="{0457FC7D-DE72-4F65-B2A9-90AEEED279FA}"/>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40BCE11B-2DB2-4C8C-8D11-530BE33BA4E8}"/>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E122B2A5-779E-4AD0-A25A-DDA1D5D0EA7A}"/>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08086228-EF60-4A27-B117-79CA21A02E90}"/>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677AFFB1-C85D-4022-BDE6-E0FB33CF474B}"/>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2876A16C-E69E-43BC-B133-32E93E8F8A02}"/>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447EE146-5A2F-4FC1-8D93-A9EB438707E0}"/>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3D96B76B-7E26-43C6-A3AF-91B0DD3AEEE7}"/>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BA840419-FAAC-45F5-BA07-F008CE9C057B}"/>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22039FB0-D91B-42BA-9ADF-8C890F8C15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101514914"/>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B513526D-8F0B-4175-9496-026A91188E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8">
            <a:extLst xmlns:a="http://schemas.openxmlformats.org/drawingml/2006/main">
              <a:ext uri="{FF2B5EF4-FFF2-40B4-BE49-F238E27FC236}">
                <a16:creationId xmlns:a16="http://schemas.microsoft.com/office/drawing/2014/main" id="{84382514-B7FE-48E5-B8FF-B09DA1785C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이 작업에 Subagent가 필요했을까?">
            <a:extLst xmlns:a="http://schemas.openxmlformats.org/drawingml/2006/main">
              <a:ext uri="{FF2B5EF4-FFF2-40B4-BE49-F238E27FC236}">
                <a16:creationId xmlns:a16="http://schemas.microsoft.com/office/drawing/2014/main" id="{EA334F11-C79F-4605-AE22-933CE6D300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CF0099C1-A0C8-4FA1-B054-E85928396E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A0B61A4D-1B93-465E-A36A-256B6FD864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6DCFC63A-ACAC-4B82-AB05-928CF3B07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7918AB6C-92AB-4C54-8108-7EF7C683460E}"/>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08C3A972-D1C8-41F6-9BEF-E8CF0BEEAE32}"/>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3D6292D3-CB71-4790-AD1D-80082568CE9B}"/>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8E3028CB-AA50-432D-950F-1E2B9A961652}"/>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9262005-A036-4D17-B5DC-648014F73F44}"/>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1929D0BE-6122-4D8E-A58D-77A54FC46C42}"/>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2565D5F6-A91B-4B4D-A382-2F9F96C677E0}"/>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6001203E-976F-48B3-85B1-83F212ABB699}"/>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1E8B196-4282-465D-A957-BA71EE5AC9CF}"/>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1B8D9AC7-A3E1-40BC-8D56-A68A619EA9B6}"/>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C36A37D4-4186-414C-84E6-940441C98BF6}"/>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D3E8F6AE-FF49-4723-89E5-2FF557F7D575}"/>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4D32D032-7B20-4BD3-A388-111F78F55552}"/>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823E0FDF-FCB9-430D-992B-D6B1F828DE96}"/>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9782CD7F-2306-40D4-8166-4220600D8E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77628730"/>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0C83584C-7EB3-4A04-BB41-CAFE67CDCF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9">
            <a:extLst xmlns:a="http://schemas.openxmlformats.org/drawingml/2006/main">
              <a:ext uri="{FF2B5EF4-FFF2-40B4-BE49-F238E27FC236}">
                <a16:creationId xmlns:a16="http://schemas.microsoft.com/office/drawing/2014/main" id="{A9CCECC6-4239-44EA-9D52-03418F1FAF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Subagent를 고려할 조건">
            <a:extLst xmlns:a="http://schemas.openxmlformats.org/drawingml/2006/main">
              <a:ext uri="{FF2B5EF4-FFF2-40B4-BE49-F238E27FC236}">
                <a16:creationId xmlns:a16="http://schemas.microsoft.com/office/drawing/2014/main" id="{3BA18FE2-0508-454A-A863-359AA48523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00B6446D-BC43-4118-B895-B0FDC985CC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E7003D5F-A271-4CFF-B6C8-ACCB46F42C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08F17FB0-0867-4799-95EE-118BC2B15F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4D7EA791-BCD2-4A0D-A9BA-B21EF148D14C}"/>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8C00CE8C-77E6-4EF4-B5EE-C46E0F2558B7}"/>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BDD41E93-DEB1-4557-87D9-A795BDF7A280}"/>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9CA4B631-9ABF-4735-A976-3D55EB5C45FE}"/>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03802A64-546D-4621-A04D-AAFA5E21FBAF}"/>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F2ECA6FA-309B-4578-82F1-9B04C870B77F}"/>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13C283B8-E3D2-48B5-B13D-025CA418E255}"/>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B71750D5-51F7-4730-A55A-19E4DFFCE8A2}"/>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6874A557-243B-4538-804C-CD0B807207A8}"/>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BE2F30F5-9260-43AD-8740-8311DB7129AC}"/>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F9AF619C-75F2-49B7-97D8-DD1511F5AA52}"/>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AACFBD7B-8364-4C9B-80BA-F93CB953F7CC}"/>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D7447199-2A36-4EBC-AE49-507D68314CAB}"/>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74D791C-1ABE-4AF5-840F-CD8C08FC60BE}"/>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5DE2644C-EBEC-4FF6-A5AD-D3541009833B}"/>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F577108E-758C-4E36-8EB6-CC36F84224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98442185"/>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EFC7D067-A207-421B-98ED-046F477B67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0">
            <a:extLst xmlns:a="http://schemas.openxmlformats.org/drawingml/2006/main">
              <a:ext uri="{FF2B5EF4-FFF2-40B4-BE49-F238E27FC236}">
                <a16:creationId xmlns:a16="http://schemas.microsoft.com/office/drawing/2014/main" id="{5112C3F8-B18D-4637-9E09-8D9AE97B2C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무엇이 다시 찾기 어려운 지식인가?">
            <a:extLst xmlns:a="http://schemas.openxmlformats.org/drawingml/2006/main">
              <a:ext uri="{FF2B5EF4-FFF2-40B4-BE49-F238E27FC236}">
                <a16:creationId xmlns:a16="http://schemas.microsoft.com/office/drawing/2014/main" id="{A53345BD-A6DB-4714-A699-86EFAC39CE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68FE8165-BD68-4F55-B5D0-232C74132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22D1C4F5-B69F-48ED-B417-3ECEA82B3A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7CF6F1C1-7A16-4CFE-BBA1-36E0CFC3F8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F69B38D4-E0D0-4D16-B094-3F817584A3DD}"/>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F79DA079-7ED4-4932-84DD-C8111B86EAF4}"/>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C4E21199-C04D-4240-803B-D73F963F8AAF}"/>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9B300E1E-7E90-4D90-A309-DE9A92539FE8}"/>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B17AE093-7FC5-42BD-A74A-B53D9C9B8CD0}"/>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965100B4-A171-4A09-A963-9FE3B983ED0B}"/>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503380B3-77A4-4FED-84D7-BA818B806DC9}"/>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2B975D15-0395-46FD-874B-783FA7818632}"/>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641FD0A5-264E-4E8A-9240-3C4A146299F2}"/>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05D908BC-DEA3-4D17-8E7D-40E0422BA054}"/>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9A0783B9-5F4A-4376-920F-02990E5BE801}"/>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FAC0C917-8904-4459-B03E-4C8AA4F2C368}"/>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17CE8A1B-E8D0-4585-9EB9-4BAB4274929C}"/>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2EC2152A-CF85-4653-8C30-FC32A86AA33F}"/>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E0FAAA9A-5C6E-4D56-83F2-25F8CB2E2C93}"/>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1F0FD8EB-172A-4ED4-85A8-A0D7C944835F}"/>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65620581-2EF9-4E5A-9D9F-50A632581807}"/>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677D9058-BE71-4C05-A4F5-D47BE65DACE9}"/>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A51EDB99-B23D-4347-AB44-E6DDC88999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4653409"/>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88CE69A0-68C6-486A-B83D-2D5823CE33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1">
            <a:extLst xmlns:a="http://schemas.openxmlformats.org/drawingml/2006/main">
              <a:ext uri="{FF2B5EF4-FFF2-40B4-BE49-F238E27FC236}">
                <a16:creationId xmlns:a16="http://schemas.microsoft.com/office/drawing/2014/main" id="{CCDAA55D-8DC7-467D-901C-B9048196E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emory는 재발견 비용으로 판단">
            <a:extLst xmlns:a="http://schemas.openxmlformats.org/drawingml/2006/main">
              <a:ext uri="{FF2B5EF4-FFF2-40B4-BE49-F238E27FC236}">
                <a16:creationId xmlns:a16="http://schemas.microsoft.com/office/drawing/2014/main" id="{FC93E2A6-868F-4B1E-BC98-574ECC6D02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2EF686D0-4BD8-4089-8861-4533D4656D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772FF1E5-9689-45B9-AF0B-32014E4AE2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F21B3651-57FD-4637-9650-AE2372FF4D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87F0AF1B-347F-41D6-A2BB-8860A8891C47}"/>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7A0F00BC-986B-457F-A02A-95744EB2E51C}"/>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07BC0A8B-AC3F-4FB0-A9D8-4AFA04CB61E8}"/>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86A001FC-35D2-432B-AACC-4DA2154D9DEB}"/>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18986DA9-E01A-49D7-BE16-5C17C66431D8}"/>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54A25453-8A68-49BF-BA38-5A27D1A7821C}"/>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54144FFD-0C9F-4AD0-9C97-E2FF409F26B9}"/>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2FEA60EC-2088-4B2B-8510-9DDE11DB8E1C}"/>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5891B4A2-7539-4BB1-996C-8EE2230FCFB1}"/>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A2A049ED-D8C8-4DF1-917E-2BC848DAA0E5}"/>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7C9C8F49-4856-43BD-B6E2-01DB2C2A2528}"/>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E019B12B-2D45-4DCF-8655-AAF88EEB94F2}"/>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B41B906F-2ED0-40FE-BF46-9ECA322CC65D}"/>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B49BD959-ED84-4F42-9BAA-C58BEADB3591}"/>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2C9B9A05-E436-42B9-BD72-730A4D6FA6DE}"/>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EF58ED29-4E9C-4091-A6B1-03C58E77D90A}"/>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C628A754-6EA5-4DEC-9EBF-C209F7CEB1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0334253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5187EF45-C65D-4BA5-927D-ECDBAFEF49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2">
            <a:extLst xmlns:a="http://schemas.openxmlformats.org/drawingml/2006/main">
              <a:ext uri="{FF2B5EF4-FFF2-40B4-BE49-F238E27FC236}">
                <a16:creationId xmlns:a16="http://schemas.microsoft.com/office/drawing/2014/main" id="{82589600-B1A6-4E0F-955D-19DFE451E3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Minimum Effective Harness">
            <a:extLst xmlns:a="http://schemas.openxmlformats.org/drawingml/2006/main">
              <a:ext uri="{FF2B5EF4-FFF2-40B4-BE49-F238E27FC236}">
                <a16:creationId xmlns:a16="http://schemas.microsoft.com/office/drawing/2014/main" id="{7B6A08BC-AACE-43C0-A23F-3FEAC4AD60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887AEA76-2B4C-44FA-BB9F-5AADD20D6E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7AFF2F53-E8DD-4B5F-8EED-30698B95D4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3BB4279F-F969-4106-863B-7E6D661286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A271B068-DF88-49E8-B52D-4E81CC4A0BC4}"/>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9B9144C4-252C-4902-8B11-7654332E3FB2}"/>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8A6D658D-8C42-4124-80F7-175F79070DFA}"/>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26DEC4EA-2A9C-413C-A3D4-0AEEB347A453}"/>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5BC59DDB-D921-4E09-9831-05E7C30955F3}"/>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5317E423-77DA-48B5-B5F3-55611E3EE32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ECFACFE0-9D30-4241-9D25-11DA5DF2219B}"/>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4235D9F3-155C-425D-9A44-DF4AA68A6931}"/>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67458B58-6615-4A7A-801F-038C11CA4600}"/>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C87D150B-CDD0-47EE-A741-D1FBF932CF48}"/>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3E9DD514-6331-4F2D-97B7-100B14FE61CE}"/>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3E39EE86-8238-4CE5-9D98-1D4EE023BF67}"/>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2C208C16-B68D-4EB2-857B-91B11D1AEF73}"/>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D746E2EE-AC73-42BA-B4BF-EE86D4675D9C}"/>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CFF2F158-4882-4F85-897E-8A2DEC09E228}"/>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AEDAB364-E3FF-49CF-AB66-C1E1A6FD7A84}"/>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2E6B94AE-7C10-4E0F-8B36-2BEDABBF6A8E}"/>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2D528CFA-B035-4238-94F7-9928B11C2A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187805"/>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662709A5-39C7-4A78-85CB-69DDFB17A7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3">
            <a:extLst xmlns:a="http://schemas.openxmlformats.org/drawingml/2006/main">
              <a:ext uri="{FF2B5EF4-FFF2-40B4-BE49-F238E27FC236}">
                <a16:creationId xmlns:a16="http://schemas.microsoft.com/office/drawing/2014/main" id="{C4CFEDDB-242C-4793-97C4-8C923A6796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Harness는 작업 환경 설계다">
            <a:extLst xmlns:a="http://schemas.openxmlformats.org/drawingml/2006/main">
              <a:ext uri="{FF2B5EF4-FFF2-40B4-BE49-F238E27FC236}">
                <a16:creationId xmlns:a16="http://schemas.microsoft.com/office/drawing/2014/main" id="{753CBFE1-F9BB-4B12-B8E3-432EB1CFC2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9001E100-10FD-4B5B-B705-E03297B24C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64973784-5F85-4A24-A3E4-A51E0C2CAB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47027A61-3B55-4680-A546-26C7FEF21A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4B987B19-DDBB-408D-B270-448B0D27FFDE}"/>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A7E7D0AF-1B29-487D-A03F-CB582BD5DBBF}"/>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1232345A-50C6-44D2-9950-558E49B4342D}"/>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DF8C19F7-C1ED-42F4-8677-B69EE3B39514}"/>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165C1D32-D8D0-4D47-B749-D32E1878530B}"/>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D60074E1-E124-407C-A41F-70C87BDE98B1}"/>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628689-8C40-4205-8227-1A70E4B86B35}"/>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1AB77ED-83C5-4C43-87D7-67B018F50C4F}"/>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38AD89D2-D24B-4AFB-8A59-E95D76910A63}"/>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0AF5BA32-97DF-45D0-AD7F-DCA7FC2E57D7}"/>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282756A3-584A-409E-BF25-91D0FF58B4EF}"/>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73AAC0B2-FACF-49F2-BB2A-0B5C0D11B8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5545755"/>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F05AFD87-5440-49F9-908B-9DC6BDCE94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4">
            <a:extLst xmlns:a="http://schemas.openxmlformats.org/drawingml/2006/main">
              <a:ext uri="{FF2B5EF4-FFF2-40B4-BE49-F238E27FC236}">
                <a16:creationId xmlns:a16="http://schemas.microsoft.com/office/drawing/2014/main" id="{ABA63939-2616-4C3A-9ED5-21A39EDC0B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Repository 밖의 환경도 결과에 영향을 준다">
            <a:extLst xmlns:a="http://schemas.openxmlformats.org/drawingml/2006/main">
              <a:ext uri="{FF2B5EF4-FFF2-40B4-BE49-F238E27FC236}">
                <a16:creationId xmlns:a16="http://schemas.microsoft.com/office/drawing/2014/main" id="{5FE21C24-BB8A-4493-92EF-0C7C769CE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53F8F40B-FE4A-4659-8B69-094EF69A21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0A865E5-D87F-4056-B76E-95D169AFFBE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3CF42E89-F1CA-4411-A22E-329E1F6EE7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46D44A82-2831-4C8C-ACF5-09304D4974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554ACCF5-D926-481D-81DD-B1FF6811416E}"/>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848E718A-E563-45B5-99DA-8EE8EB732B55}"/>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CE0A6CEA-A83D-4CC2-B64E-F1C0DD9BDC4E}"/>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5BC6AA93-5901-4AA8-9CDF-C8491F72AE05}"/>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A842487D-1284-463A-9579-A775FE54290C}"/>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F688D52F-C166-4372-9722-8106E092C3A3}"/>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06318AEB-7956-48BC-A2B2-DE04076F5C80}"/>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83A82171-B704-41FE-96AE-E61855CD02B3}"/>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E410AD33-03EB-4169-B584-70400C8CA53A}"/>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BA379CEE-5C92-48BC-BFDE-FB0FD88BFF3A}"/>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46AF70CB-AD9F-47B4-A081-CB3D74984030}"/>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471C1AEF-7BF2-4FE6-AB15-2435ADF9EC89}"/>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323F6344-EC1F-4034-AC2D-19716ABCF7C3}"/>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00A714ED-7E0B-4DDE-B834-E5641D03392F}"/>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9A9D8161-2EB8-4BCF-9345-B14DBD09FB4D}"/>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4AF15B24-ABD9-4665-85A3-16715A1F74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0074396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DC5C1DFD-FC2C-4E0B-B492-3375771B43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5">
            <a:extLst xmlns:a="http://schemas.openxmlformats.org/drawingml/2006/main">
              <a:ext uri="{FF2B5EF4-FFF2-40B4-BE49-F238E27FC236}">
                <a16:creationId xmlns:a16="http://schemas.microsoft.com/office/drawing/2014/main" id="{31BA07AA-24AD-4545-989B-6BDDB66D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Engineering Pattern은 C++에도 전이된다">
            <a:extLst xmlns:a="http://schemas.openxmlformats.org/drawingml/2006/main">
              <a:ext uri="{FF2B5EF4-FFF2-40B4-BE49-F238E27FC236}">
                <a16:creationId xmlns:a16="http://schemas.microsoft.com/office/drawing/2014/main" id="{D51BE853-4343-4C02-B348-C9A951B052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306F7BB4-A98F-470C-A501-0F684C3F4C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D6AD4430-AA74-49ED-A66E-B7F1BE8FE0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2CEA6C33-3B26-4CAC-A179-CB6739540D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EB91014F-8CCA-4FFE-BDBE-F217679CD4DB}"/>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55E7168C-72B2-4C4D-9775-8EF9F075BEE4}"/>
              </a:ext>
            </a:extLst>
          </p:cNvPr>
          <p:cNvPicPr>
            <a:picLocks xmlns:a="http://schemas.openxmlformats.org/drawingml/2006/main" noChangeAspect="1"/>
          </p:cNvPicPr>
          <p:nvPr/>
        </p:nvPicPr>
        <p:blipFill>
          <a:blip xmlns:r="http://schemas.openxmlformats.org/officeDocument/2006/relationships" xmlns:a="http://schemas.openxmlformats.org/drawingml/2006/main" r:embed="R44795457a0404f81"/>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3242B97C-AD6B-47D2-8421-2CE80282685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C43C6577-506B-477C-A9A3-341EA4806FEF}"/>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AB880E23-C5B7-4298-BF6C-C4425BB1430B}"/>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A5E79891-8745-464B-A975-F4FF36040B45}"/>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709850A0-5A58-4795-AB86-DDC80C2CF060}"/>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FCA9AA75-D739-4EEA-9C89-BCCB5967787F}"/>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415E6005-D9F8-482F-953E-5B8C8AB83CC7}"/>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B29E9AE8-4D65-4E76-9127-B32E0175794D}"/>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9F7ECB00-457D-4A65-A4A4-B12707F79FBF}"/>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4748F34F-A3E5-4D50-8D83-7F8234C26D6F}"/>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DE66E8C3-E191-4DDD-8615-38AFEA47EF76}"/>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3C1DD5A2-125D-4270-819E-F19FF2D3A9D2}"/>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4D8347A8-A94E-4EF6-9FA0-CF30E693CC76}"/>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93FBBD1D-B649-4FBD-9894-2468F853E7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8329254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3CD5613F-6900-4E62-ABE7-F7582D17A3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6">
            <a:extLst xmlns:a="http://schemas.openxmlformats.org/drawingml/2006/main">
              <a:ext uri="{FF2B5EF4-FFF2-40B4-BE49-F238E27FC236}">
                <a16:creationId xmlns:a16="http://schemas.microsoft.com/office/drawing/2014/main" id="{8DD8CA53-382E-4277-8518-363C7E0CA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필요한 구조부터 질문하기">
            <a:extLst xmlns:a="http://schemas.openxmlformats.org/drawingml/2006/main">
              <a:ext uri="{FF2B5EF4-FFF2-40B4-BE49-F238E27FC236}">
                <a16:creationId xmlns:a16="http://schemas.microsoft.com/office/drawing/2014/main" id="{BC30E475-CF33-4E9F-BF40-C704DA934C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6B64113E-CA28-40C6-BE5E-5A0C94D7EF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E1BCBE6F-0D35-4B1C-8BB2-8EBD0CE2A3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4CD9BBDB-15A0-469C-9DF3-8A75A7745C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0CE378AD-EE34-457A-B32F-319CA93159EF}"/>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3C2F7EA4-D8C7-4887-BCA7-16FE0FFFC086}"/>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F4392DBD-4333-43CD-9D64-D51A3E3F9C4B}"/>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6DD037C2-3953-4A74-A95D-6A8363DE4127}"/>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8E6CA2C6-9380-4071-960E-F30FDB57F7E0}"/>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C86EBAD0-05FE-46D1-9378-1FD3192607D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858A1693-A679-4694-8A02-F6B5AA2A8004}"/>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2AC0D185-0D49-46B4-AF74-22621654F8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2595200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670E0C58-AE7A-4F27-A629-F41DA75E0D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7">
            <a:extLst xmlns:a="http://schemas.openxmlformats.org/drawingml/2006/main">
              <a:ext uri="{FF2B5EF4-FFF2-40B4-BE49-F238E27FC236}">
                <a16:creationId xmlns:a16="http://schemas.microsoft.com/office/drawing/2014/main" id="{4B93E6E0-1CE8-4661-810A-2D6F7C447B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여기까지는 잘 동작했다">
            <a:extLst xmlns:a="http://schemas.openxmlformats.org/drawingml/2006/main">
              <a:ext uri="{FF2B5EF4-FFF2-40B4-BE49-F238E27FC236}">
                <a16:creationId xmlns:a16="http://schemas.microsoft.com/office/drawing/2014/main" id="{FC1E3E4D-0684-4C87-850A-3EBAADA943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9B11593E-58AA-4AE4-B398-094B4092C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BDC60395-7A2C-4410-8F88-86CD95BFE4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2FF6DA3E-80D7-4887-A664-7B0DC3E9AF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2DB911EF-A327-45D2-8C62-AEF39DC59BB6}"/>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09E3F637-DD24-4E68-A45E-E5608B05A852}"/>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E126BD16-1C30-4D64-835B-79B975834D1F}"/>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874C7816-3647-4242-B316-2C656166A4D7}"/>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E81163E2-72B7-40F4-9B5A-0D8E832207D3}"/>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0E205E3D-C64D-4EBC-96C8-137F074B5058}"/>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C08F598C-67F6-40C3-96AB-7D27817C0CEA}"/>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DC03DAF7-E266-44B8-9ED9-E03B98C401FF}"/>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8B06891E-B5AA-4D37-8CF7-66C35F91AEF8}"/>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94A23B40-D541-4429-8D78-40FAC677531E}"/>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CC72D6C4-85F5-45DD-A8E3-91E3E6F28300}"/>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896DE69E-BF02-4F3F-8703-07E9C2EEE3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4064199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2147FCC3-C6CC-400C-8F40-102B4BE791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C006BA8A-9319-4824-B553-3C5742E4A9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개념 사례: Project와 Workflow는 현재 맞다">
            <a:extLst xmlns:a="http://schemas.openxmlformats.org/drawingml/2006/main">
              <a:ext uri="{FF2B5EF4-FFF2-40B4-BE49-F238E27FC236}">
                <a16:creationId xmlns:a16="http://schemas.microsoft.com/office/drawing/2014/main" id="{49E2501F-1FC3-4474-93DA-CD8D411B75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48E820CF-BC7F-42C8-A5FA-B3A303B01D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01660A71-615C-4F32-A552-16BA809821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98040E1C-9D01-4B1B-B31E-9581E284AB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F86C5C75-0079-475C-A72C-8E867983311B}"/>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32F9E4E9-8667-4640-8A37-37C25D0CAD42}"/>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DD995BFA-03F0-45EA-8C48-C2E13F695FB4}"/>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4CE08DAD-23D7-4EEC-ABAC-EBE86A01D1A0}"/>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C1D5E13-129B-4D1D-8D87-D0CCCAA9BB5B}"/>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8C687D25-B441-4827-8EB8-E260AD606EED}"/>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58711789-3398-44A3-860D-5B588DD4D888}"/>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FC4C1926-9C88-40F4-9EA6-9DCCE18DAF0D}"/>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55D632EC-39F4-4DCB-B573-BFD852BE801A}"/>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A8B54B1D-8334-43D0-9019-2679181BC6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5812300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8159C49B-920F-4F33-9CE8-C44FA2CCB1E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9">
            <a:extLst xmlns:a="http://schemas.openxmlformats.org/drawingml/2006/main">
              <a:ext uri="{FF2B5EF4-FFF2-40B4-BE49-F238E27FC236}">
                <a16:creationId xmlns:a16="http://schemas.microsoft.com/office/drawing/2014/main" id="{D85EDB10-44B0-4A15-8F1A-2040E23F95E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Project는 바뀌고 Workflow는 남았다">
            <a:extLst xmlns:a="http://schemas.openxmlformats.org/drawingml/2006/main">
              <a:ext uri="{FF2B5EF4-FFF2-40B4-BE49-F238E27FC236}">
                <a16:creationId xmlns:a16="http://schemas.microsoft.com/office/drawing/2014/main" id="{CFDEFB30-D6DF-4837-B765-8A6B87E761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4BA2A54E-DF8A-4E8D-A687-2D5AD01CAEB0}"/>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FD014DC7-41B7-495F-89EC-985E77BB25F5}"/>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25B96C6F-C0C3-4346-931A-51480D48484E}"/>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8DFB37EC-3BFE-479F-8DCB-7C9642CB64F6}"/>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0678F4BD-E297-47CB-81FE-D33CFDE417AF}"/>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AA4773F4-86B8-47E1-8C1A-F0CCCCBAB566}"/>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5992A553-D514-438E-AE4A-3B6C552CF837}"/>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2DD0F1E9-4A08-43F1-BFA7-5A21F7803D41}"/>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02893289-99D6-4FF6-8772-D491C5775EE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7A5BE123-E0B2-4D53-BE34-C4C5C13DA45A}"/>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EAF3D1D9-699B-4EA0-A405-E875ED2A2E95}"/>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05401739-9ACD-42B7-832D-2C75450B06B3}"/>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2D03AE3F-DCFB-40BD-8CC7-CB3DE9953C08}"/>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1DC0FEE7-0726-42AF-A126-9D23CA541906}"/>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CF08F396-30FC-4613-9653-C302ED201781}"/>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A9D540FE-322E-4D9C-BEE7-78DDA8640119}"/>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EBB7B35F-F6CD-4A7A-9F15-356EDA8FC5D2}"/>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1C15C3DC-13EF-4DE4-B344-AACEF0041ECF}"/>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13CDF1E9-4827-4C82-8228-858E4EEEAC7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CE93AB3-7204-4694-9FD6-593C392B4239}"/>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B0DB0934-EA3C-4086-9F32-94562B138F6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524BEB1B-5A99-4AEC-A4ED-5E5A91BC7BC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F4824EE4-01E6-4BA5-965D-426ABF8E39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0619D1C1-2E38-4D00-8670-45E53C4045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BA051B07-1751-4B2F-8010-49592ABDA8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2478ECB6-1314-4CD0-99A9-7DCC9337B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678513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6D45F15F-F29F-4413-A906-FA47FE02B2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0">
            <a:extLst xmlns:a="http://schemas.openxmlformats.org/drawingml/2006/main">
              <a:ext uri="{FF2B5EF4-FFF2-40B4-BE49-F238E27FC236}">
                <a16:creationId xmlns:a16="http://schemas.microsoft.com/office/drawing/2014/main" id="{16C9C48C-11EC-4333-ADA5-5E61C16521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Task 해결과 System 문제는 다르다">
            <a:extLst xmlns:a="http://schemas.openxmlformats.org/drawingml/2006/main">
              <a:ext uri="{FF2B5EF4-FFF2-40B4-BE49-F238E27FC236}">
                <a16:creationId xmlns:a16="http://schemas.microsoft.com/office/drawing/2014/main" id="{8641E615-D7E0-4688-8260-82BCC0F631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B6D90539-C55B-45F5-B544-AB6C8BC1F8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B94D481B-9971-4BF6-BACD-F16E9392CA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26BF673B-9BC1-488F-9AF7-3B99418220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549D320F-596A-4893-A79C-A6ECDBE79BCD}"/>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4072E249-1F75-44DD-916F-06616B72C62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52033461-572A-4F10-8290-609382B1D713}"/>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49B43F45-4BDF-4BC4-9CE2-D95E7BAC1415}"/>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53787B7-104C-460C-BD8E-D44683DFFBE0}"/>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0D3040A0-0E59-4202-9995-D418D437CEDF}"/>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A42E990C-06EF-4FEC-B96C-5E09AB687187}"/>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AAE8748F-D67C-4919-A28F-5CD405D6FFC1}"/>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B3D3763F-2141-41E4-8A6F-516C99BF8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8525342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B5EFD7A0-B5EA-471C-A8E7-DEF01FC700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1">
            <a:extLst xmlns:a="http://schemas.openxmlformats.org/drawingml/2006/main">
              <a:ext uri="{FF2B5EF4-FFF2-40B4-BE49-F238E27FC236}">
                <a16:creationId xmlns:a16="http://schemas.microsoft.com/office/drawing/2014/main" id="{CEC73868-D009-451E-8EC1-E30A4BFEB8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원인에 맞는 Layer를 고르기">
            <a:extLst xmlns:a="http://schemas.openxmlformats.org/drawingml/2006/main">
              <a:ext uri="{FF2B5EF4-FFF2-40B4-BE49-F238E27FC236}">
                <a16:creationId xmlns:a16="http://schemas.microsoft.com/office/drawing/2014/main" id="{FC1BD14A-D514-48F1-8863-003D2910B4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586D3885-25BA-4EDB-BCCD-7CC631A67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0A9858F2-D91E-457B-BBCE-29EF3B8DF3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74ACAED5-757B-433A-AFE5-0626C7016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23CC161E-188D-4D90-97D9-699F8DD8BC8E}"/>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79ADCFF2-0C20-4A1B-9BC3-8840C23D64A8}"/>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78AA4C5B-5867-4005-B323-56ACC7EC7687}"/>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A8DBDF79-29A3-4878-AD5F-00AEC96379F4}"/>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5220180C-66E3-476D-9DE3-3FF8B4CE3959}"/>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A4F86698-87B9-4FC0-B778-7C9E8F12A8D9}"/>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9B30A6CD-FDC1-42C5-81AB-4FEF42DC60E6}"/>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7CED0197-3AA5-4497-BD69-82CB136B2965}"/>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E0F59F25-B978-4FF9-AD1A-7EB79788852D}"/>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805F06BB-8255-466E-8609-60D49CAA6C5A}"/>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CCDCA171-F12C-453D-9F20-A544BA57108D}"/>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D0979D95-F325-4B3B-B16E-C04E490703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7316895"/>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31C99BD0-8E93-4699-8B8B-184CB088B1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2">
            <a:extLst xmlns:a="http://schemas.openxmlformats.org/drawingml/2006/main">
              <a:ext uri="{FF2B5EF4-FFF2-40B4-BE49-F238E27FC236}">
                <a16:creationId xmlns:a16="http://schemas.microsoft.com/office/drawing/2014/main" id="{68AD9288-81D1-4CA0-A23E-1F1B9F8A38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패 지점과 원인 Layer 구분하기">
            <a:extLst xmlns:a="http://schemas.openxmlformats.org/drawingml/2006/main">
              <a:ext uri="{FF2B5EF4-FFF2-40B4-BE49-F238E27FC236}">
                <a16:creationId xmlns:a16="http://schemas.microsoft.com/office/drawing/2014/main" id="{889D45E8-EE40-4D6E-A19A-8FA33B87BE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7D271A1F-A7F3-461F-9346-7FA8EA9BD6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731DA11A-C67D-43C4-8690-D6744F31C7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8EF4D30E-90B8-40ED-A9DB-E5DEF53404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9E6ABBB2-2519-48A7-8B6D-D5BF108C961F}"/>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B31726BE-5474-4E0B-857C-0B1192F9477E}"/>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9BEA4C5D-D814-4691-A2B0-B8C084D534C6}"/>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7B5FA606-354F-4543-B53F-3BF199808BCC}"/>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61C6D3BB-91D7-44E3-90D3-F7FD1E773C0B}"/>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6D1E0EC2-2C81-43B8-9F0D-F0678EC8C216}"/>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179C5820-069A-4F30-AC41-AA2DB9E82C73}"/>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6BCB966B-FBF3-4DEA-A281-83D9E5D04BA6}"/>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E3ED4F7F-98EF-4534-BA65-9B0B03516ED6}"/>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840D6111-C513-4D14-8779-1C6E91F7714E}"/>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8BA5CD65-9825-4F8D-8E17-E32C268076A8}"/>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A14D79A6-0C48-4277-9981-4AFA5ACAFFB9}"/>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84C283F2-1F80-4810-AE79-FE54EE3208E5}"/>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ACCB0D59-BAE1-4E09-AC8C-840FB970AA2F}"/>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81A98DA3-2943-4863-BB1B-2B0090631557}"/>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2FD885C0-B696-4B29-B996-480FA0FD71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00311337"/>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50F713A7-37DE-43BE-BC7B-3818C51C70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3">
            <a:extLst xmlns:a="http://schemas.openxmlformats.org/drawingml/2006/main">
              <a:ext uri="{FF2B5EF4-FFF2-40B4-BE49-F238E27FC236}">
                <a16:creationId xmlns:a16="http://schemas.microsoft.com/office/drawing/2014/main" id="{E2B8D3B3-BE80-4850-BCDF-410CA97C4C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먼저 관찰하고, 그다음 가설을 세운다">
            <a:extLst xmlns:a="http://schemas.openxmlformats.org/drawingml/2006/main">
              <a:ext uri="{FF2B5EF4-FFF2-40B4-BE49-F238E27FC236}">
                <a16:creationId xmlns:a16="http://schemas.microsoft.com/office/drawing/2014/main" id="{28BF8722-6A6A-4ED0-93D9-21E466C3A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A6A1A6EF-5B03-484D-9109-4BB6BA1BE1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B527C481-1518-40C3-9A0D-2F57B312D5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90296B78-0112-4E8D-96CF-6243CE9777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7F514610-5983-4A1B-A3F2-8268A30A5615}"/>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4BD81801-0A6A-49BA-9463-F7D33AC29085}"/>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E118D1BF-733C-457F-A7FC-2CA3A0FFE482}"/>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4FC8A71-94A3-4165-98B3-56D791AE1A2A}"/>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00526B0-26D0-4BA9-8C1B-1EF854D7E1CD}"/>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B88B8DB0-0A5A-46AF-BB71-860E38AA2805}"/>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7C30687B-7A81-4932-8063-45ADD5270DAE}"/>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888DC7C5-B2ED-4D79-8BBC-BA48B281CA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4241254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9BEE0B21-19E9-4B3D-81FD-F2B564EA06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4">
            <a:extLst xmlns:a="http://schemas.openxmlformats.org/drawingml/2006/main">
              <a:ext uri="{FF2B5EF4-FFF2-40B4-BE49-F238E27FC236}">
                <a16:creationId xmlns:a16="http://schemas.microsoft.com/office/drawing/2014/main" id="{D73FF993-61D3-4166-86F5-97F5418540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Cause가 지지하는 최소 변경">
            <a:extLst xmlns:a="http://schemas.openxmlformats.org/drawingml/2006/main">
              <a:ext uri="{FF2B5EF4-FFF2-40B4-BE49-F238E27FC236}">
                <a16:creationId xmlns:a16="http://schemas.microsoft.com/office/drawing/2014/main" id="{5A46C7F4-7372-49CA-9B63-93B5202BE5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10A55AEF-C711-4B30-A147-1A43C65199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EA411230-3DE8-4857-9FBE-8BCA9D49D2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1ADF43DF-D83A-458E-8C72-90CC69F153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5B117BFB-07BA-4193-BD66-7A191012E7D3}"/>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06EDD3F5-FB74-4262-B5E3-0D9A5D98F7A5}"/>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068E64A4-3190-4232-8461-05F50880CDA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D9AD9E8F-5F71-4076-BCF5-6A65790366BC}"/>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343B7F52-FA82-4037-AAE7-66BB1CD3BD06}"/>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AD0280BD-FFB3-45DF-AF56-CFA6EFF72A1C}"/>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BFBBBAA9-1671-4BC5-82E5-988A99C62761}"/>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5FC0CA53-9FA4-429F-BF77-6CFB95BF66CF}"/>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16EBB3D8-8476-4E2F-91A2-90A372CCDD2D}"/>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7E9273C6-6555-475F-B512-98695E16FA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73459670"/>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11FF15BB-FF61-490C-93F5-4537507371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5">
            <a:extLst xmlns:a="http://schemas.openxmlformats.org/drawingml/2006/main">
              <a:ext uri="{FF2B5EF4-FFF2-40B4-BE49-F238E27FC236}">
                <a16:creationId xmlns:a16="http://schemas.microsoft.com/office/drawing/2014/main" id="{B7CAEB67-BB11-453B-84EA-D170E8515F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Task의 재실행만으로 충분할까?">
            <a:extLst xmlns:a="http://schemas.openxmlformats.org/drawingml/2006/main">
              <a:ext uri="{FF2B5EF4-FFF2-40B4-BE49-F238E27FC236}">
                <a16:creationId xmlns:a16="http://schemas.microsoft.com/office/drawing/2014/main" id="{CB3DF835-076A-4EF5-A760-69BA288662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C9F64C31-C629-429A-88D2-CB20D728BB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0924A544-5A1D-4F65-B52B-6F3ED9C86C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F65466C8-80DB-49A1-BAA0-25C1A8CDF0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11343FD6-6007-48F2-AE74-BAEB3DE40561}"/>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7EF8A489-8A51-4CB6-A18D-95C13A673240}"/>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0C721F0D-39FD-40C2-96E9-CE5F1A0B9828}"/>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F59EFA4-F48B-421E-9449-9D134EAFE554}"/>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CCC86F60-339D-407B-AB7A-9EA2DBBC6B06}"/>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AA506177-9543-4711-B79E-AAEF7FC8F04E}"/>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A761CBD9-3086-4E83-A991-D931A8CB7D7A}"/>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A60B5BA8-24E8-439B-82BF-17AEE0AC1C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28073005"/>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2B3EEA0E-2E15-435F-9738-6C3FBEF36B3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6">
            <a:extLst xmlns:a="http://schemas.openxmlformats.org/drawingml/2006/main">
              <a:ext uri="{FF2B5EF4-FFF2-40B4-BE49-F238E27FC236}">
                <a16:creationId xmlns:a16="http://schemas.microsoft.com/office/drawing/2014/main" id="{E1906CCC-B67A-41D5-9922-F32A55C1929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표 작업으로 변경 범위를 확인하기">
            <a:extLst xmlns:a="http://schemas.openxmlformats.org/drawingml/2006/main">
              <a:ext uri="{FF2B5EF4-FFF2-40B4-BE49-F238E27FC236}">
                <a16:creationId xmlns:a16="http://schemas.microsoft.com/office/drawing/2014/main" id="{ED691B83-B069-4B97-A684-F939E55850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BE349D35-E578-4A09-8633-B1E12E6C92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FF711034-3361-40CD-AD2C-179A6E2F78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6FDE8FA6-0F40-4B6F-8BEE-C85D893E10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7AA27320-052D-4DD7-943C-C3FB62F70DD4}"/>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A8152380-4042-436A-B1A7-6BDA72EC9783}"/>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4C007E3E-FC32-418F-9BA8-0221A0006045}"/>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912E295B-D217-4274-B584-713F8B6FC173}"/>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71BF8C45-EAC2-432C-9E37-E072758B30AE}"/>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6F981FB7-F05E-4420-B64F-66587DF5B447}"/>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3284120A-D8BC-4FB4-9C1C-4C3AC97BD4B5}"/>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ACBD4DC3-403A-407E-A2B6-AC0C1BC81B47}"/>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E7C8D313-6F28-4799-BE5A-7401437F6C43}"/>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13CC5B83-4C71-4052-911E-E3959D4C2A32}"/>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796CC73B-2A5E-4DEB-BC7E-06C0E101E179}"/>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AA54C052-E02A-46A8-AE80-5734B12A0585}"/>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DED6B67B-3FEB-4FB1-ABAC-5E781723B69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9EFAF31B-EFA7-4282-8006-D962F66F1963}"/>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B5026533-2264-47B1-B0A4-32E842B1B9FE}"/>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EAFB231E-31FE-44F2-A6F0-A06C972B3419}"/>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41FBDAD8-8204-4C8F-ABDF-428CAA6A20D1}"/>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ACD95CCE-E6D0-48B8-8A84-F1B9DA053666}"/>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4A14FDC8-269D-4280-B643-37FDDC7B1E84}"/>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49125995-9E04-4339-9336-FC22021E0BA3}"/>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5BECC190-935E-4F1B-ADC4-10E5A59657F2}"/>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A024F0F-25C9-4A5B-97B0-74E3B149C7C4}"/>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5820BBE7-16D3-4B2D-AC1E-F1F7C7A64B36}"/>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0D05BB73-26E1-4C7B-BBF9-A9994C3D73E5}"/>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A82038CC-55E9-4A72-B827-EADB09ECF9CE}"/>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3770DCD8-DA5E-4961-BD5B-845E15C889A1}"/>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873F8BFA-1961-4922-8C24-A92A2924EAB3}"/>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CC02573A-34D8-4282-A85F-84C9AF54FAFE}"/>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C5DA9BA8-6520-482B-97D9-37B2D24F09CF}"/>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E8077CD8-C480-4917-B9B3-57A4516CE839}"/>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1FB74D94-A0B3-4617-9873-AD67712338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75270721"/>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162355B9-061E-4C50-804F-719DB9ED17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7">
            <a:extLst xmlns:a="http://schemas.openxmlformats.org/drawingml/2006/main">
              <a:ext uri="{FF2B5EF4-FFF2-40B4-BE49-F238E27FC236}">
                <a16:creationId xmlns:a16="http://schemas.microsoft.com/office/drawing/2014/main" id="{CE065271-5D78-4751-884D-ED9BFEE45F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Harness도 특정 실패에 맞춰&#10;과적합될 수 있다">
            <a:extLst xmlns:a="http://schemas.openxmlformats.org/drawingml/2006/main">
              <a:ext uri="{FF2B5EF4-FFF2-40B4-BE49-F238E27FC236}">
                <a16:creationId xmlns:a16="http://schemas.microsoft.com/office/drawing/2014/main" id="{3180551A-C0EF-48E2-AFC0-C0DB8BF871F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9B05F9EE-7C64-4A95-95E9-9FF9E920BE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1195F265-9D30-4225-B419-A7E25082C1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DCA30978-3FEA-4A8E-8F7F-807C65F84F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2039CC49-CC2F-4A9A-ADCD-75AD9A703A6C}"/>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AF9BF03E-AD66-49FF-9C39-34EA344E2BD9}"/>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7B6AA0E0-172A-4BBC-8907-86883D5903C1}"/>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6C63A59D-6F5A-48F9-ADF5-AA5D590FD832}"/>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E6D98DAA-EEB5-4705-9312-006292838E81}"/>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8D117DE4-15E2-459A-B6D2-616B1C201452}"/>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EF26941B-C51C-4AED-B9C3-0C20DA0C503E}"/>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46EA45CD-37B7-456A-BA8B-C93AAE445281}"/>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258059B3-3F67-4AEC-959C-C8C5A00254AE}"/>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A234E53-B839-4581-8DA1-F947621B9E09}"/>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4098A388-7BFF-49A3-8680-73EFFC697AF9}"/>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C8E7A78-0FC3-428B-80E7-22A58A9C11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1453393"/>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BC3C77C5-D6EA-430E-97BD-72166A8FC31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8">
            <a:extLst xmlns:a="http://schemas.openxmlformats.org/drawingml/2006/main">
              <a:ext uri="{FF2B5EF4-FFF2-40B4-BE49-F238E27FC236}">
                <a16:creationId xmlns:a16="http://schemas.microsoft.com/office/drawing/2014/main" id="{1E674F69-B25E-45D2-B535-5F9C94B7C82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Feedback을 System Change와&#10;Evaluation으로 잇기">
            <a:extLst xmlns:a="http://schemas.openxmlformats.org/drawingml/2006/main">
              <a:ext uri="{FF2B5EF4-FFF2-40B4-BE49-F238E27FC236}">
                <a16:creationId xmlns:a16="http://schemas.microsoft.com/office/drawing/2014/main" id="{A454B1CB-7511-4B56-9CE3-F7A59BAAAEB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CBBED05A-F3D3-4675-B722-E552810775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93053FD4-26AB-40BE-B591-C257183C15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6E1E9ACD-9219-438A-A5A5-EF416DEFB3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3A378B6C-33F7-4BD0-8AFF-AE82C510E5A8}"/>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11DFEFCD-B66C-49CA-8431-8D00043AB959}"/>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787289-388E-454A-9B19-006848CF8CFD}"/>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5A6D68B1-4098-4E52-80AC-1C74A3E4C850}"/>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D7CFD921-8E51-489C-AE7A-39B82E48CB88}"/>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C91CE704-984F-4D2E-A97F-B9FCD463AA33}"/>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0B00858F-00D1-433E-9138-3C697238889C}"/>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32D4A0C0-56E3-44C7-9794-45AF8524B742}"/>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460F8AB3-9269-4C5C-B056-AB731F7C6F49}"/>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2D5B77C-046E-46DD-9571-F57523242F37}"/>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CAAD8083-225A-486C-B248-1223B8A7FCC4}"/>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5F6181B7-D7DE-44CA-9EA1-F59617EFB571}"/>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CEE109CF-49A7-4100-843F-5AE099D59891}"/>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5746A53A-E42E-4FE3-9889-481FE976EE5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530BD17A-CFA2-462B-8AAE-BFDD96EFBCC5}"/>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DA2BA6C5-1C3E-4926-9713-08232D70CEAC}"/>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A75E74DF-364E-4C2D-BBF1-30B1C8EB197A}"/>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3F638D0E-F820-4518-B09E-4C00EDB48068}"/>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4277ADE1-D8DA-4899-835E-B50CDEA49C0E}"/>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BFB0084A-D098-4E10-8272-1E1B76A9C98D}"/>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E582BF5C-196E-4148-94FA-846947704963}"/>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56CFFF68-64C9-4202-B7CB-032C8C0B8E2C}"/>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DFB5AFA0-FF2F-4880-95CF-4B5F8D4225C3}"/>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3C4C2909-EA3C-4200-A8AD-4ADE16D1A933}"/>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1B24CA32-0D2B-4FCC-8C5C-93BF20F230E6}"/>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C2B8CCC5-71EC-4E21-A1C7-48745EAC7690}"/>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E6AFF5FA-B4FD-4944-8281-3C635443DBF0}"/>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566C420E-FF7E-4759-8B88-0AA687724EBD}"/>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200418A6-9079-4830-98A8-607D4E46526D}"/>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A27E0245-1009-4F96-B43F-20B6EDA0C64F}"/>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1A398F9A-5269-4803-A384-C81B39BD449E}"/>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4FFF1B31-9139-4F08-9966-5FF5F1ACB185}"/>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D994DA74-9380-44A4-BD0E-29395594615B}"/>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C706180-138B-472B-BCBB-FADBF3387995}"/>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1718A41A-928E-4DDE-900E-ED0D00C46336}"/>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EC030CC0-C6AF-4F79-B688-E1F9FEBD1CB1}"/>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9547CBB3-0668-4538-91E9-6D05C3C7DE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578440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DBC40E83-5BBE-40F7-8758-61AF881C5BB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9">
            <a:extLst xmlns:a="http://schemas.openxmlformats.org/drawingml/2006/main">
              <a:ext uri="{FF2B5EF4-FFF2-40B4-BE49-F238E27FC236}">
                <a16:creationId xmlns:a16="http://schemas.microsoft.com/office/drawing/2014/main" id="{B0586797-8AAE-4A02-ADE7-B4FDBCAC22A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제작 기록: TRIAL-006">
            <a:extLst xmlns:a="http://schemas.openxmlformats.org/drawingml/2006/main">
              <a:ext uri="{FF2B5EF4-FFF2-40B4-BE49-F238E27FC236}">
                <a16:creationId xmlns:a16="http://schemas.microsoft.com/office/drawing/2014/main" id="{021E20CB-7987-486C-B45F-44E6962536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D29B5112-FA96-472D-B0BD-37A297D6F0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9BF635F-AFA7-43FB-841F-417B0698D25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D5DF7FA1-51D1-4438-AD14-6F1348C277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A051704E-7575-4AC0-92AF-1CC5ADE365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49FE7600-9DDD-4D78-912D-70D9C3F2A063}"/>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21920BF5-86D1-446B-9876-893C02E4881D}"/>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F0E73E59-7441-474C-A1DE-25BB0BACD575}"/>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E3DB6986-A529-4993-BB4C-6FDB9009BC6E}"/>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2EFA0E56-2D1A-454A-A600-3F96AED37243}"/>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953D575B-33BA-493F-966B-18ADE226DC27}"/>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3F09477-9C2C-4D48-A794-7D9382A14B23}"/>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DBDFBF09-2350-41E8-9845-F7DCD51718B9}"/>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CE9D59E4-FB0B-443C-95EB-6ADAD0A013C9}"/>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657504A3-20AF-4F54-A0F5-7E5D3A9DD96C}"/>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0F7F12FD-7AA6-4067-B111-767E4238EC98}"/>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340A7837-8CFA-47A1-BC1D-A4E4D222FDFA}"/>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FEAB8003-947F-4DBA-8CCA-A4DB8457DCBA}"/>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BDC755D5-F2D2-41DD-8144-F237EEB51861}"/>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45E4C02D-54BB-4A48-92C5-A37A33D5252B}"/>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145ECA15-D88B-4CF0-8DCE-232DF13B2E51}"/>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73261CE5-D495-4559-BCC5-FE3CDE60B2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2932827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4BFF2025-AE4C-4365-B51C-CF61B2CCBC1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0">
            <a:extLst xmlns:a="http://schemas.openxmlformats.org/drawingml/2006/main">
              <a:ext uri="{FF2B5EF4-FFF2-40B4-BE49-F238E27FC236}">
                <a16:creationId xmlns:a16="http://schemas.microsoft.com/office/drawing/2014/main" id="{079BA167-F39D-4E55-A139-FA9A548C398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결과의 타당성과 원인 귀속은 별개다">
            <a:extLst xmlns:a="http://schemas.openxmlformats.org/drawingml/2006/main">
              <a:ext uri="{FF2B5EF4-FFF2-40B4-BE49-F238E27FC236}">
                <a16:creationId xmlns:a16="http://schemas.microsoft.com/office/drawing/2014/main" id="{33567183-BADF-4C31-AAB4-9BA2939DFE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1FBD0DF9-F279-430E-ACF9-CE77DB0F0D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226C5E9-1EB4-4284-9BAB-50B1AAA4BC7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A7C3B39F-C2C9-4BDC-8E56-4CF6E8D689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8EC3875E-68BD-426C-A9E6-F2E591454A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B23FD6CE-712C-46F6-9246-839C7A68924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824D666B-067A-4D2D-9728-1EC0440C7E1D}"/>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3C72C0FB-8759-48B5-88F5-3E8881DBFD02}"/>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EC8EF034-B534-4D2D-BE6C-C8C51C0F67D2}"/>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E8F1F5C0-5AB8-4B34-9097-C776CA83EBA4}"/>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8B94540B-505F-48EB-9C57-FB5B063E5C44}"/>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557CA0E4-06BC-4AD5-AD7C-02A418E09363}"/>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BC5ED718-8B7A-4798-8B5D-931191918DC1}"/>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DB37E136-F5F0-4842-BDBF-C9A18562B2E3}"/>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DC38175B-4BE3-4D0E-A50D-B4A73C3FB652}"/>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4057CF9D-550F-46FF-A39D-B26CEDB8E7D1}"/>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44E34749-830B-4FB4-96F4-1E824F32BB5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73901373"/>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FA2699D9-9DA7-4037-9CFF-E5610382B4D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1">
            <a:extLst xmlns:a="http://schemas.openxmlformats.org/drawingml/2006/main">
              <a:ext uri="{FF2B5EF4-FFF2-40B4-BE49-F238E27FC236}">
                <a16:creationId xmlns:a16="http://schemas.microsoft.com/office/drawing/2014/main" id="{2F675B71-88B8-4C1E-8F01-F70A24DB547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평가와 보고 규칙을 Evidence에 맞추다">
            <a:extLst xmlns:a="http://schemas.openxmlformats.org/drawingml/2006/main">
              <a:ext uri="{FF2B5EF4-FFF2-40B4-BE49-F238E27FC236}">
                <a16:creationId xmlns:a16="http://schemas.microsoft.com/office/drawing/2014/main" id="{5D115274-BE7F-4BC6-90EB-D53622023A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D7C01081-46CE-4BF0-9C4E-FB37FB008B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77B8514-4972-49BA-836E-0C322E484B4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099AC1C9-A856-49B2-81EE-A47987122E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5BDCBCBF-673E-4BB6-A456-79EC60D079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50CFD164-AB03-416A-AD4B-86E4970DA93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D8173500-458B-4E04-A5C8-511FFB3B33B3}"/>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3BC4287B-05E9-4BBB-B161-E19FF7AE4405}"/>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AC547117-F517-4CAE-977F-26704A5B5B33}"/>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F864BD2D-F65B-4C07-B934-6F83F7941964}"/>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E646EBAB-102D-45E3-8DC5-0C5BF5D01A87}"/>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952ED88-977F-4B46-B21F-D638370777B9}"/>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48654493-4718-463D-8B45-ACDDD505B8A6}"/>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9566ADCE-D1B9-477D-9841-018170E5A63D}"/>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C10DD3BC-522A-4500-8E5A-AD12FEB38B2B}"/>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B5BB2C3-C6AA-4218-96ED-A6403C68433A}"/>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2EC85524-DA3B-44AA-90C7-8050A3E63F8B}"/>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E837112D-2BC0-4573-9F1C-D0FDAE84AFBA}"/>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2B017333-E99B-4954-9610-63AD1FD7AC3D}"/>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D4BC241A-5D53-4403-96A9-5A9F70401E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5203029"/>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504E40BA-BDC6-4279-A775-CFBE9C2F53A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2">
            <a:extLst xmlns:a="http://schemas.openxmlformats.org/drawingml/2006/main">
              <a:ext uri="{FF2B5EF4-FFF2-40B4-BE49-F238E27FC236}">
                <a16:creationId xmlns:a16="http://schemas.microsoft.com/office/drawing/2014/main" id="{EDC29050-E0CE-4801-9538-C898AF7519B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후속 기록은 개선됐지만 완전하지 않았다">
            <a:extLst xmlns:a="http://schemas.openxmlformats.org/drawingml/2006/main">
              <a:ext uri="{FF2B5EF4-FFF2-40B4-BE49-F238E27FC236}">
                <a16:creationId xmlns:a16="http://schemas.microsoft.com/office/drawing/2014/main" id="{BC4788CD-AA1A-404E-B9BA-ED0DE648F5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2437CBA4-C5AE-4B87-A225-0CF04CB25C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13FD60E-E5BC-4973-B244-6ED0B7A3BC3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561A4D7E-AF00-47AC-ADC6-3BDA92CD3A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204292C0-07BC-43C0-9C24-AA98CF686F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91AB335-7142-4736-9F2E-857B53F27806}"/>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E74C0E59-3B75-45DA-B2D4-E9E604C182EB}"/>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C31C11B6-04C2-40FC-92E0-6F0D606B0FE4}"/>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7845540D-CB66-48A0-8643-0F75FB32DEEA}"/>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7E67CCD8-F5E1-44F9-86CD-159D242B9142}"/>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D0E38156-AA7B-4FE0-8B2D-8DF954F5A141}"/>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4F110228-99AC-4349-A495-1CFA282332F9}"/>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91445DEA-B54E-4BE1-BC09-4C144066F961}"/>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AE231367-0937-42D7-A397-B725964A2262}"/>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5C7A68F3-A2BF-4241-84CA-6945798F7C41}"/>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D69F2008-383A-40ED-A90F-3FDDD3F0658C}"/>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DD52AE27-D122-4270-B664-8E677F4BC654}"/>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799272C4-69DB-42B6-A521-0B4ADBE7DBBE}"/>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F925800E-3178-4351-9E34-08408D905F2B}"/>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D12937C-BA55-437A-A86E-3B55D7327A3A}"/>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842B5397-97C1-4C44-962D-61779C99B2B7}"/>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D308037B-C2D2-4BA1-94FA-754683F6B6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051876"/>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5552C290-6F89-4F37-A3FD-3C51EDE3818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3">
            <a:extLst xmlns:a="http://schemas.openxmlformats.org/drawingml/2006/main">
              <a:ext uri="{FF2B5EF4-FFF2-40B4-BE49-F238E27FC236}">
                <a16:creationId xmlns:a16="http://schemas.microsoft.com/office/drawing/2014/main" id="{C127AC88-4783-44F2-A66F-E0A44686D0F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제 Meta Loop에서 바뀐 것">
            <a:extLst xmlns:a="http://schemas.openxmlformats.org/drawingml/2006/main">
              <a:ext uri="{FF2B5EF4-FFF2-40B4-BE49-F238E27FC236}">
                <a16:creationId xmlns:a16="http://schemas.microsoft.com/office/drawing/2014/main" id="{BF8D7B7B-7B19-4C04-BD25-7D5D3112A9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1D0B1E66-F69E-4B6B-883B-CED910E6B2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FA75216-B94E-450E-8515-C7D1CF2593A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73FBD931-5D85-4834-9CCE-F53494A2E7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35645829-FAC0-48B6-9BDC-F551D75709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7EB5F346-41FE-466D-9AA1-9DF9ACB4DCFF}"/>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7EF9224F-69F7-4DA5-A8FD-60F4D890EE48}"/>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6D9AC4A7-BFDA-4359-A9AA-947209740174}"/>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6A3776CB-8124-47C4-ACBC-7A80D022897F}"/>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54B946FC-42D3-4E60-AD2A-8152CF646A8D}"/>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00C396C2-378C-44E1-9A60-D738EDCD4F77}"/>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07937C63-0BB6-4F01-8D19-8335BE8CC63D}"/>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34F6C326-A5A1-4159-B047-80609B41E519}"/>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06817DE5-4A22-49BF-B7FD-B9FD287D8D50}"/>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697B25DB-C04F-49F9-8D1B-1D5A60D4DD44}"/>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7B42BF47-B2F3-4AA6-9EED-165A4B056A97}"/>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60FF6E2C-6394-480B-ADB4-3FCAA143C2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6722383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D8105850-2548-454D-AA70-7908871474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4">
            <a:extLst xmlns:a="http://schemas.openxmlformats.org/drawingml/2006/main">
              <a:ext uri="{FF2B5EF4-FFF2-40B4-BE49-F238E27FC236}">
                <a16:creationId xmlns:a16="http://schemas.microsoft.com/office/drawing/2014/main" id="{D9D2E464-7100-4A45-ADA3-403713BDE0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Project와 환경이 바뀌면&#10;검증도 다시 본다">
            <a:extLst xmlns:a="http://schemas.openxmlformats.org/drawingml/2006/main">
              <a:ext uri="{FF2B5EF4-FFF2-40B4-BE49-F238E27FC236}">
                <a16:creationId xmlns:a16="http://schemas.microsoft.com/office/drawing/2014/main" id="{91852165-57C5-418B-8E60-9856CB01C5B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95ED59F1-E6DF-4C23-99D0-F19D44AEE1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BC7A1C47-7A32-455B-B719-E52393CD49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C7F82F75-2F69-4EAA-82E4-B2B0FC9498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7303D236-29A3-489C-9EDA-FEF445312B31}"/>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BD96F928-711F-4726-9556-368EB91D6031}"/>
              </a:ext>
            </a:extLst>
          </p:cNvPr>
          <p:cNvPicPr>
            <a:picLocks xmlns:a="http://schemas.openxmlformats.org/drawingml/2006/main" noChangeAspect="1"/>
          </p:cNvPicPr>
          <p:nvPr/>
        </p:nvPicPr>
        <p:blipFill>
          <a:blip xmlns:r="http://schemas.openxmlformats.org/officeDocument/2006/relationships" xmlns:a="http://schemas.openxmlformats.org/drawingml/2006/main" r:embed="R8e9fabfbdf72428f"/>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82E2AB76-BF13-48CB-9448-F76485FE57C4}"/>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2B02CC66-132B-424D-9E6B-F517B0FA6F28}"/>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CE94A48C-7064-4C09-B7D5-26222069C82C}"/>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38753B64-F210-4C39-A8AE-2654EC15ACC2}"/>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46D7A4F0-60EE-49CF-A767-7D9D06F01F2F}"/>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B1F4E46A-F69F-4B6D-9330-2E6FCAD3B070}"/>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A65F6588-FFA9-4BE6-9BBF-DB0CE7046897}"/>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79FB17F1-AB40-489B-A042-4F4C532293F3}"/>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16DE33E9-53F1-49AB-A952-D3F419838AF7}"/>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80F8DAFD-A74C-4456-BC4E-6262B3698D2C}"/>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64A264EB-8E84-44A3-8F9A-A90180FF42B8}"/>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FE604796-3B6B-4E01-8E55-06BE308D5987}"/>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7A275D14-3330-4281-BD5B-8434C655B71D}"/>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AA517460-3D40-42F9-9C02-202214869671}"/>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274A12DE-12BB-4336-B5F8-20CA189077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5805047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67C0FA6E-0ADC-4CBE-BA4C-EC5D48223E7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5">
            <a:extLst xmlns:a="http://schemas.openxmlformats.org/drawingml/2006/main">
              <a:ext uri="{FF2B5EF4-FFF2-40B4-BE49-F238E27FC236}">
                <a16:creationId xmlns:a16="http://schemas.microsoft.com/office/drawing/2014/main" id="{59EE3D5F-BD34-49E0-B515-5FDAB66ED11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여섯 시간의 Story를 한 장으로">
            <a:extLst xmlns:a="http://schemas.openxmlformats.org/drawingml/2006/main">
              <a:ext uri="{FF2B5EF4-FFF2-40B4-BE49-F238E27FC236}">
                <a16:creationId xmlns:a16="http://schemas.microsoft.com/office/drawing/2014/main" id="{14E00AA9-3F7F-4776-89B7-DF2429B28F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0429C981-5E6C-492B-A181-7641E576E3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5C61C350-3455-43D5-B0FC-E01EB46B97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9E0D319-E5A1-4286-BF8C-C7A1883026E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52B3C9F4-428D-478B-B1D0-9BB72148053B}"/>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7F654CE1-769E-4AB2-934C-A40C691D5FE3}"/>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03EE440-6399-4E0B-925C-EED2EDCD838B}"/>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D5E16440-9E20-421D-BC8B-08F2F0B225BF}"/>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7A16A7E0-56CF-4EDE-9786-D14520E1CB65}"/>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7CC5B6A2-7E5D-4A4B-8205-0C6E56CE2D51}"/>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35102F89-D46B-4FCB-89BF-CFED61D848A3}"/>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9FBDF015-99A9-48EB-ADF1-66F0DC586ACC}"/>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3E0892FC-1B14-4C3C-BF2C-B0D62154E030}"/>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9616024F-D291-46E3-81E3-9E921B493F00}"/>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46E9F3EF-2410-4A0A-92AC-E7AC17CCAE67}"/>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333B6E2B-E032-4BF1-997F-0AA6B592034B}"/>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09500A67-9C18-45B3-943B-4494D8871468}"/>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2275D558-B0CD-497F-A591-842B2616082D}"/>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CB95FAC1-1B94-4823-8CE5-12A05362EC5F}"/>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124DDBC4-55D8-44C9-A811-BAA6D972A150}"/>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E564C42B-0F71-40D7-9A6F-AD1C2A1587BC}"/>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CE9E8AB-29FD-4C5A-A40F-27301B83F62E}"/>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B5334327-5916-4E87-ABB4-A330CAE91E4B}"/>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FC6C0D82-8A12-4CEA-9E97-0C6CF647A295}"/>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39952FE1-3BA7-48E4-81B5-E7A43678B5CC}"/>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F6052ECD-6DE0-45D4-BB12-CFF05974FB4E}"/>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0D9FCE51-5C2D-4640-BA1C-7C3496F8266A}"/>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C2E05CBC-FBD5-48FB-991D-D21002726D95}"/>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E1162765-96A8-40D4-9ED9-4DC6421B3BCB}"/>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D3D6E783-8E74-4364-A9C8-BACCE9ABD359}"/>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EA963E80-A5B5-499A-81EC-079EFA79B4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775774312"/>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C73B6561-21C0-45D6-B222-B247D0B9CB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6">
            <a:extLst xmlns:a="http://schemas.openxmlformats.org/drawingml/2006/main">
              <a:ext uri="{FF2B5EF4-FFF2-40B4-BE49-F238E27FC236}">
                <a16:creationId xmlns:a16="http://schemas.microsoft.com/office/drawing/2014/main" id="{07045769-4525-46FB-8331-E7D83C1728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하나의 Repository가 문제에 대응해 진화했다">
            <a:extLst xmlns:a="http://schemas.openxmlformats.org/drawingml/2006/main">
              <a:ext uri="{FF2B5EF4-FFF2-40B4-BE49-F238E27FC236}">
                <a16:creationId xmlns:a16="http://schemas.microsoft.com/office/drawing/2014/main" id="{AC57BE33-8ED3-4683-B38C-73376D8BBF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86447625-76C0-4140-85C3-ED6302B8C3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34 / S47 발표자료 발췌">
            <a:extLst xmlns:a="http://schemas.openxmlformats.org/drawingml/2006/main">
              <a:ext uri="{FF2B5EF4-FFF2-40B4-BE49-F238E27FC236}">
                <a16:creationId xmlns:a16="http://schemas.microsoft.com/office/drawing/2014/main" id="{524DFE0D-53C2-43A0-82CD-E21F748F0F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S34 / S47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1B4527B6-B198-4F13-94BC-171C139D61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DB6E3519-3993-42A9-92F5-A26EEE5F00F5}"/>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421A9A12-FE17-480A-B8C7-FB68B7F338F2}"/>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98FA1E89-02E8-423E-A3CE-8B24EA599E15}"/>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3559315E-8908-4CF0-B11A-F04371A9BE2F}"/>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FE4CFB7C-B70A-42B1-98F4-47083AC6E938}"/>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9685D68-6D16-49E8-98A2-F58375742120}"/>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76784927-4DBE-49E0-A4A0-A4A092A42004}"/>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6AB35492-E1C5-46C4-A9EF-ECE3E2FA28CE}"/>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6451B6CC-DEF4-4930-8D92-F7BDEF7BC2E6}"/>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E4F055DC-9DD3-4012-8498-D54E54071E8B}"/>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536E97D-A234-4AFD-B2F4-7836C23987A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79000432-FF59-4C96-B207-C33FBF23F9F0}"/>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1026779E-F54D-4094-8DF2-096E980090F7}"/>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BBDA861B-2DDC-4C60-8E87-89287D961CDC}"/>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54BC7BC2-D3D7-46D5-B6E9-F51ED1767CDF}"/>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FCB3370-366D-4C9E-8174-EA2C3B11495C}"/>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ADB6DE0F-C553-4341-81D3-E11B1B96261D}"/>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34070104-6684-4E7B-BBCD-D599342B4AF7}"/>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3A035711-E647-482F-BCE3-A4CE896AA1E0}"/>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049891B5-C6DB-4455-B7CC-4CDA2CED57FD}"/>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80867283-DCC8-49F6-B52D-0036A8D80DA1}"/>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FABF6EBF-8D4F-43FA-B501-50BFE3A57FCE}"/>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8F578D79-8862-4C8E-B926-45789FFEC7C0}"/>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6014ADF6-6A64-427C-B342-8D626C0646C7}"/>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0CEA9C8B-F543-4E0E-8CF9-03A42A5006B3}"/>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5864F751-9B74-4750-92D8-64EE72648EEB}"/>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95DFF076-C526-47FF-B4B1-CBABCA2AC8A5}"/>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A51B70C7-6DB2-4C1E-BF6B-E6AD307A456F}"/>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A0BB2C16-951D-407C-9E0C-40AFF5953423}"/>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12CA5F1-2C7A-4A4A-924A-5BA930BEC685}"/>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B4147416-7BDB-4434-9E09-7E26E6D9A83C}"/>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1759F8B5-C804-415C-9EC5-EB3C29A82CB3}"/>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48AA8722-1A72-4F72-9F44-DA83B34C7680}"/>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A69DEEDD-4890-4C24-876D-45F03C717748}"/>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836EEAE-717E-431B-B459-6507B9D965D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C71A928C-5091-4D95-BE2B-D2F80C3DEA38}"/>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CF883EB9-2C84-466F-A38C-4E1620047682}"/>
              </a:ext>
            </a:extLst>
          </p:cNvPr>
          <p:cNvPicPr>
            <a:picLocks xmlns:a="http://schemas.openxmlformats.org/drawingml/2006/main" noChangeAspect="1"/>
          </p:cNvPicPr>
          <p:nvPr/>
        </p:nvPicPr>
        <p:blipFill>
          <a:blip xmlns:r="http://schemas.openxmlformats.org/officeDocument/2006/relationships" xmlns:a="http://schemas.openxmlformats.org/drawingml/2006/main" r:embed="R6534ac98b15d4b48"/>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C1C548FC-A8F9-46A8-B972-932E750AE2F9}"/>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0D9A6A54-EBAF-4CC3-9A59-D662BA5AB3AB}"/>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BA49C216-D378-4827-B8FE-20E2AD765898}"/>
              </a:ext>
            </a:extLst>
          </p:cNvPr>
          <p:cNvPicPr>
            <a:picLocks xmlns:a="http://schemas.openxmlformats.org/drawingml/2006/main" noChangeAspect="1"/>
          </p:cNvPicPr>
          <p:nvPr/>
        </p:nvPicPr>
        <p:blipFill>
          <a:blip xmlns:r="http://schemas.openxmlformats.org/officeDocument/2006/relationships" xmlns:a="http://schemas.openxmlformats.org/drawingml/2006/main" r:embed="R1abd949877e04d98"/>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6A097CFF-8569-4FDA-8A8B-6F6CFFB37607}"/>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4 · STATE-02 → STATE-03">
            <a:extLst xmlns:a="http://schemas.openxmlformats.org/drawingml/2006/main">
              <a:ext uri="{FF2B5EF4-FFF2-40B4-BE49-F238E27FC236}">
                <a16:creationId xmlns:a16="http://schemas.microsoft.com/office/drawing/2014/main" id="{E1F8369C-6471-4A4A-BF48-3F8F3A029ACB}"/>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S34 · STATE-02 → STATE-03</a:t>
            </a:r>
          </a:p>
        </p:txBody>
      </p:sp>
      <p:pic>
        <p:nvPicPr>
          <p:cNvPr id="49" name="">
            <a:extLst xmlns:a="http://schemas.openxmlformats.org/drawingml/2006/main">
              <a:ext uri="{FF2B5EF4-FFF2-40B4-BE49-F238E27FC236}">
                <a16:creationId xmlns:a16="http://schemas.microsoft.com/office/drawing/2014/main" id="{2911A137-0589-4255-9B36-19AC88A49F69}"/>
              </a:ext>
            </a:extLst>
          </p:cNvPr>
          <p:cNvPicPr>
            <a:picLocks xmlns:a="http://schemas.openxmlformats.org/drawingml/2006/main" noChangeAspect="1"/>
          </p:cNvPicPr>
          <p:nvPr/>
        </p:nvPicPr>
        <p:blipFill>
          <a:blip xmlns:r="http://schemas.openxmlformats.org/officeDocument/2006/relationships" xmlns:a="http://schemas.openxmlformats.org/drawingml/2006/main" r:embed="R58746661192b4bd8"/>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2AA31F08-243D-4E0C-96BF-78C1030DD3B6}"/>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7 · STATE-04 → STATE-04-PERF">
            <a:extLst xmlns:a="http://schemas.openxmlformats.org/drawingml/2006/main">
              <a:ext uri="{FF2B5EF4-FFF2-40B4-BE49-F238E27FC236}">
                <a16:creationId xmlns:a16="http://schemas.microsoft.com/office/drawing/2014/main" id="{CE0AC61F-E7E2-4148-9681-602C39DD5D81}"/>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S47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EA537501-E59F-4A4E-8A2C-E238BAD7C8C0}"/>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210FF804-FCAD-4F19-BD0F-A2B826D0E4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8153937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5AAB5994-5700-40F3-AFE9-C260D2CA39D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7">
            <a:extLst xmlns:a="http://schemas.openxmlformats.org/drawingml/2006/main">
              <a:ext uri="{FF2B5EF4-FFF2-40B4-BE49-F238E27FC236}">
                <a16:creationId xmlns:a16="http://schemas.microsoft.com/office/drawing/2014/main" id="{A4966D8C-0A41-432B-B89B-A3C7CD9433D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필요성이 입증되지 않은 것은 보류했다">
            <a:extLst xmlns:a="http://schemas.openxmlformats.org/drawingml/2006/main">
              <a:ext uri="{FF2B5EF4-FFF2-40B4-BE49-F238E27FC236}">
                <a16:creationId xmlns:a16="http://schemas.microsoft.com/office/drawing/2014/main" id="{7B203F1B-4C7D-4B4D-AFBF-06A4DFA6B3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1FEB7CB8-7C16-4B23-B3D0-69C9C4F3FE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4BACAE61-2C4A-4752-8B23-C769C26BA4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EA5F8885-CB11-4B83-B69E-CE9A33EC00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F980E9D7-7EFA-416F-8538-E84E342D58E1}"/>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AE68F5EB-720E-4AA8-B1C4-01116D1FFBAA}"/>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AF975BF5-463D-49BA-8DD4-CDDBED99B995}"/>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80C08BC5-0613-402F-9F91-9A6BFD436D08}"/>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6C0E402-C5AA-4252-8CD7-B8CF406FE3B8}"/>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42BA8592-1EE9-4F4F-91E0-F1AF1628F2E5}"/>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24798A51-9442-4A4E-8D1C-9538F8FD38E7}"/>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51A4418C-EFD4-416C-9B98-85960087C471}"/>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4DA41572-3CCB-44F3-A6DC-2BE8670876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10403466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FF5DA6CD-C13F-453E-AA11-058E64FCBC5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8">
            <a:extLst xmlns:a="http://schemas.openxmlformats.org/drawingml/2006/main">
              <a:ext uri="{FF2B5EF4-FFF2-40B4-BE49-F238E27FC236}">
                <a16:creationId xmlns:a16="http://schemas.microsoft.com/office/drawing/2014/main" id="{81B3B9D5-8BA4-4847-BF13-D9D7F2977B0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위임이 늘어도 개발자 책임은 남는다">
            <a:extLst xmlns:a="http://schemas.openxmlformats.org/drawingml/2006/main">
              <a:ext uri="{FF2B5EF4-FFF2-40B4-BE49-F238E27FC236}">
                <a16:creationId xmlns:a16="http://schemas.microsoft.com/office/drawing/2014/main" id="{22ECE481-A1C2-4E74-95CE-DF2A4291F1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1BCAEC84-5DE6-4FD3-8200-ED159D2CD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0EA20469-5CA5-4657-B05E-F7BF037062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0075E86B-A526-41A0-B492-9312720489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75980BD6-8B4D-498D-8836-224776F63CD7}"/>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DF6FE831-8202-4E7E-B468-580799E22ECB}"/>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91F09F49-2FCC-4552-AE4B-98C2B8E22F82}"/>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B9165971-5532-42FD-9847-149BCC6D5323}"/>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D0394DE3-9A44-43FB-9AA4-67745EF59F0E}"/>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86BC465C-436E-436B-A3A2-37730D9AA4A2}"/>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DED0B40E-2A3B-432C-9200-A707F640FABF}"/>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F8505B17-5E68-408E-8E4C-80BB34AA6251}"/>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BC791A02-8C1D-4C88-8B80-2C3E26D970DD}"/>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A5FCC484-A6E9-4891-912A-7C35E9F59852}"/>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768AC2FA-01A0-47E9-8E3F-A8663083CF08}"/>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74F5A8DD-0607-4EF0-B419-9F12B89573C6}"/>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06A44B91-6F6A-450B-BF53-70F38581643D}"/>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D14E7F3-BD20-4EF4-8A13-426B082C65BE}"/>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EA47BCC1-812B-40C3-8396-49514EC7D31D}"/>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9F4E3A5A-A84B-42D4-9CEC-86C25A6984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04862625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5955111D-C241-4CD2-A226-9393CAF1367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9">
            <a:extLst xmlns:a="http://schemas.openxmlformats.org/drawingml/2006/main">
              <a:ext uri="{FF2B5EF4-FFF2-40B4-BE49-F238E27FC236}">
                <a16:creationId xmlns:a16="http://schemas.microsoft.com/office/drawing/2014/main" id="{CA2C09A7-D434-406E-A35D-96A0CAB0696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AI-Native Development는&#10;이 교육의 운영 모델">
            <a:extLst xmlns:a="http://schemas.openxmlformats.org/drawingml/2006/main">
              <a:ext uri="{FF2B5EF4-FFF2-40B4-BE49-F238E27FC236}">
                <a16:creationId xmlns:a16="http://schemas.microsoft.com/office/drawing/2014/main" id="{B18BB77E-6779-417B-A47A-C00982068A4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8B1F7676-B9AD-4189-9B67-04768A6FEA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8D934AC0-050C-4627-B1A7-401B29A9A5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13CDF40E-AFDF-4C2B-BFA6-D1FA575A7E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FAF17871-5C6B-4BD4-8EEB-7B70021C014D}"/>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D1DE3EA5-9D32-4801-B375-0D59CB28773F}"/>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96753DB2-F563-4A2F-A0D3-6853D3981CCE}"/>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93DB63CC-3C3D-4E15-8E16-15B798B74B15}"/>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AF61589D-7224-4530-8B47-049C712E30C6}"/>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7DF3C8AB-A258-4038-B45C-D5DE9510426B}"/>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056202FD-BC25-45A7-815C-C28DEE4905C8}"/>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02F90774-B3A3-41A7-8DC4-2859E67B46BF}"/>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532AC3A0-71E7-4140-B330-F5E1EF75AE33}"/>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1C66CFB1-9D31-41C8-8EA3-D677000AC354}"/>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023EBBB4-2EF1-4139-BAD3-C7465863B2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0578388"/>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5404C05D-4557-4F18-9CDD-FD650EA2899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0">
            <a:extLst xmlns:a="http://schemas.openxmlformats.org/drawingml/2006/main">
              <a:ext uri="{FF2B5EF4-FFF2-40B4-BE49-F238E27FC236}">
                <a16:creationId xmlns:a16="http://schemas.microsoft.com/office/drawing/2014/main" id="{D097EFB6-79C4-4698-BDAD-C4468607FB0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어느 Layer에서 마찰이 반복되는가?">
            <a:extLst xmlns:a="http://schemas.openxmlformats.org/drawingml/2006/main">
              <a:ext uri="{FF2B5EF4-FFF2-40B4-BE49-F238E27FC236}">
                <a16:creationId xmlns:a16="http://schemas.microsoft.com/office/drawing/2014/main" id="{F98B6A24-303C-4EF7-BED7-97B0521E06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877D4B69-F849-4959-BCFE-EB9011F996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74C65E3-67FA-44FD-B942-0C6220A47F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AB6DA13D-E93E-42A8-AEFA-DE6B49CF12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ED3218F2-9575-4A27-95F7-B7EE60903908}"/>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48F54433-3CF0-4F91-893F-CC2E1EE6AE7B}"/>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B25C79D-4C70-463C-A24B-5ABD8E99BC2D}"/>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5472B385-A407-48BA-BC4F-6283AE77623D}"/>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F5C840BF-BD9B-473B-B750-853A679319FB}"/>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0F906B79-0117-4A13-84E0-19F207067A7E}"/>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A576C950-C36F-4445-8E75-4C36A1C629BB}"/>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2FF78ED-C43D-44D0-A1CC-AC054B32E851}"/>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ECC03EBB-1100-4AAA-BC40-2D6909BA05B4}"/>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ADC95587-F7F8-4C21-8A47-4AEE451B2037}"/>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CD6D983-7FF0-4A3C-ACC9-46F0FF65F1AD}"/>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C3281882-4C51-457E-8C1B-C03E69F6D872}"/>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AA637EE-3507-48CF-B15E-1D24E97B8C6D}"/>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4467CAA6-1F20-49C7-8C95-BC1F763187E7}"/>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EE772A6B-E6AC-46D0-AD6D-349E55892FAE}"/>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1765B5D4-9555-446C-9F11-705CEE9EC2DD}"/>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87A9777F-10EF-4D6C-A6B4-DC9940B68404}"/>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43883B2F-1842-4C03-903E-55B032386D0E}"/>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A3734116-B77F-495B-80B2-4638EE252C27}"/>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6D744522-E010-4AEF-80C8-4767A274D37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08829800-AA0A-47F0-B148-B14ADBE26736}"/>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1337B89B-4971-4A14-B128-DDBDFEFB10A6}"/>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D10CE510-85F3-4A12-83BC-F979920CED19}"/>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BD3B15EB-FA84-45D6-9DC8-BEFA28A995EC}"/>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658FAB5B-CCBD-4A4E-A5A5-122CAAD1EAED}"/>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1C3FB644-C53E-4D93-9EA1-0717E1C7D0F6}"/>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5ECB89EB-757D-45D4-97FF-AD527C82D8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9247258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364CF249-A44D-467D-9D87-363492E0C95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1">
            <a:extLst xmlns:a="http://schemas.openxmlformats.org/drawingml/2006/main">
              <a:ext uri="{FF2B5EF4-FFF2-40B4-BE49-F238E27FC236}">
                <a16:creationId xmlns:a16="http://schemas.microsoft.com/office/drawing/2014/main" id="{4CBD82F0-E2E3-4B92-886E-BD31637EC28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작은 행동을 개인적으로 고른다">
            <a:extLst xmlns:a="http://schemas.openxmlformats.org/drawingml/2006/main">
              <a:ext uri="{FF2B5EF4-FFF2-40B4-BE49-F238E27FC236}">
                <a16:creationId xmlns:a16="http://schemas.microsoft.com/office/drawing/2014/main" id="{D1E52846-4E24-46EF-9EBB-47E65D01E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26C93B0F-41C8-4516-8D3A-89E64C7EB5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A6C3BC8E-4455-440A-8C31-FB925074C9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277527E6-A252-4FB2-906C-D9B6FA31E7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69EDD002-676E-4B6E-A0A2-A16E9FBE1E56}"/>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A92DE357-5968-4FDC-837D-6FE48F3ECEC4}"/>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33149CCA-B24D-468A-8B5A-950F45E548A5}"/>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8D79DE37-E242-40B4-BE7A-F61AE9DBEF3D}"/>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79277427-20BC-4C42-8479-F703C872A518}"/>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DB6E7A67-2322-4119-A91F-B3ACA9FFC402}"/>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C6410585-C9F8-481B-9FBC-AF9CB3A696D8}"/>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98947E3-B890-4F45-A5C9-457C8194F28B}"/>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068223E5-14EA-4F3D-A3B7-4AA86A4A65F6}"/>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7E8FF5BE-D250-4BAF-BABA-EBDCD8C2D4D3}"/>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4A730D8C-ED08-47DB-B5E6-4CC5A38459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33125699"/>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5E673E70-70A6-431A-986E-BB870E62CD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2">
            <a:extLst xmlns:a="http://schemas.openxmlformats.org/drawingml/2006/main">
              <a:ext uri="{FF2B5EF4-FFF2-40B4-BE49-F238E27FC236}">
                <a16:creationId xmlns:a16="http://schemas.microsoft.com/office/drawing/2014/main" id="{F887020E-FB46-4489-87E3-31B3CBA01E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Q&amp;A와 교육 마무리">
            <a:extLst xmlns:a="http://schemas.openxmlformats.org/drawingml/2006/main">
              <a:ext uri="{FF2B5EF4-FFF2-40B4-BE49-F238E27FC236}">
                <a16:creationId xmlns:a16="http://schemas.microsoft.com/office/drawing/2014/main" id="{1F25FA6D-66FF-443E-9FCE-E6DC69211E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CAB68D48-4F96-46D9-ACB4-C31955CFE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5B5E36F6-BEB1-4A93-96F3-1572443BCB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F04B354F-16C8-487F-B5B4-1C05A45275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361C13D2-2261-4914-AB2C-5BA7918B8073}"/>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FFED79DD-E700-4CA8-926F-D59B848F5C4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03490A2A-25DD-494A-B806-035B1F1E55B6}"/>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C8774CFE-C8D5-405A-8F1D-CF0359BA007C}"/>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2C8DBF2E-7457-432E-9457-D599937647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41359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2026-10-21T13:09:41.5050000Z</dcterms:created>
  <dcterms:modified xsi:type="dcterms:W3CDTF">2026-10-21T13:09:41.5050000Z</dcterms:modified>
</coreProperties>
</file>