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da3d9ab8ad84925" /><Relationship Type="http://schemas.openxmlformats.org/officeDocument/2006/relationships/extended-properties" Target="/docProps/app.xml" Id="R695a43865b37472f" /><Relationship Type="http://schemas.openxmlformats.org/officeDocument/2006/relationships/officeDocument" Target="/ppt/presentation.xml" Id="Rd4a7fbae59754265" /></Relationships>
</file>

<file path=ppt/presentation.xml><?xml version="1.0" encoding="utf-8"?>
<p:presentation xmlns:p="http://schemas.openxmlformats.org/presentationml/2006/main">
  <p:sldMasterIdLst>
    <p:sldMasterId xmlns:r="http://schemas.openxmlformats.org/officeDocument/2006/relationships" id="2147483648" r:id="R6284a1071be94925"/>
  </p:sldMasterIdLst>
  <p:notesMasterIdLst>
    <p:notesMasterId xmlns:r="http://schemas.openxmlformats.org/officeDocument/2006/relationships" r:id="R7b29079b21c34851"/>
  </p:notesMasterIdLst>
  <p:sldIdLst>
    <p:sldId xmlns:r="http://schemas.openxmlformats.org/officeDocument/2006/relationships" id="256" r:id="R40a9f967b3294dac"/>
    <p:sldId xmlns:r="http://schemas.openxmlformats.org/officeDocument/2006/relationships" id="257" r:id="R5879f093ce3a46a5"/>
    <p:sldId xmlns:r="http://schemas.openxmlformats.org/officeDocument/2006/relationships" id="258" r:id="R48390ef18739465e"/>
    <p:sldId xmlns:r="http://schemas.openxmlformats.org/officeDocument/2006/relationships" id="259" r:id="R18315596147547de"/>
    <p:sldId xmlns:r="http://schemas.openxmlformats.org/officeDocument/2006/relationships" id="260" r:id="Rf48bbe36066e473a"/>
    <p:sldId xmlns:r="http://schemas.openxmlformats.org/officeDocument/2006/relationships" id="261" r:id="R5f1264a4c70a48e6"/>
    <p:sldId xmlns:r="http://schemas.openxmlformats.org/officeDocument/2006/relationships" id="262" r:id="R332042456f6848fa"/>
    <p:sldId xmlns:r="http://schemas.openxmlformats.org/officeDocument/2006/relationships" id="263" r:id="R8d6286b32a494b9c"/>
    <p:sldId xmlns:r="http://schemas.openxmlformats.org/officeDocument/2006/relationships" id="264" r:id="R2be387d3c7534d9a"/>
    <p:sldId xmlns:r="http://schemas.openxmlformats.org/officeDocument/2006/relationships" id="265" r:id="Ra59979f36697401d"/>
    <p:sldId xmlns:r="http://schemas.openxmlformats.org/officeDocument/2006/relationships" id="266" r:id="Rc259e28e573f43dc"/>
    <p:sldId xmlns:r="http://schemas.openxmlformats.org/officeDocument/2006/relationships" id="267" r:id="R6b7f06744b0a4c07"/>
    <p:sldId xmlns:r="http://schemas.openxmlformats.org/officeDocument/2006/relationships" id="268" r:id="Rf22e6d72134c4717"/>
    <p:sldId xmlns:r="http://schemas.openxmlformats.org/officeDocument/2006/relationships" id="269" r:id="R9a74f403dbc5422f"/>
    <p:sldId xmlns:r="http://schemas.openxmlformats.org/officeDocument/2006/relationships" id="270" r:id="R307217b1d0d64341"/>
    <p:sldId xmlns:r="http://schemas.openxmlformats.org/officeDocument/2006/relationships" id="271" r:id="R86c20e0b86d34566"/>
    <p:sldId xmlns:r="http://schemas.openxmlformats.org/officeDocument/2006/relationships" id="272" r:id="R64332d3fc51148ca"/>
    <p:sldId xmlns:r="http://schemas.openxmlformats.org/officeDocument/2006/relationships" id="273" r:id="R4c54fcdf4aaf49b3"/>
    <p:sldId xmlns:r="http://schemas.openxmlformats.org/officeDocument/2006/relationships" id="274" r:id="Rb2cf7a3f4c50489f"/>
    <p:sldId xmlns:r="http://schemas.openxmlformats.org/officeDocument/2006/relationships" id="275" r:id="R038241e3c18c4b86"/>
    <p:sldId xmlns:r="http://schemas.openxmlformats.org/officeDocument/2006/relationships" id="276" r:id="R309b562401cb473e"/>
    <p:sldId xmlns:r="http://schemas.openxmlformats.org/officeDocument/2006/relationships" id="277" r:id="Rfa1df638e54b4c2c"/>
    <p:sldId xmlns:r="http://schemas.openxmlformats.org/officeDocument/2006/relationships" id="278" r:id="R3fb53a18b7a64abf"/>
    <p:sldId xmlns:r="http://schemas.openxmlformats.org/officeDocument/2006/relationships" id="279" r:id="R327ea293cabf4f7d"/>
    <p:sldId xmlns:r="http://schemas.openxmlformats.org/officeDocument/2006/relationships" id="280" r:id="R909acaf5a49b46fd"/>
    <p:sldId xmlns:r="http://schemas.openxmlformats.org/officeDocument/2006/relationships" id="281" r:id="R14bd10c51b9e4756"/>
    <p:sldId xmlns:r="http://schemas.openxmlformats.org/officeDocument/2006/relationships" id="282" r:id="R41c4b6c5399e493e"/>
    <p:sldId xmlns:r="http://schemas.openxmlformats.org/officeDocument/2006/relationships" id="283" r:id="R8cfe93b71c044e2e"/>
    <p:sldId xmlns:r="http://schemas.openxmlformats.org/officeDocument/2006/relationships" id="284" r:id="Re62ca8d4b1064e21"/>
    <p:sldId xmlns:r="http://schemas.openxmlformats.org/officeDocument/2006/relationships" id="285" r:id="Rc369de3a46ae4c37"/>
    <p:sldId xmlns:r="http://schemas.openxmlformats.org/officeDocument/2006/relationships" id="286" r:id="R4948b509d0ee4346"/>
    <p:sldId xmlns:r="http://schemas.openxmlformats.org/officeDocument/2006/relationships" id="287" r:id="R841eadb258a242c6"/>
    <p:sldId xmlns:r="http://schemas.openxmlformats.org/officeDocument/2006/relationships" id="288" r:id="R41dabb0017994883"/>
    <p:sldId xmlns:r="http://schemas.openxmlformats.org/officeDocument/2006/relationships" id="289" r:id="R381d2a40040e4f7c"/>
    <p:sldId xmlns:r="http://schemas.openxmlformats.org/officeDocument/2006/relationships" id="290" r:id="R5db5775735ba45e9"/>
    <p:sldId xmlns:r="http://schemas.openxmlformats.org/officeDocument/2006/relationships" id="291" r:id="R0937612274df4325"/>
    <p:sldId xmlns:r="http://schemas.openxmlformats.org/officeDocument/2006/relationships" id="292" r:id="R5045b394b84d4187"/>
    <p:sldId xmlns:r="http://schemas.openxmlformats.org/officeDocument/2006/relationships" id="293" r:id="R47ddd3398ae04f4f"/>
    <p:sldId xmlns:r="http://schemas.openxmlformats.org/officeDocument/2006/relationships" id="294" r:id="R6355fc8a2a92478d"/>
    <p:sldId xmlns:r="http://schemas.openxmlformats.org/officeDocument/2006/relationships" id="295" r:id="Rc85375f3c3c846dc"/>
    <p:sldId xmlns:r="http://schemas.openxmlformats.org/officeDocument/2006/relationships" id="296" r:id="R1e9ea52d96864611"/>
    <p:sldId xmlns:r="http://schemas.openxmlformats.org/officeDocument/2006/relationships" id="297" r:id="R2943917244484b07"/>
    <p:sldId xmlns:r="http://schemas.openxmlformats.org/officeDocument/2006/relationships" id="298" r:id="Rec18d6c6b01e4bab"/>
    <p:sldId xmlns:r="http://schemas.openxmlformats.org/officeDocument/2006/relationships" id="299" r:id="R0af6005dacbd4e3a"/>
    <p:sldId xmlns:r="http://schemas.openxmlformats.org/officeDocument/2006/relationships" id="300" r:id="R5d44541898dd4930"/>
    <p:sldId xmlns:r="http://schemas.openxmlformats.org/officeDocument/2006/relationships" id="301" r:id="R010fb7ed4f534a7e"/>
    <p:sldId xmlns:r="http://schemas.openxmlformats.org/officeDocument/2006/relationships" id="302" r:id="R6953330856784cd3"/>
    <p:sldId xmlns:r="http://schemas.openxmlformats.org/officeDocument/2006/relationships" id="303" r:id="Re92218f19b564983"/>
    <p:sldId xmlns:r="http://schemas.openxmlformats.org/officeDocument/2006/relationships" id="304" r:id="Ra57369fc6a194b34"/>
    <p:sldId xmlns:r="http://schemas.openxmlformats.org/officeDocument/2006/relationships" id="305" r:id="R9e82a545ee8d4d41"/>
    <p:sldId xmlns:r="http://schemas.openxmlformats.org/officeDocument/2006/relationships" id="306" r:id="Ra09f6dcb9a424493"/>
    <p:sldId xmlns:r="http://schemas.openxmlformats.org/officeDocument/2006/relationships" id="307" r:id="R62df5eda452e489d"/>
    <p:sldId xmlns:r="http://schemas.openxmlformats.org/officeDocument/2006/relationships" id="308" r:id="R7225ecfbc99f4d21"/>
    <p:sldId xmlns:r="http://schemas.openxmlformats.org/officeDocument/2006/relationships" id="309" r:id="R373a282c0d744ff5"/>
    <p:sldId xmlns:r="http://schemas.openxmlformats.org/officeDocument/2006/relationships" id="310" r:id="R960b0e6d0eec4965"/>
    <p:sldId xmlns:r="http://schemas.openxmlformats.org/officeDocument/2006/relationships" id="311" r:id="Rc60288b7524b414b"/>
    <p:sldId xmlns:r="http://schemas.openxmlformats.org/officeDocument/2006/relationships" id="312" r:id="Rd43fa9b4011b4c8c"/>
    <p:sldId xmlns:r="http://schemas.openxmlformats.org/officeDocument/2006/relationships" id="313" r:id="R966f5da32b64483d"/>
    <p:sldId xmlns:r="http://schemas.openxmlformats.org/officeDocument/2006/relationships" id="314" r:id="R3444db7100bf4a3b"/>
    <p:sldId xmlns:r="http://schemas.openxmlformats.org/officeDocument/2006/relationships" id="315" r:id="R2683963202ee4f9e"/>
    <p:sldId xmlns:r="http://schemas.openxmlformats.org/officeDocument/2006/relationships" id="316" r:id="Rc85528ef985f4628"/>
    <p:sldId xmlns:r="http://schemas.openxmlformats.org/officeDocument/2006/relationships" id="317" r:id="Ra3267a8a5a854a34"/>
    <p:sldId xmlns:r="http://schemas.openxmlformats.org/officeDocument/2006/relationships" id="318" r:id="R9586173c6a714511"/>
    <p:sldId xmlns:r="http://schemas.openxmlformats.org/officeDocument/2006/relationships" id="319" r:id="Rcc467a5c51c94ee3"/>
    <p:sldId xmlns:r="http://schemas.openxmlformats.org/officeDocument/2006/relationships" id="320" r:id="R96267e09106444fa"/>
    <p:sldId xmlns:r="http://schemas.openxmlformats.org/officeDocument/2006/relationships" id="321" r:id="R5db892a9686f403d"/>
    <p:sldId xmlns:r="http://schemas.openxmlformats.org/officeDocument/2006/relationships" id="322" r:id="R79e044eb0728474a"/>
    <p:sldId xmlns:r="http://schemas.openxmlformats.org/officeDocument/2006/relationships" id="323" r:id="R5c63b55486a04547"/>
    <p:sldId xmlns:r="http://schemas.openxmlformats.org/officeDocument/2006/relationships" id="324" r:id="Re1c78bbf48c14e0d"/>
    <p:sldId xmlns:r="http://schemas.openxmlformats.org/officeDocument/2006/relationships" id="325" r:id="Rd146efd31cb5409a"/>
    <p:sldId xmlns:r="http://schemas.openxmlformats.org/officeDocument/2006/relationships" id="326" r:id="Rc6ec342d3c064647"/>
    <p:sldId xmlns:r="http://schemas.openxmlformats.org/officeDocument/2006/relationships" id="327" r:id="R652a2c9b98fa4d42"/>
    <p:sldId xmlns:r="http://schemas.openxmlformats.org/officeDocument/2006/relationships" id="328" r:id="R2ee8d86a0ebc43f8"/>
    <p:sldId xmlns:r="http://schemas.openxmlformats.org/officeDocument/2006/relationships" id="329" r:id="R76d5da1269ca41e1"/>
    <p:sldId xmlns:r="http://schemas.openxmlformats.org/officeDocument/2006/relationships" id="330" r:id="R2704617fbe554c02"/>
    <p:sldId xmlns:r="http://schemas.openxmlformats.org/officeDocument/2006/relationships" id="331" r:id="R5f76e70fcb914a30"/>
    <p:sldId xmlns:r="http://schemas.openxmlformats.org/officeDocument/2006/relationships" id="332" r:id="R35afb67ce9a6451c"/>
    <p:sldId xmlns:r="http://schemas.openxmlformats.org/officeDocument/2006/relationships" id="333" r:id="Rf043d73441e84fbd"/>
    <p:sldId xmlns:r="http://schemas.openxmlformats.org/officeDocument/2006/relationships" id="334" r:id="R6f471a04a34448b2"/>
    <p:sldId xmlns:r="http://schemas.openxmlformats.org/officeDocument/2006/relationships" id="335" r:id="R2e28d553a86748b1"/>
    <p:sldId xmlns:r="http://schemas.openxmlformats.org/officeDocument/2006/relationships" id="336" r:id="R6fffa60e476b41c3"/>
    <p:sldId xmlns:r="http://schemas.openxmlformats.org/officeDocument/2006/relationships" id="337" r:id="Rf047221b3af5420e"/>
    <p:sldId xmlns:r="http://schemas.openxmlformats.org/officeDocument/2006/relationships" id="338" r:id="R086242628fe84b27"/>
    <p:sldId xmlns:r="http://schemas.openxmlformats.org/officeDocument/2006/relationships" id="339" r:id="R473b793a53624d90"/>
    <p:sldId xmlns:r="http://schemas.openxmlformats.org/officeDocument/2006/relationships" id="340" r:id="Rcf1b6beb615a4e6d"/>
    <p:sldId xmlns:r="http://schemas.openxmlformats.org/officeDocument/2006/relationships" id="341" r:id="Ra481792f52a041ce"/>
    <p:sldId xmlns:r="http://schemas.openxmlformats.org/officeDocument/2006/relationships" id="342" r:id="Rd920fb8210284264"/>
    <p:sldId xmlns:r="http://schemas.openxmlformats.org/officeDocument/2006/relationships" id="343" r:id="Ree92dd1855174aee"/>
    <p:sldId xmlns:r="http://schemas.openxmlformats.org/officeDocument/2006/relationships" id="344" r:id="R0a5a4e73c2234abc"/>
    <p:sldId xmlns:r="http://schemas.openxmlformats.org/officeDocument/2006/relationships" id="345" r:id="R1176136e7bfb440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47797c1a9d41f5" /><Relationship Type="http://schemas.openxmlformats.org/officeDocument/2006/relationships/slideMaster" Target="/ppt/slideMasters/slideMaster1.xml" Id="R6284a1071be94925" /><Relationship Type="http://schemas.openxmlformats.org/officeDocument/2006/relationships/notesMaster" Target="/ppt/notesMasters/notesMaster1.xml" Id="R7b29079b21c34851" /><Relationship Type="http://schemas.openxmlformats.org/officeDocument/2006/relationships/presProps" Target="/ppt/presProps.xml" Id="R60785f68025045de" /><Relationship Type="http://schemas.openxmlformats.org/officeDocument/2006/relationships/tableStyles" Target="/ppt/tableStyles.xml" Id="R7d7943055d594fed" /><Relationship Type="http://schemas.openxmlformats.org/officeDocument/2006/relationships/slide" Target="/ppt/slides/slide1.xml" Id="R40a9f967b3294dac" /><Relationship Type="http://schemas.openxmlformats.org/officeDocument/2006/relationships/slide" Target="/ppt/slides/slide2.xml" Id="R5879f093ce3a46a5" /><Relationship Type="http://schemas.openxmlformats.org/officeDocument/2006/relationships/slide" Target="/ppt/slides/slide3.xml" Id="R48390ef18739465e" /><Relationship Type="http://schemas.openxmlformats.org/officeDocument/2006/relationships/slide" Target="/ppt/slides/slide4.xml" Id="R18315596147547de" /><Relationship Type="http://schemas.openxmlformats.org/officeDocument/2006/relationships/slide" Target="/ppt/slides/slide5.xml" Id="Rf48bbe36066e473a" /><Relationship Type="http://schemas.openxmlformats.org/officeDocument/2006/relationships/slide" Target="/ppt/slides/slide6.xml" Id="R5f1264a4c70a48e6" /><Relationship Type="http://schemas.openxmlformats.org/officeDocument/2006/relationships/slide" Target="/ppt/slides/slide7.xml" Id="R332042456f6848fa" /><Relationship Type="http://schemas.openxmlformats.org/officeDocument/2006/relationships/slide" Target="/ppt/slides/slide8.xml" Id="R8d6286b32a494b9c" /><Relationship Type="http://schemas.openxmlformats.org/officeDocument/2006/relationships/slide" Target="/ppt/slides/slide9.xml" Id="R2be387d3c7534d9a" /><Relationship Type="http://schemas.openxmlformats.org/officeDocument/2006/relationships/slide" Target="/ppt/slides/slide10.xml" Id="Ra59979f36697401d" /><Relationship Type="http://schemas.openxmlformats.org/officeDocument/2006/relationships/slide" Target="/ppt/slides/slide11.xml" Id="Rc259e28e573f43dc" /><Relationship Type="http://schemas.openxmlformats.org/officeDocument/2006/relationships/slide" Target="/ppt/slides/slide12.xml" Id="R6b7f06744b0a4c07" /><Relationship Type="http://schemas.openxmlformats.org/officeDocument/2006/relationships/slide" Target="/ppt/slides/slide13.xml" Id="Rf22e6d72134c4717" /><Relationship Type="http://schemas.openxmlformats.org/officeDocument/2006/relationships/slide" Target="/ppt/slides/slide14.xml" Id="R9a74f403dbc5422f" /><Relationship Type="http://schemas.openxmlformats.org/officeDocument/2006/relationships/slide" Target="/ppt/slides/slide15.xml" Id="R307217b1d0d64341" /><Relationship Type="http://schemas.openxmlformats.org/officeDocument/2006/relationships/slide" Target="/ppt/slides/slide16.xml" Id="R86c20e0b86d34566" /><Relationship Type="http://schemas.openxmlformats.org/officeDocument/2006/relationships/slide" Target="/ppt/slides/slide17.xml" Id="R64332d3fc51148ca" /><Relationship Type="http://schemas.openxmlformats.org/officeDocument/2006/relationships/slide" Target="/ppt/slides/slide18.xml" Id="R4c54fcdf4aaf49b3" /><Relationship Type="http://schemas.openxmlformats.org/officeDocument/2006/relationships/slide" Target="/ppt/slides/slide19.xml" Id="Rb2cf7a3f4c50489f" /><Relationship Type="http://schemas.openxmlformats.org/officeDocument/2006/relationships/slide" Target="/ppt/slides/slide20.xml" Id="R038241e3c18c4b86" /><Relationship Type="http://schemas.openxmlformats.org/officeDocument/2006/relationships/slide" Target="/ppt/slides/slide21.xml" Id="R309b562401cb473e" /><Relationship Type="http://schemas.openxmlformats.org/officeDocument/2006/relationships/slide" Target="/ppt/slides/slide22.xml" Id="Rfa1df638e54b4c2c" /><Relationship Type="http://schemas.openxmlformats.org/officeDocument/2006/relationships/slide" Target="/ppt/slides/slide23.xml" Id="R3fb53a18b7a64abf" /><Relationship Type="http://schemas.openxmlformats.org/officeDocument/2006/relationships/slide" Target="/ppt/slides/slide24.xml" Id="R327ea293cabf4f7d" /><Relationship Type="http://schemas.openxmlformats.org/officeDocument/2006/relationships/slide" Target="/ppt/slides/slide25.xml" Id="R909acaf5a49b46fd" /><Relationship Type="http://schemas.openxmlformats.org/officeDocument/2006/relationships/slide" Target="/ppt/slides/slide26.xml" Id="R14bd10c51b9e4756" /><Relationship Type="http://schemas.openxmlformats.org/officeDocument/2006/relationships/slide" Target="/ppt/slides/slide27.xml" Id="R41c4b6c5399e493e" /><Relationship Type="http://schemas.openxmlformats.org/officeDocument/2006/relationships/slide" Target="/ppt/slides/slide28.xml" Id="R8cfe93b71c044e2e" /><Relationship Type="http://schemas.openxmlformats.org/officeDocument/2006/relationships/slide" Target="/ppt/slides/slide29.xml" Id="Re62ca8d4b1064e21" /><Relationship Type="http://schemas.openxmlformats.org/officeDocument/2006/relationships/slide" Target="/ppt/slides/slide30.xml" Id="Rc369de3a46ae4c37" /><Relationship Type="http://schemas.openxmlformats.org/officeDocument/2006/relationships/slide" Target="/ppt/slides/slide31.xml" Id="R4948b509d0ee4346" /><Relationship Type="http://schemas.openxmlformats.org/officeDocument/2006/relationships/slide" Target="/ppt/slides/slide32.xml" Id="R841eadb258a242c6" /><Relationship Type="http://schemas.openxmlformats.org/officeDocument/2006/relationships/slide" Target="/ppt/slides/slide33.xml" Id="R41dabb0017994883" /><Relationship Type="http://schemas.openxmlformats.org/officeDocument/2006/relationships/slide" Target="/ppt/slides/slide34.xml" Id="R381d2a40040e4f7c" /><Relationship Type="http://schemas.openxmlformats.org/officeDocument/2006/relationships/slide" Target="/ppt/slides/slide35.xml" Id="R5db5775735ba45e9" /><Relationship Type="http://schemas.openxmlformats.org/officeDocument/2006/relationships/slide" Target="/ppt/slides/slide36.xml" Id="R0937612274df4325" /><Relationship Type="http://schemas.openxmlformats.org/officeDocument/2006/relationships/slide" Target="/ppt/slides/slide37.xml" Id="R5045b394b84d4187" /><Relationship Type="http://schemas.openxmlformats.org/officeDocument/2006/relationships/slide" Target="/ppt/slides/slide38.xml" Id="R47ddd3398ae04f4f" /><Relationship Type="http://schemas.openxmlformats.org/officeDocument/2006/relationships/slide" Target="/ppt/slides/slide39.xml" Id="R6355fc8a2a92478d" /><Relationship Type="http://schemas.openxmlformats.org/officeDocument/2006/relationships/slide" Target="/ppt/slides/slide40.xml" Id="Rc85375f3c3c846dc" /><Relationship Type="http://schemas.openxmlformats.org/officeDocument/2006/relationships/slide" Target="/ppt/slides/slide41.xml" Id="R1e9ea52d96864611" /><Relationship Type="http://schemas.openxmlformats.org/officeDocument/2006/relationships/slide" Target="/ppt/slides/slide42.xml" Id="R2943917244484b07" /><Relationship Type="http://schemas.openxmlformats.org/officeDocument/2006/relationships/slide" Target="/ppt/slides/slide43.xml" Id="Rec18d6c6b01e4bab" /><Relationship Type="http://schemas.openxmlformats.org/officeDocument/2006/relationships/slide" Target="/ppt/slides/slide44.xml" Id="R0af6005dacbd4e3a" /><Relationship Type="http://schemas.openxmlformats.org/officeDocument/2006/relationships/slide" Target="/ppt/slides/slide45.xml" Id="R5d44541898dd4930" /><Relationship Type="http://schemas.openxmlformats.org/officeDocument/2006/relationships/slide" Target="/ppt/slides/slide46.xml" Id="R010fb7ed4f534a7e" /><Relationship Type="http://schemas.openxmlformats.org/officeDocument/2006/relationships/slide" Target="/ppt/slides/slide47.xml" Id="R6953330856784cd3" /><Relationship Type="http://schemas.openxmlformats.org/officeDocument/2006/relationships/slide" Target="/ppt/slides/slide48.xml" Id="Re92218f19b564983" /><Relationship Type="http://schemas.openxmlformats.org/officeDocument/2006/relationships/slide" Target="/ppt/slides/slide49.xml" Id="Ra57369fc6a194b34" /><Relationship Type="http://schemas.openxmlformats.org/officeDocument/2006/relationships/slide" Target="/ppt/slides/slide50.xml" Id="R9e82a545ee8d4d41" /><Relationship Type="http://schemas.openxmlformats.org/officeDocument/2006/relationships/slide" Target="/ppt/slides/slide51.xml" Id="Ra09f6dcb9a424493" /><Relationship Type="http://schemas.openxmlformats.org/officeDocument/2006/relationships/slide" Target="/ppt/slides/slide52.xml" Id="R62df5eda452e489d" /><Relationship Type="http://schemas.openxmlformats.org/officeDocument/2006/relationships/slide" Target="/ppt/slides/slide53.xml" Id="R7225ecfbc99f4d21" /><Relationship Type="http://schemas.openxmlformats.org/officeDocument/2006/relationships/slide" Target="/ppt/slides/slide54.xml" Id="R373a282c0d744ff5" /><Relationship Type="http://schemas.openxmlformats.org/officeDocument/2006/relationships/slide" Target="/ppt/slides/slide55.xml" Id="R960b0e6d0eec4965" /><Relationship Type="http://schemas.openxmlformats.org/officeDocument/2006/relationships/slide" Target="/ppt/slides/slide56.xml" Id="Rc60288b7524b414b" /><Relationship Type="http://schemas.openxmlformats.org/officeDocument/2006/relationships/slide" Target="/ppt/slides/slide57.xml" Id="Rd43fa9b4011b4c8c" /><Relationship Type="http://schemas.openxmlformats.org/officeDocument/2006/relationships/slide" Target="/ppt/slides/slide58.xml" Id="R966f5da32b64483d" /><Relationship Type="http://schemas.openxmlformats.org/officeDocument/2006/relationships/slide" Target="/ppt/slides/slide59.xml" Id="R3444db7100bf4a3b" /><Relationship Type="http://schemas.openxmlformats.org/officeDocument/2006/relationships/slide" Target="/ppt/slides/slide60.xml" Id="R2683963202ee4f9e" /><Relationship Type="http://schemas.openxmlformats.org/officeDocument/2006/relationships/slide" Target="/ppt/slides/slide61.xml" Id="Rc85528ef985f4628" /><Relationship Type="http://schemas.openxmlformats.org/officeDocument/2006/relationships/slide" Target="/ppt/slides/slide62.xml" Id="Ra3267a8a5a854a34" /><Relationship Type="http://schemas.openxmlformats.org/officeDocument/2006/relationships/slide" Target="/ppt/slides/slide63.xml" Id="R9586173c6a714511" /><Relationship Type="http://schemas.openxmlformats.org/officeDocument/2006/relationships/slide" Target="/ppt/slides/slide64.xml" Id="Rcc467a5c51c94ee3" /><Relationship Type="http://schemas.openxmlformats.org/officeDocument/2006/relationships/slide" Target="/ppt/slides/slide65.xml" Id="R96267e09106444fa" /><Relationship Type="http://schemas.openxmlformats.org/officeDocument/2006/relationships/slide" Target="/ppt/slides/slide66.xml" Id="R5db892a9686f403d" /><Relationship Type="http://schemas.openxmlformats.org/officeDocument/2006/relationships/slide" Target="/ppt/slides/slide67.xml" Id="R79e044eb0728474a" /><Relationship Type="http://schemas.openxmlformats.org/officeDocument/2006/relationships/slide" Target="/ppt/slides/slide68.xml" Id="R5c63b55486a04547" /><Relationship Type="http://schemas.openxmlformats.org/officeDocument/2006/relationships/slide" Target="/ppt/slides/slide69.xml" Id="Re1c78bbf48c14e0d" /><Relationship Type="http://schemas.openxmlformats.org/officeDocument/2006/relationships/slide" Target="/ppt/slides/slide70.xml" Id="Rd146efd31cb5409a" /><Relationship Type="http://schemas.openxmlformats.org/officeDocument/2006/relationships/slide" Target="/ppt/slides/slide71.xml" Id="Rc6ec342d3c064647" /><Relationship Type="http://schemas.openxmlformats.org/officeDocument/2006/relationships/slide" Target="/ppt/slides/slide72.xml" Id="R652a2c9b98fa4d42" /><Relationship Type="http://schemas.openxmlformats.org/officeDocument/2006/relationships/slide" Target="/ppt/slides/slide73.xml" Id="R2ee8d86a0ebc43f8" /><Relationship Type="http://schemas.openxmlformats.org/officeDocument/2006/relationships/slide" Target="/ppt/slides/slide74.xml" Id="R76d5da1269ca41e1" /><Relationship Type="http://schemas.openxmlformats.org/officeDocument/2006/relationships/slide" Target="/ppt/slides/slide75.xml" Id="R2704617fbe554c02" /><Relationship Type="http://schemas.openxmlformats.org/officeDocument/2006/relationships/slide" Target="/ppt/slides/slide76.xml" Id="R5f76e70fcb914a30" /><Relationship Type="http://schemas.openxmlformats.org/officeDocument/2006/relationships/slide" Target="/ppt/slides/slide77.xml" Id="R35afb67ce9a6451c" /><Relationship Type="http://schemas.openxmlformats.org/officeDocument/2006/relationships/slide" Target="/ppt/slides/slide78.xml" Id="Rf043d73441e84fbd" /><Relationship Type="http://schemas.openxmlformats.org/officeDocument/2006/relationships/slide" Target="/ppt/slides/slide79.xml" Id="R6f471a04a34448b2" /><Relationship Type="http://schemas.openxmlformats.org/officeDocument/2006/relationships/slide" Target="/ppt/slides/slide80.xml" Id="R2e28d553a86748b1" /><Relationship Type="http://schemas.openxmlformats.org/officeDocument/2006/relationships/slide" Target="/ppt/slides/slide81.xml" Id="R6fffa60e476b41c3" /><Relationship Type="http://schemas.openxmlformats.org/officeDocument/2006/relationships/slide" Target="/ppt/slides/slide82.xml" Id="Rf047221b3af5420e" /><Relationship Type="http://schemas.openxmlformats.org/officeDocument/2006/relationships/slide" Target="/ppt/slides/slide83.xml" Id="R086242628fe84b27" /><Relationship Type="http://schemas.openxmlformats.org/officeDocument/2006/relationships/slide" Target="/ppt/slides/slide84.xml" Id="R473b793a53624d90" /><Relationship Type="http://schemas.openxmlformats.org/officeDocument/2006/relationships/slide" Target="/ppt/slides/slide85.xml" Id="Rcf1b6beb615a4e6d" /><Relationship Type="http://schemas.openxmlformats.org/officeDocument/2006/relationships/slide" Target="/ppt/slides/slide86.xml" Id="Ra481792f52a041ce" /><Relationship Type="http://schemas.openxmlformats.org/officeDocument/2006/relationships/slide" Target="/ppt/slides/slide87.xml" Id="Rd920fb8210284264" /><Relationship Type="http://schemas.openxmlformats.org/officeDocument/2006/relationships/slide" Target="/ppt/slides/slide88.xml" Id="Ree92dd1855174aee" /><Relationship Type="http://schemas.openxmlformats.org/officeDocument/2006/relationships/slide" Target="/ppt/slides/slide89.xml" Id="R0a5a4e73c2234abc" /><Relationship Type="http://schemas.openxmlformats.org/officeDocument/2006/relationships/slide" Target="/ppt/slides/slide90.xml" Id="R1176136e7bfb44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d11daa2da74e5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5adb4bdca8a457b" /><Relationship Type="http://schemas.openxmlformats.org/officeDocument/2006/relationships/notesMaster" Target="/ppt/notesMasters/notesMaster1.xml" Id="R1a0b313f0bad46e0"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7442ac1424467e" /><Relationship Type="http://schemas.openxmlformats.org/officeDocument/2006/relationships/notesMaster" Target="/ppt/notesMasters/notesMaster1.xml" Id="R4557409ee8e04c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abbb25e31444117" /><Relationship Type="http://schemas.openxmlformats.org/officeDocument/2006/relationships/notesMaster" Target="/ppt/notesMasters/notesMaster1.xml" Id="Rc02c31f70e3448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e77b60ad29b4386" /><Relationship Type="http://schemas.openxmlformats.org/officeDocument/2006/relationships/notesMaster" Target="/ppt/notesMasters/notesMaster1.xml" Id="R8a8907772c5547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b967836018412e" /><Relationship Type="http://schemas.openxmlformats.org/officeDocument/2006/relationships/notesMaster" Target="/ppt/notesMasters/notesMaster1.xml" Id="R9687801eab3745b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3a3024a31774259" /><Relationship Type="http://schemas.openxmlformats.org/officeDocument/2006/relationships/notesMaster" Target="/ppt/notesMasters/notesMaster1.xml" Id="R42bcd3ff42f741f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d813b34d9f45cf" /><Relationship Type="http://schemas.openxmlformats.org/officeDocument/2006/relationships/notesMaster" Target="/ppt/notesMasters/notesMaster1.xml" Id="Rd5149234527f46d5" /></Relationships>
</file>

<file path=ppt/notesSlides/_rels/notesSlide8.xml.rels>&#65279;<?xml version="1.0" encoding="utf-8"?><Relationships xmlns="http://schemas.openxmlformats.org/package/2006/relationships"><Relationship Type="http://schemas.openxmlformats.org/officeDocument/2006/relationships/slide" Target="/ppt/slides/slide8.xml" Id="R0ea9320f097f4085" /><Relationship Type="http://schemas.openxmlformats.org/officeDocument/2006/relationships/notesMaster" Target="/ppt/notesMasters/notesMaster1.xml" Id="Rdd998f331ec1456c" /></Relationships>
</file>

<file path=ppt/notesSlides/_rels/notesSlide9.xml.rels>&#65279;<?xml version="1.0" encoding="utf-8"?><Relationships xmlns="http://schemas.openxmlformats.org/package/2006/relationships"><Relationship Type="http://schemas.openxmlformats.org/officeDocument/2006/relationships/slide" Target="/ppt/slides/slide9.xml" Id="Re5420a149091422f" /><Relationship Type="http://schemas.openxmlformats.org/officeDocument/2006/relationships/notesMaster" Target="/ppt/notesMasters/notesMaster1.xml" Id="R254423d13ed240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d6967bb905049c2" /><Relationship Type="http://schemas.openxmlformats.org/officeDocument/2006/relationships/notesMaster" Target="/ppt/notesMasters/notesMaster1.xml" Id="Re50875f1eff9425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ce69e976bb4a70" /><Relationship Type="http://schemas.openxmlformats.org/officeDocument/2006/relationships/notesMaster" Target="/ppt/notesMasters/notesMaster1.xml" Id="R76660d64a51a49f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cbbc76eebf74ae5" /><Relationship Type="http://schemas.openxmlformats.org/officeDocument/2006/relationships/notesMaster" Target="/ppt/notesMasters/notesMaster1.xml" Id="Rfca820d1a22d410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43b5162ae5945f5" /><Relationship Type="http://schemas.openxmlformats.org/officeDocument/2006/relationships/notesMaster" Target="/ppt/notesMasters/notesMaster1.xml" Id="R7acd499b9925461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9014cc1e41941b6" /><Relationship Type="http://schemas.openxmlformats.org/officeDocument/2006/relationships/notesMaster" Target="/ppt/notesMasters/notesMaster1.xml" Id="R589915cdac6147a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589b3c537b5433e" /><Relationship Type="http://schemas.openxmlformats.org/officeDocument/2006/relationships/notesMaster" Target="/ppt/notesMasters/notesMaster1.xml" Id="R56e614870ba34ae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995f79643584c6f" /><Relationship Type="http://schemas.openxmlformats.org/officeDocument/2006/relationships/notesMaster" Target="/ppt/notesMasters/notesMaster1.xml" Id="R74d5ab8efb86493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243a6970c434ce8" /><Relationship Type="http://schemas.openxmlformats.org/officeDocument/2006/relationships/notesMaster" Target="/ppt/notesMasters/notesMaster1.xml" Id="R421dbb250df4432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ad41b35a2eb4a62" /><Relationship Type="http://schemas.openxmlformats.org/officeDocument/2006/relationships/notesMaster" Target="/ppt/notesMasters/notesMaster1.xml" Id="Rd60a700ff67847d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1c178261ddb4181" /><Relationship Type="http://schemas.openxmlformats.org/officeDocument/2006/relationships/notesMaster" Target="/ppt/notesMasters/notesMaster1.xml" Id="R43576674e9ad45c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3cc01ae7e6943ed" /><Relationship Type="http://schemas.openxmlformats.org/officeDocument/2006/relationships/notesMaster" Target="/ppt/notesMasters/notesMaster1.xml" Id="Rcc233eef5075470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357ceecffe84cea" /><Relationship Type="http://schemas.openxmlformats.org/officeDocument/2006/relationships/notesMaster" Target="/ppt/notesMasters/notesMaster1.xml" Id="R3904a2ad2f6b490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0651250209944d6" /><Relationship Type="http://schemas.openxmlformats.org/officeDocument/2006/relationships/notesMaster" Target="/ppt/notesMasters/notesMaster1.xml" Id="R0df4d4c2b2674dd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5dde5e66e0b4824" /><Relationship Type="http://schemas.openxmlformats.org/officeDocument/2006/relationships/notesMaster" Target="/ppt/notesMasters/notesMaster1.xml" Id="R05f7f71cbd884ef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444fc8a723249e7" /><Relationship Type="http://schemas.openxmlformats.org/officeDocument/2006/relationships/notesMaster" Target="/ppt/notesMasters/notesMaster1.xml" Id="R199a675fde16436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e2bd213f0364626" /><Relationship Type="http://schemas.openxmlformats.org/officeDocument/2006/relationships/notesMaster" Target="/ppt/notesMasters/notesMaster1.xml" Id="R0ebcb54c68a3443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b2d98cc31ef4757" /><Relationship Type="http://schemas.openxmlformats.org/officeDocument/2006/relationships/notesMaster" Target="/ppt/notesMasters/notesMaster1.xml" Id="Rc9e4f696b5c6458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fb6776a6d9841d2" /><Relationship Type="http://schemas.openxmlformats.org/officeDocument/2006/relationships/notesMaster" Target="/ppt/notesMasters/notesMaster1.xml" Id="Rdad17834889c4b0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6768c53627a4c5f" /><Relationship Type="http://schemas.openxmlformats.org/officeDocument/2006/relationships/notesMaster" Target="/ppt/notesMasters/notesMaster1.xml" Id="Rad953bb7e8cf4b0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c45754ea6ea47dc" /><Relationship Type="http://schemas.openxmlformats.org/officeDocument/2006/relationships/notesMaster" Target="/ppt/notesMasters/notesMaster1.xml" Id="Rbe6d34333f994da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1ea3d1d20044817" /><Relationship Type="http://schemas.openxmlformats.org/officeDocument/2006/relationships/notesMaster" Target="/ppt/notesMasters/notesMaster1.xml" Id="Rc4dc767767e74a6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db8476fabd748b5" /><Relationship Type="http://schemas.openxmlformats.org/officeDocument/2006/relationships/notesMaster" Target="/ppt/notesMasters/notesMaster1.xml" Id="R53c8d5472831482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831392a2b404f6b" /><Relationship Type="http://schemas.openxmlformats.org/officeDocument/2006/relationships/notesMaster" Target="/ppt/notesMasters/notesMaster1.xml" Id="R680af1a47e8041a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b01db8be6eb4ee2" /><Relationship Type="http://schemas.openxmlformats.org/officeDocument/2006/relationships/notesMaster" Target="/ppt/notesMasters/notesMaster1.xml" Id="R396252475d874eb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7655e44302c43df" /><Relationship Type="http://schemas.openxmlformats.org/officeDocument/2006/relationships/notesMaster" Target="/ppt/notesMasters/notesMaster1.xml" Id="R698211b3f479404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cfe2c9bc76940eb" /><Relationship Type="http://schemas.openxmlformats.org/officeDocument/2006/relationships/notesMaster" Target="/ppt/notesMasters/notesMaster1.xml" Id="Rc96fcabb7473415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9e194c433cf424c" /><Relationship Type="http://schemas.openxmlformats.org/officeDocument/2006/relationships/notesMaster" Target="/ppt/notesMasters/notesMaster1.xml" Id="Ra633525604114ac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f4b8fdf0d584e02" /><Relationship Type="http://schemas.openxmlformats.org/officeDocument/2006/relationships/notesMaster" Target="/ppt/notesMasters/notesMaster1.xml" Id="Rf26b5c6a70d94b9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092771eaf1342ca" /><Relationship Type="http://schemas.openxmlformats.org/officeDocument/2006/relationships/notesMaster" Target="/ppt/notesMasters/notesMaster1.xml" Id="R67ff145de10740c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0cb8c4573f14101" /><Relationship Type="http://schemas.openxmlformats.org/officeDocument/2006/relationships/notesMaster" Target="/ppt/notesMasters/notesMaster1.xml" Id="Rd014f4a25af047f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8d3ae81182e41a9" /><Relationship Type="http://schemas.openxmlformats.org/officeDocument/2006/relationships/notesMaster" Target="/ppt/notesMasters/notesMaster1.xml" Id="Rf7ac7bf15a7544f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51aa6b4a5584486" /><Relationship Type="http://schemas.openxmlformats.org/officeDocument/2006/relationships/notesMaster" Target="/ppt/notesMasters/notesMaster1.xml" Id="Ra4ee36335c0e417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ca3bff3bbd94510" /><Relationship Type="http://schemas.openxmlformats.org/officeDocument/2006/relationships/notesMaster" Target="/ppt/notesMasters/notesMaster1.xml" Id="R3039119cfa8a42c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8efe21cfef04001" /><Relationship Type="http://schemas.openxmlformats.org/officeDocument/2006/relationships/notesMaster" Target="/ppt/notesMasters/notesMaster1.xml" Id="Ra40daa0e920a41a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beb51c9471f4610" /><Relationship Type="http://schemas.openxmlformats.org/officeDocument/2006/relationships/notesMaster" Target="/ppt/notesMasters/notesMaster1.xml" Id="R669f09d5ea0b49a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0cc4f715cdf470f" /><Relationship Type="http://schemas.openxmlformats.org/officeDocument/2006/relationships/notesMaster" Target="/ppt/notesMasters/notesMaster1.xml" Id="Re12158632ab34ef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dfa6ceaac0a4dc7" /><Relationship Type="http://schemas.openxmlformats.org/officeDocument/2006/relationships/notesMaster" Target="/ppt/notesMasters/notesMaster1.xml" Id="Re6622a4ff5fc47e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234f1c764c24f07" /><Relationship Type="http://schemas.openxmlformats.org/officeDocument/2006/relationships/notesMaster" Target="/ppt/notesMasters/notesMaster1.xml" Id="R2bc63a532a0945a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9a4604d092141e3" /><Relationship Type="http://schemas.openxmlformats.org/officeDocument/2006/relationships/notesMaster" Target="/ppt/notesMasters/notesMaster1.xml" Id="R6252ade0aa9c4d5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b8f86f848f7470f" /><Relationship Type="http://schemas.openxmlformats.org/officeDocument/2006/relationships/notesMaster" Target="/ppt/notesMasters/notesMaster1.xml" Id="Rb6960a975b1149e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d9916b6bb1f435a" /><Relationship Type="http://schemas.openxmlformats.org/officeDocument/2006/relationships/notesMaster" Target="/ppt/notesMasters/notesMaster1.xml" Id="R7ab2e6913ced415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b12e0077b904fd5" /><Relationship Type="http://schemas.openxmlformats.org/officeDocument/2006/relationships/notesMaster" Target="/ppt/notesMasters/notesMaster1.xml" Id="R946c9a4c06fb471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01e73b9857c4bc3" /><Relationship Type="http://schemas.openxmlformats.org/officeDocument/2006/relationships/notesMaster" Target="/ppt/notesMasters/notesMaster1.xml" Id="Red773411b1594d66"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2ec0539720f4ac8" /><Relationship Type="http://schemas.openxmlformats.org/officeDocument/2006/relationships/notesMaster" Target="/ppt/notesMasters/notesMaster1.xml" Id="R8bc0851f063b470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93a80f0f3734e88" /><Relationship Type="http://schemas.openxmlformats.org/officeDocument/2006/relationships/notesMaster" Target="/ppt/notesMasters/notesMaster1.xml" Id="R22f1c15e147a4ed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cb72980b815441f" /><Relationship Type="http://schemas.openxmlformats.org/officeDocument/2006/relationships/notesMaster" Target="/ppt/notesMasters/notesMaster1.xml" Id="Rcf8cfeef53214ff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455f3267c534996" /><Relationship Type="http://schemas.openxmlformats.org/officeDocument/2006/relationships/notesMaster" Target="/ppt/notesMasters/notesMaster1.xml" Id="R52bf1d0f41634bf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c13f3ec0f024ff2" /><Relationship Type="http://schemas.openxmlformats.org/officeDocument/2006/relationships/notesMaster" Target="/ppt/notesMasters/notesMaster1.xml" Id="R9d93b4d2c60848a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171fd6722ae4111" /><Relationship Type="http://schemas.openxmlformats.org/officeDocument/2006/relationships/notesMaster" Target="/ppt/notesMasters/notesMaster1.xml" Id="R483b0229808d459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7e7d36216fae403d" /><Relationship Type="http://schemas.openxmlformats.org/officeDocument/2006/relationships/notesMaster" Target="/ppt/notesMasters/notesMaster1.xml" Id="Rda6bbcbc13a34e2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80cc63f60a24cc9" /><Relationship Type="http://schemas.openxmlformats.org/officeDocument/2006/relationships/notesMaster" Target="/ppt/notesMasters/notesMaster1.xml" Id="R193fe3cbc551493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e582bc3f95f42b6" /><Relationship Type="http://schemas.openxmlformats.org/officeDocument/2006/relationships/notesMaster" Target="/ppt/notesMasters/notesMaster1.xml" Id="Rbf27ba21aeaa475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6d6ce69c7064862" /><Relationship Type="http://schemas.openxmlformats.org/officeDocument/2006/relationships/notesMaster" Target="/ppt/notesMasters/notesMaster1.xml" Id="Ref7b0ff1b9ee416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7093ac485b74ccd" /><Relationship Type="http://schemas.openxmlformats.org/officeDocument/2006/relationships/notesMaster" Target="/ppt/notesMasters/notesMaster1.xml" Id="Rb2c1f7a157d04de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08b38ef82e3475f" /><Relationship Type="http://schemas.openxmlformats.org/officeDocument/2006/relationships/notesMaster" Target="/ppt/notesMasters/notesMaster1.xml" Id="Rf136509ca85549b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32eb5dd7c084f5f" /><Relationship Type="http://schemas.openxmlformats.org/officeDocument/2006/relationships/notesMaster" Target="/ppt/notesMasters/notesMaster1.xml" Id="Rf82e55d6315a4c2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53a9d73c6f64eda" /><Relationship Type="http://schemas.openxmlformats.org/officeDocument/2006/relationships/notesMaster" Target="/ppt/notesMasters/notesMaster1.xml" Id="Rbef2bf9f28744e6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28e9c6ce62f40c4" /><Relationship Type="http://schemas.openxmlformats.org/officeDocument/2006/relationships/notesMaster" Target="/ppt/notesMasters/notesMaster1.xml" Id="Rcdb0cef09e1342d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e909194feab4b78" /><Relationship Type="http://schemas.openxmlformats.org/officeDocument/2006/relationships/notesMaster" Target="/ppt/notesMasters/notesMaster1.xml" Id="R1e3b5ccc6b6f4b7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14cca196b0740a4" /><Relationship Type="http://schemas.openxmlformats.org/officeDocument/2006/relationships/notesMaster" Target="/ppt/notesMasters/notesMaster1.xml" Id="R139cede48bc749f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ee865438f2144c6" /><Relationship Type="http://schemas.openxmlformats.org/officeDocument/2006/relationships/notesMaster" Target="/ppt/notesMasters/notesMaster1.xml" Id="R181d22837749425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3ba59685e384126" /><Relationship Type="http://schemas.openxmlformats.org/officeDocument/2006/relationships/notesMaster" Target="/ppt/notesMasters/notesMaster1.xml" Id="R9e63fbd740fc4ce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d6c6f0d6a1f4a82" /><Relationship Type="http://schemas.openxmlformats.org/officeDocument/2006/relationships/notesMaster" Target="/ppt/notesMasters/notesMaster1.xml" Id="Rbdd02456d0aa459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3d2c3e663394af1" /><Relationship Type="http://schemas.openxmlformats.org/officeDocument/2006/relationships/notesMaster" Target="/ppt/notesMasters/notesMaster1.xml" Id="R5ce38505a3e44c5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a84479d17f9d4530" /><Relationship Type="http://schemas.openxmlformats.org/officeDocument/2006/relationships/notesMaster" Target="/ppt/notesMasters/notesMaster1.xml" Id="R3cbcb7765f644b8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05773bc290f462e" /><Relationship Type="http://schemas.openxmlformats.org/officeDocument/2006/relationships/notesMaster" Target="/ppt/notesMasters/notesMaster1.xml" Id="R91d1bc3f7d5a4de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6740c18a5a74c5d" /><Relationship Type="http://schemas.openxmlformats.org/officeDocument/2006/relationships/notesMaster" Target="/ppt/notesMasters/notesMaster1.xml" Id="R5a70306c77c440e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61b0a7771e5487a" /><Relationship Type="http://schemas.openxmlformats.org/officeDocument/2006/relationships/notesMaster" Target="/ppt/notesMasters/notesMaster1.xml" Id="R15c3e5caed97475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f5de60fc94bb4372" /><Relationship Type="http://schemas.openxmlformats.org/officeDocument/2006/relationships/notesMaster" Target="/ppt/notesMasters/notesMaster1.xml" Id="R29fbc18a8ebf4aa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4c71a6d509b4280" /><Relationship Type="http://schemas.openxmlformats.org/officeDocument/2006/relationships/notesMaster" Target="/ppt/notesMasters/notesMaster1.xml" Id="R072ebcfb042445bf"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41da98e60f14e58" /><Relationship Type="http://schemas.openxmlformats.org/officeDocument/2006/relationships/notesMaster" Target="/ppt/notesMasters/notesMaster1.xml" Id="R92552cf036dd42a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2ffbe4ca932c42d7" /><Relationship Type="http://schemas.openxmlformats.org/officeDocument/2006/relationships/notesMaster" Target="/ppt/notesMasters/notesMaster1.xml" Id="Re65e38488a1c4d6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0a077a13ea0f4cb2" /><Relationship Type="http://schemas.openxmlformats.org/officeDocument/2006/relationships/notesMaster" Target="/ppt/notesMasters/notesMaster1.xml" Id="R2d519ca5eb594cd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d129e07c7d384d60" /><Relationship Type="http://schemas.openxmlformats.org/officeDocument/2006/relationships/notesMaster" Target="/ppt/notesMasters/notesMaster1.xml" Id="R7181ca2433ef405e"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fa9b4beeaf04e0f" /><Relationship Type="http://schemas.openxmlformats.org/officeDocument/2006/relationships/notesMaster" Target="/ppt/notesMasters/notesMaster1.xml" Id="Rde86f1a4d57d4f98"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3c616fe72caf4dff" /><Relationship Type="http://schemas.openxmlformats.org/officeDocument/2006/relationships/notesMaster" Target="/ppt/notesMasters/notesMaster1.xml" Id="R8ce67421bc7f417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d5ad949e77a4b3d" /><Relationship Type="http://schemas.openxmlformats.org/officeDocument/2006/relationships/notesMaster" Target="/ppt/notesMasters/notesMaster1.xml" Id="R336d8a2182024bb2"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7c7fbc0eaef849ef" /><Relationship Type="http://schemas.openxmlformats.org/officeDocument/2006/relationships/notesMaster" Target="/ppt/notesMasters/notesMaster1.xml" Id="Rfae329201def405c"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9c60892af574429" /><Relationship Type="http://schemas.openxmlformats.org/officeDocument/2006/relationships/notesMaster" Target="/ppt/notesMasters/notesMaster1.xml" Id="Rf43588c9a6564bfc"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afa5fdbf4d314c13" /><Relationship Type="http://schemas.openxmlformats.org/officeDocument/2006/relationships/notesMaster" Target="/ppt/notesMasters/notesMaster1.xml" Id="Rfa0f9a6e711641c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0cacfe49d93e4556" /><Relationship Type="http://schemas.openxmlformats.org/officeDocument/2006/relationships/notesMaster" Target="/ppt/notesMasters/notesMaster1.xml" Id="R53bad079b097428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9d4cc477f3464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952919b53974ac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49f0018027c489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4938064082416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a833a5114864ab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43238fd96f64c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EE56DC9-72BD-41E3-96B3-35722A685A1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7C02D05-FC03-4FDB-8185-1CAB450B55E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16703A0-36C6-4B52-90D9-1751933424A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4ED92F-DE91-4C2B-929B-F586FE6308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5D8F1C3-5946-4BD9-9631-4228552B15C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770E759-1FA4-4AC8-8D09-B1A235955D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159AC1C-788F-48C0-8A58-17BC7110DA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2D6E12E-5B1E-4C19-8628-2BE7EEB7D03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B89D0F-B308-4A0B-B816-959376C47F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63D29BB-44FB-4E79-A59E-3D22C48901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91fd5adda54d22" /><Relationship Type="http://schemas.openxmlformats.org/officeDocument/2006/relationships/slideLayout" Target="/ppt/slideLayouts/slideLayout1.xml" Id="Rd7b5db07e2da4f58" /><Relationship Type="http://schemas.openxmlformats.org/officeDocument/2006/relationships/slideLayout" Target="/ppt/slideLayouts/slideLayout2.xml" Id="R2e20796346494d27" /><Relationship Type="http://schemas.openxmlformats.org/officeDocument/2006/relationships/slideLayout" Target="/ppt/slideLayouts/slideLayout3.xml" Id="Rea4f54f1afa24473" /><Relationship Type="http://schemas.openxmlformats.org/officeDocument/2006/relationships/slideLayout" Target="/ppt/slideLayouts/slideLayout4.xml" Id="R988d0ee208614ee6" /><Relationship Type="http://schemas.openxmlformats.org/officeDocument/2006/relationships/slideLayout" Target="/ppt/slideLayouts/slideLayout5.xml" Id="R8992d3d7195f4931" /><Relationship Type="http://schemas.openxmlformats.org/officeDocument/2006/relationships/slideLayout" Target="/ppt/slideLayouts/slideLayout6.xml" Id="R84309954016142a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7b5db07e2da4f58"/>
    <p:sldLayoutId xmlns:r="http://schemas.openxmlformats.org/officeDocument/2006/relationships" id="2147483650" r:id="R2e20796346494d27"/>
    <p:sldLayoutId xmlns:r="http://schemas.openxmlformats.org/officeDocument/2006/relationships" id="2147483651" r:id="Rea4f54f1afa24473"/>
    <p:sldLayoutId xmlns:r="http://schemas.openxmlformats.org/officeDocument/2006/relationships" id="2147483652" r:id="R988d0ee208614ee6"/>
    <p:sldLayoutId xmlns:r="http://schemas.openxmlformats.org/officeDocument/2006/relationships" id="2147483653" r:id="R8992d3d7195f4931"/>
    <p:sldLayoutId xmlns:r="http://schemas.openxmlformats.org/officeDocument/2006/relationships" id="2147483654" r:id="R84309954016142a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5b84acea1b44f9e" /><Relationship Type="http://schemas.openxmlformats.org/officeDocument/2006/relationships/image" Target="/ppt/media/image.png" Id="R76310c370ed54b30" /><Relationship Type="http://schemas.openxmlformats.org/officeDocument/2006/relationships/notesSlide" Target="/ppt/notesSlides/notesSlide1.xml" Id="R16b7a80084b14c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5c318c6b8d240e8" /><Relationship Type="http://schemas.openxmlformats.org/officeDocument/2006/relationships/notesSlide" Target="/ppt/notesSlides/notesSlide2.xml" Id="Rc4588f9225014fe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35db9eca9c842c8" /><Relationship Type="http://schemas.openxmlformats.org/officeDocument/2006/relationships/notesSlide" Target="/ppt/notesSlides/notesSlide3.xml" Id="R6b88bef34a3f48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86d6de19cee4fed" /><Relationship Type="http://schemas.openxmlformats.org/officeDocument/2006/relationships/image" Target="/ppt/media/image2.png" Id="R5e7246fbceb840de" /><Relationship Type="http://schemas.openxmlformats.org/officeDocument/2006/relationships/notesSlide" Target="/ppt/notesSlides/notesSlide4.xml" Id="R88924060213247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c04405bda6d4459" /><Relationship Type="http://schemas.openxmlformats.org/officeDocument/2006/relationships/notesSlide" Target="/ppt/notesSlides/notesSlide5.xml" Id="Rf87dbc4b4bce4d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c9a4aeebcb24bf9" /><Relationship Type="http://schemas.openxmlformats.org/officeDocument/2006/relationships/notesSlide" Target="/ppt/notesSlides/notesSlide6.xml" Id="R9f57c69a9391492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074bcaafd114436" /><Relationship Type="http://schemas.openxmlformats.org/officeDocument/2006/relationships/image" Target="/ppt/media/image3.png" Id="Rffffd1d0089949a2" /><Relationship Type="http://schemas.openxmlformats.org/officeDocument/2006/relationships/notesSlide" Target="/ppt/notesSlides/notesSlide7.xml" Id="R404839030f8d478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102662cc82e483f" /><Relationship Type="http://schemas.openxmlformats.org/officeDocument/2006/relationships/notesSlide" Target="/ppt/notesSlides/notesSlide8.xml" Id="Ra76ab6278a4f42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00325cacd3d4073" /><Relationship Type="http://schemas.openxmlformats.org/officeDocument/2006/relationships/image" Target="/ppt/media/image4.png" Id="Rdd29d15dabac47c1" /><Relationship Type="http://schemas.openxmlformats.org/officeDocument/2006/relationships/image" Target="/ppt/media/image5.png" Id="R5d05577c4e8c48ab" /><Relationship Type="http://schemas.openxmlformats.org/officeDocument/2006/relationships/image" Target="/ppt/media/image6.png" Id="Rf57a9ae4d4794843" /><Relationship Type="http://schemas.openxmlformats.org/officeDocument/2006/relationships/notesSlide" Target="/ppt/notesSlides/notesSlide9.xml" Id="Rbdb4d8ce38fe4e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43b7677525f4394" /><Relationship Type="http://schemas.openxmlformats.org/officeDocument/2006/relationships/notesSlide" Target="/ppt/notesSlides/notesSlide10.xml" Id="R5bc076b00cee4ec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5261a20ef74db5" /><Relationship Type="http://schemas.openxmlformats.org/officeDocument/2006/relationships/image" Target="/ppt/media/image7.png" Id="R4478789270af418b" /><Relationship Type="http://schemas.openxmlformats.org/officeDocument/2006/relationships/image" Target="/ppt/media/image8.png" Id="R59599c99671943d8" /><Relationship Type="http://schemas.openxmlformats.org/officeDocument/2006/relationships/image" Target="/ppt/media/image9.png" Id="R3b19eb83b3ed4188" /><Relationship Type="http://schemas.openxmlformats.org/officeDocument/2006/relationships/notesSlide" Target="/ppt/notesSlides/notesSlide11.xml" Id="R267bd249095f415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88adcbab770423b" /><Relationship Type="http://schemas.openxmlformats.org/officeDocument/2006/relationships/image" Target="/ppt/media/image10.png" Id="R78eb566f11a1498a" /><Relationship Type="http://schemas.openxmlformats.org/officeDocument/2006/relationships/notesSlide" Target="/ppt/notesSlides/notesSlide12.xml" Id="R348f33331fc24b2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540d391e0f248e6" /><Relationship Type="http://schemas.openxmlformats.org/officeDocument/2006/relationships/image" Target="/ppt/media/image11.png" Id="Rf9772c0b4ec84ecf" /><Relationship Type="http://schemas.openxmlformats.org/officeDocument/2006/relationships/notesSlide" Target="/ppt/notesSlides/notesSlide13.xml" Id="Ra1ebdc45d06443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eda83201cbb4ea9" /><Relationship Type="http://schemas.openxmlformats.org/officeDocument/2006/relationships/notesSlide" Target="/ppt/notesSlides/notesSlide14.xml" Id="Rdc758e081d1a4d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df68495f85e48e5" /><Relationship Type="http://schemas.openxmlformats.org/officeDocument/2006/relationships/notesSlide" Target="/ppt/notesSlides/notesSlide15.xml" Id="Rbf1d69a1aa9d4fc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02e7670ba94446c" /><Relationship Type="http://schemas.openxmlformats.org/officeDocument/2006/relationships/notesSlide" Target="/ppt/notesSlides/notesSlide16.xml" Id="R883a5342144e4cb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4e8fe6b4d394df3" /><Relationship Type="http://schemas.openxmlformats.org/officeDocument/2006/relationships/notesSlide" Target="/ppt/notesSlides/notesSlide17.xml" Id="R704a01704780444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344541dfeb944e5" /><Relationship Type="http://schemas.openxmlformats.org/officeDocument/2006/relationships/notesSlide" Target="/ppt/notesSlides/notesSlide18.xml" Id="R5ad0074bd35441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a9f71bdecd54048" /><Relationship Type="http://schemas.openxmlformats.org/officeDocument/2006/relationships/notesSlide" Target="/ppt/notesSlides/notesSlide19.xml" Id="Rb21c940ac415446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31a541002c447fc" /><Relationship Type="http://schemas.openxmlformats.org/officeDocument/2006/relationships/notesSlide" Target="/ppt/notesSlides/notesSlide20.xml" Id="R1e164708bc2044d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41f9c6f1742449b" /><Relationship Type="http://schemas.openxmlformats.org/officeDocument/2006/relationships/notesSlide" Target="/ppt/notesSlides/notesSlide21.xml" Id="R4918d69a54b6468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4862d2ac4d84ad8" /><Relationship Type="http://schemas.openxmlformats.org/officeDocument/2006/relationships/notesSlide" Target="/ppt/notesSlides/notesSlide22.xml" Id="R24d5a7e70aef4da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5cafbc748d34f15" /><Relationship Type="http://schemas.openxmlformats.org/officeDocument/2006/relationships/notesSlide" Target="/ppt/notesSlides/notesSlide23.xml" Id="R2b22b940bab8454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7e76aa024234617" /><Relationship Type="http://schemas.openxmlformats.org/officeDocument/2006/relationships/notesSlide" Target="/ppt/notesSlides/notesSlide24.xml" Id="R07682f7c5bd641d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ebe125563884e36" /><Relationship Type="http://schemas.openxmlformats.org/officeDocument/2006/relationships/notesSlide" Target="/ppt/notesSlides/notesSlide25.xml" Id="Rf54fb0d05767473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dd84c143c5d4145" /><Relationship Type="http://schemas.openxmlformats.org/officeDocument/2006/relationships/notesSlide" Target="/ppt/notesSlides/notesSlide26.xml" Id="R13a53c6b0c3d4ab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9c78ac514284c1b" /><Relationship Type="http://schemas.openxmlformats.org/officeDocument/2006/relationships/notesSlide" Target="/ppt/notesSlides/notesSlide27.xml" Id="R5d67c0b5c8bf438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83c523889bd4c9c" /><Relationship Type="http://schemas.openxmlformats.org/officeDocument/2006/relationships/notesSlide" Target="/ppt/notesSlides/notesSlide28.xml" Id="Rf9c2ff5a2182420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ec936a2e5e84bd9" /><Relationship Type="http://schemas.openxmlformats.org/officeDocument/2006/relationships/notesSlide" Target="/ppt/notesSlides/notesSlide29.xml" Id="R3957d6b7ebcc485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7e6eff7844d4824" /><Relationship Type="http://schemas.openxmlformats.org/officeDocument/2006/relationships/notesSlide" Target="/ppt/notesSlides/notesSlide30.xml" Id="Rdf38e88b29704ff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9b8c7f090524038" /><Relationship Type="http://schemas.openxmlformats.org/officeDocument/2006/relationships/notesSlide" Target="/ppt/notesSlides/notesSlide31.xml" Id="R54b73d0785f340a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6818d14c1184a4b" /><Relationship Type="http://schemas.openxmlformats.org/officeDocument/2006/relationships/notesSlide" Target="/ppt/notesSlides/notesSlide32.xml" Id="R2e80fa03847745d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16e60570ac346e8" /><Relationship Type="http://schemas.openxmlformats.org/officeDocument/2006/relationships/notesSlide" Target="/ppt/notesSlides/notesSlide33.xml" Id="R64170f97572048b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4ecad48fce714928" /><Relationship Type="http://schemas.openxmlformats.org/officeDocument/2006/relationships/notesSlide" Target="/ppt/notesSlides/notesSlide34.xml" Id="R433bbcecdf974a2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3050317160343a0" /><Relationship Type="http://schemas.openxmlformats.org/officeDocument/2006/relationships/image" Target="/ppt/media/image12.png" Id="R65f4a7913b514b9f" /><Relationship Type="http://schemas.openxmlformats.org/officeDocument/2006/relationships/image" Target="/ppt/media/image13.png" Id="R579b226d47e041a8" /><Relationship Type="http://schemas.openxmlformats.org/officeDocument/2006/relationships/notesSlide" Target="/ppt/notesSlides/notesSlide35.xml" Id="R87c7cff71bb6495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439426159ec44ea" /><Relationship Type="http://schemas.openxmlformats.org/officeDocument/2006/relationships/notesSlide" Target="/ppt/notesSlides/notesSlide36.xml" Id="Rb4bf6061b840431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0487c9762214577" /><Relationship Type="http://schemas.openxmlformats.org/officeDocument/2006/relationships/notesSlide" Target="/ppt/notesSlides/notesSlide37.xml" Id="R2c67f367e0ee44c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cf914ea5c834938" /><Relationship Type="http://schemas.openxmlformats.org/officeDocument/2006/relationships/notesSlide" Target="/ppt/notesSlides/notesSlide38.xml" Id="R7e6f70ae5bfe4d0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80811a29d7745fd" /><Relationship Type="http://schemas.openxmlformats.org/officeDocument/2006/relationships/notesSlide" Target="/ppt/notesSlides/notesSlide39.xml" Id="R654fb5d6e8eb433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acc90f56900466a" /><Relationship Type="http://schemas.openxmlformats.org/officeDocument/2006/relationships/notesSlide" Target="/ppt/notesSlides/notesSlide40.xml" Id="R199209e2bf244ac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991b3a2070049fd" /><Relationship Type="http://schemas.openxmlformats.org/officeDocument/2006/relationships/notesSlide" Target="/ppt/notesSlides/notesSlide41.xml" Id="Reec2add48a3541b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7fb91bcd8bc4e94" /><Relationship Type="http://schemas.openxmlformats.org/officeDocument/2006/relationships/notesSlide" Target="/ppt/notesSlides/notesSlide42.xml" Id="R802ece9aa2d8483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b3c2aeed0fb4bf6" /><Relationship Type="http://schemas.openxmlformats.org/officeDocument/2006/relationships/notesSlide" Target="/ppt/notesSlides/notesSlide43.xml" Id="R2a2155bc158e48f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050abf487d4474a" /><Relationship Type="http://schemas.openxmlformats.org/officeDocument/2006/relationships/notesSlide" Target="/ppt/notesSlides/notesSlide44.xml" Id="Redeefff1692e443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c4fd799ddb44a63" /><Relationship Type="http://schemas.openxmlformats.org/officeDocument/2006/relationships/notesSlide" Target="/ppt/notesSlides/notesSlide45.xml" Id="R03f911cf5d0944f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c4ac02069a4454b" /><Relationship Type="http://schemas.openxmlformats.org/officeDocument/2006/relationships/notesSlide" Target="/ppt/notesSlides/notesSlide46.xml" Id="Rc60504cecd46454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765de3bd9154392" /><Relationship Type="http://schemas.openxmlformats.org/officeDocument/2006/relationships/image" Target="/ppt/media/image14.png" Id="R3d27f3c642cf4845" /><Relationship Type="http://schemas.openxmlformats.org/officeDocument/2006/relationships/image" Target="/ppt/media/image15.png" Id="Ref921d6f3e8d4ae6" /><Relationship Type="http://schemas.openxmlformats.org/officeDocument/2006/relationships/image" Target="/ppt/media/image16.png" Id="R3cb1cc108a994733" /><Relationship Type="http://schemas.openxmlformats.org/officeDocument/2006/relationships/image" Target="/ppt/media/image17.png" Id="Raa70f8e4c71a4783" /><Relationship Type="http://schemas.openxmlformats.org/officeDocument/2006/relationships/notesSlide" Target="/ppt/notesSlides/notesSlide47.xml" Id="R2f7d049482dc42c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2ae558e3b0c43ae" /><Relationship Type="http://schemas.openxmlformats.org/officeDocument/2006/relationships/notesSlide" Target="/ppt/notesSlides/notesSlide48.xml" Id="Rbebc5035ec6d42e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0dd892e9e864e33" /><Relationship Type="http://schemas.openxmlformats.org/officeDocument/2006/relationships/notesSlide" Target="/ppt/notesSlides/notesSlide49.xml" Id="R370f60c33562473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e696d0f21f34d11" /><Relationship Type="http://schemas.openxmlformats.org/officeDocument/2006/relationships/notesSlide" Target="/ppt/notesSlides/notesSlide50.xml" Id="R9063371a33e344b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3a71c8b1b314ad6" /><Relationship Type="http://schemas.openxmlformats.org/officeDocument/2006/relationships/notesSlide" Target="/ppt/notesSlides/notesSlide51.xml" Id="Rbb93e04337d14b0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70548d23aec4a30" /><Relationship Type="http://schemas.openxmlformats.org/officeDocument/2006/relationships/notesSlide" Target="/ppt/notesSlides/notesSlide52.xml" Id="Rdb80ee3da4544c8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edd2af2290d4eb4" /><Relationship Type="http://schemas.openxmlformats.org/officeDocument/2006/relationships/notesSlide" Target="/ppt/notesSlides/notesSlide53.xml" Id="Ra8b8c2c6550a459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824498a021443a5" /><Relationship Type="http://schemas.openxmlformats.org/officeDocument/2006/relationships/notesSlide" Target="/ppt/notesSlides/notesSlide54.xml" Id="R42ca048618fb4097"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03d84855254a44f3" /><Relationship Type="http://schemas.openxmlformats.org/officeDocument/2006/relationships/chart" Target="/ppt/slides/charts/chart1.xml" Id="Rd5743dd2aa4244b5" /><Relationship Type="http://schemas.openxmlformats.org/officeDocument/2006/relationships/notesSlide" Target="/ppt/notesSlides/notesSlide55.xml" Id="Rcf0595e90d6c496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5dd828c45094955" /><Relationship Type="http://schemas.openxmlformats.org/officeDocument/2006/relationships/notesSlide" Target="/ppt/notesSlides/notesSlide56.xml" Id="R21492a09c27b4df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f9441942f25c4c95" /><Relationship Type="http://schemas.openxmlformats.org/officeDocument/2006/relationships/notesSlide" Target="/ppt/notesSlides/notesSlide57.xml" Id="R8c9ed3c18c714b7f"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9802621837df4e8a" /><Relationship Type="http://schemas.openxmlformats.org/officeDocument/2006/relationships/notesSlide" Target="/ppt/notesSlides/notesSlide58.xml" Id="R8c7dfe7d44ba4cf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937b894cccd4b2a" /><Relationship Type="http://schemas.openxmlformats.org/officeDocument/2006/relationships/notesSlide" Target="/ppt/notesSlides/notesSlide59.xml" Id="Rb3254ae2297040e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29cdc9fff7144ef6" /><Relationship Type="http://schemas.openxmlformats.org/officeDocument/2006/relationships/notesSlide" Target="/ppt/notesSlides/notesSlide60.xml" Id="R90b2dc9b4c6a4e4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4578a9ab0c54144" /><Relationship Type="http://schemas.openxmlformats.org/officeDocument/2006/relationships/notesSlide" Target="/ppt/notesSlides/notesSlide61.xml" Id="R7ff03e814e5d489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af0a1e760ee64f1a" /><Relationship Type="http://schemas.openxmlformats.org/officeDocument/2006/relationships/notesSlide" Target="/ppt/notesSlides/notesSlide62.xml" Id="Rfc75acf97bb64f8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aa95edfada964f68" /><Relationship Type="http://schemas.openxmlformats.org/officeDocument/2006/relationships/image" Target="/ppt/media/image18.png" Id="R5cac0043845b46d3" /><Relationship Type="http://schemas.openxmlformats.org/officeDocument/2006/relationships/notesSlide" Target="/ppt/notesSlides/notesSlide63.xml" Id="R5e69bc75660a465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4c15b988759443d9" /><Relationship Type="http://schemas.openxmlformats.org/officeDocument/2006/relationships/notesSlide" Target="/ppt/notesSlides/notesSlide64.xml" Id="R3f2ba2ac95aa469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635e24a9f91f445a" /><Relationship Type="http://schemas.openxmlformats.org/officeDocument/2006/relationships/notesSlide" Target="/ppt/notesSlides/notesSlide65.xml" Id="R484daa61647c4e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6640bbe444604e4c" /><Relationship Type="http://schemas.openxmlformats.org/officeDocument/2006/relationships/notesSlide" Target="/ppt/notesSlides/notesSlide66.xml" Id="R9d030a6145b344e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5cb6b22220324d9b" /><Relationship Type="http://schemas.openxmlformats.org/officeDocument/2006/relationships/notesSlide" Target="/ppt/notesSlides/notesSlide67.xml" Id="R77bddb7eb0d740e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9429650dc3ae4cf5" /><Relationship Type="http://schemas.openxmlformats.org/officeDocument/2006/relationships/notesSlide" Target="/ppt/notesSlides/notesSlide68.xml" Id="R7b12f419411f45c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3f5444b99884890" /><Relationship Type="http://schemas.openxmlformats.org/officeDocument/2006/relationships/notesSlide" Target="/ppt/notesSlides/notesSlide69.xml" Id="R7c3c00b552c7424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581d0eeba64b4dd8" /><Relationship Type="http://schemas.openxmlformats.org/officeDocument/2006/relationships/notesSlide" Target="/ppt/notesSlides/notesSlide70.xml" Id="Rc5fa27384287428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30b0291d20544513" /><Relationship Type="http://schemas.openxmlformats.org/officeDocument/2006/relationships/notesSlide" Target="/ppt/notesSlides/notesSlide71.xml" Id="Red3959e4020c407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8cfa03cbbb9449e1" /><Relationship Type="http://schemas.openxmlformats.org/officeDocument/2006/relationships/notesSlide" Target="/ppt/notesSlides/notesSlide72.xml" Id="R7a0ac2591481438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3f3209b2a63b4dee" /><Relationship Type="http://schemas.openxmlformats.org/officeDocument/2006/relationships/notesSlide" Target="/ppt/notesSlides/notesSlide73.xml" Id="Rfe71ad019ce84fb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874bad8685304b21" /><Relationship Type="http://schemas.openxmlformats.org/officeDocument/2006/relationships/notesSlide" Target="/ppt/notesSlides/notesSlide74.xml" Id="Rd84a6bee4f6f4f4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2021ac09c8c64923" /><Relationship Type="http://schemas.openxmlformats.org/officeDocument/2006/relationships/notesSlide" Target="/ppt/notesSlides/notesSlide75.xml" Id="Rd74407c922484e3f"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187e00c08eb7465d" /><Relationship Type="http://schemas.openxmlformats.org/officeDocument/2006/relationships/notesSlide" Target="/ppt/notesSlides/notesSlide76.xml" Id="Rbe3f8c02afe44ceb"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f42e26e081e042fd" /><Relationship Type="http://schemas.openxmlformats.org/officeDocument/2006/relationships/notesSlide" Target="/ppt/notesSlides/notesSlide77.xml" Id="R33ca9681cfb84ab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e4b2d8d9d0434acb" /><Relationship Type="http://schemas.openxmlformats.org/officeDocument/2006/relationships/notesSlide" Target="/ppt/notesSlides/notesSlide78.xml" Id="R0b98fc428c644c2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0cabb13cee204c95" /><Relationship Type="http://schemas.openxmlformats.org/officeDocument/2006/relationships/notesSlide" Target="/ppt/notesSlides/notesSlide79.xml" Id="Rad4c20f7e9cd401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3f6d9b77c3ff455c" /><Relationship Type="http://schemas.openxmlformats.org/officeDocument/2006/relationships/notesSlide" Target="/ppt/notesSlides/notesSlide80.xml" Id="R09b7d9f5d5fb41b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3fa5c626a3a44577" /><Relationship Type="http://schemas.openxmlformats.org/officeDocument/2006/relationships/notesSlide" Target="/ppt/notesSlides/notesSlide81.xml" Id="R1967b1ae06d24e1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3d5946d117eb4f90" /><Relationship Type="http://schemas.openxmlformats.org/officeDocument/2006/relationships/image" Target="/ppt/media/image19.png" Id="R844b747d8e914096" /><Relationship Type="http://schemas.openxmlformats.org/officeDocument/2006/relationships/notesSlide" Target="/ppt/notesSlides/notesSlide82.xml" Id="Rfe64e811ac0444d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fef358c404da43b2" /><Relationship Type="http://schemas.openxmlformats.org/officeDocument/2006/relationships/notesSlide" Target="/ppt/notesSlides/notesSlide83.xml" Id="R885c757031184c84"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bfff27b56f654910" /><Relationship Type="http://schemas.openxmlformats.org/officeDocument/2006/relationships/image" Target="/ppt/media/image20.png" Id="R74651dbae486469d" /><Relationship Type="http://schemas.openxmlformats.org/officeDocument/2006/relationships/image" Target="/ppt/media/image21.png" Id="R45e2c4a1fe0e431e" /><Relationship Type="http://schemas.openxmlformats.org/officeDocument/2006/relationships/image" Target="/ppt/media/image22.png" Id="R38b8481d46204459" /><Relationship Type="http://schemas.openxmlformats.org/officeDocument/2006/relationships/notesSlide" Target="/ppt/notesSlides/notesSlide84.xml" Id="R334b521c02e5473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e217a57790644aef" /><Relationship Type="http://schemas.openxmlformats.org/officeDocument/2006/relationships/notesSlide" Target="/ppt/notesSlides/notesSlide85.xml" Id="Rfb2b85c6de8d474d"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070b4905a5cc4a7e" /><Relationship Type="http://schemas.openxmlformats.org/officeDocument/2006/relationships/notesSlide" Target="/ppt/notesSlides/notesSlide86.xml" Id="Rd37dc26e16ad413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b8f51f887d884a6b" /><Relationship Type="http://schemas.openxmlformats.org/officeDocument/2006/relationships/notesSlide" Target="/ppt/notesSlides/notesSlide87.xml" Id="Raf111b93d6f84f1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e808b7c3adb3490d" /><Relationship Type="http://schemas.openxmlformats.org/officeDocument/2006/relationships/notesSlide" Target="/ppt/notesSlides/notesSlide88.xml" Id="R95543c797fb04c7b"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676439c148e74b54" /><Relationship Type="http://schemas.openxmlformats.org/officeDocument/2006/relationships/notesSlide" Target="/ppt/notesSlides/notesSlide89.xml" Id="Rb0f8b76168fe4853"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688ca9231874977" /><Relationship Type="http://schemas.openxmlformats.org/officeDocument/2006/relationships/notesSlide" Target="/ppt/notesSlides/notesSlide90.xml" Id="R0b01a758bc2647a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15C4C017-068A-45DE-AB38-43CF282FBC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765049D7-0ACC-4BC8-8236-CF42CD1FF7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17CB28F3-2B70-42C5-943C-B0BD6B78B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015E6648-D1B9-421F-86F0-4418BAD4CD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19592221-7F6B-4832-B7FA-472C2C422F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0F43F6CA-63E5-422B-9AA9-6F0C2960E6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531B874F-3DC3-4CF6-9BC4-E97980E0ED8D}"/>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8D6D001-CE52-4D95-81E8-09808D8DFB8E}"/>
              </a:ext>
            </a:extLst>
          </p:cNvPr>
          <p:cNvPicPr>
            <a:picLocks xmlns:a="http://schemas.openxmlformats.org/drawingml/2006/main" noChangeAspect="1"/>
          </p:cNvPicPr>
          <p:nvPr/>
        </p:nvPicPr>
        <p:blipFill>
          <a:blip xmlns:r="http://schemas.openxmlformats.org/officeDocument/2006/relationships" xmlns:a="http://schemas.openxmlformats.org/drawingml/2006/main" r:embed="R76310c370ed54b30"/>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1992FE72-EC4F-4B14-ACF1-A1C000F238F1}"/>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6C251825-066F-446F-AF09-B6173FA9A5F0}"/>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479DA186-38EB-43CB-AD88-37E261CEE8D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4E941608-AB8B-4228-B511-0A5FBC4B23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9844536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C7F931FC-BAB3-4990-9103-1B81E94AEA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F4852558-EAD7-444E-B7E8-3E68CBD2AB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2D897007-560D-4FBC-964C-1ECAEC4F21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D63BA4F6-1854-4712-9E08-A6168F4686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1105D08F-4C7C-401E-97B0-D2DF620828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CE5FD64D-6FB0-4238-A541-3D15B7429B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45784336-A7A5-4E26-9A13-7B339FA8B7F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144FD460-A8ED-44B1-A510-FBF4036F8ABF}"/>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CAACA9B6-5324-4AB3-91F1-8D62B2B60294}"/>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8B104CD5-52AD-4D58-96B3-AEB7680C5C3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B2ABA4D-FA02-4846-9C4C-1A3231A86B1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0A936087-1287-47A8-808D-44A71E62C0CB}"/>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CF883C9B-071A-4577-B96F-0A3C2F36DA7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DE89A369-0976-412B-9008-64ADCC07BE7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1698DAB1-CAC7-47BE-942C-1906492B592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50630D4F-6787-4359-BE87-A7DD3C0C2FD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7CFF900C-F2E0-4678-BF61-EF41D7CEC8B5}"/>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F33EEAFF-DB64-47E5-964E-43F604B9D243}"/>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652D07FA-10F1-4624-9677-890F27388CD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D14508A1-73CC-493C-B7E4-D7A25281F456}"/>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ACDD577-82D7-4E84-AAB9-2DE00AF3985C}"/>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0EC84017-42B3-49CF-88C8-148FBCE58A7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BEA81FFF-0550-49C3-8F06-7115154A78B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A495C0A0-1683-4A6B-A993-96C5B4C1A07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28946C-25C7-4CD9-923C-19A9A741522D}"/>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DDBD9B1-B95B-4C22-A34B-3D6BD7469B74}"/>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6C3D7E73-DCD5-4DBA-B04D-A93369BA2614}"/>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71CB18E4-D30B-4402-B2E8-CF95326AEC9B}"/>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951551AF-55C5-4972-BC88-BA6FD8D6B96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2EAE62A5-03DE-4840-B2F2-EFCB2DE89B2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87D44D5E-CE24-4E84-A312-513B72E3F03B}"/>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E0981A5D-1E48-4A5C-A7CF-A2FB3F91099C}"/>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1D9B0E2-D839-4E31-9541-7692F77B2329}"/>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C7B11BD-26CE-4175-AA4F-D32CCC327C9B}"/>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D3953DEC-4FA9-4FC9-82B2-7BFE5ED501BE}"/>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5BBEEC0-DC71-4976-AE00-CC3132A403BA}"/>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F490DE6D-15B5-48C8-B126-FB743903A441}"/>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E15EB3CC-E1C3-423D-9160-8698B1149F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1707042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26DA631F-638B-4DAA-95C8-CE4E3BDB2E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17A22018-8D35-4344-A982-30BCDE7E5A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87A0FB9B-168F-461E-B4C8-0B0DB74D26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BB6D37D-4A5C-4CF1-BBA8-078C3DCE8A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E6C3A606-FC56-44C9-9D09-F8F4493FCC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734A544F-E187-430F-9017-73EBBDFF91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75EDD1DC-60D9-4D34-A0A1-47DF21D9CE86}"/>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19C5D19B-0967-400E-A152-901A66272D9E}"/>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835D4D4-04B1-4C5E-A6F9-678EF9E1046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4002FDC6-6AFC-4651-A040-3913608F51EC}"/>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9BEFA5B-66F7-4A7F-87B6-4F56B7BFD20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23FA1CE2-C422-4BDE-8DBC-13342F030A1E}"/>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506E705E-8915-48D9-8296-923786718A0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CDFBBAB8-25B5-4BD3-B230-9B4087255AF1}"/>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40D4AE8B-264D-4067-9C58-38FBD32C5343}"/>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6884AD6F-44FA-4355-8187-BCB552E038B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429B84FF-9D06-4A34-9A04-637221183B6F}"/>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9BB6B722-6700-4B87-91C9-1CF3C3BD2715}"/>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B439CA28-36EF-444A-8C45-1B758A3F9529}"/>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60F72CD-68D5-42E3-9788-98F45597F07F}"/>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8E0A7CE2-4B25-4286-8800-4EBC19A9D8C7}"/>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3568773F-2140-4C0D-8F0B-EC1ED1C0CA2B}"/>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68E92516-DF22-4E37-A929-9606FF1ED0B4}"/>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9927F900-7E55-4C31-A980-7F23C9FA74F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80B2CA3-E5A5-4DEA-ADC0-E936F2C4F13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927ED18-A730-4006-B5BA-8E8E806BB5C1}"/>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A04133CF-3DE8-4C52-AC00-967EB6BF026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0863E19F-0C63-4194-9E54-64E4EEB91A8B}"/>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D720655B-EF65-4043-BA79-A59D9E514211}"/>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4C35B389-08AC-45BE-A87D-8BBBA5FD4AF7}"/>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4D957634-08C2-4538-8D4D-94EC4BC8B660}"/>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DE5C268F-5E66-494A-BB0D-082D8D208D7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EAEC1B1-4D8C-45EB-8D99-14833F3BF9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41466610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0E66483F-F382-4EC0-B16C-ABCEA93252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B8F2CBA8-A4DA-46E0-94C9-0F44838312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BE2B2C92-72E2-4AD2-BAEB-913973B604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2CADDD6B-F345-4408-A70E-D5498103E0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9691C92-E74E-4D54-85B1-7F90093A2A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B0859EC-6C5C-430A-8698-DA9CC0293F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ADD19D9A-17AC-43D9-A9D9-1530CC0B76EE}"/>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D35E25EE-6A8F-42A7-ABE0-E2651DECD0C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1E261433-D156-4531-BE49-88F8769B2A94}"/>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F73BCA60-FE53-46FB-BC4A-99D2280A91B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D1ADFF7B-C6C6-4053-96D5-73B6556E7372}"/>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6B8EDC4-CB99-4DD0-8087-29F30067E2EC}"/>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D54649FA-442F-42A8-8FB9-2B42775BCED8}"/>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F529BEB-2E9D-42C1-AC0E-BCB3CD5825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03923531-21C1-4201-A6FD-BA5BD175E86F}"/>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171D4F1-F708-4335-BCEF-8066B92C7F51}"/>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8978A4AE-6447-4369-A746-836EF2266F3E}"/>
              </a:ext>
            </a:extLst>
          </p:cNvPr>
          <p:cNvPicPr>
            <a:picLocks xmlns:a="http://schemas.openxmlformats.org/drawingml/2006/main" noChangeAspect="1"/>
          </p:cNvPicPr>
          <p:nvPr/>
        </p:nvPicPr>
        <p:blipFill>
          <a:blip xmlns:r="http://schemas.openxmlformats.org/officeDocument/2006/relationships" xmlns:a="http://schemas.openxmlformats.org/drawingml/2006/main" r:embed="R5e7246fbceb840de"/>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CAA1555-9429-46D8-BD3D-9AEC6DDF948C}"/>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379E1904-CC96-44B8-B998-A39310A738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03546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9471621B-96E1-48DE-B0AF-6586490305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75121FD-F5EA-4E91-8B9B-105DE7FCF7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DD770E35-12FC-4F61-AC45-C5F26A012B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34AB136-52C4-4153-B275-E87C527BD0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C3D7FACF-40E1-4713-9C56-FC981D7235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FCB6E7C0-2785-46E6-97D1-F673B256AD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86D5297B-BC73-49E9-BF75-CFB0166FAC60}"/>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947112FE-7C9A-4D04-B117-0EF0F61B3A73}"/>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112D416A-8923-4E26-8A3E-561DFF142B74}"/>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FD6898F6-CB9A-4F36-8899-9DF9537264AD}"/>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BB61C7B1-64F0-4894-8EAF-6245C45C179D}"/>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13883431-B039-4624-9486-EDA4E2D8C80B}"/>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839EC36F-7368-4E41-B79B-40B579804336}"/>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C80C031-6F4A-4D30-8AA2-5ECBBC6FDA91}"/>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2A14B402-B70F-4CBD-8A24-52E6AE02D8BE}"/>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BD393E26-B4C4-475F-A430-8B7CAF65B9E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6CFE2629-3644-4C4E-9ED3-56BD988BB00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5CA47796-6607-4CFF-8C64-2755DB91B613}"/>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B3391EF2-B4D1-4673-B52E-DE13E64761E7}"/>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F59B7925-4F71-4667-87AE-29817E21E908}"/>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79E66216-2336-4709-877D-5F0BFA904E8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757164C2-4458-4B5E-8DBE-D21F9FEA742B}"/>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78D2AB7E-F7B1-4A38-90FF-9C9DA6ED09A7}"/>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A146EBED-8503-49EC-812D-EB4514F22616}"/>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7297450A-2129-4C6F-A3B5-E3E9495DD021}"/>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27CB09B5-CEF3-4799-B8F1-CB0DA33E1B14}"/>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7572E46F-AAF2-4647-BA6D-8A5C363AC254}"/>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F214C041-89AF-429D-B483-19F56B4129A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26DAEA90-4478-4A69-BF56-C9E6C5899CBF}"/>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C6709E26-C239-4759-B7A3-5EACC4AA9F44}"/>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1977167E-0277-422E-BCF0-35DAC9DB0F3F}"/>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E737003D-5985-40C7-A65C-A4C23C047B16}"/>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17DBA122-4CAD-4F02-BE6D-3709A79CF018}"/>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B81EBC2D-DE13-4739-B63D-9EE758B3183E}"/>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47FF1B82-C7D0-4303-ACFD-F9850D8B64C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6A321D48-6EAC-44E5-95E3-5101B2B39CAA}"/>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E76B1FB0-C848-48EA-A2CA-B12C4B05FC6F}"/>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4A1C1764-46AA-44E5-AD9B-0A7D02745BF4}"/>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B642AC99-B32C-4583-A2CC-C1305B9E69A1}"/>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432FC891-5FB4-4C8C-B637-7A23B4D73586}"/>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D2A86F28-2711-4C86-A619-6F9BFDA31A6B}"/>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138FBF63-2A46-4336-8AB5-D8E15CA965C7}"/>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77D46602-B3BD-40DD-8C72-DE3B5424CADA}"/>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EA9BF38B-8FE2-4396-805F-7E13145567CB}"/>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C83AB349-71DB-4C98-8A62-62E9C0C488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6958440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AA05FBFE-6A52-4EE8-A4FF-EA9DA4CE74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5B6F154E-1F00-4984-901A-D2BCC9711F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5EB79D99-499C-4620-A223-35B62E30EE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0511584D-834B-4819-B699-3C31E43F97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2BEEEE86-5E36-4CD5-8A91-BD4E7F72B8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4683D510-DA62-46B3-98C6-19F47D44D3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B38654B9-3AEE-4F4D-AE94-91E275A8FB7A}"/>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940DB2A1-466A-410F-9C9E-635B85C21396}"/>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93D5D9AE-FD10-469B-9C6A-8D97D9FE1483}"/>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70A44CE5-0E7D-4B9B-B3D8-4DF950C3C90A}"/>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4F0E76DB-BDF6-4F28-98C0-F6955E3C7E05}"/>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9D498B01-C8A3-4CC3-80A6-C876F261C1F8}"/>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AAF5B319-7B0F-4E41-ACAF-A055B2CBF011}"/>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DA453175-86C0-4013-BEC0-CE07D165800E}"/>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F41B3C42-0866-4FDA-B71E-1079A4ACE7A1}"/>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65B20CA5-D034-4BD8-99B3-732EB3D2F9EA}"/>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67E97214-27CD-4732-8559-A3387EA29019}"/>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2FAE8CD8-3FC7-46D6-A21E-7D44EB5337B7}"/>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D8ED341E-09FB-4A5A-B5B1-3E981B38C42B}"/>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A089FC97-A61A-4C78-AC5E-0DA99CE620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5489108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CBEA899C-0302-44BA-BDDC-716856D51A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929925AD-778A-4782-96AB-9F84FE974E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0A591054-1E5D-4C96-AB14-989B084FF3B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4B907EA3-F5D1-4AED-9F64-16B1833B69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9626F580-A482-4C98-86CA-AB63A8F2AF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922ED78C-7059-4208-A52C-CD1F9F7B99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BC0610C0-95F8-46F5-B8DD-ED1DC55A7C66}"/>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6FF0B38E-6032-4A3A-B03C-7D8F3F52B5D3}"/>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61CF3BF2-4129-4358-A2D2-CC7FCB3D410C}"/>
              </a:ext>
            </a:extLst>
          </p:cNvPr>
          <p:cNvPicPr>
            <a:picLocks xmlns:a="http://schemas.openxmlformats.org/drawingml/2006/main" noChangeAspect="1"/>
          </p:cNvPicPr>
          <p:nvPr/>
        </p:nvPicPr>
        <p:blipFill>
          <a:blip xmlns:r="http://schemas.openxmlformats.org/officeDocument/2006/relationships" xmlns:a="http://schemas.openxmlformats.org/drawingml/2006/main" r:embed="Rffffd1d0089949a2"/>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01964E7-CAD7-4792-8014-548D1838F962}"/>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10D253D2-9870-4EAF-9C92-A84DFE76B526}"/>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8687A190-E503-4FDB-89FE-8C6F0A8B8381}"/>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D6EAC48E-8CF6-4930-940D-A30386A247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2366851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30EC6165-5EFB-49CE-84E8-1328F09752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3E27C19F-C92B-40FD-B74D-81F526A838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8ACEE68C-0DAF-45E4-90E3-3A39F2F4D0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667DFC68-50B8-4A20-9590-A674807B83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B5AB6B5D-286E-443C-B308-B5D2C9EB90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FB3FCD26-2364-40A4-9164-527B07B6EF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A1CF2681-5EDF-4A2C-8067-2EE6250F727A}"/>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B6EE9256-CBF5-4ED0-8BD7-2399D8EB8FAB}"/>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AF1A4D57-2674-4F99-B4C3-6EBB4ECB3368}"/>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313D53F-9D23-486A-B930-0071E99EB42A}"/>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6F871F53-308D-4E96-8C8B-E155B6EDDD4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2AC14DD0-CA44-4802-B4FE-D7FA1D27CFF1}"/>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E6DAF485-2F90-48AD-BB63-E7C4116A9E6A}"/>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F6223EB4-49BB-4A8E-AC33-67BB65AE0FE3}"/>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D5D57B8A-1390-46AE-BB64-A296401B0589}"/>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51303968-6410-4F33-8B34-2363403B17D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3C0995BE-E249-494B-A5C8-05D484DE6A8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F70CC8B-0B6B-4807-86E6-79CD9F420634}"/>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BC4F8237-DD75-4F90-AEEB-075C8C162A95}"/>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F0B41327-3789-4158-AF83-3E36C9020839}"/>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8E04BC4A-ACA9-4713-AFF4-8B41E2C8D750}"/>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FB5C219-A6A1-4A47-9B46-5497E94EC66C}"/>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603EE27A-73F9-4728-94EA-28836B2E5006}"/>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4E11E921-F6D9-41A9-AC63-54BC9F5C2E42}"/>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239530EC-24EB-4E36-927F-DCE9B5BA579F}"/>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8C915F1-150D-4FAF-B5C7-EF485BD7526B}"/>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86A2DE8F-38A1-487D-B3EF-B37C03E83824}"/>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22D35009-3D2E-4E27-A934-82FA6BA583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5736627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72800FD7-819E-4B5C-B76D-C0B12EE770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41494EF4-5FDF-4192-B000-057D8122D7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57B1FB3E-7E7A-48F9-A5A9-A977DCDE0A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F8386447-24C2-46E4-8CCE-E469AC6B56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9FD494C-8F34-4858-A623-DA2518491D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A463DC6E-9605-46E9-8CB7-6A0AF1BEB9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397C92E0-8577-4A35-B6BE-7A09DC9E0F8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A142BCF0-164F-4256-8A8B-48DEEFC8136B}"/>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BB5E1A96-BFE1-46E4-9277-A1E7C0039FA5}"/>
              </a:ext>
            </a:extLst>
          </p:cNvPr>
          <p:cNvPicPr>
            <a:picLocks xmlns:a="http://schemas.openxmlformats.org/drawingml/2006/main" noChangeAspect="1"/>
          </p:cNvPicPr>
          <p:nvPr/>
        </p:nvPicPr>
        <p:blipFill>
          <a:blip xmlns:r="http://schemas.openxmlformats.org/officeDocument/2006/relationships" xmlns:a="http://schemas.openxmlformats.org/drawingml/2006/main" r:embed="Rdd29d15dabac47c1"/>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6A386A54-A5D4-41C1-B656-59EC6BF29E4B}"/>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B68DBE0A-3C1E-4C35-8E09-1F387FF37969}"/>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BF5010FD-8A5B-4EA4-95D0-112C0CEE68BD}"/>
              </a:ext>
            </a:extLst>
          </p:cNvPr>
          <p:cNvPicPr>
            <a:picLocks xmlns:a="http://schemas.openxmlformats.org/drawingml/2006/main" noChangeAspect="1"/>
          </p:cNvPicPr>
          <p:nvPr/>
        </p:nvPicPr>
        <p:blipFill>
          <a:blip xmlns:r="http://schemas.openxmlformats.org/officeDocument/2006/relationships" xmlns:a="http://schemas.openxmlformats.org/drawingml/2006/main" r:embed="R5d05577c4e8c48ab"/>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A281C5C4-FDE2-43B0-B039-1F2D917837C3}"/>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3CAEE795-07B4-4D60-B6DB-3334EB716C30}"/>
              </a:ext>
            </a:extLst>
          </p:cNvPr>
          <p:cNvPicPr>
            <a:picLocks xmlns:a="http://schemas.openxmlformats.org/drawingml/2006/main" noChangeAspect="1"/>
          </p:cNvPicPr>
          <p:nvPr/>
        </p:nvPicPr>
        <p:blipFill>
          <a:blip xmlns:r="http://schemas.openxmlformats.org/officeDocument/2006/relationships" xmlns:a="http://schemas.openxmlformats.org/drawingml/2006/main" r:embed="Rf57a9ae4d4794843"/>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5D96E70-2CDF-44A3-9B20-EA161E2EFB98}"/>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3E33297E-4D85-4EE6-ACD1-81443C134954}"/>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1A84E2B7-3E0F-4422-B3E2-1D09B92ED2B4}"/>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DA54964C-EA40-4479-B6AF-FAF036D2D5CF}"/>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972946DB-42EB-4695-A406-5ABE61B0AC43}"/>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93FB0518-9506-44C3-A270-1CB730D2D7B7}"/>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C8CBA280-597B-4A85-B917-02A5A5FD65DA}"/>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E43D41A-3032-404D-911B-24F1960FDA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8617106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62F947B3-518F-41A7-95A7-8570A73C09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255F9C8-3366-4420-924E-CC426D8CEB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A58A76AF-DBC3-4A40-A1BD-4F33375978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7F12273-8D47-41DB-9804-2AB1FD4173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EAFFCA48-E499-436D-9568-0BD0948BE6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C3B91E38-82D2-494D-8D83-6661FB5528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639775E-12A6-4866-86E4-D5617AA65D29}"/>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5A7AF505-EA56-4E23-AA8D-9CA61B666E91}"/>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68CB9B1-D1B1-43A0-A489-EB2F4B49D59B}"/>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5D63C724-5815-480A-A655-9D46F152C77A}"/>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722B507-B100-4371-9F5B-6D0C49E52C6E}"/>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9A1E436A-7B61-4215-BF51-9B8B44CB71A9}"/>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786CBB8D-4C01-4B6B-812E-C1552B1DBB96}"/>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BDA8C2-5061-406F-9C25-6FF70DF3D9D5}"/>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E2CA988-E7FE-4431-80CC-1A4D97C65542}"/>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A6483F33-EBE7-4581-850E-A4F2D2C1F55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0492BA00-0C52-4661-8BCB-BA990CF62DC9}"/>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F563E5CF-4E7A-4657-ACF7-48DBE1EFAC98}"/>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523A40D-13AB-4EE3-8788-00A6815DFB48}"/>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E1FEB2FC-DDBC-4492-BF00-837310DB179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C4C09710-0BB3-47EC-91AB-9E2CE4E2E66A}"/>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AC21E145-ED26-4DB2-90D9-F11B2E63C41F}"/>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877663C2-17DB-45C8-BD77-8D039C127BDE}"/>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AFA5668-B3DC-43A8-BC49-4A8061A8EC5F}"/>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A956C62B-65CE-4C27-A919-9C00A0C2492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79E81515-7008-40D5-9933-E3FD14EF709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B23F797F-69B7-42C1-AE8C-4B8F20420DE0}"/>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411C086B-9EEC-4660-A43C-A9403FBB5422}"/>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8B2085F-1B6C-4ED7-8878-DD71CCCAC1B1}"/>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24D7039A-35B6-4499-BEEF-75806329492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848A7F4-65CC-4308-A096-F2A3881D9EE8}"/>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2FD9F117-4965-41F7-A010-1410BC6640FD}"/>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8F522BDB-2C29-4AE3-A412-3395150F3643}"/>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C36B058F-E2BD-4B6A-9794-71C94EFFD1A3}"/>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E004831-A2FB-45C0-AE67-DABFA444CD1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7C85AF10-61D1-4519-9541-F62EC4E21E63}"/>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6430828-5854-4EBF-942E-75937408A31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1FA61ABB-1452-4BFE-8432-BE8933D97454}"/>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E644F57E-0670-4BC6-BAD2-D770AE02244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2E0E6555-9A2A-405B-822A-CD4532A93565}"/>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CAFA514-C537-4096-BDCF-CE585F937B43}"/>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A8D4E460-ADED-4FAA-83EB-0D39C9865DF2}"/>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30C92C7-1D91-484F-AFD8-5BAD1DEA4BAF}"/>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79F7D909-FA00-402E-8780-AA99CB291C5B}"/>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A1729F80-C31B-43FB-9CA8-F2B741D8F14B}"/>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B69C34F2-A5D4-493D-AE97-A3DCA894A87C}"/>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491686D-DA91-4DE8-BB0D-B8F487EB92D1}"/>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80FC9ABF-01E5-42D4-ABF0-A89B2998AB0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1E4528C-60F8-4325-94CC-58F36CA0256D}"/>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DF56CEEB-7F64-47DF-8209-A65E950DD112}"/>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E6FC308D-0B7E-4092-9506-BCD44D8D6BA3}"/>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F5E7B099-C13F-49BB-8D60-85A367CFF9A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35DEBB1-F347-4FBB-A3E0-3242ED371320}"/>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8659E183-5A6C-4AB4-A1DC-2CC93720572F}"/>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740460B8-5ADD-496C-8D2B-EA360BC5D65A}"/>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3264370C-87C7-4CE1-9B5A-1E0E3587C8CF}"/>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B46BD3C9-3B53-48A7-85E1-36FCECFE55BC}"/>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C3B576EB-C782-4198-B48D-618ED96EC1D2}"/>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C1860E56-66FB-4B7A-8C8C-FEF9271980FB}"/>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408FE20E-0465-40DA-A75A-7E253F02340C}"/>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6F403E64-F42F-4472-B6F6-77F57CEF77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1029734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6C655AED-B749-4612-8826-00E7A0872D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BCF37B20-9F31-4B8C-B2E0-971A3710DD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20637B29-7DE1-45B3-99FF-0CA31C531A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3F814E44-94FC-4FAB-892A-AA470FF944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77D6DC6E-113E-4354-B21B-4E245DD1F4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596CE838-17AE-4504-932E-1EB40D56E7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9903983F-F884-423C-A671-310AC4B5BD3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FFD5D50-ED1E-4DC0-802F-20F3C79DDD5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B7592FE-3A1F-44B6-AB03-E07F323E604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DB323998-AB2C-4E2E-B85A-7E97D012087C}"/>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ED467B3C-5A8D-4346-9869-0A26EF81F06C}"/>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C9FB8D96-D9A7-45C2-A3B5-445CBCA3E0BB}"/>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D8A18C2-2D1D-422B-BC48-E489B4DF0451}"/>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676D67C-E882-4FE7-9B09-E00F2A02C66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A903344-CDF1-444A-AE2D-90EB936592FC}"/>
              </a:ext>
            </a:extLst>
          </p:cNvPr>
          <p:cNvPicPr>
            <a:picLocks xmlns:a="http://schemas.openxmlformats.org/drawingml/2006/main" noChangeAspect="1"/>
          </p:cNvPicPr>
          <p:nvPr/>
        </p:nvPicPr>
        <p:blipFill>
          <a:blip xmlns:r="http://schemas.openxmlformats.org/officeDocument/2006/relationships" xmlns:a="http://schemas.openxmlformats.org/drawingml/2006/main" r:embed="R4478789270af418b"/>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2E7927FA-1BBB-412F-985F-84AD903993FA}"/>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52464515-28F6-44F5-98E6-A094B8B2AF4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E4A8C377-F3F8-42A4-B6A7-83E45BAE5D5C}"/>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4AD9D08B-BCE3-475A-BD00-FAA8AC92679D}"/>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0E44BF0E-1D8B-4325-B151-7B676C0D647C}"/>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521D0F77-84DD-4B55-8B1A-4027D53D90C0}"/>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F917B9E-5E4F-4CF9-9F20-7A8203C2B83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8E0E3FF1-1221-4B1A-81FF-6697627FC8AE}"/>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06B40443-811B-4E43-BBF4-6A4129FC6AC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D110CFF8-BAFB-4059-A632-12B73347072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A5C2C0A3-BCB7-4FCF-90C2-85F1B20C1DA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6A212A48-2120-41AB-B268-36CB24127A82}"/>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78E7568A-A585-4EC9-AC02-59A73FB76BD1}"/>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67B80A39-2A05-4738-AF53-C85EB7A18F44}"/>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9851B272-4061-4F6A-9227-2E28DD71F02F}"/>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C4C1FBD8-A12A-4F7E-93E4-1CB7014E74EF}"/>
              </a:ext>
            </a:extLst>
          </p:cNvPr>
          <p:cNvPicPr>
            <a:picLocks xmlns:a="http://schemas.openxmlformats.org/drawingml/2006/main" noChangeAspect="1"/>
          </p:cNvPicPr>
          <p:nvPr/>
        </p:nvPicPr>
        <p:blipFill>
          <a:blip xmlns:r="http://schemas.openxmlformats.org/officeDocument/2006/relationships" xmlns:a="http://schemas.openxmlformats.org/drawingml/2006/main" r:embed="R59599c99671943d8"/>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EC73D32B-F87C-4F33-8ADE-A91022BAAF7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75530E69-181A-4486-A3D9-817934A68CF4}"/>
              </a:ext>
            </a:extLst>
          </p:cNvPr>
          <p:cNvPicPr>
            <a:picLocks xmlns:a="http://schemas.openxmlformats.org/drawingml/2006/main" noChangeAspect="1"/>
          </p:cNvPicPr>
          <p:nvPr/>
        </p:nvPicPr>
        <p:blipFill>
          <a:blip xmlns:r="http://schemas.openxmlformats.org/officeDocument/2006/relationships" xmlns:a="http://schemas.openxmlformats.org/drawingml/2006/main" r:embed="R3b19eb83b3ed4188"/>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29EC155-5E1B-4E70-BA70-3939AC5B95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3614179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9B01C6C4-D80D-4AD2-938E-8507FA4884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B51DF0E5-65BE-4DF0-A09B-435398A19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DA7B379E-8C3D-4BC1-8D3E-0506B8C0FE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1E5D4FBA-B9BC-4D34-80E1-FC15D54E7D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3ABB05B-19B2-4367-B54E-7B7C58E34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FD4B3424-F28C-4A6D-8757-264E48BFEA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D93DAB22-3DA7-4A5E-82A9-BD136B1E080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C2C4549B-86F1-47C9-BD08-5148041A13F2}"/>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DA1D375-E2A8-41E6-AC85-979055028157}"/>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B9852593-25D9-4867-808E-FA887567F6BD}"/>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9C8D1940-BA1C-4CBE-865E-91EBCEEB5C96}"/>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4DDADA96-62BC-45AB-9848-D59F80A6A37F}"/>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5546F11-271A-41EC-9C44-C39D6FB1A1BE}"/>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D8AC61-A6D5-40CC-AB85-FE50139391EF}"/>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F813C3C-9581-42C6-8235-2DE6BA47CDCF}"/>
              </a:ext>
            </a:extLst>
          </p:cNvPr>
          <p:cNvPicPr>
            <a:picLocks xmlns:a="http://schemas.openxmlformats.org/drawingml/2006/main" noChangeAspect="1"/>
          </p:cNvPicPr>
          <p:nvPr/>
        </p:nvPicPr>
        <p:blipFill>
          <a:blip xmlns:r="http://schemas.openxmlformats.org/officeDocument/2006/relationships" xmlns:a="http://schemas.openxmlformats.org/drawingml/2006/main" r:embed="R78eb566f11a1498a"/>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12FAD3CB-2A11-411C-9812-8954B9BFA7EE}"/>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093ACE16-549D-4656-ACBB-DE1D5A941D7D}"/>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76BF4AD-AC15-4321-BE03-78046F7662CB}"/>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686A3879-026F-4451-A6BC-850C0A8E5A6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0790DC41-60F2-495D-9E90-FE08356D6F9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237BC12A-509D-4A81-8F9A-F9718777406D}"/>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AC37DE6D-1209-4558-9D21-1109B2FF231F}"/>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3FD0F82-3985-465A-9221-1BDD25F248C1}"/>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47FCF949-A278-4EBE-8DE6-7E617622377C}"/>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6811F7E8-3D04-41B0-BC75-2505E4CA30F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CC93AE1-BB56-4BE9-BB63-22F2739E20A5}"/>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5087B5A0-92C0-4267-8F69-88485E513FFD}"/>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3BF7B242-51AD-4526-9ACB-92720E69C95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39857F51-5538-42D3-AEA4-66D76A3BCC3A}"/>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1175C350-0CB0-4384-BF54-646616FFB8C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8B277943-2E57-4D6E-AA58-CC2F7AA1286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B7F1BB08-36B3-4BD5-9DA6-C0FC9D870FB3}"/>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D025750A-FAD1-4E79-9947-2C5EAF26837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920609A3-6E48-4FFA-BCB4-A3266154BD41}"/>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EA1A31-B33C-427F-8A8B-736B42202E51}"/>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8E83E57C-E365-42B7-9215-8594AB17E8B9}"/>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593D5AAC-3CFA-43FA-A9E6-1AE889D91283}"/>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90963CA-7680-43AF-B0CD-F0F059985B4B}"/>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AF4BC8D6-C6DE-4F86-9C79-0348554CB23A}"/>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D753C31-7C33-4156-AABC-9CC3F80CD04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D0BBFC95-FA9A-4E0A-9993-A4E23B35E7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60229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5E3909EE-6BF2-4420-9EBA-3714CD317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A74EC9EB-975B-4909-B03A-337AA8C38E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C2632AC5-7415-4B86-9107-9817EC074A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35495217-4FDC-4369-87EF-FB9B2038DB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3DFCFEFB-929D-42EC-BE98-07B416F56E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0D31B8F0-B8D0-419B-B109-279704AA52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C22F626D-8117-47FA-8A01-9B1AE0A731D8}"/>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2C4BCA9-FAEB-4E0B-A308-B425B0755C26}"/>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328107AF-0A23-48F7-821C-D3D472C615F5}"/>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DC715AD-C629-4964-B703-E2160BBD7F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B6760798-638E-4025-8526-2689368433B3}"/>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76DC545E-1154-4BDF-BDBA-CF12E1DF0288}"/>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3FA80461-9C8D-40D1-B7EF-08992BFF3D5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AE8B932-7556-4F53-8606-7E3DFFF519FB}"/>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3A2B77AE-B20F-4289-8116-E2206A664165}"/>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E85C41A1-51AD-4D99-92C7-03971D9BA09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F977109B-7A12-4B71-9E5E-EA56B69E8ADF}"/>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3F1DC7D8-E962-4F04-A437-C4335AD310DA}"/>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0BF6635-3BF6-48DE-BA93-79BA8451204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C7B4133E-693E-4D8C-832F-E0346EDB915F}"/>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11FEE8EB-8468-432D-96C2-EEE78722C597}"/>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966D3BD-FF4D-49E9-974E-AA3102CF007E}"/>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C801BBD-0AA2-4119-86F7-82871BA18A1A}"/>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502E971-225E-42BB-83AE-6418898B63AA}"/>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DFB1FC2A-38B6-4AF2-B6F2-86F6C87C0E68}"/>
              </a:ext>
            </a:extLst>
          </p:cNvPr>
          <p:cNvPicPr>
            <a:picLocks xmlns:a="http://schemas.openxmlformats.org/drawingml/2006/main" noChangeAspect="1"/>
          </p:cNvPicPr>
          <p:nvPr/>
        </p:nvPicPr>
        <p:blipFill>
          <a:blip xmlns:r="http://schemas.openxmlformats.org/officeDocument/2006/relationships" xmlns:a="http://schemas.openxmlformats.org/drawingml/2006/main" r:embed="Rf9772c0b4ec84ecf"/>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04CEB935-33AA-4C1B-BF60-55DE6EB44BE3}"/>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DF0FABB8-22E3-49F0-814F-4F6EE7C955B8}"/>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25C5E0B4-CBC2-4930-A557-E94DF16D65A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29354A3F-1584-4BB9-84F0-05477807A2F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CA2767E4-A787-478E-BA54-C7F45C4284F3}"/>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8B81BD78-AE72-40DF-B198-53390CEE7700}"/>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B39BF888-6715-43F5-9367-7C3090D0B624}"/>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33DCEDEE-E14A-48FA-9E05-DCEA4CC942A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6635285B-50D9-4DDC-A0DD-4FCD777E3E0E}"/>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5DCC7CF6-2D1C-4398-BCEE-FCE0780E0D3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5DD89D06-34AF-4D73-8F55-57FC6750D275}"/>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1B65BA5-2D31-42B9-854C-0CB44E4726ED}"/>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1A574D02-AC06-49AE-BC53-69C9207C773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203C3762-9316-4208-8F46-7D57C66A537C}"/>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5D4F13B-EA68-4883-A6DA-71501CF22E16}"/>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5069B510-E4A9-4618-AD70-B86F6B21B7C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26C4820D-FEF3-46BC-A86D-D7FBA645EE2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ED3ED208-AFAC-4114-8F8E-E1B6FD24C71F}"/>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784F88E2-ACB7-4B9D-A69B-9039024454CB}"/>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971FF59E-E0E0-4FF9-9334-7B321080E9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028484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8C038E7-4903-468A-A326-4842C1BBD1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2DDD927B-D3F6-4249-B28E-33A4C663CC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500EE34-6B6B-490C-8650-226ABEAC27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88E1B14-66A6-4A81-B395-595735F1B0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EE1B54E4-4DE2-4A7C-9412-EF2804091A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D7380C8F-FE11-415F-9521-D3FB4AAF87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18E4ADD3-C324-47E7-8A7C-94E6CDB282F6}"/>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F6155CEA-4BEF-48E9-AC56-4F667FFCA497}"/>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EDA83044-5710-4438-9471-F0E7590111B4}"/>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7AE86EDB-B136-4850-B928-3C6BEC98AFAC}"/>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E3798914-38D1-4B0E-BCE2-035C6DEA41C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829AB239-C904-4BD0-9805-BC735336271D}"/>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DC3A6469-2359-4ABF-92B3-95F77B52D00B}"/>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6C69CD7B-41AB-4095-95DE-78815E92F043}"/>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6D29AEA2-C126-48BC-AD93-4505772C6A59}"/>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CB0AA6B6-7A44-41B6-BF06-176BFF443C97}"/>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E3A3C3CE-D7AE-474A-A597-6CED38003EE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0C554BFA-7DFF-4AEA-B70F-A1B165109202}"/>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00CF3BBD-1C37-4096-94EE-69771228FF69}"/>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3B2CF59-B0C6-4F15-A701-704EAC8B16CC}"/>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6E6D219F-3DB2-471D-9199-7224EC1B8181}"/>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C4547112-2759-4E20-978C-4FC1608F7866}"/>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87F0E568-28A7-45B8-910A-5D34490F3E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36836034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69970491-93BF-438A-B6BB-42D6517018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1B2EE01F-DAAA-454F-85AD-CECDD145EC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5622CCC6-F7E8-4D6F-BAE9-627828B728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FAA1A67-F68F-48F5-954C-D863B79365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D5881132-686A-4841-B8DA-30D70A3BF8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3403975D-B5A8-4A2C-83B1-E9D153C9C3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57BE19D-9BBF-422E-ADA4-16F44450D8C8}"/>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BE962E16-A555-4A0D-84CE-521C22CBECD6}"/>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C474C56-9A1B-4FD4-B5D5-AE76A1D284FF}"/>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D00DA400-07C0-466D-B682-D2C451ABBB21}"/>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951EF744-1D1A-44BC-B015-B4BF8AFA6177}"/>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257400A1-C2E1-4581-AE31-0853466BF334}"/>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33845DE3-E307-490A-A292-D9E3FF61AC6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FEA0F0BE-14E6-4A93-8727-FFCC035C1F82}"/>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16ABF6A-5AB3-4242-99EA-63241C32A7E8}"/>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B94DA02D-538D-4891-88C4-6EC9C4CCBC67}"/>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531DB910-6979-4952-9534-515BC86985CC}"/>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49431A5-DEDE-4AB2-947D-4D3B7E588E88}"/>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4DA0B149-5D16-469D-A20D-C29C40D68531}"/>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0FB1A20-475F-4D53-BF9E-0AF96CCA2D91}"/>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F6101F7-44ED-4429-BFF9-4965D82167E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4DA71762-D04C-4AF2-A700-F4628ACA543F}"/>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B3F394F3-4514-4440-B338-E8ACD9CBA845}"/>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049A842E-3A3D-46DE-9E7A-31DD5BA68DF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076F7BD7-1768-4051-B899-32CAAF8E56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9385448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B25524CB-437A-4554-8851-EA53E5B65E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459DEB98-84CF-400E-AEF4-4BD535BD17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20528FD1-C858-487C-BAF5-DBC5B89DEA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C6B6C0FE-3E4E-4001-82AE-E5CE2C6A37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CB26F44F-DFCE-4B64-8E6E-265F3BE3E8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CFF6296D-B7AE-4FF7-B7FA-0898D40408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8FEF3203-7A76-4DE7-9F35-2AD9D1A49864}"/>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BC6AEE17-292D-4F79-B327-4A4A4CD5AD0E}"/>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B817CF9B-2CA7-431D-ABC6-17B1D562D8CF}"/>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4C6F56FB-0FA0-4C6E-8641-42BA1B368931}"/>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74DCBE1D-F90D-474E-8480-5F1B010105F7}"/>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91650949-4FAB-4437-97B4-670707F164C7}"/>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87242F98-5A1F-4F58-9F8F-01D83D1163AC}"/>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314D5AC5-FEF9-41FF-85C4-7CF20D238288}"/>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B0FB625-DE82-484E-B6BE-AA47AFD1B851}"/>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70317E02-756C-46CD-8814-5DE3FEA40828}"/>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A317E051-A3A7-4243-B316-44C37EFA0798}"/>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9E685808-9FA3-4E8E-A830-5FFD6603CE7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6E51872C-984B-4C4C-8467-2D1C6BE0103C}"/>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B88B28C-030D-4427-86EE-EBD564611366}"/>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B62F052C-7C16-4F1F-A9A8-0BF82098CFBF}"/>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DB4A6ED7-9F2E-4ACF-8CBA-3F6D2674D077}"/>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1AE3C91F-6262-42A7-A595-50732FE5EFFD}"/>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2236F863-0C01-47EE-AC8A-3E81F32A8CB5}"/>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32488CE3-C529-400F-8959-A5B9C758FD17}"/>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4417AA4E-B962-4D70-B61B-1B9E20E2BBFD}"/>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42679D36-3997-49FF-96CD-3540A6B59BA8}"/>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8937040D-B367-4E50-9180-6519A69B248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567C08A5-271E-4697-B439-C14E40F76A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23968567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5B863168-CE52-4CE9-82FA-3BFFDBDE0C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DA30A576-F982-47EA-B5E7-D5CB3F0099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9761AC1C-A5C0-42F7-865C-FECB7FBA6F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96C6AAD-4105-4945-A2A4-9C4B7BAB0B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BE2314CC-AD5A-41F2-B77F-10219F6EA8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66295C0E-BA14-4EF8-8B7D-DE8CAD569B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5019989A-B8C6-4C3D-8E31-AB88DA58EDD4}"/>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AB35EF5C-6F75-4CD6-8ECE-910EEA11A19E}"/>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DD11F818-5E13-48EE-9DFC-D77EC8A3D70B}"/>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AEB8D2C-9B7D-4EA4-9F2A-8CEC927C5460}"/>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FA3A2D-3CA5-419E-82F0-DC7660E2629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716D2B67-686C-4859-9797-8C11EF3CE29D}"/>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CDD71EB4-F976-4F17-97E8-4299FE080AF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E5428CA1-8093-413A-AB66-8F3EF8F9C91E}"/>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4D94BBCC-1950-42D1-910C-09337F7B7382}"/>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3DE50A82-A5C3-4165-8390-1837717E7FF3}"/>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AFF1F8-DABA-4CA2-83CE-8A8D3DC1CF46}"/>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A099D048-61F2-4B94-9E77-C75829650A8F}"/>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CFE960FB-B27E-4174-82C7-58CF051265B7}"/>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78CDB836-09FA-4EFD-9CEA-0E558C96C60D}"/>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254242B5-F82B-44E7-BBE2-CC984D9F4962}"/>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B4BEDF9D-24BB-4F7B-88E1-D6DF0DEF128B}"/>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4E3A5952-392A-468F-BE1B-A18BA202DCD3}"/>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95269B77-1895-4D9E-944B-808CB8498C43}"/>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508D5DC9-BC48-4A00-AE37-6E6F15CC6F11}"/>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70028AE-E8E1-4049-9479-F1D72E59BE60}"/>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EFC632BD-8E11-493C-A66B-A97A10DD25A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137DA160-D86C-46F8-AEAA-AD7FBAFE81AB}"/>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642718EA-420A-4CFC-82A7-0D69B1FC650C}"/>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C7A0582-29D5-4207-9137-77F7F368696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EC4B54D8-5B39-4E18-A7AA-EC2F3FCFBCCF}"/>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85C69124-DD2A-40BE-99A1-990B83CAB88C}"/>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AF8F4D1E-2335-4CB6-85B2-6477616131D6}"/>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12D2AFA9-11E6-4B53-B944-34E1DED049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8306431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67735540-5582-41A6-9DFF-73B0AD37FD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CF21CC56-183C-4AE7-A7E8-7F0148A69D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B165AFC0-1E72-440E-8FC7-99D17E7D84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DABF9D9-E77C-4B89-82F2-A0EBA64B3F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9FC0608B-2311-46D5-8274-9BEB78257D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F7C902EE-B0C7-4DAB-896C-CFDEE12E98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7732D561-1F50-4A9E-9819-A125E3EFD4F7}"/>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7284061-7B8F-406A-A6C2-5FE6BFEB943F}"/>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50952006-2419-4798-9FE4-3166DF5DDFB0}"/>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E643A81-F86F-4DA9-B136-8C883C978B30}"/>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73BF5D6B-68B2-4C9F-B2E3-A3F2F8C3FDDA}"/>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B0CABE1E-60BD-4701-B845-AB76960A1574}"/>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D105995B-4255-4F58-97F2-6DBEDDE6773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A16CA6C7-2DD5-49FA-8500-4FE72012CDE1}"/>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9F183360-641E-4212-A25A-80D40EED38EF}"/>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7EBCC0F7-742C-4075-8625-DA3598AFD2FB}"/>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A115201-03A9-4AEF-B049-AA6EBE0A75B6}"/>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E5CF7028-F89D-4ADC-A8FA-D468CB668CB1}"/>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8296A34A-B3B5-4F13-B7BA-4C8E6DEBFD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2070752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A8B2E232-73EC-496B-8950-7AAB0CEC22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6F90EF36-CF4A-42E2-8394-4915188E89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49199BCC-C945-4A45-9673-F962F20DC9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62362A7B-DE56-4E74-B5DF-3981B47B5A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746F16D8-C954-42D4-8207-3A1F27960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3985345B-A2DA-4E7F-BFB8-B077EDD247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3CFD3A33-4DCB-437D-90F2-B463C2C94F39}"/>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3257D808-8B72-4FA7-9963-7030AE01BE8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EA651F0F-5C2C-4112-8F03-EBEBB619235F}"/>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27E25861-953A-45ED-91A0-536381A2B319}"/>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59C5052-2BAE-47CF-B931-FF86A4A5074C}"/>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F08B8D55-2636-4A18-9F8A-4FB14745EDD2}"/>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8D483ED6-FDDC-4C3F-9FDE-13B421AE82AB}"/>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47C9CDEA-802F-48E6-A2CD-86F1B53DB91E}"/>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D25E345-76A8-4899-AD84-EDDC46A9879A}"/>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CAE5BE2E-B5AE-4DFC-A90A-FF911D8999C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F52D6DF9-3838-49BE-ABEE-9D9589CA6239}"/>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F3ADCA2E-AE4E-43B6-BACA-7B7EEDDFD91E}"/>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BA1BA219-F2B0-416C-8948-30178B4D8FD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17C0CED3-52C5-4814-A16A-C1BF8DC0AE42}"/>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7FFA76FE-B1F8-48DF-B196-7B8CCD8DBB70}"/>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1A599DEC-373B-49CE-8B20-850D7DAD7F23}"/>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483E546-1790-449E-922C-8AA437622B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7437567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26A11C21-F910-411E-B5A8-B114A09B95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3B60AB77-DB44-42F1-AD00-123EFD6065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D02B769C-03A8-4F2C-8FDF-BC7979070C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CDDE3110-5C0B-4C1E-A1C9-2BFEC82F7E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85365DD-A377-41CB-ACA8-7229C4D784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F8038ADD-0FC1-490D-9EAF-62D72C3524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566CF05B-B2C6-4C00-8C24-EF7275B72B8D}"/>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A5955CE5-A30C-4C5E-95CA-7B1C2893584C}"/>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81145861-ED0C-480B-9A06-D3F4E81A84A8}"/>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6CAF04EB-C272-4AD6-A133-BAC2592E0BDD}"/>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D24F78CB-BBE2-430C-A4F7-84E6A658B6F5}"/>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9B27702A-C3E5-4817-9826-F79FF4548195}"/>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3642313B-D9E4-4597-9A35-1BEADDD9799B}"/>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99B5AC9F-53BA-4B0C-BF83-6E0457DCD05D}"/>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D849628B-7925-4847-99A9-C2E7E2914E8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6CDDFDBD-B45E-43DD-B6E8-8FC9E8F61856}"/>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FD8B360-2427-4098-B3CA-CFCC969536F0}"/>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4F3FC035-FF2A-45F4-B7C2-110D3B56AD71}"/>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93517787-BE7D-40E1-AF52-8C629F83D783}"/>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68774E9-59F8-4417-BFAF-0E3B3FFD7A25}"/>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573A1D21-FD37-4762-90ED-D256661AE57B}"/>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7CD1B9D2-253B-450A-8163-5F512A82008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1FBF3ECF-00AD-499E-BF7D-054B044857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96942969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7A2C1B80-2FC4-4DFD-AAEE-6F3B295D32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E52585FD-53A7-4202-A999-F41FC863B5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71DF6D09-DCAD-4C71-BE1C-388DAD49BD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9D087938-09B6-4776-8DFC-4CED8CB47B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645D21A2-740A-4D8A-9D80-141FD3DE87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4748A9F9-7708-4257-8A7C-EBEFC3391C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AF6A19A5-7AAE-4DED-A540-BBEEC6325F5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2B69CC6A-9426-403C-9E84-48C0261D69F0}"/>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3843AB9F-5084-49F5-99CC-92FF5ACC2005}"/>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A301332C-6E53-48DE-A5F9-1C13E7A465DE}"/>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93826C63-8878-4E96-8F13-27ACA818CC5A}"/>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A1BAA599-CC56-462D-A4F6-173CE85325CC}"/>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EB93117B-18B8-45AD-B006-F59EC72C5669}"/>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067B828C-3806-4E96-811B-A6537991286B}"/>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ACDCF83D-042F-4A3A-ADAD-2E93C9C09D8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93F7EA66-87F5-4D40-B14F-730362381539}"/>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BE15FA2D-D7CA-4E90-8BE0-9ED7882ADD41}"/>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CA283E7E-B535-406E-8826-F00F3833319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7FFD46F8-E648-4233-B6C1-A19B44467AB6}"/>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EFBC2F16-1368-4296-B414-27CD8CCE1E3F}"/>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DAC68D72-488B-45D9-9AEF-E94FD7C1D38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16150F0D-65B7-4088-8020-061A8E85F278}"/>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F4975A39-5D7B-4EB8-A041-CE37642E69F8}"/>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9B6066AA-428D-4E4D-B2FD-4E67BEDBE03E}"/>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9E696786-4BFA-4168-B3DE-039101B11282}"/>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C5B22DAE-BD4A-452C-AC7E-AD789A19798C}"/>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9D897CA3-2A92-4D08-84F3-8D81A728620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5B520D3-1FAF-4F15-8C5F-5CB06157877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E7A233B-95FC-42C4-ABCA-B0FEB2AC7DE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852B5C5F-DC91-472C-B54A-B56E8122681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2AE74965-D3CA-49BE-BE77-5112AFDF68AB}"/>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3A1FEAEF-16A5-4170-95F6-84AAE17B7270}"/>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FD5033D4-2568-410F-BEEB-D6B2F9CD0B4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E6EB4593-A66E-467D-AD6B-7454CF90852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595B1FF4-27B9-45DA-8EAF-7CB33021AEE3}"/>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C9DD82A1-BEAC-4AD4-B55A-69CF7B10306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919F9483-F98E-40CF-8DBE-35E74E7CA0E8}"/>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595B4B9-85D7-408A-A8AB-183182BE4472}"/>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C68F235C-D8EA-4704-8608-128E8F51695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092ED513-E761-4939-A4CF-FC37E6CE010E}"/>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21472AD6-1889-4ED1-AA4D-45EEC8AB491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8626189E-9905-49CA-A9E8-9CA82A7BB455}"/>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D0684C1A-630E-4FBB-AEC2-957BA593B738}"/>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E558B99-7BB0-457B-AC2E-BF18A81A74CA}"/>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4E7C1C2E-82F5-446E-B773-65F7743C7D4D}"/>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94125D8B-CE29-4EAD-B831-4FF96200D1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4441533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E5EC561A-BADD-4E48-96CA-B551569053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BDF3F9E6-6A75-4A53-A4EB-4681F3A0ED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006EC314-BE55-4E35-9B80-7095354D75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B58B118A-0B36-4229-B4A7-45BA0A61BE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4B260C67-8D12-4D55-BAFD-9C329B47FE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44637C4C-AD01-4DDA-9823-ED72C53DFC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4915F910-1EE5-4DFD-B84F-CB761BECF43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C5B880A-F33F-4997-AEC1-9E1DA93B0ED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C70E074-16DE-433C-B3CC-D17B8435768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827333F-19D6-4422-9015-0C30CB2F9E0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A46946F-C53D-448A-B3B7-601466897D7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D9D8CBF-1C02-4F26-8807-9D985A6ABA6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DEF058E7-8069-4FC1-B890-05E03819F82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1A3A7850-2603-465A-9DEC-5772F539131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1E223F23-C77B-4887-8AB5-FF87D03F9DE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CD520627-E49A-4C96-9E4B-F39D155FB83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D844DCE0-9B0D-4439-A34C-17BC8FCDEEA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A5A7AC10-CE1F-46B6-8CD4-3AB0ABF52A4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9DE4BF9D-0BF4-4C15-9FF4-639FA2A3F6F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3C8224E4-86A5-4566-8B16-5EB811DA578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2FFFB135-CE8A-45D5-BA01-1E27D0772F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40214083"/>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8E5E2740-B905-4B97-90CF-03C2BE2B46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07BF394C-0661-427D-89D2-B21AC4B1C1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9DC9F371-AA3C-4C2D-8739-9E3BA5199E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C6B9EF52-A811-4E03-A3C5-B25C7EC79C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467E4A3A-A256-4CB2-81AB-DFB2BCE0AA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5C5C53EE-5682-4F71-AB37-3625191EE2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6B6A14C4-638E-4CA8-89A7-557582DBA5C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CD672E3-2A02-4F62-8574-60E3E7F2375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9636BA69-7389-4812-8106-9C1EA9DAFB1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FE936C07-D118-4467-BEF1-7145B594EE9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D6F7542-0494-4E60-807C-582DA21A60F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CE8D244-9528-4995-AFDF-6FC64F27806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9B5B2ADC-4D53-48A1-8CA7-959DF5F1C05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B869938F-FA17-4168-A649-0428AA21840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9850DA18-7648-4987-8026-0D482DB3247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83A9A76D-D159-4A63-B1E3-0C199582F1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CF0D6512-C4C5-473F-A0D7-FDDA8E43E9F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E690B96B-70C2-442C-984E-113300F46BD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EEFC69F8-1A86-4096-BE10-69E2BC7D1E3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0D55F6C2-6D55-4FB6-A056-F1FB2AB0AC1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52FC85BA-91DD-49F1-8BF7-15BC35EDF4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867050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6AA3B119-D90A-42BD-844B-05A9A48997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AE382DAD-3704-4080-8569-89FA0D7866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6BE4D91B-DDD0-4437-83BC-A272EFC0DE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FAD6272C-465D-41CF-969C-60FA7A527A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21AD829E-7D0F-41C2-AED3-AAC5B22D63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6D563706-5979-4B14-8971-5509420922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FEC56A8F-A39C-4E2F-908A-9ABC2608A82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896754A-5251-40F0-BFE0-4B9ECEB05F2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753F0D7-2C63-4BAB-85EC-B36DB4F2D22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0A0E8B1A-2595-479E-901F-9FD4D2A8219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B193040-3D0B-49AC-84A9-075F226DA22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B0F2F3F-1798-46A1-8C04-1FC7581D8A8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05A6958-DAC7-4458-8B71-86D99DE40AE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7AABDE0F-976F-4375-9474-1AEAEDB4616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0A8D5A69-D74A-4195-BC22-CF58C57698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9A4168DD-0281-4C98-8BC8-AC8E39CD795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E6214CB9-82AE-463A-ADCD-F42FF5BCD64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B6C57E6E-57B0-43E5-B8EC-9CD6B037BA7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5AE169EF-52D7-4F37-9399-78BF65F7242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5CCDF1C2-C8A4-43B5-A001-EDE53CE2080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2EF7B0C2-8BFF-4DB6-B0F8-559F6FC0FA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009835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DA55B78E-D242-4994-A0AB-6B5329ECA9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139242E9-5EE5-4757-8FF1-05589810AF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2C9F7BA6-28FB-4B5A-947D-A6963DDC66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656E5D74-4A38-453B-B847-DD6D864184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6F746798-9CF8-4E15-9E35-F29176CDD3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4DC61F2D-5B60-432E-9512-A1F8061095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0E696B65-5799-4DBF-BB57-A66FD6663BF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156CA1B-3A1F-456F-9065-5AADE94EEDA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E8C0D45F-69E4-4B82-A915-DBD89FA149A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60451E18-21BB-4868-975A-E630BDA822D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96B4C5A-3256-47F0-93D4-50D383C22D6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5FDCFDD-B450-410F-875D-7BD84051A97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18E533B1-935F-4D69-A88A-11BF751398D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00D9E3E6-4656-4581-9E18-34420BBFB8E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0C429F9D-0663-4DD6-84D1-5831FCF5B1D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EB6BB2DC-2EB2-41FE-BDAA-45673C18640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E768F42-269C-4E6A-97BF-0AB1AF474FB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26BC4455-D165-46AB-98D3-0DA74407ADE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2EBC3E6F-F6B8-494D-8A2A-8A7CDAEE8FB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24A24894-1269-4401-854C-5A389E9D702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A20556B7-471D-479B-AE08-8017E309ED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8631924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C6BC7244-8B79-4D27-A40E-EC6CA00436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D3FCBE61-3F07-460F-8B1B-80D32DF5D0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0B026ADD-43D8-405F-85A9-701144F617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AD83C79-0F24-42B8-8081-7BDA94C1BF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DE0C79C3-D409-499C-9BF0-FA3019C4E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08A3F4CA-3825-4278-9956-8CAD3DF9E5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36446B9A-F60E-4543-A743-E1F1BD88DFF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7FF14E9-9EFA-4D04-85E2-BE528E9C590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90671E34-7E74-435F-9664-BCD57970E02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F10C81EE-A83F-4BB9-A1F2-EC7E84574C2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9F01AFE-8700-43E4-BB8C-C8471ACC120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133F5FD-8196-47E9-A7F4-DCE153CB375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1E3928F4-9FFF-4697-9D10-617880274AA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ABD386B9-2905-4FE2-99F7-7CB16A45471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1366E4FD-2CCC-4BB6-BB7F-0B52595A399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9280B63-F261-42AB-8289-49F2FDAB188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9DC8D9AB-AE42-4A9E-B09A-06F3DD8D7F7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64BA6587-ACCA-44BB-B063-93E62B7F751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3E65C4B8-6D90-45C1-93BC-97F42519BD4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91F1390B-1226-44F4-9AFA-0391B1C7B4D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A12DEC95-A6FE-4B72-9949-26803F3E61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52528316"/>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498BFF1C-0674-4781-BECE-60CB0F859D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DC4499E0-FAF9-4A1E-87C3-0DDC7489F0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3DE7E5D7-6A96-4E89-8352-055ACE0172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799C72E-3012-479A-A789-1164E5C610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709F9718-3EBD-4E29-91C1-371B49E352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A34671B3-3C2F-4721-95FA-680AB1C624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6F4E71D6-679A-466B-880E-6D9D32E363B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0B153FD-67E9-4B79-8AEB-B5344E60DD5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FB16D61-3F19-4A35-9261-E7CEB133460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8837047D-A544-4AD3-9D1C-FB3188C0A8A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BC618F6-14DD-4144-BBE4-1C0776E9064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5BB4F0E-121C-4111-A63A-DA8A94BF4E7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7C5A9EE7-A8A9-46D6-8C8F-E13D4E12CD6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A32E20EC-E8E5-4DE8-96FA-1D5A8934984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80DC042F-B741-4237-A3AE-87DD1067A5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4C79FF1C-927D-48A2-9A96-F18C35FB240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68C1FC7A-0129-46AC-A397-555E3916B20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35A09F20-3893-462D-9639-FAA21A64CC2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3F660837-5E6A-4F2C-B27F-946CB60E26C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899F03AD-8331-4312-9751-C4E18AF8A98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B110ECAB-62BC-42C6-9363-2E029BF277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411676"/>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5C8E8658-825C-4BAF-854E-37BBBA98A2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D9D77D94-CCC1-4FA9-812B-6F0B948FB1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5E578DEF-2B51-4047-9508-25BB618EBD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C23CD114-6796-4F9D-B0D8-C7E9875EE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AF595952-8FB7-422C-9FD2-A0D8260214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B90FBC61-C99B-4A7E-BD40-AD4FE9E963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8BCE787C-A088-4647-9C37-633EB0F462F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49A3E3F-3015-4C99-8580-EABB3FDB3CA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FEC9A921-904F-4A57-8300-00052BA60DB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282B1AC6-4E95-4671-B9CB-1832B748BE5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5AEB35B-A2E8-4358-A8BA-7C898A12A12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A04628A-67D6-45B2-9F81-4A12C26D18E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4871E562-5580-4E5F-B679-A015518550E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9A0A66BD-991C-42CC-8A16-457BF24BC69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DE799184-4CD2-47D7-A465-80769DAEF56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D96316D2-7243-4A68-8A0D-67F74B581DB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52C4D89E-6731-44C2-9F71-51EBBF1C7ED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DCF3A0F6-AB3F-48EC-8BFC-0FDA0553C3B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E4C8065A-F205-4B28-9938-693F6B1F329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2AEFF6A9-9BE9-4808-ACF3-708E1CEE1D6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E3F2AC4C-9B96-4311-A757-8D78843239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4396000"/>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E7CB0AA5-658A-4E2B-B29D-20D8471E4C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0607C612-E7CC-41DA-83BE-C429117109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F02C6137-6C26-4825-858D-D9CB6FBDD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F89E01A9-ED63-446F-A10E-EFEBDEFDE6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B1EE5F71-13DC-4EBB-BE92-4CA3D69CA2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F73B362E-79EB-4929-8301-40EDA07F8B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7FECB66A-2B32-4948-8244-BD0CB516F2D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CFD467B-6642-43C9-975E-1929D1E1091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AA601F91-6F98-4456-881A-83EB22FA12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3403DA2C-E272-46B5-98A9-2DF008C6B8B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9A82D17-D97E-4409-B6F4-681EA206C46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5B73A80-C78C-4A7D-8917-B7025940785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D82E3CEC-B129-481C-AE60-1B1C52FDC01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04BAF056-51BD-41ED-8060-5FA0F31BC75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413BEED7-58B2-473D-9585-3BAD7E60374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2D6F58F-EAEC-4B37-BF78-61A186EC7A7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EB7B0252-CAB4-4A13-9DBA-B9566FB0207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FBF48CA5-2535-49C0-98EE-891BA9E1469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4EE08C5-F38C-4805-B8B6-6490E61D8B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CABD54B5-DA11-45F0-9842-8A406A78E11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54AFCAD2-ADCA-4999-BF80-D2243A1F30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09227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54A3BDD3-3E8F-4D23-A40E-F052B4054D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BF65A882-4D24-429E-9C1D-96E42E8483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3A6C9A77-F64E-4EE2-A90D-921D4830894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4F6B34E5-CA2E-4645-BA5C-53337633D8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8F3474F8-C2F0-4FB3-BEA4-6E79C74155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403E4088-98B7-44C8-BBA5-A7C4802E99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49C52566-FBD9-46DF-BED1-5801F1EEFAF5}"/>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845BDCA7-1861-4528-99AA-F7FBD5FD6F69}"/>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9425A417-6FD7-48D7-9835-82EF2D11D16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7747A53B-0B61-4D32-B75D-F8C45ED370A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9A0E9B5A-D459-4377-9078-1A328B08F602}"/>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554695AE-6E8B-446C-B590-25B7FC6A79C8}"/>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15B97592-6B29-486A-A521-A61E1334FE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21850062"/>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D9C8182B-399B-43ED-AF3E-BB8D3AF5E5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6B47BC0A-2B4F-48B1-9F56-A187A1B1A8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65F98536-7B9B-47F8-81E0-C955CEB523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D52A04BD-9F68-48EB-BB87-5CF2E81614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4758591-1930-43C1-93C4-0FAD4441C8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E9483E2D-6D66-414D-A816-1ED10D287B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247B51-EAEF-4582-B36E-139A17B54465}"/>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8F694D0D-08BD-494F-8007-2AC3E32000C4}"/>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5CAF21B4-A4D9-4C51-A2B9-FC5465A1CFF0}"/>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D575F727-D014-43C3-B482-BACDC2912955}"/>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CB7540DA-A388-4298-B572-302620E6B07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927E9CBA-BB8D-4DFF-B0D1-C8824A1E9F35}"/>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8C347CF9-67DD-439B-93BE-BF882E6618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84295340-C140-4160-A79F-4205FD7E54A2}"/>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623D311-BE2B-454F-8499-54FFBB5B51FE}"/>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C277CBA1-ABCD-4353-AB44-14DDB5DDC06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2FE43F84-AA27-4A29-B461-E8D9384B26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44046646"/>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0E088EA0-1287-4C79-A6C4-6EAFFF15E0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BD91A452-475D-4DB2-B9A7-23B979BE72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F02A784A-EB59-4C5F-B6E4-5F19D049E0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40638D6-C707-44BB-A577-663B5AB8B4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0C3EE96D-7251-45F4-A2FD-22E6B5757E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3220C9FC-4CCB-4356-B0C4-8EE815F924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F0056E50-DFDA-4536-A1BC-9ADE4CB5D402}"/>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1E24557-37C9-467B-A07E-427D89C37423}"/>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01C9647-A0E8-46CF-8699-FD4A273B872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E3F0D9D-C649-4718-B7A8-6AD4A1796A6E}"/>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FC6241E-2990-4231-ABA6-D87E6CA73075}"/>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09211101-445D-419C-A578-485EF1CD74B1}"/>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0E7FCBCC-2373-4586-8402-D18A1214F0C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BCABAA54-64F5-479E-BE6A-5367488B549F}"/>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4FE9FE6-F563-46DC-8C4E-285B9DB957DF}"/>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4E035AF-D2B4-4637-B137-9CC7A70792F3}"/>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4CE2F92A-539C-48D9-9B52-80D6A08DC078}"/>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1EBEA80D-46A6-4A8B-8154-1D5AB7F90CAF}"/>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8637048D-C156-4DE5-AF1D-75CB175450B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26A3C49-D056-45FE-B323-B5EB721802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C1303A6-F0BC-40A2-90AF-019BD5FD50DA}"/>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6F636B59-9FAE-4FEA-90DC-1892BA1C3C29}"/>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F925ADF-2180-4324-B6A4-57F89D9556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498142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475D4992-962A-459F-81BE-57A0FEFDF6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AB1A330F-3381-4A5C-AB2C-90F0045919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DDCF7B40-4B92-48CD-90F8-80B600B739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E31BD612-425C-4ABA-AD43-99005D1448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D9221FF2-ABCC-4AD1-8C2E-B543E5DCED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FF1534F-E560-4D46-AB46-D7D0AABEC8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05F3F998-F6DC-404B-93E2-35FB2DA3765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87C19DB5-2762-4272-9682-8773213B7ECA}"/>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E9EA066-4328-41FA-AB04-63B0350A8385}"/>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B19C6AF3-9B37-4B86-9722-47BF2681958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5923F0F-B1DE-4E8A-BA2B-56E739DE43EA}"/>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7B37C5D-49FF-4A6B-A39F-C96E0B0146E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BF735BAC-B7A9-4024-9A73-982FFDE8836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17F7E027-958B-41E1-8490-3D7BDEFD408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BBBDFE80-FFA2-4DEF-9D61-97F2422BC076}"/>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D7579B0E-C5C5-4C1E-93CA-473522CF47AD}"/>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0BE69DA6-0B3E-42A9-982D-86F6044F2DCE}"/>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C132BFB6-FB86-4245-9D08-E0EFB0BD979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1CD44DAC-E67A-46CD-A0B7-467DC403A133}"/>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521D4C23-92BE-4165-9827-1B588427DDB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9A1CE610-9BCC-4DF4-8BEA-B7A576BF2BEB}"/>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E021C7A3-6A2C-484C-99F0-B51DDEA8CC7B}"/>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F73D23B2-685E-4E06-B3B9-78F19C245BDE}"/>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8EB46C98-72B1-4CD8-A4ED-0DA9AFBA4685}"/>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0FF6F209-A601-4C09-80C0-BFC959AFE724}"/>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7ABC013C-A362-402D-8713-4C6F5ADC2F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4584531"/>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DE2C7DA7-9D0D-4E31-836E-DD803F13A7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8C5A0F98-6230-4489-AF4E-AD71F2F86E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8789B56E-507A-46CC-964E-74147F4C6A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A3909C94-A30E-479B-8DA0-FD7DF7397B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CB6DF9FC-D3CE-46AD-8D90-AA734D0078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8941EDAD-6DF6-497E-808C-51396C0BDB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55293285-7530-409E-8061-B7A1C5F37326}"/>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A5BF807D-999B-48F9-9682-A09C77A0AF12}"/>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1506A25-6C1B-4D67-8870-9B44D6875DB5}"/>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4E50BD9F-2F93-42CD-9A06-DF5F0A61D154}"/>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8D103C6-9F7A-4FA2-A010-0AB06FDB2022}"/>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106C42CC-8912-43C6-BC66-272919EE1144}"/>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E39FA449-A27A-4F82-94CA-294D463A2A33}"/>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ACC4AB9C-5B12-46A1-A807-DA9135D7C9D8}"/>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79106BD6-8113-4D31-B76A-A160D8557C8D}"/>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7A273E6C-B781-4C40-91BB-EA9619EE2C77}"/>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FD99BEC-726C-4C0F-94AA-004C3654A3D3}"/>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4899156F-2111-4032-9C90-7A9ACBD15027}"/>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E0826210-6F05-48A9-A7AB-EACCEBAC8327}"/>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C12553EE-FB7E-4766-855C-1EF3AE1C4669}"/>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BB20ABF6-9ED3-4DD7-8D16-54ECC88841D4}"/>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6F26333B-99E0-496E-BFD9-F682DCD31FD7}"/>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C8D1A3C9-ADC3-4260-BFDF-A6F27EB66030}"/>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C284F6B-07BB-4935-A2D0-B3A21839A705}"/>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677170CE-3BC0-4C57-9637-098E313E009A}"/>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16C9BE6-8269-4547-B335-45339DEDA7B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5C624ECF-C402-46E1-9C6F-14ECC349CF09}"/>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2803167E-6089-4909-8BED-A17D961DB0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2084403"/>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AD79E55D-B6E4-4CEF-AF32-E7B8AF4B22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4B82EE3A-B478-4A7D-AD45-10075FBC38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39A7E2A7-69E6-4A2C-A0BB-F5B292C3A5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21125EFA-4AD7-4590-BAE0-DF232CE75F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52FEC78B-83E5-4593-A506-5837857F0C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5B48B5E1-1AB8-4905-BE12-BA12928EB9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8A921EFA-40BD-407B-9672-C2E3657E40F5}"/>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C4556020-F223-462B-A1BA-51756B1307E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B85B13DD-4B78-4B0B-98F8-B489EB14976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16A571D8-D992-4CD4-B1CD-9F435ED2F0D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A24C58CC-633C-46C3-BEDB-395EC629E30B}"/>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51E3D273-475B-4F11-86A0-41F1CED4857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13DAD57-14D0-439D-AC31-4EF454B3903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B1C9426E-9C4A-43C2-BEDE-712E6ADA4B0A}"/>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FAE6EFD1-478C-42AC-97C4-41AF6AC3DDB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260768DE-546B-4375-A7A6-4D70B2403CE2}"/>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FA2BB6D0-7B54-41C6-9352-90DFFF127F84}"/>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94F9AAE-301D-469F-B2E7-AA4E38CD781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6ECB0CC3-C22F-43F0-833A-30384864ABE0}"/>
              </a:ext>
            </a:extLst>
          </p:cNvPr>
          <p:cNvPicPr>
            <a:picLocks xmlns:a="http://schemas.openxmlformats.org/drawingml/2006/main" noChangeAspect="1"/>
          </p:cNvPicPr>
          <p:nvPr/>
        </p:nvPicPr>
        <p:blipFill>
          <a:blip xmlns:r="http://schemas.openxmlformats.org/officeDocument/2006/relationships" xmlns:a="http://schemas.openxmlformats.org/drawingml/2006/main" r:embed="R65f4a7913b514b9f"/>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3AF2678D-D61D-4A08-8768-5B2CFC1A7A16}"/>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2B0009D7-01C0-4A1E-9CA6-5409076AC678}"/>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A5727C7F-84CA-431E-851A-B7521350E4AA}"/>
              </a:ext>
            </a:extLst>
          </p:cNvPr>
          <p:cNvPicPr>
            <a:picLocks xmlns:a="http://schemas.openxmlformats.org/drawingml/2006/main" noChangeAspect="1"/>
          </p:cNvPicPr>
          <p:nvPr/>
        </p:nvPicPr>
        <p:blipFill>
          <a:blip xmlns:r="http://schemas.openxmlformats.org/officeDocument/2006/relationships" xmlns:a="http://schemas.openxmlformats.org/drawingml/2006/main" r:embed="R579b226d47e041a8"/>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9A8DB4F9-143D-4EE5-9021-A012F3121921}"/>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041915A5-41E6-443E-AEBA-01463D20A71F}"/>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9C527DD-3CA4-4E58-9A38-6EBC07A7FDD2}"/>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006200A-724B-4FA1-9E74-05F641373867}"/>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72E7BBF1-84D6-481C-9A0E-E452EB1DAEEE}"/>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D97B6810-A8F4-4166-B478-DA7BD0D637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14256905"/>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E2F9BFF8-9A5F-49A2-87AB-05D5C855FC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4843DBEA-19BA-4E6F-A48F-3D684B20AB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670E104F-D916-4C87-9B04-127EAF5AC7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9396864-8D7A-4B44-B9E7-F0426819E9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61F6919E-431C-480B-AEBF-D0F2890D95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C1D4AAD0-2AD0-458D-A42B-65C5AC89F0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8B7E4EC8-C095-4297-83C6-7CB01776AA00}"/>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95D161CB-6D07-4DF8-9504-39CB45FC5BFB}"/>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F2372DFC-6802-488C-AD2F-A9D1587C464D}"/>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4734540B-C6A0-45EB-8DD9-6B3C37834FE4}"/>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A3FECD1C-EA68-4B6C-9348-245B6C7ABB04}"/>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0F7C8EB8-AEF0-4623-B6B3-99164FC345EA}"/>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8DD167BD-BB3B-4B1C-B0B5-3C6F0F50FCFF}"/>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BC934657-D268-42F5-935A-A48ACEC2680E}"/>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F29E633D-F57F-4199-9D4A-DB8EE6AAF5C1}"/>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B8F118CC-467F-4EB5-A740-FAB220A4B246}"/>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72BDDC6A-6ED6-44B5-A880-B3C15BB21020}"/>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29A32F5F-CB1C-48A6-9530-EBABB7412175}"/>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2BE907D3-4372-4857-B063-C2BEC19F3FB8}"/>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0CD3AF5A-46F7-4087-A31C-6F255E6CAD42}"/>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A0E01457-8C5B-4E1B-9969-CD2675ADE7F8}"/>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E83F756A-E927-4B7B-B1F4-F2EFDA39237A}"/>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DC63F3AB-E741-4DB7-ABE3-6E6200089380}"/>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F9B72EED-B5C0-4CAB-B6AF-62B774B6316B}"/>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A88A9C40-9CBE-4940-B606-B50ADEBD3B7A}"/>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A13C1E9B-E605-4CDC-A4B8-38F1E4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057424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B9C8455E-4933-4579-B7B5-FE0DF9E7AC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7EE78C2A-1E58-4733-9361-F44866D4A5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FB024AFD-AEB4-4886-9DB1-4A863F2F5C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668C9D92-45EA-4764-A07E-81E83C6795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BA805626-4C55-4BC2-AA3C-92A5C757A8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20897A4B-E670-4324-BB71-FA06F121D3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C381C00A-4D01-42DD-AA6B-E016AACFF387}"/>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B01693FB-B69B-4F3D-B1F0-BCF948042369}"/>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6DD6B7AE-D08A-4015-A5AD-0F26DE43C7D5}"/>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13799BB5-8B2E-46A3-A834-59D88D1CA059}"/>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FB56086-D231-4879-82BE-AF811FADE24C}"/>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B69A925C-BBE6-4235-9563-A37A2663C202}"/>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08D9F56B-036D-4188-8971-BCA38D960126}"/>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FE208069-69C6-457B-AB67-EF9CC6AAB2B4}"/>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2EA88ACF-38A4-4926-82ED-68392907C309}"/>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EBD44B42-7E95-4283-B05B-EA61706432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288613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4D9372F7-5E80-4B97-882A-68D18B903E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5EA5B4AD-A328-4C94-871B-5139BB3F45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60A433D6-FCC8-43FC-9F0E-009188E314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B9C039C9-5816-4CAA-A042-8DFA51D7CB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B3AD32A0-6698-4522-98C5-3D762A5DD4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DAE0C03F-2B9D-447F-835C-D24C13613E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A5457C04-163A-489F-B482-59659A149B56}"/>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3AA849BE-88C6-4DC2-B628-718F2ED15464}"/>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68EE06C8-EAFD-41D0-90BD-C8982214E2A5}"/>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031117B4-CA76-4AB6-9865-ADBAC2FA27AB}"/>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5A795983-1E37-43A3-B454-6D508C64FC11}"/>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E7BDD503-A0C6-4CC9-9CE9-50435FCF1232}"/>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650D71CF-7C18-4AEF-A6C5-E06FC601F6F8}"/>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A45C7E9C-C7BF-45D6-84F0-574CA3D8C2BE}"/>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CEB82B23-7892-4783-9451-78B8FFAA2E19}"/>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FFF152AB-5B6D-478B-8581-87235BC73C7C}"/>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B377272C-ABB5-4281-97F7-1C476C3245F1}"/>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83DA8C98-C217-411B-B1BF-0E99E520852C}"/>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14679FF2-B28C-4849-8835-B7B1E91DD0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313689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F1193C04-93B0-4333-BDA3-8C6C70CA45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8FD794FD-90A3-4754-8DE4-F4ACABC23F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524C933E-9133-4C13-BDCF-D1D463AB9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DCC27B52-61C2-4568-A731-1548F153C9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655EA8C9-583E-457A-A1E6-478B3CB675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1793E3DA-4982-44C9-8900-9F7A7BC6FA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03772126-0BAB-440A-BE58-1C38247EC02B}"/>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323F5F69-4691-4F5B-AF2B-D9FABCDC5A66}"/>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62DAFCE8-C983-4BE3-9CBE-9B1A2F6EF91D}"/>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D848CC2B-F9BE-4096-BDC8-7EF10D8282AC}"/>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810F4F7E-5FC8-44FA-8D0E-74C2A8C89B86}"/>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0404C054-241D-4E2F-8FC1-7511B8D31A67}"/>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1AFC0852-C7F3-463C-9815-B3368B7F59F1}"/>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35E9CF8-F840-4DE8-8F6F-75854ADBD786}"/>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91A6674-2002-4042-B3CF-71341D5171B4}"/>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82B22D5A-A0DA-4EC2-A227-CEAAAFE2EF59}"/>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E19612D-FD43-4BA2-838F-B908C3C5CFC8}"/>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1847374E-49C3-4ACD-A75D-505D875CE9F4}"/>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A9F7493-2DF6-4B0A-9DDB-397A3C9DC6F5}"/>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3B7D313-88E4-4335-B0D7-0059FA9C799A}"/>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53E5E96-01C6-4C55-914B-4864803CDC94}"/>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5470A8FE-E2A0-4579-ACF4-B47A2066FD71}"/>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E3E7F6EE-E88C-4898-81EE-C0B117CE01B2}"/>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2F5AA73-3C94-4E9F-9EEA-72500A37E9D7}"/>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B0FBF33-682D-4A7E-8F40-125891F4C454}"/>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984EEDE-B400-4541-B91A-7DC0367C431F}"/>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C3A24A85-8DD6-4E1B-B763-811031FB9D81}"/>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B1D0616E-9EA8-4CF0-96DC-99149013B4CA}"/>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027A7EBA-0063-45DB-87F5-76B6C8CE7736}"/>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AE02611-EF84-4312-B4E6-8108FCA708A6}"/>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4C72F799-B6A1-4918-B3CF-AE089ACD5031}"/>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4D18BB6D-90AC-49B5-889F-4B85491EC771}"/>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68A68531-4090-4F81-860F-7C07E8DD70A9}"/>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DC39EC93-9E2B-491D-AAC1-CDDEB60B0820}"/>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D5605B8B-D961-4FDD-911F-094F2AD4B9A8}"/>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0DB46987-8449-42B2-AC59-6FAEDEB23105}"/>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BCD3CA52-9574-4BA7-A4E8-D4C0B617D5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5335369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5B96F02D-1AF7-4760-9373-5A787F6684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B7FDCA75-597B-4892-B649-E4AE4D1EF0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16D6D01F-7C6E-4258-8FB2-DA89A9D5DF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507D76F-D4F6-4843-B77A-FA2909A505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4885E44A-2C5E-4FEB-8349-0A2907F950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24FD48D9-3C29-4677-8060-591C23F240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68A5B29A-16BB-4567-B2EB-CD063B4194A9}"/>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21010DA2-C53C-42B3-A92F-9632F37925CB}"/>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F27DDDB6-1134-410F-ADA2-A5FA1BB92FCF}"/>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4D2C0CE8-1F5D-4B88-8BBD-503674E288B3}"/>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AA5E94DD-DBD2-41B9-A3D0-3932EC5BA2B8}"/>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A9D7B56-0C94-4CA9-AD2F-873FF675E30E}"/>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6F1D9C20-536E-441B-AB07-5CC6FB96F17B}"/>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B4C4325C-51C2-4AEB-ACA3-CE4148964AD8}"/>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7A1453A4-CC25-453F-979E-3FFD92E7CBE7}"/>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61AF81E-996D-4288-911D-96CFE4BE4355}"/>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EF75177C-5D25-4A01-B325-99C818C28ABC}"/>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AE5AA063-46E8-4FF1-98FC-9777E0B29DF6}"/>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A7E17501-86DB-406C-8FF8-6BD5282ABA06}"/>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079FEC0E-22DA-482D-8A55-D2848886C5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6074575"/>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6639C20A-56E2-4A47-9B5F-6BB94C56E2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AC234698-4DB6-4B78-95BB-3DE47B3C2C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EDA48366-441E-4565-A006-B79D1D04A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45FE5C9E-936C-451D-9ED8-84848A9B70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0EB894EB-CADA-494D-9E9C-1F4066465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2A6676A6-977D-493A-8E49-A33E45F396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F4A7312E-88A0-46B6-A08E-C45798555A87}"/>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925C9B31-361B-4709-BC0F-549124B1970D}"/>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CAEBC521-98C3-41B6-A22D-1972268B085F}"/>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D7B4E81D-76A2-454E-A4E4-FBAD1155C381}"/>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E5401717-F869-4AEE-8ECE-F1558643ABE4}"/>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DE803BA3-D752-447C-AFDF-B1703F52937F}"/>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E34C9034-3238-4F99-A978-F31ED8B14E43}"/>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FE791880-75C4-4747-AE08-568155CCFCD0}"/>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4B42E412-7D67-4707-837C-B4D4A6F29CDD}"/>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E77D1972-DEB3-4F5E-9C21-F427BFA7C1D4}"/>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8A3A0063-4547-486E-BAE2-60DBD36B4EB9}"/>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EBB6EEDC-03F0-4E57-B276-183A9F4E0960}"/>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7949C0BA-5F58-4162-8CCF-01653A1C0AC8}"/>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0106B0D8-E76C-4DF5-9A97-6ACC1296E181}"/>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A1AB914F-2548-4371-A83F-37A23FF2415C}"/>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23AF7F72-D36F-4792-9DD3-D4784CDF7DAE}"/>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7FBC7191-65D8-426D-ABAB-32680B57A6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246910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D01257B7-A5ED-4EFA-B99C-86A1526F8A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65E463F2-7829-4716-9849-1A4E9A30C7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C9EC23E9-72BA-4E6F-AAD7-DFB1789E76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01EF92B-2885-40ED-BED0-042E2A09B6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6BEFC602-4A5C-4FE1-916C-0AF6D86140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CFE62DA5-19A3-450A-A62D-8AB4387DAF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FA591EA7-1531-4EEE-BCEE-DEBA0C513B9F}"/>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1FC71242-6860-4062-8CDE-28FDDBA845BE}"/>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4F7FB9FF-64EB-4C79-A2A5-7D19CFF65F36}"/>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505B38C6-5A0F-487D-9037-5F18DCB6DEEE}"/>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98BAF7BA-162C-4B6B-A4B8-FACFBA610F57}"/>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A210413B-93FF-4E59-B030-CD3E149283B7}"/>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E46C2339-DD82-4B1B-9F03-08FFCE8C67DE}"/>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411F93BC-ECFF-4EA8-9DFC-67C966E137C1}"/>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B1EE50C3-0B52-4ECB-AE89-0EC8FA3C05F3}"/>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2A5F7A9C-B8CC-4D83-9FB7-6318FBD62DEC}"/>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B083B2DB-E26B-4184-B310-24B6C7F736FF}"/>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365644ED-A137-4DA6-8911-427E9FD69B7D}"/>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0108F166-FD53-47EA-8AD6-70A2D15815A5}"/>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61302C34-77C5-487A-A2C0-0E544D7D0A0E}"/>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2EA094E3-0F03-451C-A6F9-7324E2C0BF62}"/>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BC2D0BDC-03C2-4430-B602-D9B1904A90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396491"/>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A83E7ED0-29A4-4962-8BA0-10D1894F09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3D8BC318-39B4-4A2E-9A1B-BFB1472247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657AD54F-2CE7-4F42-95CC-49D9EAD12B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7F6C184F-38FA-49A5-9BCD-B655831DAB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DF741091-74E8-4F3E-B439-0D9BFF0954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418B3076-CFD9-47F3-B57A-EE7BB13BAB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71C4E06C-4763-4498-9C34-962CA9B081C6}"/>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4BFD3AEC-1814-40CE-A4D2-83ED4E3B6B41}"/>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B1DEFDF2-13DA-4B07-8D27-341605D06BDA}"/>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4286DA3-CF22-4C65-87B8-832F93E850C6}"/>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9C4FD132-3E8F-4077-99D6-81D671030133}"/>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78544906-30F5-4139-86B1-44771B84FD70}"/>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12BE273A-8E19-4DE0-9806-17F3CC6F8C4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7465C3AD-0E19-40AE-BACA-A9FC231C0B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500852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FF59242D-BFEE-472B-ADF2-D6581FA7DF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FC6A1F07-C2CE-4DD2-9D73-CE3C9381E4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5C2898FC-0883-4ABD-B2E6-175BB638B8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53B3A6E-B4F1-46BF-A71A-13613C6CD8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C6ABB929-5153-4936-A06D-897C4A4305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4D7C271C-5198-4731-82AE-FA1507DC81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7B605885-7AEC-423C-AA81-C75F1BD016C9}"/>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32F83427-9C3E-4939-AEDC-2638E7AC4706}"/>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227749B0-4817-4B7F-AD72-00484F3DB5FE}"/>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10CC3D91-9F2B-42FE-910A-11CC60731540}"/>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25D5FB80-CB28-4A14-8ECA-ABDBC864BD32}"/>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0C527F84-9E42-4C85-A237-3B49DE849862}"/>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B5FDD198-7C5C-4945-8A63-196D1D3BDCFC}"/>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D1E30B4A-0200-4968-8971-CE911D65A5F1}"/>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6BD3AFCA-9515-4187-AD94-272A0B414095}"/>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D1462EEA-6FC5-46BD-8144-9AE5EBCEA14C}"/>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4001AD8F-5B6B-4250-AA6C-09867535631F}"/>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ED0C360A-9BA0-40CD-A146-EB682315251C}"/>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5824EB80-2E03-4973-BBF4-956985251AC7}"/>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A32C357-F21B-4D72-A344-E7DC6B5DD21E}"/>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06BF687C-4A71-450C-977A-3CF69CA1AC23}"/>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9DDE44F0-AE70-4D1D-A7C3-286B7FAE3FDA}"/>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ECE5FFDE-3A22-4ACB-A42E-BE5098357F91}"/>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B4986ED9-1D13-488B-9917-AD92C965F8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8932307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FD1BDE67-0673-40CB-AE32-28F8A25DC3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08BAB056-EE81-485E-BAE7-6645D29E40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6DF17047-4BD2-4702-9494-CC2E24B41B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25F3A790-7460-4EC5-89C0-585E1CAABF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FB34F593-CD76-4070-A895-F8EF94C202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AFE38D42-24EB-4B19-A6E5-1F611E5BD8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E2BFE5DA-912F-4830-8F82-E78E6CAC5941}"/>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38FBCAE8-C77D-419E-8CB0-3CB9CC850141}"/>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979A6186-C0DB-4EF5-ABC0-451BA8F87B3C}"/>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E002A751-B1BE-44A5-8EB0-6119A4116711}"/>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2EB5088B-E4E5-4CF9-BA14-BA9F7055ADDA}"/>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219DDB89-01BC-4D96-811F-D620E0830B33}"/>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1658EB35-ED6B-45CC-A27A-6E216B598B6E}"/>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4391B924-DC72-4E49-90FF-1B44602CCF30}"/>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43E15D0A-6F2B-4CF5-B38F-C5C2C1B66231}"/>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562DE2E3-EC60-430B-8866-90DE78E440CB}"/>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A2BB8252-3804-4676-9562-7B7709C4D7D9}"/>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CC967E0E-0C7F-4D02-B14D-81A03BFFDA9E}"/>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8C575825-7022-4FE3-939B-E9A94A0F919B}"/>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6AEFC2CF-4F9F-4E34-A94D-0C3A463F5C0C}"/>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E471698D-5D4C-4047-B9DE-CCA8578F38EB}"/>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7C8A01D4-F6F8-4C3D-B371-DF5B7E6CA74B}"/>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6536849C-2C92-406C-95AF-DB76A53B8609}"/>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BBB99DAA-FAD7-470A-AADF-64D8961DEE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5934603"/>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3F2ACCF8-32EE-4915-B323-CEC48E1FE4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AC1D0451-9FEF-4AC4-A4E6-06B719AB21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260B3586-8595-443F-A345-FD91E93EA7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F753ED89-2EB9-4D29-A190-8C44655D0C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90D29417-1F83-4925-B5B9-435ADE126E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95A9CEB5-E20A-4076-826E-F68FFB0CD7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6602043C-6849-4C94-8DD3-AD0EE1A1A237}"/>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DAE8575A-F00A-4541-9608-80DB50A8CBDE}"/>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9A928A0B-B0E3-4D51-AA65-5EDC82852672}"/>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5F5C741-D0E7-40CB-B254-5B3A673374B2}"/>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0B7493EA-21AC-43E8-B0B8-E62E30400581}"/>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5940638A-91CB-41B0-865F-F3DF636E52A0}"/>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67FBB95C-148B-47F3-8D05-770413BAF5F4}"/>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4A8A58FA-FD4C-40FA-A2F5-BEC213ED09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94429484"/>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7B78B3AC-91A8-4CB3-8182-184DFF49BD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320823B6-F93D-4B4D-9234-FC3B8E2753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7A1B325D-DB60-4764-AC3D-B5664F640B7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E541F665-4740-4758-BE74-8A7940AD78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CE4F6659-2C56-485D-B978-E26893BE58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6B903082-F9B9-4A76-95BD-7E53768F2E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CDD88E09-6D54-408F-8EA5-30940A009351}"/>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201E84A9-43A0-4618-8E63-16811F2AA4B6}"/>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04F792F0-56D7-4A13-8DEB-EBA10CC59D0D}"/>
              </a:ext>
            </a:extLst>
          </p:cNvPr>
          <p:cNvPicPr>
            <a:picLocks xmlns:a="http://schemas.openxmlformats.org/drawingml/2006/main" noChangeAspect="1"/>
          </p:cNvPicPr>
          <p:nvPr/>
        </p:nvPicPr>
        <p:blipFill>
          <a:blip xmlns:r="http://schemas.openxmlformats.org/officeDocument/2006/relationships" xmlns:a="http://schemas.openxmlformats.org/drawingml/2006/main" r:embed="R3d27f3c642cf4845"/>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32604AB5-E710-4F35-BD4C-2090EA82D196}"/>
              </a:ext>
            </a:extLst>
          </p:cNvPr>
          <p:cNvPicPr>
            <a:picLocks xmlns:a="http://schemas.openxmlformats.org/drawingml/2006/main" noChangeAspect="1"/>
          </p:cNvPicPr>
          <p:nvPr/>
        </p:nvPicPr>
        <p:blipFill>
          <a:blip xmlns:r="http://schemas.openxmlformats.org/officeDocument/2006/relationships" xmlns:a="http://schemas.openxmlformats.org/drawingml/2006/main" r:embed="Ref921d6f3e8d4ae6"/>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D864F07D-AB74-46FF-98EF-4B2D71832302}"/>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6C7CE1F8-4056-47D9-AC94-D560D00643A7}"/>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F24E2966-494F-47D5-BF8F-BFD0E3B9CD04}"/>
              </a:ext>
            </a:extLst>
          </p:cNvPr>
          <p:cNvPicPr>
            <a:picLocks xmlns:a="http://schemas.openxmlformats.org/drawingml/2006/main" noChangeAspect="1"/>
          </p:cNvPicPr>
          <p:nvPr/>
        </p:nvPicPr>
        <p:blipFill>
          <a:blip xmlns:r="http://schemas.openxmlformats.org/officeDocument/2006/relationships" xmlns:a="http://schemas.openxmlformats.org/drawingml/2006/main" r:embed="R3cb1cc108a994733"/>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44CCF5C9-6789-4BFE-8392-09B0C5ED8725}"/>
              </a:ext>
            </a:extLst>
          </p:cNvPr>
          <p:cNvPicPr>
            <a:picLocks xmlns:a="http://schemas.openxmlformats.org/drawingml/2006/main" noChangeAspect="1"/>
          </p:cNvPicPr>
          <p:nvPr/>
        </p:nvPicPr>
        <p:blipFill>
          <a:blip xmlns:r="http://schemas.openxmlformats.org/officeDocument/2006/relationships" xmlns:a="http://schemas.openxmlformats.org/drawingml/2006/main" r:embed="Raa70f8e4c71a4783"/>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1A7906AD-C987-4468-930E-E947739ABE17}"/>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C7AE1F5D-2CC6-4D3E-B912-4BDAA9AA3B3B}"/>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404AD86E-FD5F-4555-8211-881504209E78}"/>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2E4E2194-3BDC-4B67-974F-02DE87EC2EC5}"/>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9F682698-143B-4B87-A971-6554FD3D227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644BA5D6-5309-4B84-BF69-2F98333A5B2C}"/>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8EF7B69E-88DD-48AE-9911-5252A5781B62}"/>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93E50650-6CF7-401D-BD89-00B8D17AB0A5}"/>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CFB66E5A-F68D-4818-A145-D58B37F65D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480632630"/>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C9984F46-D6C5-4613-B90D-FC8AF43944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C7735382-CCA9-45C8-92E2-36F4523C66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0C3B458D-8DB0-48CE-9AEC-E5808B76BE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B191F7C2-EF7F-4937-A2E3-D4E68D6FCB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BAD8ADFD-5924-498C-B666-632EDB4EF0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4DADC7AF-FFA5-4885-B559-35C5FDA4CA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05B337E7-CE16-4C40-A356-AC9482646237}"/>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7F1792FC-9B99-4144-8C19-933213C08310}"/>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55B86342-983A-4A91-A864-5F15ABF1C453}"/>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D09598B-231E-4771-99F0-E607792D530E}"/>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2C8349C0-5477-47F0-AC4D-E0FA521AE38C}"/>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07F34BB1-C040-4A57-99D5-863A2A956EA9}"/>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7B945643-0223-46C7-8F42-D27BAF4C956D}"/>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88D39297-995B-44DA-9244-A022A21879BA}"/>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D6CCBB58-FBDC-408E-B7D3-F73F1C4439F3}"/>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872F17CA-8993-48F4-9AC2-F5DC28C41594}"/>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7E605A12-A924-4B0A-949B-1514E325FAFE}"/>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B651C851-0A83-415B-8B45-737B0BBC854A}"/>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77CB6295-17F9-4193-8694-D25F079032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49278821"/>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6ABE6F59-052E-4BA5-8D55-F5A2ACDE2F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F8E766B0-FA32-4212-A01D-9E6EDCD0B3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D048A822-7203-47E5-AB23-2A35E3B742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71702D50-983E-40D6-858B-12E51D99D4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0B04F333-E890-48C8-8C7E-47B1212FA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E57219F2-7C84-4201-8E14-FD72F54E54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88AC1E26-135E-42DB-9DD9-D630EC016188}"/>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1593EB4F-DF36-4355-9DD2-841E0F23A2F6}"/>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0FD140DD-49FB-49CC-97D1-D69997A72A2D}"/>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A7A2D921-9680-4CE0-BA67-FB5B8842FDB9}"/>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B3DB2387-027E-4D60-BE4B-8731965D104A}"/>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35E976B4-F81E-4EE3-B88F-F32602979173}"/>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3265E8FB-ECC6-4BA3-B494-9AC03BC85646}"/>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24F55BDB-5EC4-4946-9F05-8270876CB8C1}"/>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8DA69380-3F7E-4C45-8D63-6A78AFC43A2B}"/>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C5C9440B-B409-46E8-B17E-87C4B3AC0EC8}"/>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3581B186-D378-4667-887E-28AF8C56F953}"/>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5DFA75FB-D2DB-48BF-9619-447A883E28AC}"/>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55E92FC4-DBC8-4A15-A79B-3A869F029D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7308111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EC7509C3-358D-4ECE-A24B-E55273C319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A085F1E5-0B6E-4970-8FC6-8F2FE0E263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98391112-9476-425D-8DB7-B56D52F5DC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4B14599C-0D2F-426F-85D7-D35DD9861B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D8FC1708-DABD-4AA9-A6B6-22150706AE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B1B583DB-AA1A-4957-BB52-4A94047465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1CE1E711-AD22-4196-97E8-4E23FF5E3044}"/>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A4A43807-8577-4D7B-9FDA-5416FA0554D6}"/>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ED192E88-C139-4319-A68A-280E5DEEF8DC}"/>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35DA87D-59E9-48C2-BEFC-203DF5AE8CAC}"/>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62D45384-2BB0-4EEA-8F61-298D1750F10D}"/>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7A7A70C0-FA18-4DD6-B923-BD65F6C081FB}"/>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52C496C7-5507-495F-BAEB-1658C696E788}"/>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ADCA642F-4DC0-48A7-9609-8E25AB2CC18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CB2DEC23-AB10-43AF-AD6C-3AB021717A77}"/>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6C5F0F0F-D3FD-4EF5-9803-67732146E887}"/>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A0A2503F-522E-455F-AB54-606BE63823C5}"/>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2224997C-4DC8-4D41-9986-31E4F34503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4786673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40925681-8753-43CA-AE55-520C5169E4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51DCE2CE-D32F-44F9-9DED-21B6C9F932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989B12E1-BA13-49C8-BD69-F74866E425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F93B5BBE-4AE5-4154-8022-B44978D710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15CB4F17-3ACD-4833-9F9F-544EE3CC7E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C024B4CB-F0A0-4428-90E4-993BBA6418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1584067D-C27F-4A19-82F9-81CE05F0E0CB}"/>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35E87666-D118-496F-9D4E-30EA241B97E7}"/>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17C65C6B-9569-428A-81A3-38C899E70C76}"/>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EA1BD636-0809-4098-B9D2-4DD8388AE45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D2695C53-20D4-4A35-B98E-3EB67BC057D6}"/>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19733EF2-F049-416B-AF20-3A6DFED4A76D}"/>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59549641-D0E0-446B-93B2-2D4C32DD1395}"/>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899453D5-4913-4AA2-A8F8-1FA3766BF901}"/>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222ADFF1-1B5C-4609-B12A-AE86DDC135A2}"/>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140F4F0A-90F9-4F7B-A0CE-2FA6BD54CC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7662079"/>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711D2EF0-C91C-48B7-AE24-ECDBE23B52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D020552F-DDA5-4D9C-93BA-0B9E2942A5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CE0381D5-34F2-431A-BD76-B1DDDF519CD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98493426-070E-4B3D-B050-B8CE5324F5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9AC5B713-B393-4622-BD78-C3167D525E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20892774-796F-4D43-BAE6-05AD66277F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5471A0A8-2133-4B1E-9932-468AD8AF9FE1}"/>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FCC718EE-85C3-4770-84A4-F8D00BC0BECD}"/>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CCA2A63A-4BF1-43D7-B31F-D69C8590A281}"/>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C5A5E89-A03A-47D2-9B65-AF5F6321A831}"/>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0DBE5067-67A7-4339-BB80-D5867484F2F9}"/>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E64EAA54-E85F-4786-B35F-E119B6626DC7}"/>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B925A7F7-C807-403F-BD62-217CCDBEF0BC}"/>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5C584F46-24CF-41C9-AA72-91C9A3E4F95B}"/>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248453C1-0C8E-4F66-A6DC-4191B41D2E64}"/>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A287CB2D-DD88-4DEF-A53B-FD444E7A9A7D}"/>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6B7FF515-B04B-48D4-8FCF-391AF8C1E5CA}"/>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7461F443-C0B7-4881-904E-CBB2D16240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703866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0F66BDEE-5F24-420A-A471-C663E1ECA4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9A869813-81BA-4941-85C3-8B9F2502DD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F6F1E622-C9B3-461E-BF29-5693E418B6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3F9318C-0642-46D3-BE5A-7BCA6C2975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B6536F09-AABB-4356-9EFA-652EF89B60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77015167-B0A7-4159-8598-9CAC60FF2B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16E4313E-5BF6-430C-9D75-CC84046CC6E4}"/>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5FE7ABAB-AECE-44BC-8B10-03168A53AC9B}"/>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A2134317-30F5-4A4E-8E31-CDB0C1E19AB4}"/>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D1C25E3B-9916-4163-A815-9222831EE5E5}"/>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F322A4FC-E65C-429D-A314-1E7E5132F211}"/>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BA66D07D-D8EF-4905-889F-28C5DB878397}"/>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A7F46D78-5CC0-4C0C-B663-5D708496C9A7}"/>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A814F8E3-91A1-4D0B-93C1-CB0BC841A334}"/>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B9CFFEE9-81F5-4B60-9A9D-B8CD2AEA5C1F}"/>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984923B3-9AFB-4EA1-B310-E7D3D07574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2115198072"/>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6F618E7D-6081-40B2-A7E3-16D0294E52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B82053DD-0A74-412A-BCE3-816245533C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506A907D-34B5-4021-A43E-FA89B3F93D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7133D159-02EF-4F42-AA86-FFA83D04ED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D267541E-0572-4F31-84A3-045BE86780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CF11251F-0FFF-4714-8115-C7EF3702E2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BBAD781A-48AD-4C96-8B22-AED1A6358425}"/>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09554F40-306A-46FA-BFE7-2A84AB0BA07E}"/>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B45B8CD7-37BD-4FFD-8CC3-6DF3CBD9B19B}"/>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C505FA2C-7020-468B-9DE0-16CC3FB80AED}"/>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7BD20DB9-635E-48EA-B719-918EE08EF705}"/>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5D914C7A-32A0-4627-AE95-C9406965B421}"/>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1756F974-9548-47E7-8A28-8993A963C072}"/>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CB0D132A-628B-449F-AADD-49FD3FCB727F}"/>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74B7C09D-D967-45ED-B88C-EDC474DA0114}"/>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55F10C26-6C2A-41CD-85D1-58430FDD2C4A}"/>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5E8457C9-3724-41A9-A2ED-DDEC9EE69F6F}"/>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E2ACCE76-EF50-4E3B-9897-29E49F787FB2}"/>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B22413A5-E9C9-4726-A0BD-0C3C36C0DB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469785419"/>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16D0163E-B5DF-4356-BD3D-64F4394153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5DFB2D1C-CE53-4D4B-B8FE-7225F99E40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CF3F2A4B-26F7-478D-9D12-A88E5B37C9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90EB164B-EEBA-4DE2-8179-CE8D98DAA5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A67AE160-944B-40E4-B987-58898B74D4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97EBD113-4BE7-40DE-A855-AF3DB9FE55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CC524EAE-DC1B-4601-B036-C907F2218DA5}"/>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9A570784-0710-4C13-92C0-07BE75D80488}"/>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E5BBAF7B-F66A-4940-8552-7C12A7CE8A45}"/>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5998B7CA-C6A5-4310-BDAE-BB05FB39CB4B}"/>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d5743dd2aa4244b5"/>
          </a:graphicData>
        </a:graphic>
      </p:graphicFrame>
      <p:sp>
        <p:nvSpPr>
          <p:cNvPr id="11" name="">
            <a:extLst xmlns:a="http://schemas.openxmlformats.org/drawingml/2006/main">
              <a:ext uri="{FF2B5EF4-FFF2-40B4-BE49-F238E27FC236}">
                <a16:creationId xmlns:a16="http://schemas.microsoft.com/office/drawing/2014/main" id="{72179272-CF79-4029-8E64-6A58FA7D675B}"/>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2212ED00-92DE-4888-B215-99FFCFE11F64}"/>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20DC26B-6178-4487-8ECC-B80A558C04BC}"/>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2A3A9BDB-4118-4F2B-9D28-2DDFB745D9F4}"/>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112DA1D7-1538-47E6-BBDC-FD11E5497FCB}"/>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75925A93-83E9-4DB3-9CCD-1EE6423FC1DC}"/>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17719CB7-5AFA-4A02-9F82-CA6559C9C8E9}"/>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E4525C88-5297-4874-8C26-40F026AEC370}"/>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8B0E3A41-804F-4FE6-A1A3-465E52D70EB6}"/>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D3C71388-8121-43DD-94C7-44111B41AB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084154321"/>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215B33D1-6632-4AAC-ACED-FC69C77E19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D81FFBF7-45D6-4476-AF50-2975E9B790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672D7BB5-0DBE-40CD-B816-72A0A6AFF8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9D8EDF4B-6F14-4A54-A8D8-47B2124FD7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4283C7FF-3F60-4A4F-8FF4-EF65874481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A397D621-7B72-4297-84FD-5D3E0A5DFF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D6F0F890-8BFF-4D42-8F6B-3CB3504C7B15}"/>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4B2119B2-E3ED-470D-B4B3-A4777FE585CB}"/>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848C568B-4EB6-4CB5-B769-B120A461FD78}"/>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15B5CD61-3157-47EB-BC72-3BDCB6590E9C}"/>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66E8B06-B0C2-48A5-AC47-DA1EEDAD5CB3}"/>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8522CB3F-3AE3-4034-9C9A-4D7280B9842F}"/>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9D54B95D-320B-41C0-BA57-BB28A571210C}"/>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088C6B42-0509-4E1B-BA93-B6E4EF6F3E5F}"/>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49A7C8D-CB86-402B-A074-D3633C2C3F5A}"/>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A4A2B9E-C1FC-4929-876D-39CA8C7F5DC2}"/>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EDBAA65B-F9CE-468A-9232-0AE642334B9A}"/>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54B5F333-6D86-4019-82A3-404DE98A2829}"/>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FC75C09A-C0D8-4302-86FD-0D0407ABF03A}"/>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53B6DD3E-753F-4F24-956F-95F1375710B3}"/>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B64FBBD7-FB62-44DD-9241-2A491A986A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1358645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734F5F1E-B05F-4AA0-9C24-045F045705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4A648D4D-1C43-4CEE-BF55-7A443D02D0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37ECD744-A28C-45AB-9371-0052C6E273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F7785F54-834B-4AB7-96B5-2542F43F8B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2A66DA38-DAB3-4A4B-8536-C168242D18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5712E381-C8E4-424D-9ABF-9C63D635F0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89184481-9642-4083-B5FA-BEAFA43F94B8}"/>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F785E1E6-E23D-4F90-A115-15A5F3CC71BA}"/>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7C4332E8-0A67-418C-A98F-FAFAA4A06A30}"/>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985226E7-FA8C-4C9A-9F15-47C680336759}"/>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099A8F41-789C-4DF8-B2EA-657E4C9B51C2}"/>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5A22141F-7FED-428B-A5BF-5401A0B6E14C}"/>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7A715CAA-8072-49D4-B413-42880413EA18}"/>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B5DFFB72-8895-43A0-9A76-0A5DA336AB57}"/>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0672271C-E72D-4E00-B262-066C913B06A0}"/>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1AF2CA1C-9215-44CF-93D5-CEBB420E344A}"/>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3AB94CCD-E4AB-443B-8B1C-FCAED798B2F8}"/>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81BFF7BD-D9AD-476E-A2F6-2DAF56BBD3C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C11D4309-54C7-4C99-BA27-024D82D1D157}"/>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A551C4C-BFC8-4393-87B5-4D040E8799C2}"/>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9F15A879-3AE4-421F-B658-858D167B15C0}"/>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8CA7A775-C294-4424-9F66-260BDB018E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3346349"/>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7585A829-FA9F-4764-A2A4-9E887BACAC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143EEE7A-830B-478C-A9B3-3B1DBF2B64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4D49F7E4-2246-4EA2-8BA0-B0838641F0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894A083F-053F-428F-BA49-6A5D9BE8F1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38A20026-AAAD-45A8-84F6-980F625BF5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5739B18A-600B-4576-832E-8F4A98CDAA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318736ED-E46F-4B03-B645-04F1BB4B45BD}"/>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E5D4C602-D5DC-4284-8506-105FFAE683C8}"/>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41A444F0-25D6-4CA6-B163-179C7977470B}"/>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78139D4C-EB41-4678-8B54-BF7D35F2F40E}"/>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6E67E131-7DB6-416A-B2C5-FDF81B218216}"/>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1F36C3C5-B3C5-4CEB-BE57-1CF5F7234716}"/>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8E098BAE-1A03-46E7-A5CD-F2F7B388157A}"/>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525AF07B-1B1E-4DE4-8658-EC9A5791A89B}"/>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3BF5B720-9B64-4E83-A35A-5CE29C8BF95F}"/>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3CF83E6A-E791-4A66-9CE4-848E49880715}"/>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10C00B91-46A8-42A0-8BCB-976571865DFF}"/>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E9065FF6-E921-4BD5-801E-FFA752916B28}"/>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1EE2231F-176B-46D3-91AA-27EAB4EB6462}"/>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5DEC5601-CCB1-4019-B3DB-769E5F3C50B7}"/>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F2297354-2562-4326-A77C-279B7413B2FA}"/>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91BB808F-2AEB-4B9F-B7D8-58C4B25D56C6}"/>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79856DA3-E652-4A16-9644-5D7E34978DC3}"/>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4DC6E212-342F-4084-94E3-186E3E9C1636}"/>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DFAB0466-70EF-4CFE-A470-AA0DF0AD3D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5798052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9D135C1D-84C8-4297-9148-B5BBDC4CD0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00AAE3BF-641F-4BF1-A7EC-CF8B40996A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76C257DF-10CC-4801-9229-E012ED7D14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E756A826-6AD0-4C3C-B15F-574E8BA27E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84673F1F-5653-4CE5-8EE4-CE40FF0537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AAC263E2-C866-41FE-A2D3-223589D2DD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2CCFDECA-9864-4D08-8333-69FE7ED5547B}"/>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8C7C6341-B4AA-409F-92D2-C478496D4895}"/>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D0E9E601-6D02-4049-B9FC-339C0B52FEB7}"/>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51434B8D-4C8A-4A1C-9C13-F135E200A11D}"/>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89C70FA5-DE93-4533-B09A-666BAF6EACF9}"/>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2046DDF0-51D6-41A9-97E3-074EC381709E}"/>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54EB3843-10A8-46B9-BE20-08FA7E6A7AA3}"/>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8581A853-43D1-469F-99FB-AC0224E9941F}"/>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F5BF15D0-4231-4A89-BEB4-20E6AEC912D4}"/>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E6C81526-0538-4148-AA85-CA0352DE0563}"/>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3350FA6E-CE3E-49A4-B45D-D05CC2053E23}"/>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873FFC56-6EEC-43DE-9F36-A2CCEF078137}"/>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8B9A8328-B94D-4BD5-883C-9C4134896796}"/>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7E9CA3A2-A0AA-4CA9-9A0E-5A599219397F}"/>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5A95E11B-5816-4997-8A62-4F9AF2EC7769}"/>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32575B7B-225F-41E2-A6B8-052CA2055C7B}"/>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64DC9053-EE59-4F23-A2EA-082426DF8C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0700451"/>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0F7F1313-1642-4E2A-AD0C-3B6B49E585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9355AD27-D850-4A8E-918E-390A26D7E0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0C0B4B6C-C06C-4586-AC18-8F46AB0966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1C2C4B2F-2910-4D65-800E-20036A8C05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B93DE109-42D7-49A2-A7F7-32E2B2B274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F98F8E7C-4D45-4DB3-999F-8CDF5D9B66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62A40371-15D5-4CC1-BBD8-288F1E30884E}"/>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E60507CD-8356-4E47-8F6C-C3671CA5D576}"/>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54DD3B89-13E6-44D6-BCCC-50D3C864D536}"/>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815428A-8EB0-4F27-93DF-8C07D8C5EFD0}"/>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36442670-460B-4D42-ADE5-48BE66B3638A}"/>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A62C3AC8-4748-46F1-83EE-013DB3F43DB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5AA6DC78-2AD0-4D7D-ACE9-65EDF71BC36F}"/>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9B5959D6-E8A9-4006-A963-FA30DBCB25E5}"/>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1B3F50B1-58C0-45EB-A80D-B6C3E22D7070}"/>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4FCC2763-C21B-40C4-A764-DD6A4270BB01}"/>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A65C610B-3EEF-4543-A7F4-84339E51A6AE}"/>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B3CFE41E-0BBC-459A-B799-51FC421FEC13}"/>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AEF0811F-C23B-4209-950A-F857FC3BEEFE}"/>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E06D6158-602C-4E76-B935-F58055E0D705}"/>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26195116-C490-41A5-BA8D-2B2FC6722BA4}"/>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FE66F4FC-CE6B-43EB-A6C9-5012FEDB6E59}"/>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BF289422-A5D6-4E59-9E0A-9B81F7EF906F}"/>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23FF6428-6397-4996-9907-AB397573F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6773372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D16B19DC-B246-4BFA-9E49-3BB48D6756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2F7E21DE-400C-449A-A972-86E782A82B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52E1E6A6-189E-441A-A5E6-727A0C4C64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F41EE843-440A-419D-AC9A-5DF13602DC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312D5D1E-40E0-4F51-9979-784141EB9A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C59D24E5-E5C8-4216-8E85-0D4863C79C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0B3E0E96-855A-4A4A-B2E1-9DFCD182BE88}"/>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99DB8B62-EA87-4A40-BEE6-ED3108701CBE}"/>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1F9B45F7-9BFC-4216-A5E9-13C4C7ADEB5F}"/>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F1605A7C-9323-412B-991C-15F31DE7D1A5}"/>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18382D5E-408D-4862-96B6-CD40600B3113}"/>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8EBFB419-FBE6-4003-B3BA-9E0156CE023F}"/>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DE664F1-03DD-46EE-9A9B-4E98232BBB8F}"/>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BB97BAB-2267-4207-BE2B-01A9AFE07013}"/>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F62E9577-C4D1-402C-8191-458E760DB44D}"/>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AE89C80B-50D5-4B0C-BBA7-7B64566D8304}"/>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E12A7293-189F-43F3-A893-22EF4BCA71A7}"/>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5D9F33C1-3294-4F81-946B-D01DC136EB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030447"/>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6288B281-53F1-46E4-A2E6-1C82629225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00D7C338-2D60-476E-BF9B-A95F19904A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76E41E8C-F975-46B2-B736-B6C01A2D62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F7DB0F6D-F5F6-4F28-95BB-1AA9F388EF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19CF4BF-499A-4DCC-9BD9-86BB4F0D0EB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941C7B07-F49C-4A4E-B2A1-AA35084BCF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B6FF6C9A-AEDB-41DA-A866-D152B9FDB2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7F5EB433-9E9C-4B04-AB98-95B6ACA81C9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C78D7CA6-2845-4D15-9101-EBE7CAAB7EAD}"/>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682DAFD6-FA50-429B-AC1C-ED13E9965EAA}"/>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C206A9FA-8F73-42A5-9A5B-8F1147068279}"/>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3BAE0E63-A6A0-498C-BEF7-4EFE2334F329}"/>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1184888B-D426-446B-93CD-7124FD108538}"/>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82576407-B3CE-494A-9EB4-37A039D505BA}"/>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0189B109-E3F9-4E4B-BF27-B89A7465A240}"/>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9FBCAB23-22B6-4B0D-B241-4DDE00448226}"/>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BF43A11D-4A54-4547-B247-871A6D8CE753}"/>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A981E8AB-C4C4-47E0-969C-D15FA1CA91EB}"/>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30485BFE-AE00-46D6-915C-A3C7CF54A9F3}"/>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A1990655-788A-4D24-81B1-2BCA47E4C3B2}"/>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0C5ED500-60A9-4D83-93BE-7BABAD4F3C76}"/>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7EE2535C-7FD4-4F55-9A03-5C8B7A39EF1E}"/>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2607B739-6C11-45D1-A789-A1B0834827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6907598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87DB6903-36E5-4CC8-BB97-EA2CAA922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703365CE-7297-403D-BAFA-6424E1F2E3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676DBAA8-0CA5-4DDE-98ED-FB692C4D11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68F44ABE-DE02-45CC-887B-EDD83C2122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48C88539-3416-417A-8BC7-B4BA910CF6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1E04A92C-DA9E-4D76-AF3B-034D2E4D39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DDF18043-C464-4BE7-B3E7-02904559405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D69E2323-284D-45A9-82DE-28D0C6A836DF}"/>
              </a:ext>
            </a:extLst>
          </p:cNvPr>
          <p:cNvPicPr>
            <a:picLocks xmlns:a="http://schemas.openxmlformats.org/drawingml/2006/main" noChangeAspect="1"/>
          </p:cNvPicPr>
          <p:nvPr/>
        </p:nvPicPr>
        <p:blipFill>
          <a:blip xmlns:r="http://schemas.openxmlformats.org/officeDocument/2006/relationships" xmlns:a="http://schemas.openxmlformats.org/drawingml/2006/main" r:embed="R5cac0043845b46d3"/>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155C6B91-0180-4673-88BF-6A98273F251D}"/>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C3A89715-968D-4BF3-8710-13A54797503F}"/>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02186BB3-7232-4789-9801-0019DD9D35D3}"/>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378A249A-3ED2-4374-B3CD-6B0E8F359122}"/>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BFF50848-8FDE-4FFF-BC8E-A343905C4308}"/>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1F2B192F-8654-48A8-87E0-BEAFF4E53A0F}"/>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22AA11DC-ECD2-4BE6-B292-5AB0E2E33CF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12C8E2B8-5E09-4DF2-A9E7-A1D0DD717FBA}"/>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00CC350B-A3AC-4A69-B5BF-B08A9BA359A8}"/>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40ED7799-5689-415A-8F2B-8BF3B50E0AE3}"/>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6AA89AB5-45F0-4221-96A4-E34FA8F51A26}"/>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CFD1E06D-7E8E-4AC0-AECB-981758FFA208}"/>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E40721DB-FB67-4DFE-B3FE-7F06DE450D7A}"/>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F13195EE-7567-4AB0-B01D-DCF35A20EF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0025469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1DF9B4FD-AEA5-494C-A1FF-B725830BF5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64814791-450F-4CD7-A018-CCAE5C72F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AE6DC926-822F-45C5-BFA1-6E8015F302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11FC1CBE-3A8D-4F6B-A7D0-8F3810A707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FB6298EB-5F48-40EB-A4DB-90D1258CA5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7AE2186B-58BA-42F5-A810-BA4BE40F43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6EAC267A-590A-4401-A468-A4AC4E3E3C50}"/>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87A8A0E4-5C50-4A5F-96AD-55021AF48343}"/>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73CA7C3A-4A0F-4EA7-B902-89FDE90219A4}"/>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8484FCB8-E3FB-4417-81FD-84FAB0A647D5}"/>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E1354800-C57C-43E6-ACF4-BFD2E59C9DCF}"/>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078984A6-ECFC-496F-B9E9-1A39D9BBE274}"/>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D01E6ED3-CEBF-4792-A5B5-C51B957857E4}"/>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BB9E8664-C846-4B8F-A2A4-06E8DD9516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4123411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7EB56EE7-72A8-4FE4-824F-9F407B8DA0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27EFFC68-6D5F-4EBA-B124-A09B6D0768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5867F10C-DF3B-4C99-9295-CC9417A801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6C76996C-9140-4CE8-A690-DE0A757DA7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684F514F-38C5-4D40-9B8A-8EF2032DED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15BDBD54-3CA6-47A2-A8D0-026C7E354E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71033AA3-B00C-45D4-B5D1-9940B8A2784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12B34007-36BF-490F-A432-123D778E9E8B}"/>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2254088B-4C27-4907-972F-52D43C85DCC4}"/>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9FD974C1-B8DC-4058-9538-43A742964B55}"/>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BF15449B-AF9D-48D7-BB24-68B6AC1FA06E}"/>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D1A53C6C-F4C6-43AC-B870-710A27A7C9D1}"/>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C95FD2D3-875A-458A-852C-B779C2D33B4F}"/>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DB441E6F-EC05-40F9-BB3E-6E6D028B1364}"/>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2F02489F-20BD-43AE-933F-BBA5875A33EC}"/>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EA9BD136-A80E-49EA-93ED-C5C39384601D}"/>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CF56E961-B29F-47FE-9428-EB5C63D29253}"/>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CE8AD3B7-BB88-4453-9B69-F43C3F0089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3926748"/>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3F9C7B25-2B05-4B4C-8B52-56D8A65DC4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AC33F401-422B-4598-95B9-A85F3E8D92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FC89EC38-064F-4865-B285-CE71B8AEAE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A648A23A-6E66-49FD-811F-346AAB0367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FDEE5714-F94D-47E3-9114-6D6B7A433F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CE79A174-215D-4466-8811-D231D82D57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1FE02643-1CE3-4837-AD3A-F27862240D8B}"/>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9578FC25-57C4-4F34-AEE0-84F1EC29B6B8}"/>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2D8EE9DE-5A05-44EA-AE74-1E021FEAA100}"/>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82BEF7EB-06A4-47ED-AE44-9A2B0147E8D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B5082FF-1F66-4518-AEA7-051E83E09B1B}"/>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61089F83-5CCE-4498-861E-9081DC5784AF}"/>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AB087D87-E2C4-4499-9224-E30F69F952BE}"/>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ADC57C17-63E0-4032-A8A8-F3D7CBD85742}"/>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2B2C9BD7-4667-403C-AB33-07553B70E1BA}"/>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8727E3C4-1B98-4E01-A67B-136C73A972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37930888"/>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FCD78112-9E1B-4EC6-9159-D987AC5D5A8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598BD7B4-B1C8-4D5F-9C98-D1D4CB8CE71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898FB759-2A7B-4143-9E23-F63473666B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0AB54819-7B22-4DAE-B929-8676BC969B43}"/>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A0D32D03-2DC0-4393-BC84-24943F2F9BCD}"/>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8F12526A-4265-41BB-87D6-E0C038A32128}"/>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ADA014F0-2995-41A7-8A4B-67A2A8149E93}"/>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20C466F4-A25E-4DCC-9E91-904119600B37}"/>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AF36325B-5E53-4F01-BB6C-C514B13295A2}"/>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F944D996-B779-4DF4-9BD9-CAB261B5538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7D9F8BC-1215-457D-90A3-2BE057AF0533}"/>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0900554D-F5DD-4DF0-A822-E250DBD1ECCC}"/>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1359C79E-F39D-4F3C-BA76-7D406D21298F}"/>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52CCAB7A-0EB7-45A4-9564-F6E48C7E2778}"/>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F3B4C806-31E3-41B2-854C-A60849AA947C}"/>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0CF26F16-811C-4780-BC23-F2B704E2474A}"/>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4A3218FE-7793-4C3C-81F4-226372C922AC}"/>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A9CD206B-6039-4A9A-9701-D72FBCE13563}"/>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71E7DB6-D3D6-42CA-9146-6B9545D71B3A}"/>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A4A55205-CAD1-4E48-AD06-84D4DA92DCB7}"/>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B8DA89D7-1FFF-4723-BCA7-4E52BD8B1F5E}"/>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A01299F4-216B-461E-A344-A7F0F74ACF5D}"/>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1958009-4611-452C-8D95-DC49E8FE54CC}"/>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A3D50B1E-B8B9-4622-BD46-BCD5CAD09D10}"/>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A41C9128-7033-4FBC-9AC7-9BC257E8EF11}"/>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75DFC536-5B37-47FC-AB04-CBDD59455D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01E0331D-041C-475C-BC47-FF577EC300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9BAA6A6D-4AF1-4A1D-A4FB-80A9E91A05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E415F4ED-A631-4420-840D-557A8E84E0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0418584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4CC18A8E-5045-4774-A23E-DA80BCC1FC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DDA286EF-B23E-4954-AD6A-D0A2467B39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781F4F9A-EFD2-498B-BD40-99CBAB35DD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42E55BB6-F2C7-4C12-8594-88549928B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65F2EBFE-E129-4660-BE96-7EFE11EB2D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92F2BE75-0123-42B1-9036-5FD1DDAEF5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EAD82952-0F7B-42E9-9FFF-A7060982508F}"/>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276F9BAB-5407-449A-A66D-D48E82B86C2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C29F51D1-432C-41A0-ACFA-EC75E123E1A0}"/>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2372AA74-831B-4BC1-B501-4B8F098388C2}"/>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6AC60C2-BE5F-4C95-9BD0-45B70193BC15}"/>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688940A0-0147-4954-ADA3-EF85AA67BF28}"/>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A1B50FEF-FB99-4763-A995-B59D8443F2E6}"/>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FCA3BF21-AF46-4681-ABBA-5B670CA4B7D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DBFCC764-BC47-4964-9B5A-842FEF565A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21697441"/>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828C1A6D-E143-4201-912B-125A09C511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D92D3D21-669A-42EC-AD4B-3B96C9F6FD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0C52CB9D-1BCC-487D-A91F-BCD29468F2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8B86AC33-D17E-4217-947A-20C372CD89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F1FC90E8-31F2-4802-8E63-9EFA6B4423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CFB080F2-B100-4666-86EC-9BDCBFFB01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2C7B460F-D98D-4357-AA7A-28786AE63E5E}"/>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4752A5B7-2B78-46D2-8C0A-B33B73A19922}"/>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C37B522D-D514-4924-9B12-EA6C7C413712}"/>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61D7700B-8656-440A-A0FE-5A976224F5FB}"/>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EFE90E02-1027-40CE-9D94-A0AB6C42B09E}"/>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60FD70BC-DCA8-4F73-A16F-CE74936205BF}"/>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2A77827D-266F-4C62-9480-CDA479E8D654}"/>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FF1D28B0-DA1A-4EA6-A2F2-DFDD8AF5C22E}"/>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8A58695A-1F94-488C-BBAC-DA7E66ADF342}"/>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2FCE64CB-7E40-481C-855E-7D2DC6C7B16F}"/>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077B3E21-647C-4377-B824-6F8523F84244}"/>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25147DCC-C955-4EFD-8B43-19FCF100CD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4514229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5BAEE4C6-A6EF-4309-A6DA-188E4D76ED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223450EA-F3DF-4C12-BA04-3560307DB3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0CBF5D51-78EE-4A94-B9C1-6A7298987B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05A3ADBE-1109-444F-AD80-5F1268B4C7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5E662B27-2F1F-45F7-A8E4-AD739617DF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6B12D2A1-0342-401F-AEEF-86C4BE35CA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E5AB8326-20CC-4FBF-98C0-A1C32B4886B2}"/>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E6956347-A911-4887-8F11-8E993D00F823}"/>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EFC36A37-85AB-4C34-9C70-18AC8240D29B}"/>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193720C3-A100-46B1-9742-7E69816E7007}"/>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A467289E-C07E-4DEB-8306-3950E4877211}"/>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1E648AFD-D275-4FD6-BCD4-978ADEF85D88}"/>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982C9F17-1652-470E-BB23-17FE2839850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2D7A8981-2632-494A-B6A9-AB5FCA19A61E}"/>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42B38909-35A5-4120-9D8B-71A99BA4C0BE}"/>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BEE119B7-2715-4C09-8F4F-28FCC1C6B89B}"/>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323999E4-3EAD-4BE2-928F-2FA19A97442F}"/>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8CB58622-2673-41D8-9C32-1CFA2560298C}"/>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D9A2F5F2-C7D3-4B79-9B6E-1A20305B3FB7}"/>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09FAA878-7EEE-4431-874E-85A8F478E2B8}"/>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84A1E43E-412E-4752-BEA8-B31C3F0648A8}"/>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8CCBE745-1410-4A06-927D-AC06AD210F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5427632"/>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E88131A1-F096-4932-84E4-DC106CD015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9C635619-27B0-49BB-895C-DDB9B2BE43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796255AC-0205-417A-8B7C-AF125ECD4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45F83BB1-2CAD-4ECF-BC4B-035B0559B4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4A8A7A05-5566-4FEB-969B-3E0210802F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A0095BE8-B68C-4180-AF93-86534C5C15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45E9A9DD-ACA8-455A-A981-61909B8E5C85}"/>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2D3FB9F1-ABBF-4764-B1B8-49F7824F54A5}"/>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4420D64B-7A46-4D13-B5C7-A6227506D121}"/>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92DEE8C-9F31-45A0-A97B-6968119F6E5D}"/>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FD790269-611E-47B6-AEEA-D092009217DC}"/>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64A1DE86-1DD8-467F-BF64-47431D0919F0}"/>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09BE7411-B9D0-474A-BC27-8A142062756D}"/>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A08F56DC-133F-48BF-990D-A0BC415285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548160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7803A576-C526-4CB3-83D1-C5B0901F51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9EE05EA0-E61D-4EEE-ACF2-DD17561A0F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BDB18AF3-2928-40D7-92CD-5BA32DA81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70E80DC0-170F-4F8E-ACC4-2D53C43C69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9996005F-2558-4ABA-9DE4-3182E576AD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DEEA8AA2-BB5D-433A-A58E-9AD8D2B246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D59806CA-5F67-4B0F-B353-615417BB60E7}"/>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BBCAC3EF-CA01-4BEE-9D0C-091D379834E0}"/>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072D37FB-C8D3-42E6-9EF5-6DF8D86AD647}"/>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AC6CEA0A-D862-446F-8775-4142475D5568}"/>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CAE37660-07C8-4C70-88CF-929ED62DC98D}"/>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48144E01-A73F-48A6-B4BD-F88A92C02AEA}"/>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241BF818-6983-433A-BF46-EAF2D79F9C57}"/>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8AEF1566-6889-45F0-8CBE-0B3A6F2DBD2B}"/>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9B9991AB-EA07-4E69-A787-38FBF37D26DD}"/>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D4D0A380-DAF9-4048-AE8D-A965278E2F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3958665"/>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2187C318-20CA-48F7-909E-604EFF4B2A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4B59E4EC-755F-4A1D-A269-5257ABB562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7CA2AA32-D626-408F-B60B-5DEED005E1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6694222E-B799-4AD9-9CC9-8DD280F6A5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FAD439AF-768E-45E6-A3C6-7F8991F83D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929647C9-7AD9-4080-9849-61C165BFE6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E574A51C-41DB-475A-B5B1-1B63AD31EB52}"/>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3C6FDAA4-5960-47C6-8657-B5E2DD32E8DC}"/>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5FF21728-1CE8-41F3-B12D-79DAA6189986}"/>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39073D2-CEB9-4254-B11D-06433707B370}"/>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5E9700FE-0075-4784-AA17-2B97DB3CA8FC}"/>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43CEC908-175A-4529-9C38-866DB14DA6E0}"/>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069CF840-4914-4C56-9C92-954A2397FE82}"/>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A0F7F146-1F91-4F72-A128-B6858EACAC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4124608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A91A462F-CC62-43E1-9E42-B4924CBF85B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9065E1AA-0DD5-4908-AE9F-BD63062BAC9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7B037A8B-6EA9-43F3-8702-9B0D705DEB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8E9E594D-723C-4B96-8E05-502430AF99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AFD5BC47-A568-44AC-B650-3A3013DCDC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59D9A82D-5EF6-4A8B-9D06-B3C97891AB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39806475-30E0-4E4E-938D-FA856A9FF390}"/>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96462716-361E-4B60-B907-CDED3A656536}"/>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62077308-D93C-47F1-B05B-11C470ACDC6B}"/>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4761402D-9CC0-4D79-BE9F-361E51653183}"/>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2F623363-D8A8-4BB2-B4DF-AEB1A9875B88}"/>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0ECEAABE-2341-4116-9AB5-E2C006D3048B}"/>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EE000282-2FBD-4A97-8F15-76880AB92F84}"/>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B94D2934-1B1F-446B-BC1F-B56D7B7C2DEA}"/>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B9554A4F-6B53-4DBF-A058-FF4A90B18E2D}"/>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9D6B1B93-41D5-4BFD-A92F-B9807B4667A8}"/>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1B3FCBCA-67F0-45EE-B39F-389C4A181709}"/>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DF8C4E93-8A24-4E1C-BA1C-F45E7F860D56}"/>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28F1B363-0CF0-42DF-8CF0-4719088BCAB5}"/>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4859ED6A-BBD5-42FF-8835-10FA3B678818}"/>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C5DD19BE-239E-4145-A2C3-A1B5E9F0333D}"/>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ABB37A52-E608-496D-8B73-EAB7DAED9308}"/>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3C71C008-E7AB-4057-9A39-5F6BB68F876D}"/>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765348CA-9094-42B8-8622-05791B9210D2}"/>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AB4EB043-9F4C-4C17-B4B5-86C2F68B6661}"/>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44E94225-ED0E-42A8-8BEF-1F6E2DBDC3C5}"/>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C51B7D0F-7355-4212-91F9-77E866A9337D}"/>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B94BB96A-E9F7-4889-A360-1B5611C11651}"/>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061166BB-308A-4CBA-859B-E0F3375019C1}"/>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4B292321-A364-4C69-88A9-9DD4BA804315}"/>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AEF33FDB-8111-407A-8CE7-B1AB588CC36F}"/>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1B26DC6A-4A6E-46EA-993A-A32F43A8DB90}"/>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A38EB6DF-3230-43B1-A8FE-C36C51F70E39}"/>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63975B95-F297-467C-8FEE-1063EB09F602}"/>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6745FBE9-D438-4716-9707-EE071A9A482A}"/>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814827D2-3980-48F2-B5F1-619E3D35FC6D}"/>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0C0E3661-34C1-4ACA-A075-6F84B6354B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7933365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08C06DB8-BD5A-4DA0-A455-2F8E8F669B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67062C44-29C4-45E1-8CBA-B7DF24E4B0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867215EC-FC1B-4EEE-BA46-607B74634F3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107B2F8B-A055-4B8B-8F1A-FD77BF66D2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A2B102A5-3B48-4B03-9152-C45125E7CE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08E4C6E6-8466-441A-9D4F-755AE413EC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DEA1D9BF-3A3B-420D-8EDC-EF28831D25CD}"/>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3EF6B6A1-7D1A-49FF-A1F3-5F6649B46BAE}"/>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7946839E-7C30-40AA-A79D-7078794ACB39}"/>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2E8B24D9-1376-4CF4-B5C1-56A165F979F5}"/>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577CB84C-1C11-4B6E-BB6A-F9D479E41DDA}"/>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552BC14E-F3B1-4A6C-A43E-2050940C550B}"/>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7B417FB2-FADC-4ACE-8148-4818748F028F}"/>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12CFEA2C-3F83-44DA-9F0C-29B8C675BAE0}"/>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EB6C88CA-34B7-46ED-A7A7-361D5B94DC3F}"/>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012010D0-B81D-4D60-B7E4-ED95046EC274}"/>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3B7BCF94-207C-47DB-B10E-BD08FE433875}"/>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C086DBEA-670E-4984-BABA-7C355A33AA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2899509"/>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A51B1B9C-D83F-42B6-814A-E0CDF3143ED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CB1B5F7A-637B-4727-B6E5-2673D821445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276511C1-B6A8-43C6-B965-A72FE4FD5DF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647C5088-E213-4212-9758-4E7B7FDF48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94ED029E-022A-4672-B74B-BBD14E0A43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01939EA1-135B-4D35-92D4-7C913A74C6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166A46CC-57D5-41BA-9B6A-6B1EB9A60DC7}"/>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BC0FFE95-AB02-432D-92D8-369F3F7CA25A}"/>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0CFF7774-9288-4172-9AB2-40495A0C6275}"/>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800BBC69-2DF0-4AE6-942A-D7E6EF3687B4}"/>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33FCFFA9-2E16-48A0-B405-086DDE367D78}"/>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F6C96478-0F16-400E-934F-4E40811213C1}"/>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CB249371-21FF-43EB-A1FB-E6EC8423C5AD}"/>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94C2CFE5-762A-4D19-A1B1-937C8F7821D1}"/>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AD30F3E7-0227-4171-9ECB-5A6E138CD6BB}"/>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4943F3A0-6BB6-4116-835D-57A4AC743813}"/>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71CC43D5-ED84-4CFD-8F29-0EC82A738DE6}"/>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AE72C2E9-1549-4523-AC47-7A346CFA3802}"/>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DF0C1D13-635F-452D-9274-3EEE93035051}"/>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0A3C2406-5D0D-48CB-972D-68C56A592E6B}"/>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6AF6A564-414B-416F-8FA1-D771BA8467F8}"/>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FE457FE2-5C90-431C-A600-1B6C4548C596}"/>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28352098-998C-477E-8BE3-2AF2BE585183}"/>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2555079-3D3E-4637-953A-F398C64D7E81}"/>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B201A1F4-D07B-4BA3-8631-3E5C25D75FCE}"/>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C2E9100F-580D-4D64-873E-61D8E6536A70}"/>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F1081AC4-FD4D-4040-B7A3-8753126049C1}"/>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6EFD8649-0741-48E0-A7AC-F57F64151C6E}"/>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F5EBD447-7BF9-4758-860B-8DE19C2D38ED}"/>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CA004B47-0446-4FE0-AEAB-139BE806A448}"/>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8A2B8DB9-1AE9-4F9F-98B2-974637AEE950}"/>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1D9DCC71-6F61-4C6D-81FB-57294F727703}"/>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9D038768-A898-4A4A-948A-0FAA412470B3}"/>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07B9DD8E-0447-480E-ACC7-31B9650828A6}"/>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24AE5382-3D15-4CE0-A82E-A3F33DBEA810}"/>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D6B1852B-77AD-45DF-88C5-E40F891029E8}"/>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95BB14EC-D235-4EAB-B992-601E65623472}"/>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CD7CE23D-8391-4643-8E96-A1F138F8CAAB}"/>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33357FA6-95FB-4383-B390-191807A7FBB7}"/>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57A04CCE-3619-46C1-9095-753A12DE672C}"/>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057A6C22-27A7-43DD-B10B-A77A25A504F6}"/>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57745188-F5A5-4ABC-B425-47044E7D3959}"/>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AFF1A438-C7C8-4574-9E3B-4EC7DA443C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53039338"/>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0534D6AA-0FBF-4E24-BE9F-BDA88B46B32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1505E61E-7E91-4492-98AF-AC7F389783B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3BDCDADC-336F-4A5E-9D99-0ACA75629C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94063C3C-EE13-4B9D-B70F-B11468C60B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C02D717-E7BF-4CDC-AEC2-6314077A9B6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42EF751B-D107-42D5-8F7E-0DFA0A758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50C9DC69-AB97-4054-91C4-2EE1BD0683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F2BD16D2-083B-45F6-B955-4EE86C7A931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A641F757-4D23-4FAB-B4F4-46DAAEB193BF}"/>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2FB3BBE2-D2A2-4F79-9501-C81E6235B364}"/>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592E40B3-3B81-4E3A-8AAB-2F92AE6F3F57}"/>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5B70CE4A-375E-440A-8D08-6AA90D3B042F}"/>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4ACAE59C-1E62-4694-ACF8-27A77EEABE54}"/>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236CC813-2AB6-40CC-A012-B5090C14A127}"/>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F758B07A-5984-455E-861B-DA3DD9BB5BAB}"/>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0D048CCA-4462-4DD4-B8BE-B80E23EC7695}"/>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7690FA45-BBF7-4CD0-B856-904E843CD2FD}"/>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F27CE61D-2739-4D10-9E98-FB6615505853}"/>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175E781E-7B55-4CBA-845A-A926A11DF9EA}"/>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B4824368-FFAB-4F27-A7B6-AFEA02C8D032}"/>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5207CAFA-9C7D-45F0-A3C2-DBB99958DFC4}"/>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39BA05DB-C40C-4632-BA98-382F8C871CFA}"/>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658236DD-805B-4007-9921-678136491A56}"/>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BF2225AA-770E-4483-8389-4162A971C5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30296197"/>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21FEE7F0-3958-4FDA-A46D-EE636EC3F99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D4B10D29-4C37-4DFC-8795-1B514E19D57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4A247C20-E8C8-48E9-B960-040385F61E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0B4A8612-F9AF-4F79-89DD-045C48860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49325FF-64BF-4812-B9B2-9CB46235C5F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177FA1EC-7C40-4E35-82FD-3009CEDFAA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1DDE45E8-3821-481B-B2C9-2422F035AF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A3454A9D-B58D-4CA7-99EA-8684974133B1}"/>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3EC0F194-2B86-44A8-9FE5-4BEC2B6D1959}"/>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7C005D9B-6351-46B0-BAE0-9D65A024A11B}"/>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5C47C0AC-68D8-4FEF-8568-FAF6C36BD0DA}"/>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8DD11ED0-78F4-4A36-9B40-FB68013E086F}"/>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07F027E4-C309-4125-8363-942CA5176B3A}"/>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9D72CE09-1F13-4626-BD1A-C735B07F5E7E}"/>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32FF6F6C-62AD-4F79-9260-527C0762048B}"/>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0371565C-902B-4580-B923-E41AB199BDC0}"/>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89CA9A82-90D0-4109-AAEF-09BB2E1DB0E6}"/>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6B63046B-60C0-4E7C-876A-D4FFE831C19E}"/>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544C8EEA-35E1-4E65-842B-CF85FBEA15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2065531"/>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FF330F21-D2F3-4576-8982-1F226A4662B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3FBB6D84-7642-4454-A7FD-56236A90FE3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E2892548-4595-4186-BE86-20BEEA56A2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4CC619C0-6D7C-4F43-AD03-C65FBA82F9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E9B3B8F-075B-4585-B2CD-DC96B81D935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40D9E515-3DE8-4DA2-934D-70F339DDCB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47F3C86C-FB8C-4C76-B591-63049E1AC2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2ADAEEE0-B12F-41EB-9FCA-E820BBAE6A20}"/>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CCD2DC72-E264-4106-B269-3CB81FBEE30D}"/>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92289833-5F4F-4AFA-BBC8-8DEA50735F62}"/>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AC162F7F-6264-4BCE-A5A3-9366FA66898F}"/>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BBD3F72E-A5B5-41C6-9FB9-A28F6C1C07AF}"/>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02A0D731-A02B-42F8-9F4E-17194C763060}"/>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5C3DCE-72B0-4777-83DA-AB4BA606A555}"/>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1CEC19DB-5913-49A9-B15B-F12E59DC197A}"/>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446AFA52-8E60-438E-ABEB-7FD9113811FF}"/>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4C8D0289-E970-442F-9FC6-3C8B77737AEC}"/>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5B774A-D1C9-48F1-BAFA-BA35B9EFC955}"/>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8D664B4B-DF23-4486-81FC-B92470B83615}"/>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5FBEE202-62A1-45E4-88B2-E8BE8D2D1449}"/>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D102F464-9047-4321-8826-796620F2425B}"/>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829A14CC-364A-48DB-980C-83B80F3E4C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093156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6C44FD31-AD7F-4762-BC08-2B549D2BEE3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119E5032-6F92-4747-81D1-F886C689178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1BFB7372-99DF-4509-B388-F7A16130B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8BD29B64-056B-470A-B048-8105D1CABD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C3960F8-E220-4967-B908-AD4CE60FB1F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5FD1EE25-0196-4884-BF49-E434EB13D2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B99F399D-15CC-4284-BE74-924E898080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24E3BA0D-DE9F-4E69-B195-9AA63D4B4D4D}"/>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693904E7-8C80-42B4-B0CE-6C2E31B6C1C4}"/>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74B050C3-BAB4-4283-9492-8C4E21E1E4D6}"/>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1204BC07-CE0A-4C5C-8341-0190F563137E}"/>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A821C7CE-2A56-4F17-895C-D34E03418794}"/>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1556EB9D-32BF-4090-99A5-14D93B097B8B}"/>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12158306-0F7B-480E-B8EB-7E3218B14BC9}"/>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333743DB-2976-4B34-9DFB-91C8E4B4B21F}"/>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8CCD94C6-66C4-4696-BCD4-1160B6A0D5DB}"/>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1A059721-42E0-4017-AFDD-BC34E700FF7C}"/>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7B7C19D0-837D-4DE1-A6D7-2CBBE97FE7C7}"/>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7D697FE1-C249-4940-B88B-CDC15ECAC58F}"/>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2EDA8D36-3DF5-4C50-8BA5-D11114D389C7}"/>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1D7B601D-E97F-412E-B798-12EDCEF0A89D}"/>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B99884B6-B0D7-453E-82D5-B44B6A37145A}"/>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4E460736-321C-40D7-8C22-2B653702CD81}"/>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DEB53674-69F5-42C3-B823-7C412BF429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0884304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461AD3F9-AEEF-4B72-AB20-D518E59B41A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A098FED8-F16A-4CE3-9E45-C7D923E82F2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12233823-D687-438E-98B4-211D4C891C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791D6F34-23B3-4353-A1F9-C513E419F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B387E1F-D0B4-4A82-AFAD-B8FECC5174E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2FD49171-8E1B-4133-A6F0-A54301B8DC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8BE4D111-F146-4A95-A0A0-3204E30BE7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617883A7-76AE-4D59-806C-9544E46982A4}"/>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EE0AEF59-6B57-4B7C-BC4F-165AEBA30843}"/>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56D3B13D-2C41-4D3F-A29E-B939E0DD6A2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D5349FD3-0933-469A-AF8D-4E65DD043A4D}"/>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1ABE7067-A834-41CE-A474-0408E3A22831}"/>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3BE3332F-6AEE-46DF-9EE5-65676214A1E1}"/>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5465D0B0-294D-4E3C-A0EC-B0ACB30AAAD9}"/>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8A1CD8C4-0720-4F42-A6C4-DB90AD3B5A4B}"/>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77320E2D-6E87-4E77-BB36-272C1A910D44}"/>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03ECC6A4-763E-4DEB-A543-5AF11AD7A9DB}"/>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10717FA0-28C7-4873-8B19-01C719657CD5}"/>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EB495AC4-4B90-4E1A-9F7F-F93B4664FB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32945152"/>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0DDBA283-9211-48E9-BAAB-F26A9B8E10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39104D69-F79D-441A-8202-4A2772D68C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C5894516-42B4-41DE-BD9C-4180395CB82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6286016F-A349-44CF-BC37-1B91C718F6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C80A8FC7-8474-49B1-B9C9-284DCE234D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7EE83A72-D18C-4A1D-942C-DE75F33964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287A657C-971F-4E5A-B0CE-F78F4ACE260A}"/>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8D859B04-C457-4454-8044-2FFCC2E0037E}"/>
              </a:ext>
            </a:extLst>
          </p:cNvPr>
          <p:cNvPicPr>
            <a:picLocks xmlns:a="http://schemas.openxmlformats.org/drawingml/2006/main" noChangeAspect="1"/>
          </p:cNvPicPr>
          <p:nvPr/>
        </p:nvPicPr>
        <p:blipFill>
          <a:blip xmlns:r="http://schemas.openxmlformats.org/officeDocument/2006/relationships" xmlns:a="http://schemas.openxmlformats.org/drawingml/2006/main" r:embed="R844b747d8e914096"/>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6979E3FF-5F05-4B4B-B852-B6D5BE47C28D}"/>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F5FDD333-1065-4BBA-B8E6-2887591A7B74}"/>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67C64F63-D14C-40CD-B760-7F1566242B52}"/>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0A0D297E-6946-49E1-A545-7A2E178EC759}"/>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FE9D0356-63EA-46A8-B782-628A10CB09B4}"/>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A9312CE2-B946-4ECB-8646-20EAB1ABDFDD}"/>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E6FD2203-0A2C-4592-AE70-7059BD007A16}"/>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4A74AC3B-BCC2-417B-A083-EA7F44793970}"/>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1C295804-E929-4712-AB82-02E108965DE3}"/>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8AE0EEAD-860A-479A-829C-DC52DD14AD4A}"/>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51C84C7F-F5B2-43EF-B61A-46D34F89BA04}"/>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AB99BBD5-0C77-4C76-B9CC-AD0C431D0A1F}"/>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7194F1F8-D012-436B-A11B-10BEBE43931C}"/>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8E50B299-0CAD-419B-AC3D-216F11ABF3C6}"/>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75AE5CE0-E0C6-41DC-873E-F6DB72E1D0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3900782"/>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54980201-6377-44C2-9CDA-3EA3CDFB0E9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FE883B14-C496-461E-84CD-2DFCFFB3647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AF23DE13-E4B0-46CD-9885-B78E4425D1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8931CAED-D7C4-4E2F-B53B-F3D8FEC436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9E8E6741-05BA-4C9D-ADD5-C0567E6394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8E3FF49B-1A05-4680-B76B-58F598D07E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3A31FB56-F738-4996-8BBB-A33A9A368078}"/>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F8645FCA-10E9-49FF-8DE7-85EFA8BB4FF5}"/>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77B889E-902E-4C87-89A7-BFCFC3980BBB}"/>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B0EE2C7A-EB4C-479B-A5B9-669EF4F71023}"/>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08F2322A-8AF7-4949-AE0B-C9E943642E94}"/>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5A0F8B23-D904-4BF3-BC76-446A83603B57}"/>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3A7CFB7C-8BF8-409F-B8CF-8508F68DC3CC}"/>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87C79852-082B-44C0-962F-EEF787F143F9}"/>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A9E1E7F1-4E1F-4F75-9071-6A9A96AC43DB}"/>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FEFEEA5D-C1EE-49B2-9369-7B90456A52AC}"/>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27029499-8FB0-4FB4-B1A9-E979299533B0}"/>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8BCA5893-52C9-463A-A19F-5D6B99ECAC5E}"/>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5D88D06C-CE03-4B7B-AD14-52D366A4F6C0}"/>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6B28D128-9E4C-44A2-84CF-926CA00BF4E6}"/>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4AADA557-C9E1-44DB-8A4E-930B2A56100F}"/>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0E4172D6-DD68-4C07-A3F1-5A7E3D614786}"/>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018552AD-127A-45E3-BCBC-22A7B4EF6552}"/>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E11985B1-3B60-4AC9-B76C-B5E5B992142D}"/>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67E1A2FB-DAE1-451A-BAD5-7D4D3D69D51B}"/>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8C069B00-8D28-4B40-A6B1-55E02AA2858C}"/>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77AFD9C2-88C0-4F29-91E9-FA3E27CCAFE1}"/>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F8DC604F-9653-47FC-8B4C-199D9F895F64}"/>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59AF37F4-FA75-4D80-AF7A-C57C15298850}"/>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9B2485B7-F67E-4A15-A513-2BE87D054525}"/>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8092360A-5C9C-4A22-989E-EA8DE021323A}"/>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53CF5F77-7665-4BE2-AAA0-68ACE20CE086}"/>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4024BC03-4703-48E1-B98D-BB18AD67FB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7714331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7EE17870-2CA0-4A3E-AAA0-A0E2D03C01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A387AD27-AC59-488F-B80E-0C495230C7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EE9D6314-73ED-4540-A5A1-0F682490AE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026083EA-F64C-4A16-B17C-D9F813623F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7A17E2C8-D44F-45F6-967B-8A764D8134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74C78444-EA8B-4EF0-8A07-FDCD6A4303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7535B0BB-1B4A-413C-A93C-07ABE762761F}"/>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DAF2CC0D-0934-4259-872B-74ECB770666D}"/>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31CFC1CE-9955-40E1-90FE-7FA4467E411B}"/>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CFCC9D7D-45EE-4521-B498-CA3B4F03EB50}"/>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41FB27C3-B095-4C20-A38A-EA0B7E11883E}"/>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0C7CDC7-2C49-42A9-B92B-A302BB2CE306}"/>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42BCA2AF-CCFC-4B9A-8AB3-5B2CE072603A}"/>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03A0A2F9-8517-462D-A966-F3D222C1A99D}"/>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87619684-FBA9-4E71-86EA-09689EBE6753}"/>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6DF38750-D48E-445D-9594-F8B23333235A}"/>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BE562AE-4DE7-4F40-87D7-8EEB6AA5A872}"/>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7A795BA1-2ED7-4C7A-BE29-660800FEB658}"/>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BE862D79-4E4B-4EC9-9267-1D07AB5988CF}"/>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E4AC16B3-BDC4-4C7D-BBB1-01A8736B951D}"/>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A6128064-A124-4709-8167-6D4CA73C1ABD}"/>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277CE03-A360-4CB9-A3CB-E59B4854A044}"/>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D60E06AA-0236-484F-BF98-5D5BBE4A53B4}"/>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2F67751D-0124-4272-A358-902832E54D6F}"/>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25E5D5CD-CE4B-4BAB-8548-C845A95786C7}"/>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FED8B7FF-C9DE-4614-9BE0-9031DD871F8D}"/>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24352609-B963-4155-9388-7457106A57F7}"/>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2C12183B-036D-4D64-8733-3FC955BEB165}"/>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F83C585C-1653-4F4F-AB20-E2A0D55CAAEF}"/>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A952993B-8FB3-4FC8-A1BB-F485449333B1}"/>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7C163F3F-AA9A-4B9E-AB00-6459E7220E42}"/>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6A338B1F-D937-434F-BF27-A804D8BCEF72}"/>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B2FC0F88-EB54-43B5-A42C-AD0C89597E83}"/>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03ADC32F-9E57-4940-951C-BB9B575BBE7C}"/>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63BBB43E-9A3D-40D3-85BE-A950A2C8CAC0}"/>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A26016-4111-4987-A618-1D750ED2CE25}"/>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F7BC2623-B735-4A1E-BCD0-6E637909B5A9}"/>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1BED64A1-58CB-4A8F-947B-B7CD74928011}"/>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4FC4D30C-5D60-44D5-A9A2-C9B478BC59A7}"/>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1DED5236-1633-4A65-8C02-B004089CBF4A}"/>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6AD9BCA-E27D-4657-A757-BB95D4E35D05}"/>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A6732C82-7C58-4B64-9381-50AB92A60CDC}"/>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4B5DA1FC-C2E5-48FA-B90F-8304A1954DEC}"/>
              </a:ext>
            </a:extLst>
          </p:cNvPr>
          <p:cNvPicPr>
            <a:picLocks xmlns:a="http://schemas.openxmlformats.org/drawingml/2006/main" noChangeAspect="1"/>
          </p:cNvPicPr>
          <p:nvPr/>
        </p:nvPicPr>
        <p:blipFill>
          <a:blip xmlns:r="http://schemas.openxmlformats.org/officeDocument/2006/relationships" xmlns:a="http://schemas.openxmlformats.org/drawingml/2006/main" r:embed="R74651dbae486469d"/>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2CF80ADA-EEEF-403A-ACAC-541234E7F747}"/>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AA6462A6-40A2-466F-A9B1-7C29ABB0B997}"/>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18EF8671-2FC1-4F6A-8032-17EB5DD8F20C}"/>
              </a:ext>
            </a:extLst>
          </p:cNvPr>
          <p:cNvPicPr>
            <a:picLocks xmlns:a="http://schemas.openxmlformats.org/drawingml/2006/main" noChangeAspect="1"/>
          </p:cNvPicPr>
          <p:nvPr/>
        </p:nvPicPr>
        <p:blipFill>
          <a:blip xmlns:r="http://schemas.openxmlformats.org/officeDocument/2006/relationships" xmlns:a="http://schemas.openxmlformats.org/drawingml/2006/main" r:embed="R45e2c4a1fe0e431e"/>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7A9AD908-4D04-4A56-B080-295210D0E312}"/>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8AE7E994-29B7-4C20-96A5-63C61CEEF410}"/>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6F55927B-1CE1-478F-A174-6FA5AAA332E6}"/>
              </a:ext>
            </a:extLst>
          </p:cNvPr>
          <p:cNvPicPr>
            <a:picLocks xmlns:a="http://schemas.openxmlformats.org/drawingml/2006/main" noChangeAspect="1"/>
          </p:cNvPicPr>
          <p:nvPr/>
        </p:nvPicPr>
        <p:blipFill>
          <a:blip xmlns:r="http://schemas.openxmlformats.org/officeDocument/2006/relationships" xmlns:a="http://schemas.openxmlformats.org/drawingml/2006/main" r:embed="R38b8481d46204459"/>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8D8C4B0C-C588-460F-B18D-1CA8D7EFB5CF}"/>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269C4F04-50E9-4AD3-8A5E-437424EBC45D}"/>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095013F3-B803-48F4-9949-B3F2FB7B0AF3}"/>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61DEC4A9-17C2-4BC4-A3F6-21F7CFD55C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90966001"/>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CCE672E1-B9EC-485C-965F-D5CB7BF3D0F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6F246E88-A91D-42FA-99B6-2CC19403C66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B1CC09B3-0BA6-44A6-889B-C7AF988B0E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317A4120-9CA8-4855-896F-FFFD57E321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03FDF1CB-BEE8-4143-9CDD-01A2E18D7A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EF6BFB6A-758B-4E97-B981-6521FD35F0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179B7F04-E940-4F6C-BA55-8971F5E88170}"/>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DE6B0F7C-D263-4428-8230-5AD6CD8AB51A}"/>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B853F22B-1286-4D46-8C6C-1684AB6D633E}"/>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C1C9D641-C346-47B1-8CB0-2A713F23C24E}"/>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49CD870A-74F3-4554-8D4C-B5D42CACFFB4}"/>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5D5F13C9-ADA8-429C-AA32-B030894B4C87}"/>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A4A5D5B9-323A-43EA-AF9B-A3F6020276DB}"/>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864D3E72-EF63-4C61-87EB-E25344AF051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2A5721C2-458D-446C-BE89-802182F229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833284166"/>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38CDBE58-CE8B-4C19-9CB9-A002231DA49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7166F052-16E8-4957-900B-936D237B058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C9CB617F-8493-488B-A067-77D50390BB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7D69F5E7-D3C6-4418-8416-17F6F58FAC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D9B19C0A-8DAF-47C3-96F2-FA32D8690A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E3136BE2-42DC-4881-AF3B-7FADD489B8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96606EF-D4A6-4080-840C-58AAE1C6058A}"/>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0B149224-60A3-4909-ACFD-EE8BCF168383}"/>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4227345D-41F5-4EB3-8590-E07AA648AD7D}"/>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4976DE74-1DF9-4A7B-A710-559329A66A23}"/>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7A6B5E45-C50E-4E60-BA5F-DC60516E8776}"/>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8D126F63-9B49-46D1-882F-9316543CC9C1}"/>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972AA87B-B983-4EDA-B4E7-88389AA3B444}"/>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F4EDE9EF-1248-4C2C-92BE-8CF28588C3EE}"/>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8F73CEAE-3FE0-4BCA-A797-F813472985B4}"/>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C05F2D35-859B-43C9-B362-3E26C0DFB3D7}"/>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059791B4-D4FE-4E39-9BD8-9D0D60F983F3}"/>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A29A2B96-511F-4DCC-93A5-5FABABCBB634}"/>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0C6F9D41-215A-4356-97CE-76C25ED40A9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7084FD05-1041-4531-963B-38E63C06BCC3}"/>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251687BA-6019-428A-8805-E918003A694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93A54F0A-59B4-40A5-BD1E-F0AA66DCAD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114427481"/>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187F6580-F933-445E-B4F8-9B0B7CE2B55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9ADFAC30-5BA3-440A-96BB-E39E80686B0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9C1F3834-B1D4-433A-B888-90913B21B4A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63FC6941-5539-4838-A5CD-1EE346B37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ED77971-3A52-425B-B043-3D7BD9E8B2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03A22B2C-DCEB-4710-BE35-67BAA815F0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80556FF7-8841-4742-98E4-D995000B47F5}"/>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C0D90990-224E-4F56-9BCE-ECB25A2179E8}"/>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744416D6-3C8F-4859-B465-743EF6F93BE3}"/>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778B279C-9C44-4E27-B49D-1B21C669C655}"/>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862CE8E0-CE26-4E1A-8BA3-2AA6C2B86A70}"/>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9B85B83E-95C3-470D-87A5-F0AD2DBC4489}"/>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9194CAB5-3584-4293-B7D6-408386FBEBFC}"/>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C7CE928D-41EF-423D-B565-D8DEDBC98CC4}"/>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A1FFF42B-6488-4C0C-A862-A23DAB41D754}"/>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E0323160-EEB2-4B6D-A541-D65440DC9064}"/>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9EBEC94F-30AA-47C1-8D02-661E1A147C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349791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044ECD42-0BA2-4A54-83FD-3AFF66D851F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4558D085-B58A-445F-9EFD-3BB040265DB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F58991FE-411C-4038-96C6-209B9D8CA3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CD9075D2-D5A9-47A5-8C91-A41B97FF55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44772284-D5BD-418E-966A-BC35412413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0D046C6F-99D1-4DF4-BB99-2AE08436A6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D93335FC-B211-4A3F-B8DE-22048B641347}"/>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FE81D11C-595B-421F-BEB5-778E7DD211F7}"/>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D2EB83A-4258-4673-92D5-6785950E8712}"/>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0E0BD1AB-64AA-447A-9950-47024E7412C0}"/>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166D5E98-784B-4FD4-9555-C9D536E21D83}"/>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A3DCF9F0-F6E0-4DD5-B0D1-4A57194D6983}"/>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7346CBE3-54F8-4D60-9DC0-A27361112234}"/>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94CF7A6-4BB3-4D43-8611-C18BB99CB078}"/>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A1597107-9DFD-4A05-803E-1DEB8A963D0E}"/>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6D19E0B4-BDD6-43D7-9338-99A5ECEA1EE3}"/>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39AB3CDD-92BF-4B8C-89B1-A7352F37D758}"/>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1DCFFE26-A14D-4B6F-99F7-F7B6333B38BB}"/>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5D4A16C-7BDB-4304-96A1-CB38BD40E0F6}"/>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E976609A-785C-48AB-AECD-906E8AE45C4D}"/>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AD484BEB-9044-4531-82FB-A4E21B9A7359}"/>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5322DCD7-D25A-43EB-A64C-F353C2BB8BD0}"/>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24C76715-C312-43CB-B2B9-152F773851AD}"/>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B846B776-0D8F-46DF-B0DE-2199F70706D3}"/>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B7F72DE6-636E-4FA8-B646-9B9045056718}"/>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6AD89E68-A04D-4298-9640-26D71FD99D94}"/>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CBD489CC-F975-45FE-AD89-6E4AC1622CBC}"/>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E83F72C0-3C82-4B25-BE65-6F00B0A69B35}"/>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8A039461-6FB9-4085-9650-EA33AE0B0D78}"/>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1B69811-706B-4684-A650-057E65975AD0}"/>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B87C8C21-CBD1-47AC-904A-B27FAB23D46D}"/>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032BFE93-6054-4163-AA8D-19050A587333}"/>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2B95CD77-0D5E-4BB0-862F-411C594E72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55406502"/>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8BE77C66-CDC6-4145-8911-1194D177387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1B4309DA-CF56-48AA-9F9B-78C3438278C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A4906C2B-8283-4082-B78D-564AD8CED0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A58B118C-4976-45D5-94D0-4C9A791916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F265EAA8-8297-41B8-BBA6-5D1E221B39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A055554F-E9CA-4546-94D9-B071A833AA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21EF1EC4-716B-444D-AB0C-327FF3FF8F97}"/>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D1199ABA-F2F1-4A8E-9FB2-915968E66891}"/>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3D5BFB8F-263C-4A00-9AEE-8FCEA99622D8}"/>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EED8903C-C5E0-4F0C-9FAB-0DF069771422}"/>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DAA01313-6D8E-46FC-98B4-2ADFAD316823}"/>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A5AEC770-DA21-4D3F-BAD8-67F7148313ED}"/>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BAC5F6DA-908B-4335-A009-0B52C8986AA8}"/>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3468BCFD-6E9C-457A-B5BA-15D0CE373BB6}"/>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93CCD88F-3EB7-4853-A06A-6721D3B31374}"/>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D973D3FB-7B02-4225-AEC7-2BAE8CEE9FD5}"/>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295F1806-4131-4149-A178-2B0DB49732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281739450"/>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0D0D8FF5-1FF8-4E92-A5C2-100F856450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697C9CA9-719B-459E-98EE-EA7F985035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9AD8329C-F65B-4FCE-90A7-2926D0C857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47B86661-631F-46E4-B1BF-8628AE7418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485FD102-56FF-4699-8311-787C3D502E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0C38EBE9-58B5-41D3-B8C2-0CABB4B81E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D60D01AC-65E9-426E-968C-0A44C874C2C8}"/>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2699FA93-FBBA-4B3C-973D-2E6904C37A9C}"/>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3415796-76B5-4CC4-AAA4-1EF7B54A8CDD}"/>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FD646B6C-6D68-47A1-BB1E-D9876BDFD979}"/>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48B7C70C-69D0-419A-B90E-136A6B355E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268786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2026-10-21T14:22:42.1000000Z</dcterms:created>
  <dcterms:modified xsi:type="dcterms:W3CDTF">2026-10-21T14:22:42.1000000Z</dcterms:modified>
</coreProperties>
</file>