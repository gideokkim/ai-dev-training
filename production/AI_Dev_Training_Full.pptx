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slides/charts/chart1.xml" ContentType="application/vnd.openxmlformats-officedocument.drawingml.chart+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fb1f2273cb84585" /><Relationship Type="http://schemas.openxmlformats.org/officeDocument/2006/relationships/extended-properties" Target="/docProps/app.xml" Id="Rb321df57994f4c82" /><Relationship Type="http://schemas.openxmlformats.org/officeDocument/2006/relationships/officeDocument" Target="/ppt/presentation.xml" Id="R982754e8ff7b4162" /></Relationships>
</file>

<file path=ppt/presentation.xml><?xml version="1.0" encoding="utf-8"?>
<p:presentation xmlns:p="http://schemas.openxmlformats.org/presentationml/2006/main">
  <p:sldMasterIdLst>
    <p:sldMasterId xmlns:r="http://schemas.openxmlformats.org/officeDocument/2006/relationships" id="2147483648" r:id="Rc141fc0cc6244769"/>
  </p:sldMasterIdLst>
  <p:notesMasterIdLst>
    <p:notesMasterId xmlns:r="http://schemas.openxmlformats.org/officeDocument/2006/relationships" r:id="R886a3c12bd11433c"/>
  </p:notesMasterIdLst>
  <p:sldIdLst>
    <p:sldId xmlns:r="http://schemas.openxmlformats.org/officeDocument/2006/relationships" id="256" r:id="R7d693a80ea094219"/>
    <p:sldId xmlns:r="http://schemas.openxmlformats.org/officeDocument/2006/relationships" id="257" r:id="R0c577d3805e1401f"/>
    <p:sldId xmlns:r="http://schemas.openxmlformats.org/officeDocument/2006/relationships" id="258" r:id="Rc801b9e28aa8424d"/>
    <p:sldId xmlns:r="http://schemas.openxmlformats.org/officeDocument/2006/relationships" id="259" r:id="R4509267cfcef4a38"/>
    <p:sldId xmlns:r="http://schemas.openxmlformats.org/officeDocument/2006/relationships" id="260" r:id="R93bebb3e32e54faa"/>
    <p:sldId xmlns:r="http://schemas.openxmlformats.org/officeDocument/2006/relationships" id="261" r:id="R7adabd22f07f4cae"/>
    <p:sldId xmlns:r="http://schemas.openxmlformats.org/officeDocument/2006/relationships" id="262" r:id="R8cab8701c4f24144"/>
    <p:sldId xmlns:r="http://schemas.openxmlformats.org/officeDocument/2006/relationships" id="263" r:id="Rba30f26250a4431c"/>
    <p:sldId xmlns:r="http://schemas.openxmlformats.org/officeDocument/2006/relationships" id="264" r:id="R00fb48e5e6504857"/>
    <p:sldId xmlns:r="http://schemas.openxmlformats.org/officeDocument/2006/relationships" id="265" r:id="R6b57419339584375"/>
    <p:sldId xmlns:r="http://schemas.openxmlformats.org/officeDocument/2006/relationships" id="266" r:id="R02900ea79dc74f98"/>
    <p:sldId xmlns:r="http://schemas.openxmlformats.org/officeDocument/2006/relationships" id="267" r:id="R7b530f20ec5044cb"/>
    <p:sldId xmlns:r="http://schemas.openxmlformats.org/officeDocument/2006/relationships" id="268" r:id="R1d3a78f628774bbb"/>
    <p:sldId xmlns:r="http://schemas.openxmlformats.org/officeDocument/2006/relationships" id="269" r:id="R6788fd79e9be46d4"/>
    <p:sldId xmlns:r="http://schemas.openxmlformats.org/officeDocument/2006/relationships" id="270" r:id="R0cb1c6fd286b4cbe"/>
    <p:sldId xmlns:r="http://schemas.openxmlformats.org/officeDocument/2006/relationships" id="271" r:id="Rd1ab9b89d84140b1"/>
    <p:sldId xmlns:r="http://schemas.openxmlformats.org/officeDocument/2006/relationships" id="272" r:id="R11c368f3785448ac"/>
    <p:sldId xmlns:r="http://schemas.openxmlformats.org/officeDocument/2006/relationships" id="273" r:id="Rfd1d7109fc334a4c"/>
    <p:sldId xmlns:r="http://schemas.openxmlformats.org/officeDocument/2006/relationships" id="274" r:id="Rf0b7f889cf094d34"/>
    <p:sldId xmlns:r="http://schemas.openxmlformats.org/officeDocument/2006/relationships" id="275" r:id="Rab1e8f5c56994b9a"/>
    <p:sldId xmlns:r="http://schemas.openxmlformats.org/officeDocument/2006/relationships" id="276" r:id="Rd5ef41cd792f4e11"/>
    <p:sldId xmlns:r="http://schemas.openxmlformats.org/officeDocument/2006/relationships" id="277" r:id="Rfffdc951c1c043a7"/>
    <p:sldId xmlns:r="http://schemas.openxmlformats.org/officeDocument/2006/relationships" id="278" r:id="R61f80f13eb2c4fdc"/>
    <p:sldId xmlns:r="http://schemas.openxmlformats.org/officeDocument/2006/relationships" id="279" r:id="R4172b0d1fb3b4782"/>
    <p:sldId xmlns:r="http://schemas.openxmlformats.org/officeDocument/2006/relationships" id="280" r:id="R57ffcb22fc3c4a39"/>
    <p:sldId xmlns:r="http://schemas.openxmlformats.org/officeDocument/2006/relationships" id="281" r:id="Rfc916970e05c4a7a"/>
    <p:sldId xmlns:r="http://schemas.openxmlformats.org/officeDocument/2006/relationships" id="282" r:id="R5ee838dc64df415a"/>
    <p:sldId xmlns:r="http://schemas.openxmlformats.org/officeDocument/2006/relationships" id="283" r:id="R825b4a1711c64e98"/>
    <p:sldId xmlns:r="http://schemas.openxmlformats.org/officeDocument/2006/relationships" id="284" r:id="R43f2d54bbafe4938"/>
    <p:sldId xmlns:r="http://schemas.openxmlformats.org/officeDocument/2006/relationships" id="285" r:id="R12455daf5b4446ee"/>
    <p:sldId xmlns:r="http://schemas.openxmlformats.org/officeDocument/2006/relationships" id="286" r:id="R8ca632d85fc54b94"/>
    <p:sldId xmlns:r="http://schemas.openxmlformats.org/officeDocument/2006/relationships" id="287" r:id="R3df5c74b6f564d74"/>
    <p:sldId xmlns:r="http://schemas.openxmlformats.org/officeDocument/2006/relationships" id="288" r:id="Ra7544b62212f4f05"/>
    <p:sldId xmlns:r="http://schemas.openxmlformats.org/officeDocument/2006/relationships" id="289" r:id="R1fe0bc4417a14cd0"/>
    <p:sldId xmlns:r="http://schemas.openxmlformats.org/officeDocument/2006/relationships" id="290" r:id="R4019be22b0434aa6"/>
    <p:sldId xmlns:r="http://schemas.openxmlformats.org/officeDocument/2006/relationships" id="291" r:id="Rd6b614fcfd6545ce"/>
    <p:sldId xmlns:r="http://schemas.openxmlformats.org/officeDocument/2006/relationships" id="292" r:id="R7641b45ed43e48a6"/>
    <p:sldId xmlns:r="http://schemas.openxmlformats.org/officeDocument/2006/relationships" id="293" r:id="Rb0379e6d50ff475a"/>
    <p:sldId xmlns:r="http://schemas.openxmlformats.org/officeDocument/2006/relationships" id="294" r:id="Rf876f478c3094975"/>
    <p:sldId xmlns:r="http://schemas.openxmlformats.org/officeDocument/2006/relationships" id="295" r:id="Rcca01c02ca294c2a"/>
    <p:sldId xmlns:r="http://schemas.openxmlformats.org/officeDocument/2006/relationships" id="296" r:id="R0e7df599324b49c8"/>
    <p:sldId xmlns:r="http://schemas.openxmlformats.org/officeDocument/2006/relationships" id="297" r:id="R785af96e746f4d95"/>
    <p:sldId xmlns:r="http://schemas.openxmlformats.org/officeDocument/2006/relationships" id="298" r:id="R948de0fe08aa4dd6"/>
    <p:sldId xmlns:r="http://schemas.openxmlformats.org/officeDocument/2006/relationships" id="299" r:id="Rb92b6df8ae654528"/>
    <p:sldId xmlns:r="http://schemas.openxmlformats.org/officeDocument/2006/relationships" id="300" r:id="R3c76f8419c6c4169"/>
    <p:sldId xmlns:r="http://schemas.openxmlformats.org/officeDocument/2006/relationships" id="301" r:id="R776ebd91175c496a"/>
    <p:sldId xmlns:r="http://schemas.openxmlformats.org/officeDocument/2006/relationships" id="302" r:id="R0247f5ced25a4bbd"/>
    <p:sldId xmlns:r="http://schemas.openxmlformats.org/officeDocument/2006/relationships" id="303" r:id="Rb0efd23970b34738"/>
    <p:sldId xmlns:r="http://schemas.openxmlformats.org/officeDocument/2006/relationships" id="304" r:id="Rfe207fd4f2994c75"/>
    <p:sldId xmlns:r="http://schemas.openxmlformats.org/officeDocument/2006/relationships" id="305" r:id="R6bddb324209442d2"/>
    <p:sldId xmlns:r="http://schemas.openxmlformats.org/officeDocument/2006/relationships" id="306" r:id="Re0c2edc356dc4f06"/>
    <p:sldId xmlns:r="http://schemas.openxmlformats.org/officeDocument/2006/relationships" id="307" r:id="R6a2fbb3109bc4f22"/>
    <p:sldId xmlns:r="http://schemas.openxmlformats.org/officeDocument/2006/relationships" id="308" r:id="R48bcd5ea64c64729"/>
    <p:sldId xmlns:r="http://schemas.openxmlformats.org/officeDocument/2006/relationships" id="309" r:id="R818bb3307174445c"/>
    <p:sldId xmlns:r="http://schemas.openxmlformats.org/officeDocument/2006/relationships" id="310" r:id="Rd65c2b2e78d14d10"/>
    <p:sldId xmlns:r="http://schemas.openxmlformats.org/officeDocument/2006/relationships" id="311" r:id="Red9414d420004570"/>
    <p:sldId xmlns:r="http://schemas.openxmlformats.org/officeDocument/2006/relationships" id="312" r:id="Rdeab57ef1bf842bb"/>
    <p:sldId xmlns:r="http://schemas.openxmlformats.org/officeDocument/2006/relationships" id="313" r:id="R547c468852154fa1"/>
    <p:sldId xmlns:r="http://schemas.openxmlformats.org/officeDocument/2006/relationships" id="314" r:id="R761ebb32b37f43ce"/>
    <p:sldId xmlns:r="http://schemas.openxmlformats.org/officeDocument/2006/relationships" id="315" r:id="R5c6fa28995ec4bf9"/>
    <p:sldId xmlns:r="http://schemas.openxmlformats.org/officeDocument/2006/relationships" id="316" r:id="Re18b9546da6a4eef"/>
    <p:sldId xmlns:r="http://schemas.openxmlformats.org/officeDocument/2006/relationships" id="317" r:id="Rd4fbed0594664abd"/>
    <p:sldId xmlns:r="http://schemas.openxmlformats.org/officeDocument/2006/relationships" id="318" r:id="R84e1f182851b46b0"/>
    <p:sldId xmlns:r="http://schemas.openxmlformats.org/officeDocument/2006/relationships" id="319" r:id="R22be8dd970844878"/>
    <p:sldId xmlns:r="http://schemas.openxmlformats.org/officeDocument/2006/relationships" id="320" r:id="Rabda0e0ee62345f1"/>
    <p:sldId xmlns:r="http://schemas.openxmlformats.org/officeDocument/2006/relationships" id="321" r:id="Ra94e0269faff4a7b"/>
    <p:sldId xmlns:r="http://schemas.openxmlformats.org/officeDocument/2006/relationships" id="322" r:id="R4287582d017b47ff"/>
    <p:sldId xmlns:r="http://schemas.openxmlformats.org/officeDocument/2006/relationships" id="323" r:id="Rec32026ec4ad436e"/>
    <p:sldId xmlns:r="http://schemas.openxmlformats.org/officeDocument/2006/relationships" id="324" r:id="R1d0af11e3a2747fc"/>
    <p:sldId xmlns:r="http://schemas.openxmlformats.org/officeDocument/2006/relationships" id="325" r:id="Red38f0b927d04424"/>
    <p:sldId xmlns:r="http://schemas.openxmlformats.org/officeDocument/2006/relationships" id="326" r:id="R486de6391d0c4e77"/>
    <p:sldId xmlns:r="http://schemas.openxmlformats.org/officeDocument/2006/relationships" id="327" r:id="Ra231201121754547"/>
    <p:sldId xmlns:r="http://schemas.openxmlformats.org/officeDocument/2006/relationships" id="328" r:id="R8b07ff0d48c348e8"/>
    <p:sldId xmlns:r="http://schemas.openxmlformats.org/officeDocument/2006/relationships" id="329" r:id="R5182c739488b431f"/>
    <p:sldId xmlns:r="http://schemas.openxmlformats.org/officeDocument/2006/relationships" id="330" r:id="Rac040dad2c0c4408"/>
    <p:sldId xmlns:r="http://schemas.openxmlformats.org/officeDocument/2006/relationships" id="331" r:id="Rdff154963ffc48ee"/>
    <p:sldId xmlns:r="http://schemas.openxmlformats.org/officeDocument/2006/relationships" id="332" r:id="R1080e97c4321428e"/>
    <p:sldId xmlns:r="http://schemas.openxmlformats.org/officeDocument/2006/relationships" id="333" r:id="R662a93e146d24fdb"/>
    <p:sldId xmlns:r="http://schemas.openxmlformats.org/officeDocument/2006/relationships" id="334" r:id="R14617e85027d42fd"/>
    <p:sldId xmlns:r="http://schemas.openxmlformats.org/officeDocument/2006/relationships" id="335" r:id="Re80dc9bddd0e4d35"/>
    <p:sldId xmlns:r="http://schemas.openxmlformats.org/officeDocument/2006/relationships" id="336" r:id="R8c1bff15899f4604"/>
    <p:sldId xmlns:r="http://schemas.openxmlformats.org/officeDocument/2006/relationships" id="337" r:id="R58f974335b174bc2"/>
    <p:sldId xmlns:r="http://schemas.openxmlformats.org/officeDocument/2006/relationships" id="338" r:id="R3218a18c34034676"/>
    <p:sldId xmlns:r="http://schemas.openxmlformats.org/officeDocument/2006/relationships" id="339" r:id="R972c99f013604b82"/>
    <p:sldId xmlns:r="http://schemas.openxmlformats.org/officeDocument/2006/relationships" id="340" r:id="Ra7e0cd0411d74264"/>
    <p:sldId xmlns:r="http://schemas.openxmlformats.org/officeDocument/2006/relationships" id="341" r:id="R59d7bb9f1d734431"/>
    <p:sldId xmlns:r="http://schemas.openxmlformats.org/officeDocument/2006/relationships" id="342" r:id="Rbb7496ba57494f21"/>
    <p:sldId xmlns:r="http://schemas.openxmlformats.org/officeDocument/2006/relationships" id="343" r:id="R598a2a49daa4401d"/>
    <p:sldId xmlns:r="http://schemas.openxmlformats.org/officeDocument/2006/relationships" id="344" r:id="R8630136948424df4"/>
    <p:sldId xmlns:r="http://schemas.openxmlformats.org/officeDocument/2006/relationships" id="345" r:id="R1476995272e643ed"/>
    <p:sldId xmlns:r="http://schemas.openxmlformats.org/officeDocument/2006/relationships" id="346" r:id="R38420e6dff244653"/>
    <p:sldId xmlns:r="http://schemas.openxmlformats.org/officeDocument/2006/relationships" id="347" r:id="Ra3d57f14fe064594"/>
    <p:sldId xmlns:r="http://schemas.openxmlformats.org/officeDocument/2006/relationships" id="348" r:id="Rd949c42377554903"/>
    <p:sldId xmlns:r="http://schemas.openxmlformats.org/officeDocument/2006/relationships" id="349" r:id="R7d14ccb525474be6"/>
    <p:sldId xmlns:r="http://schemas.openxmlformats.org/officeDocument/2006/relationships" id="350" r:id="R9f7c3de8a36343ee"/>
    <p:sldId xmlns:r="http://schemas.openxmlformats.org/officeDocument/2006/relationships" id="351" r:id="R217457b5a40d4d10"/>
    <p:sldId xmlns:r="http://schemas.openxmlformats.org/officeDocument/2006/relationships" id="352" r:id="Rc60aedee521e4190"/>
    <p:sldId xmlns:r="http://schemas.openxmlformats.org/officeDocument/2006/relationships" id="353" r:id="R557b73ef55f94006"/>
    <p:sldId xmlns:r="http://schemas.openxmlformats.org/officeDocument/2006/relationships" id="354" r:id="R05d57060b7b94bec"/>
    <p:sldId xmlns:r="http://schemas.openxmlformats.org/officeDocument/2006/relationships" id="355" r:id="R360317f3b2d64331"/>
    <p:sldId xmlns:r="http://schemas.openxmlformats.org/officeDocument/2006/relationships" id="356" r:id="R5bb011aa49a54293"/>
    <p:sldId xmlns:r="http://schemas.openxmlformats.org/officeDocument/2006/relationships" id="357" r:id="R28baf85650bb4f14"/>
    <p:sldId xmlns:r="http://schemas.openxmlformats.org/officeDocument/2006/relationships" id="358" r:id="Rce95932538ba48b0"/>
    <p:sldId xmlns:r="http://schemas.openxmlformats.org/officeDocument/2006/relationships" id="359" r:id="Rd796137ac4e2461c"/>
    <p:sldId xmlns:r="http://schemas.openxmlformats.org/officeDocument/2006/relationships" id="360" r:id="R97535c2b5f9840f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13f757de7454488" /><Relationship Type="http://schemas.openxmlformats.org/officeDocument/2006/relationships/slideMaster" Target="/ppt/slideMasters/slideMaster1.xml" Id="Rc141fc0cc6244769" /><Relationship Type="http://schemas.openxmlformats.org/officeDocument/2006/relationships/notesMaster" Target="/ppt/notesMasters/notesMaster1.xml" Id="R886a3c12bd11433c" /><Relationship Type="http://schemas.openxmlformats.org/officeDocument/2006/relationships/presProps" Target="/ppt/presProps.xml" Id="R77f1ad1dc1cd47e2" /><Relationship Type="http://schemas.openxmlformats.org/officeDocument/2006/relationships/tableStyles" Target="/ppt/tableStyles.xml" Id="R0dd6d4d255394701" /><Relationship Type="http://schemas.openxmlformats.org/officeDocument/2006/relationships/slide" Target="/ppt/slides/slide1.xml" Id="R7d693a80ea094219" /><Relationship Type="http://schemas.openxmlformats.org/officeDocument/2006/relationships/slide" Target="/ppt/slides/slide2.xml" Id="R0c577d3805e1401f" /><Relationship Type="http://schemas.openxmlformats.org/officeDocument/2006/relationships/slide" Target="/ppt/slides/slide3.xml" Id="Rc801b9e28aa8424d" /><Relationship Type="http://schemas.openxmlformats.org/officeDocument/2006/relationships/slide" Target="/ppt/slides/slide4.xml" Id="R4509267cfcef4a38" /><Relationship Type="http://schemas.openxmlformats.org/officeDocument/2006/relationships/slide" Target="/ppt/slides/slide5.xml" Id="R93bebb3e32e54faa" /><Relationship Type="http://schemas.openxmlformats.org/officeDocument/2006/relationships/slide" Target="/ppt/slides/slide6.xml" Id="R7adabd22f07f4cae" /><Relationship Type="http://schemas.openxmlformats.org/officeDocument/2006/relationships/slide" Target="/ppt/slides/slide7.xml" Id="R8cab8701c4f24144" /><Relationship Type="http://schemas.openxmlformats.org/officeDocument/2006/relationships/slide" Target="/ppt/slides/slide8.xml" Id="Rba30f26250a4431c" /><Relationship Type="http://schemas.openxmlformats.org/officeDocument/2006/relationships/slide" Target="/ppt/slides/slide9.xml" Id="R00fb48e5e6504857" /><Relationship Type="http://schemas.openxmlformats.org/officeDocument/2006/relationships/slide" Target="/ppt/slides/slide10.xml" Id="R6b57419339584375" /><Relationship Type="http://schemas.openxmlformats.org/officeDocument/2006/relationships/slide" Target="/ppt/slides/slide11.xml" Id="R02900ea79dc74f98" /><Relationship Type="http://schemas.openxmlformats.org/officeDocument/2006/relationships/slide" Target="/ppt/slides/slide12.xml" Id="R7b530f20ec5044cb" /><Relationship Type="http://schemas.openxmlformats.org/officeDocument/2006/relationships/slide" Target="/ppt/slides/slide13.xml" Id="R1d3a78f628774bbb" /><Relationship Type="http://schemas.openxmlformats.org/officeDocument/2006/relationships/slide" Target="/ppt/slides/slide14.xml" Id="R6788fd79e9be46d4" /><Relationship Type="http://schemas.openxmlformats.org/officeDocument/2006/relationships/slide" Target="/ppt/slides/slide15.xml" Id="R0cb1c6fd286b4cbe" /><Relationship Type="http://schemas.openxmlformats.org/officeDocument/2006/relationships/slide" Target="/ppt/slides/slide16.xml" Id="Rd1ab9b89d84140b1" /><Relationship Type="http://schemas.openxmlformats.org/officeDocument/2006/relationships/slide" Target="/ppt/slides/slide17.xml" Id="R11c368f3785448ac" /><Relationship Type="http://schemas.openxmlformats.org/officeDocument/2006/relationships/slide" Target="/ppt/slides/slide18.xml" Id="Rfd1d7109fc334a4c" /><Relationship Type="http://schemas.openxmlformats.org/officeDocument/2006/relationships/slide" Target="/ppt/slides/slide19.xml" Id="Rf0b7f889cf094d34" /><Relationship Type="http://schemas.openxmlformats.org/officeDocument/2006/relationships/slide" Target="/ppt/slides/slide20.xml" Id="Rab1e8f5c56994b9a" /><Relationship Type="http://schemas.openxmlformats.org/officeDocument/2006/relationships/slide" Target="/ppt/slides/slide21.xml" Id="Rd5ef41cd792f4e11" /><Relationship Type="http://schemas.openxmlformats.org/officeDocument/2006/relationships/slide" Target="/ppt/slides/slide22.xml" Id="Rfffdc951c1c043a7" /><Relationship Type="http://schemas.openxmlformats.org/officeDocument/2006/relationships/slide" Target="/ppt/slides/slide23.xml" Id="R61f80f13eb2c4fdc" /><Relationship Type="http://schemas.openxmlformats.org/officeDocument/2006/relationships/slide" Target="/ppt/slides/slide24.xml" Id="R4172b0d1fb3b4782" /><Relationship Type="http://schemas.openxmlformats.org/officeDocument/2006/relationships/slide" Target="/ppt/slides/slide25.xml" Id="R57ffcb22fc3c4a39" /><Relationship Type="http://schemas.openxmlformats.org/officeDocument/2006/relationships/slide" Target="/ppt/slides/slide26.xml" Id="Rfc916970e05c4a7a" /><Relationship Type="http://schemas.openxmlformats.org/officeDocument/2006/relationships/slide" Target="/ppt/slides/slide27.xml" Id="R5ee838dc64df415a" /><Relationship Type="http://schemas.openxmlformats.org/officeDocument/2006/relationships/slide" Target="/ppt/slides/slide28.xml" Id="R825b4a1711c64e98" /><Relationship Type="http://schemas.openxmlformats.org/officeDocument/2006/relationships/slide" Target="/ppt/slides/slide29.xml" Id="R43f2d54bbafe4938" /><Relationship Type="http://schemas.openxmlformats.org/officeDocument/2006/relationships/slide" Target="/ppt/slides/slide30.xml" Id="R12455daf5b4446ee" /><Relationship Type="http://schemas.openxmlformats.org/officeDocument/2006/relationships/slide" Target="/ppt/slides/slide31.xml" Id="R8ca632d85fc54b94" /><Relationship Type="http://schemas.openxmlformats.org/officeDocument/2006/relationships/slide" Target="/ppt/slides/slide32.xml" Id="R3df5c74b6f564d74" /><Relationship Type="http://schemas.openxmlformats.org/officeDocument/2006/relationships/slide" Target="/ppt/slides/slide33.xml" Id="Ra7544b62212f4f05" /><Relationship Type="http://schemas.openxmlformats.org/officeDocument/2006/relationships/slide" Target="/ppt/slides/slide34.xml" Id="R1fe0bc4417a14cd0" /><Relationship Type="http://schemas.openxmlformats.org/officeDocument/2006/relationships/slide" Target="/ppt/slides/slide35.xml" Id="R4019be22b0434aa6" /><Relationship Type="http://schemas.openxmlformats.org/officeDocument/2006/relationships/slide" Target="/ppt/slides/slide36.xml" Id="Rd6b614fcfd6545ce" /><Relationship Type="http://schemas.openxmlformats.org/officeDocument/2006/relationships/slide" Target="/ppt/slides/slide37.xml" Id="R7641b45ed43e48a6" /><Relationship Type="http://schemas.openxmlformats.org/officeDocument/2006/relationships/slide" Target="/ppt/slides/slide38.xml" Id="Rb0379e6d50ff475a" /><Relationship Type="http://schemas.openxmlformats.org/officeDocument/2006/relationships/slide" Target="/ppt/slides/slide39.xml" Id="Rf876f478c3094975" /><Relationship Type="http://schemas.openxmlformats.org/officeDocument/2006/relationships/slide" Target="/ppt/slides/slide40.xml" Id="Rcca01c02ca294c2a" /><Relationship Type="http://schemas.openxmlformats.org/officeDocument/2006/relationships/slide" Target="/ppt/slides/slide41.xml" Id="R0e7df599324b49c8" /><Relationship Type="http://schemas.openxmlformats.org/officeDocument/2006/relationships/slide" Target="/ppt/slides/slide42.xml" Id="R785af96e746f4d95" /><Relationship Type="http://schemas.openxmlformats.org/officeDocument/2006/relationships/slide" Target="/ppt/slides/slide43.xml" Id="R948de0fe08aa4dd6" /><Relationship Type="http://schemas.openxmlformats.org/officeDocument/2006/relationships/slide" Target="/ppt/slides/slide44.xml" Id="Rb92b6df8ae654528" /><Relationship Type="http://schemas.openxmlformats.org/officeDocument/2006/relationships/slide" Target="/ppt/slides/slide45.xml" Id="R3c76f8419c6c4169" /><Relationship Type="http://schemas.openxmlformats.org/officeDocument/2006/relationships/slide" Target="/ppt/slides/slide46.xml" Id="R776ebd91175c496a" /><Relationship Type="http://schemas.openxmlformats.org/officeDocument/2006/relationships/slide" Target="/ppt/slides/slide47.xml" Id="R0247f5ced25a4bbd" /><Relationship Type="http://schemas.openxmlformats.org/officeDocument/2006/relationships/slide" Target="/ppt/slides/slide48.xml" Id="Rb0efd23970b34738" /><Relationship Type="http://schemas.openxmlformats.org/officeDocument/2006/relationships/slide" Target="/ppt/slides/slide49.xml" Id="Rfe207fd4f2994c75" /><Relationship Type="http://schemas.openxmlformats.org/officeDocument/2006/relationships/slide" Target="/ppt/slides/slide50.xml" Id="R6bddb324209442d2" /><Relationship Type="http://schemas.openxmlformats.org/officeDocument/2006/relationships/slide" Target="/ppt/slides/slide51.xml" Id="Re0c2edc356dc4f06" /><Relationship Type="http://schemas.openxmlformats.org/officeDocument/2006/relationships/slide" Target="/ppt/slides/slide52.xml" Id="R6a2fbb3109bc4f22" /><Relationship Type="http://schemas.openxmlformats.org/officeDocument/2006/relationships/slide" Target="/ppt/slides/slide53.xml" Id="R48bcd5ea64c64729" /><Relationship Type="http://schemas.openxmlformats.org/officeDocument/2006/relationships/slide" Target="/ppt/slides/slide54.xml" Id="R818bb3307174445c" /><Relationship Type="http://schemas.openxmlformats.org/officeDocument/2006/relationships/slide" Target="/ppt/slides/slide55.xml" Id="Rd65c2b2e78d14d10" /><Relationship Type="http://schemas.openxmlformats.org/officeDocument/2006/relationships/slide" Target="/ppt/slides/slide56.xml" Id="Red9414d420004570" /><Relationship Type="http://schemas.openxmlformats.org/officeDocument/2006/relationships/slide" Target="/ppt/slides/slide57.xml" Id="Rdeab57ef1bf842bb" /><Relationship Type="http://schemas.openxmlformats.org/officeDocument/2006/relationships/slide" Target="/ppt/slides/slide58.xml" Id="R547c468852154fa1" /><Relationship Type="http://schemas.openxmlformats.org/officeDocument/2006/relationships/slide" Target="/ppt/slides/slide59.xml" Id="R761ebb32b37f43ce" /><Relationship Type="http://schemas.openxmlformats.org/officeDocument/2006/relationships/slide" Target="/ppt/slides/slide60.xml" Id="R5c6fa28995ec4bf9" /><Relationship Type="http://schemas.openxmlformats.org/officeDocument/2006/relationships/slide" Target="/ppt/slides/slide61.xml" Id="Re18b9546da6a4eef" /><Relationship Type="http://schemas.openxmlformats.org/officeDocument/2006/relationships/slide" Target="/ppt/slides/slide62.xml" Id="Rd4fbed0594664abd" /><Relationship Type="http://schemas.openxmlformats.org/officeDocument/2006/relationships/slide" Target="/ppt/slides/slide63.xml" Id="R84e1f182851b46b0" /><Relationship Type="http://schemas.openxmlformats.org/officeDocument/2006/relationships/slide" Target="/ppt/slides/slide64.xml" Id="R22be8dd970844878" /><Relationship Type="http://schemas.openxmlformats.org/officeDocument/2006/relationships/slide" Target="/ppt/slides/slide65.xml" Id="Rabda0e0ee62345f1" /><Relationship Type="http://schemas.openxmlformats.org/officeDocument/2006/relationships/slide" Target="/ppt/slides/slide66.xml" Id="Ra94e0269faff4a7b" /><Relationship Type="http://schemas.openxmlformats.org/officeDocument/2006/relationships/slide" Target="/ppt/slides/slide67.xml" Id="R4287582d017b47ff" /><Relationship Type="http://schemas.openxmlformats.org/officeDocument/2006/relationships/slide" Target="/ppt/slides/slide68.xml" Id="Rec32026ec4ad436e" /><Relationship Type="http://schemas.openxmlformats.org/officeDocument/2006/relationships/slide" Target="/ppt/slides/slide69.xml" Id="R1d0af11e3a2747fc" /><Relationship Type="http://schemas.openxmlformats.org/officeDocument/2006/relationships/slide" Target="/ppt/slides/slide70.xml" Id="Red38f0b927d04424" /><Relationship Type="http://schemas.openxmlformats.org/officeDocument/2006/relationships/slide" Target="/ppt/slides/slide71.xml" Id="R486de6391d0c4e77" /><Relationship Type="http://schemas.openxmlformats.org/officeDocument/2006/relationships/slide" Target="/ppt/slides/slide72.xml" Id="Ra231201121754547" /><Relationship Type="http://schemas.openxmlformats.org/officeDocument/2006/relationships/slide" Target="/ppt/slides/slide73.xml" Id="R8b07ff0d48c348e8" /><Relationship Type="http://schemas.openxmlformats.org/officeDocument/2006/relationships/slide" Target="/ppt/slides/slide74.xml" Id="R5182c739488b431f" /><Relationship Type="http://schemas.openxmlformats.org/officeDocument/2006/relationships/slide" Target="/ppt/slides/slide75.xml" Id="Rac040dad2c0c4408" /><Relationship Type="http://schemas.openxmlformats.org/officeDocument/2006/relationships/slide" Target="/ppt/slides/slide76.xml" Id="Rdff154963ffc48ee" /><Relationship Type="http://schemas.openxmlformats.org/officeDocument/2006/relationships/slide" Target="/ppt/slides/slide77.xml" Id="R1080e97c4321428e" /><Relationship Type="http://schemas.openxmlformats.org/officeDocument/2006/relationships/slide" Target="/ppt/slides/slide78.xml" Id="R662a93e146d24fdb" /><Relationship Type="http://schemas.openxmlformats.org/officeDocument/2006/relationships/slide" Target="/ppt/slides/slide79.xml" Id="R14617e85027d42fd" /><Relationship Type="http://schemas.openxmlformats.org/officeDocument/2006/relationships/slide" Target="/ppt/slides/slide80.xml" Id="Re80dc9bddd0e4d35" /><Relationship Type="http://schemas.openxmlformats.org/officeDocument/2006/relationships/slide" Target="/ppt/slides/slide81.xml" Id="R8c1bff15899f4604" /><Relationship Type="http://schemas.openxmlformats.org/officeDocument/2006/relationships/slide" Target="/ppt/slides/slide82.xml" Id="R58f974335b174bc2" /><Relationship Type="http://schemas.openxmlformats.org/officeDocument/2006/relationships/slide" Target="/ppt/slides/slide83.xml" Id="R3218a18c34034676" /><Relationship Type="http://schemas.openxmlformats.org/officeDocument/2006/relationships/slide" Target="/ppt/slides/slide84.xml" Id="R972c99f013604b82" /><Relationship Type="http://schemas.openxmlformats.org/officeDocument/2006/relationships/slide" Target="/ppt/slides/slide85.xml" Id="Ra7e0cd0411d74264" /><Relationship Type="http://schemas.openxmlformats.org/officeDocument/2006/relationships/slide" Target="/ppt/slides/slide86.xml" Id="R59d7bb9f1d734431" /><Relationship Type="http://schemas.openxmlformats.org/officeDocument/2006/relationships/slide" Target="/ppt/slides/slide87.xml" Id="Rbb7496ba57494f21" /><Relationship Type="http://schemas.openxmlformats.org/officeDocument/2006/relationships/slide" Target="/ppt/slides/slide88.xml" Id="R598a2a49daa4401d" /><Relationship Type="http://schemas.openxmlformats.org/officeDocument/2006/relationships/slide" Target="/ppt/slides/slide89.xml" Id="R8630136948424df4" /><Relationship Type="http://schemas.openxmlformats.org/officeDocument/2006/relationships/slide" Target="/ppt/slides/slide90.xml" Id="R1476995272e643ed" /><Relationship Type="http://schemas.openxmlformats.org/officeDocument/2006/relationships/slide" Target="/ppt/slides/slide91.xml" Id="R38420e6dff244653" /><Relationship Type="http://schemas.openxmlformats.org/officeDocument/2006/relationships/slide" Target="/ppt/slides/slide92.xml" Id="Ra3d57f14fe064594" /><Relationship Type="http://schemas.openxmlformats.org/officeDocument/2006/relationships/slide" Target="/ppt/slides/slide93.xml" Id="Rd949c42377554903" /><Relationship Type="http://schemas.openxmlformats.org/officeDocument/2006/relationships/slide" Target="/ppt/slides/slide94.xml" Id="R7d14ccb525474be6" /><Relationship Type="http://schemas.openxmlformats.org/officeDocument/2006/relationships/slide" Target="/ppt/slides/slide95.xml" Id="R9f7c3de8a36343ee" /><Relationship Type="http://schemas.openxmlformats.org/officeDocument/2006/relationships/slide" Target="/ppt/slides/slide96.xml" Id="R217457b5a40d4d10" /><Relationship Type="http://schemas.openxmlformats.org/officeDocument/2006/relationships/slide" Target="/ppt/slides/slide97.xml" Id="Rc60aedee521e4190" /><Relationship Type="http://schemas.openxmlformats.org/officeDocument/2006/relationships/slide" Target="/ppt/slides/slide98.xml" Id="R557b73ef55f94006" /><Relationship Type="http://schemas.openxmlformats.org/officeDocument/2006/relationships/slide" Target="/ppt/slides/slide99.xml" Id="R05d57060b7b94bec" /><Relationship Type="http://schemas.openxmlformats.org/officeDocument/2006/relationships/slide" Target="/ppt/slides/slide100.xml" Id="R360317f3b2d64331" /><Relationship Type="http://schemas.openxmlformats.org/officeDocument/2006/relationships/slide" Target="/ppt/slides/slide101.xml" Id="R5bb011aa49a54293" /><Relationship Type="http://schemas.openxmlformats.org/officeDocument/2006/relationships/slide" Target="/ppt/slides/slide102.xml" Id="R28baf85650bb4f14" /><Relationship Type="http://schemas.openxmlformats.org/officeDocument/2006/relationships/slide" Target="/ppt/slides/slide103.xml" Id="Rce95932538ba48b0" /><Relationship Type="http://schemas.openxmlformats.org/officeDocument/2006/relationships/slide" Target="/ppt/slides/slide104.xml" Id="Rd796137ac4e2461c" /><Relationship Type="http://schemas.openxmlformats.org/officeDocument/2006/relationships/slide" Target="/ppt/slides/slide105.xml" Id="R97535c2b5f9840f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d01f9fd8d244ab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4bcc8af92d47f3" /><Relationship Type="http://schemas.openxmlformats.org/officeDocument/2006/relationships/notesMaster" Target="/ppt/notesMasters/notesMaster1.xml" Id="Rc9ff906911bb41e1" /></Relationships>
</file>

<file path=ppt/notesSlides/_rels/notesSlide2.xml.rels>&#65279;<?xml version="1.0" encoding="utf-8"?><Relationships xmlns="http://schemas.openxmlformats.org/package/2006/relationships"><Relationship Type="http://schemas.openxmlformats.org/officeDocument/2006/relationships/slide" Target="/ppt/slides/slide2.xml" Id="Rb611125dad0b4e2f" /><Relationship Type="http://schemas.openxmlformats.org/officeDocument/2006/relationships/notesMaster" Target="/ppt/notesMasters/notesMaster1.xml" Id="R69b083de272f41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cb8e235e014934" /><Relationship Type="http://schemas.openxmlformats.org/officeDocument/2006/relationships/notesMaster" Target="/ppt/notesMasters/notesMaster1.xml" Id="R28cc54b681f241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f8a2de51648c4d4c" /><Relationship Type="http://schemas.openxmlformats.org/officeDocument/2006/relationships/notesMaster" Target="/ppt/notesMasters/notesMaster1.xml" Id="Re676e9d90ed44498"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7b5d19cff74dd5" /><Relationship Type="http://schemas.openxmlformats.org/officeDocument/2006/relationships/notesMaster" Target="/ppt/notesMasters/notesMaster1.xml" Id="R7a865c277648438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c6e589aba034863" /><Relationship Type="http://schemas.openxmlformats.org/officeDocument/2006/relationships/notesMaster" Target="/ppt/notesMasters/notesMaster1.xml" Id="R1408d3a15df346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e9d9f3a5a1cf4a9c" /><Relationship Type="http://schemas.openxmlformats.org/officeDocument/2006/relationships/notesMaster" Target="/ppt/notesMasters/notesMaster1.xml" Id="R70041f138e864a5d"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ec6befbf9b4643" /><Relationship Type="http://schemas.openxmlformats.org/officeDocument/2006/relationships/notesMaster" Target="/ppt/notesMasters/notesMaster1.xml" Id="Rb86834a142a24366" /></Relationships>
</file>

<file path=ppt/notesSlides/_rels/notesSlide9.xml.rels>&#65279;<?xml version="1.0" encoding="utf-8"?><Relationships xmlns="http://schemas.openxmlformats.org/package/2006/relationships"><Relationship Type="http://schemas.openxmlformats.org/officeDocument/2006/relationships/slide" Target="/ppt/slides/slide9.xml" Id="R1c4bfa1705a34cc4" /><Relationship Type="http://schemas.openxmlformats.org/officeDocument/2006/relationships/notesMaster" Target="/ppt/notesMasters/notesMaster1.xml" Id="R15cf03624af54a3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8439843fdd04267" /><Relationship Type="http://schemas.openxmlformats.org/officeDocument/2006/relationships/notesMaster" Target="/ppt/notesMasters/notesMaster1.xml" Id="R5ee770df295b4a7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81252937ddf438d" /><Relationship Type="http://schemas.openxmlformats.org/officeDocument/2006/relationships/notesMaster" Target="/ppt/notesMasters/notesMaster1.xml" Id="Rd53f4add3607412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096277bf8ef41cf" /><Relationship Type="http://schemas.openxmlformats.org/officeDocument/2006/relationships/notesMaster" Target="/ppt/notesMasters/notesMaster1.xml" Id="R4780e3a6d51645c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cfea56adbb04556" /><Relationship Type="http://schemas.openxmlformats.org/officeDocument/2006/relationships/notesMaster" Target="/ppt/notesMasters/notesMaster1.xml" Id="R1255cb7a25c3432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87b36bfedfb4e70" /><Relationship Type="http://schemas.openxmlformats.org/officeDocument/2006/relationships/notesMaster" Target="/ppt/notesMasters/notesMaster1.xml" Id="Rc30dd4a35ed64cc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bc6a14da32c4910" /><Relationship Type="http://schemas.openxmlformats.org/officeDocument/2006/relationships/notesMaster" Target="/ppt/notesMasters/notesMaster1.xml" Id="R8fff2dddc9a342c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67b7a547f304da9" /><Relationship Type="http://schemas.openxmlformats.org/officeDocument/2006/relationships/notesMaster" Target="/ppt/notesMasters/notesMaster1.xml" Id="Rbf6b6ac9463647a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1bf5f8ebec7479c" /><Relationship Type="http://schemas.openxmlformats.org/officeDocument/2006/relationships/notesMaster" Target="/ppt/notesMasters/notesMaster1.xml" Id="R4ecfee8ff3234c7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a6c3338afc243d4" /><Relationship Type="http://schemas.openxmlformats.org/officeDocument/2006/relationships/notesMaster" Target="/ppt/notesMasters/notesMaster1.xml" Id="R7b014092f8ea48c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6cfb1c29eb34d2e" /><Relationship Type="http://schemas.openxmlformats.org/officeDocument/2006/relationships/notesMaster" Target="/ppt/notesMasters/notesMaster1.xml" Id="R0997e740a65e474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b8f781bd6b145e0" /><Relationship Type="http://schemas.openxmlformats.org/officeDocument/2006/relationships/notesMaster" Target="/ppt/notesMasters/notesMaster1.xml" Id="R6a9168d4e55c4f2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067c23c03b34048" /><Relationship Type="http://schemas.openxmlformats.org/officeDocument/2006/relationships/notesMaster" Target="/ppt/notesMasters/notesMaster1.xml" Id="Rdeca9ef7dec247d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9edc1bba8764546" /><Relationship Type="http://schemas.openxmlformats.org/officeDocument/2006/relationships/notesMaster" Target="/ppt/notesMasters/notesMaster1.xml" Id="R14ee76fc9e57453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e94e922a7a54036" /><Relationship Type="http://schemas.openxmlformats.org/officeDocument/2006/relationships/notesMaster" Target="/ppt/notesMasters/notesMaster1.xml" Id="R35d7560398ce4bc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2ffbcff6b9241bd" /><Relationship Type="http://schemas.openxmlformats.org/officeDocument/2006/relationships/notesMaster" Target="/ppt/notesMasters/notesMaster1.xml" Id="R0cebed29761f4a7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e53adf260804edf" /><Relationship Type="http://schemas.openxmlformats.org/officeDocument/2006/relationships/notesMaster" Target="/ppt/notesMasters/notesMaster1.xml" Id="R54f135cc4925451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262372ff29b4494" /><Relationship Type="http://schemas.openxmlformats.org/officeDocument/2006/relationships/notesMaster" Target="/ppt/notesMasters/notesMaster1.xml" Id="Re4162ef86dc94b6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5c16a102bdb4dfe" /><Relationship Type="http://schemas.openxmlformats.org/officeDocument/2006/relationships/notesMaster" Target="/ppt/notesMasters/notesMaster1.xml" Id="R31dd87fc490d4a7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5442bf34d3a4a57" /><Relationship Type="http://schemas.openxmlformats.org/officeDocument/2006/relationships/notesMaster" Target="/ppt/notesMasters/notesMaster1.xml" Id="Ra98afb9bcd5449b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549b4ef31094dc6" /><Relationship Type="http://schemas.openxmlformats.org/officeDocument/2006/relationships/notesMaster" Target="/ppt/notesMasters/notesMaster1.xml" Id="R3639e9b6dba1409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fc25bc2a6ba4a19" /><Relationship Type="http://schemas.openxmlformats.org/officeDocument/2006/relationships/notesMaster" Target="/ppt/notesMasters/notesMaster1.xml" Id="R8678bc14ef724b4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8b45c67d12c4234" /><Relationship Type="http://schemas.openxmlformats.org/officeDocument/2006/relationships/notesMaster" Target="/ppt/notesMasters/notesMaster1.xml" Id="R3eb16425a3e44e7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75326013b274119" /><Relationship Type="http://schemas.openxmlformats.org/officeDocument/2006/relationships/notesMaster" Target="/ppt/notesMasters/notesMaster1.xml" Id="R934730a254de48f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f7dcdef0c014a4a" /><Relationship Type="http://schemas.openxmlformats.org/officeDocument/2006/relationships/notesMaster" Target="/ppt/notesMasters/notesMaster1.xml" Id="R09c862598380492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eb099831d924f07" /><Relationship Type="http://schemas.openxmlformats.org/officeDocument/2006/relationships/notesMaster" Target="/ppt/notesMasters/notesMaster1.xml" Id="Rfef9b2d150ec4a1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e39d52e375f4feb" /><Relationship Type="http://schemas.openxmlformats.org/officeDocument/2006/relationships/notesMaster" Target="/ppt/notesMasters/notesMaster1.xml" Id="R23b946b039e04db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6827c350bcf4bff" /><Relationship Type="http://schemas.openxmlformats.org/officeDocument/2006/relationships/notesMaster" Target="/ppt/notesMasters/notesMaster1.xml" Id="Rd3c4e37204fb4fc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ca4d29fa5a844ba" /><Relationship Type="http://schemas.openxmlformats.org/officeDocument/2006/relationships/notesMaster" Target="/ppt/notesMasters/notesMaster1.xml" Id="R05aeda412d6649c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b655c5bdb8c43d5" /><Relationship Type="http://schemas.openxmlformats.org/officeDocument/2006/relationships/notesMaster" Target="/ppt/notesMasters/notesMaster1.xml" Id="R566ff668e71e482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fb0c0f7b5c64566" /><Relationship Type="http://schemas.openxmlformats.org/officeDocument/2006/relationships/notesMaster" Target="/ppt/notesMasters/notesMaster1.xml" Id="Reec226cbc10f46f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cf38cfc58f64b96" /><Relationship Type="http://schemas.openxmlformats.org/officeDocument/2006/relationships/notesMaster" Target="/ppt/notesMasters/notesMaster1.xml" Id="R551d227713014d2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23e91ff0bbf4834" /><Relationship Type="http://schemas.openxmlformats.org/officeDocument/2006/relationships/notesMaster" Target="/ppt/notesMasters/notesMaster1.xml" Id="Re2caa9e98ea64e3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836370d462d42c8" /><Relationship Type="http://schemas.openxmlformats.org/officeDocument/2006/relationships/notesMaster" Target="/ppt/notesMasters/notesMaster1.xml" Id="R9605dbb367e5424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048d787046c44ae" /><Relationship Type="http://schemas.openxmlformats.org/officeDocument/2006/relationships/notesMaster" Target="/ppt/notesMasters/notesMaster1.xml" Id="R0254c5947ea54e6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a902ae4faf6453c" /><Relationship Type="http://schemas.openxmlformats.org/officeDocument/2006/relationships/notesMaster" Target="/ppt/notesMasters/notesMaster1.xml" Id="R7565c11b03164c7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8526265812c4cbb" /><Relationship Type="http://schemas.openxmlformats.org/officeDocument/2006/relationships/notesMaster" Target="/ppt/notesMasters/notesMaster1.xml" Id="R4e7beb026e1d4cf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8e2ed2deb0e451b" /><Relationship Type="http://schemas.openxmlformats.org/officeDocument/2006/relationships/notesMaster" Target="/ppt/notesMasters/notesMaster1.xml" Id="R2a9f8c5187574a4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2379a3d42f6496f" /><Relationship Type="http://schemas.openxmlformats.org/officeDocument/2006/relationships/notesMaster" Target="/ppt/notesMasters/notesMaster1.xml" Id="R9f2e97eb65dc438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26a81705e5e4bb4" /><Relationship Type="http://schemas.openxmlformats.org/officeDocument/2006/relationships/notesMaster" Target="/ppt/notesMasters/notesMaster1.xml" Id="Rb4d4239d581e42e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0bd70fd5381494f" /><Relationship Type="http://schemas.openxmlformats.org/officeDocument/2006/relationships/notesMaster" Target="/ppt/notesMasters/notesMaster1.xml" Id="Rf630e1ec08824fc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1310a2743e94bb0" /><Relationship Type="http://schemas.openxmlformats.org/officeDocument/2006/relationships/notesMaster" Target="/ppt/notesMasters/notesMaster1.xml" Id="Rcf4025897967459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b35e7845e4684f74" /><Relationship Type="http://schemas.openxmlformats.org/officeDocument/2006/relationships/notesMaster" Target="/ppt/notesMasters/notesMaster1.xml" Id="R84868cd02f1648f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8ce364541ea41f4" /><Relationship Type="http://schemas.openxmlformats.org/officeDocument/2006/relationships/notesMaster" Target="/ppt/notesMasters/notesMaster1.xml" Id="R8203e396a44646e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b5b1375403d4fcd" /><Relationship Type="http://schemas.openxmlformats.org/officeDocument/2006/relationships/notesMaster" Target="/ppt/notesMasters/notesMaster1.xml" Id="Rbaebf985c7584bb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f75b03145e274608" /><Relationship Type="http://schemas.openxmlformats.org/officeDocument/2006/relationships/notesMaster" Target="/ppt/notesMasters/notesMaster1.xml" Id="Rc09d00a32b8c4e1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7015f8f97b344da" /><Relationship Type="http://schemas.openxmlformats.org/officeDocument/2006/relationships/notesMaster" Target="/ppt/notesMasters/notesMaster1.xml" Id="R28263de73d7e4df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b5742927b2874af0" /><Relationship Type="http://schemas.openxmlformats.org/officeDocument/2006/relationships/notesMaster" Target="/ppt/notesMasters/notesMaster1.xml" Id="R091639ba5eb8465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0ff5e2241ef4633" /><Relationship Type="http://schemas.openxmlformats.org/officeDocument/2006/relationships/notesMaster" Target="/ppt/notesMasters/notesMaster1.xml" Id="Rdc8444a3329649f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03c6b2902084d48" /><Relationship Type="http://schemas.openxmlformats.org/officeDocument/2006/relationships/notesMaster" Target="/ppt/notesMasters/notesMaster1.xml" Id="R292f901ded8f462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bba612eecfb4fdf" /><Relationship Type="http://schemas.openxmlformats.org/officeDocument/2006/relationships/notesMaster" Target="/ppt/notesMasters/notesMaster1.xml" Id="Ra711e406f3a047c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0e70dc985e54a71" /><Relationship Type="http://schemas.openxmlformats.org/officeDocument/2006/relationships/notesMaster" Target="/ppt/notesMasters/notesMaster1.xml" Id="R7b48d5740e9f4df1"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84ca4d847e640aa" /><Relationship Type="http://schemas.openxmlformats.org/officeDocument/2006/relationships/notesMaster" Target="/ppt/notesMasters/notesMaster1.xml" Id="R3fe9e9031d51426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415d0851cd74f7a" /><Relationship Type="http://schemas.openxmlformats.org/officeDocument/2006/relationships/notesMaster" Target="/ppt/notesMasters/notesMaster1.xml" Id="R19bfcdf62d48429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f887e8c27c9e4705" /><Relationship Type="http://schemas.openxmlformats.org/officeDocument/2006/relationships/notesMaster" Target="/ppt/notesMasters/notesMaster1.xml" Id="R4bad7635f34f469f"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f7632b41e6a14bd8" /><Relationship Type="http://schemas.openxmlformats.org/officeDocument/2006/relationships/notesMaster" Target="/ppt/notesMasters/notesMaster1.xml" Id="Rea06e7f89e55436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c170511715444a5" /><Relationship Type="http://schemas.openxmlformats.org/officeDocument/2006/relationships/notesMaster" Target="/ppt/notesMasters/notesMaster1.xml" Id="R4e489109d1a74e5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4cac0cd8096449b" /><Relationship Type="http://schemas.openxmlformats.org/officeDocument/2006/relationships/notesMaster" Target="/ppt/notesMasters/notesMaster1.xml" Id="Rb849c09571fd4b0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245be1622a14944" /><Relationship Type="http://schemas.openxmlformats.org/officeDocument/2006/relationships/notesMaster" Target="/ppt/notesMasters/notesMaster1.xml" Id="R0e7dbe4015ca453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f0b7b6060a0e4697" /><Relationship Type="http://schemas.openxmlformats.org/officeDocument/2006/relationships/notesMaster" Target="/ppt/notesMasters/notesMaster1.xml" Id="Rdacb1860c74f44a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dded7d0d41a04402" /><Relationship Type="http://schemas.openxmlformats.org/officeDocument/2006/relationships/notesMaster" Target="/ppt/notesMasters/notesMaster1.xml" Id="R8de0a824582a47e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cb2b546737246be" /><Relationship Type="http://schemas.openxmlformats.org/officeDocument/2006/relationships/notesMaster" Target="/ppt/notesMasters/notesMaster1.xml" Id="R98098cf1729e4c90"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a4bd336eb114d48" /><Relationship Type="http://schemas.openxmlformats.org/officeDocument/2006/relationships/notesMaster" Target="/ppt/notesMasters/notesMaster1.xml" Id="R7a1a5b0cd3874f1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cb93d403f25d47a9" /><Relationship Type="http://schemas.openxmlformats.org/officeDocument/2006/relationships/notesMaster" Target="/ppt/notesMasters/notesMaster1.xml" Id="Rbc474b50a88749cd"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1a58c6314d740e6" /><Relationship Type="http://schemas.openxmlformats.org/officeDocument/2006/relationships/notesMaster" Target="/ppt/notesMasters/notesMaster1.xml" Id="R5633d4efe4ea40ad"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6ff639dee3a4133" /><Relationship Type="http://schemas.openxmlformats.org/officeDocument/2006/relationships/notesMaster" Target="/ppt/notesMasters/notesMaster1.xml" Id="Rc1a033609091420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ea9c9065743e477a" /><Relationship Type="http://schemas.openxmlformats.org/officeDocument/2006/relationships/notesMaster" Target="/ppt/notesMasters/notesMaster1.xml" Id="Rf487c2b702524b6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5f4d54917daa441f" /><Relationship Type="http://schemas.openxmlformats.org/officeDocument/2006/relationships/notesMaster" Target="/ppt/notesMasters/notesMaster1.xml" Id="Rff738ad84ea0406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fdc3b92770be4be4" /><Relationship Type="http://schemas.openxmlformats.org/officeDocument/2006/relationships/notesMaster" Target="/ppt/notesMasters/notesMaster1.xml" Id="R98f99610815d4a5f"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0c0a35616be64527" /><Relationship Type="http://schemas.openxmlformats.org/officeDocument/2006/relationships/notesMaster" Target="/ppt/notesMasters/notesMaster1.xml" Id="R6440ba78628b4d6c"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a5cd2fb58d64ab2" /><Relationship Type="http://schemas.openxmlformats.org/officeDocument/2006/relationships/notesMaster" Target="/ppt/notesMasters/notesMaster1.xml" Id="Rff273618014f4078"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9c0ac6fabbd4b3a" /><Relationship Type="http://schemas.openxmlformats.org/officeDocument/2006/relationships/notesMaster" Target="/ppt/notesMasters/notesMaster1.xml" Id="R6f6d3b94e6de482d"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29a0c0bf045844fa" /><Relationship Type="http://schemas.openxmlformats.org/officeDocument/2006/relationships/notesMaster" Target="/ppt/notesMasters/notesMaster1.xml" Id="Ra256cdc2fa3f4834"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58ce3873ae74456a" /><Relationship Type="http://schemas.openxmlformats.org/officeDocument/2006/relationships/notesMaster" Target="/ppt/notesMasters/notesMaster1.xml" Id="R8cc45d7fd29b48b3"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cc7f476f6be549a0" /><Relationship Type="http://schemas.openxmlformats.org/officeDocument/2006/relationships/notesMaster" Target="/ppt/notesMasters/notesMaster1.xml" Id="R2562155c13964d66"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df148b54d28c4f8a" /><Relationship Type="http://schemas.openxmlformats.org/officeDocument/2006/relationships/notesMaster" Target="/ppt/notesMasters/notesMaster1.xml" Id="Rd2af7fbc98c242ec"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d4fe7a8073434959" /><Relationship Type="http://schemas.openxmlformats.org/officeDocument/2006/relationships/notesMaster" Target="/ppt/notesMasters/notesMaster1.xml" Id="Rff65d1d9c76e42d5"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6df5c86516944679" /><Relationship Type="http://schemas.openxmlformats.org/officeDocument/2006/relationships/notesMaster" Target="/ppt/notesMasters/notesMaster1.xml" Id="Rc131ab26f41b4fd5"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f914384c95004a10" /><Relationship Type="http://schemas.openxmlformats.org/officeDocument/2006/relationships/notesMaster" Target="/ppt/notesMasters/notesMaster1.xml" Id="R682c642ba95c44ac"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8d05f080507341e3" /><Relationship Type="http://schemas.openxmlformats.org/officeDocument/2006/relationships/notesMaster" Target="/ppt/notesMasters/notesMaster1.xml" Id="Rb1402883c253420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68eb0ff7eaee4965" /><Relationship Type="http://schemas.openxmlformats.org/officeDocument/2006/relationships/notesMaster" Target="/ppt/notesMasters/notesMaster1.xml" Id="Rc40a6a564a414ab8"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6220586fcb95495d" /><Relationship Type="http://schemas.openxmlformats.org/officeDocument/2006/relationships/notesMaster" Target="/ppt/notesMasters/notesMaster1.xml" Id="R441cb5e98ff64f81"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c8aa7de7174f44ae" /><Relationship Type="http://schemas.openxmlformats.org/officeDocument/2006/relationships/notesMaster" Target="/ppt/notesMasters/notesMaster1.xml" Id="R20aae19451f645a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7b1c0a6989eb43a2" /><Relationship Type="http://schemas.openxmlformats.org/officeDocument/2006/relationships/notesMaster" Target="/ppt/notesMasters/notesMaster1.xml" Id="R272d817cd8954c8e"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54a2b403d48146dc" /><Relationship Type="http://schemas.openxmlformats.org/officeDocument/2006/relationships/notesMaster" Target="/ppt/notesMasters/notesMaster1.xml" Id="Rb3093a13d6af484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f6f05653da2b4f78" /><Relationship Type="http://schemas.openxmlformats.org/officeDocument/2006/relationships/notesMaster" Target="/ppt/notesMasters/notesMaster1.xml" Id="R43eca57dfb32486f"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aa7dbc1c14a54b62" /><Relationship Type="http://schemas.openxmlformats.org/officeDocument/2006/relationships/notesMaster" Target="/ppt/notesMasters/notesMaster1.xml" Id="Rbfa8d51617e942e5"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823593c719fa4d3e" /><Relationship Type="http://schemas.openxmlformats.org/officeDocument/2006/relationships/notesMaster" Target="/ppt/notesMasters/notesMaster1.xml" Id="R4ddb00ea132748bb"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59bd0f1e974143a7" /><Relationship Type="http://schemas.openxmlformats.org/officeDocument/2006/relationships/notesMaster" Target="/ppt/notesMasters/notesMaster1.xml" Id="R5a66cb3b3fac4a22"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cca7331669ab465c" /><Relationship Type="http://schemas.openxmlformats.org/officeDocument/2006/relationships/notesMaster" Target="/ppt/notesMasters/notesMaster1.xml" Id="R2ec991b09f6d4a62"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cbb4d173a24a40b4" /><Relationship Type="http://schemas.openxmlformats.org/officeDocument/2006/relationships/notesMaster" Target="/ppt/notesMasters/notesMaster1.xml" Id="R23d37d51761c4fd7"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74b1a6b8fae647d6" /><Relationship Type="http://schemas.openxmlformats.org/officeDocument/2006/relationships/notesMaster" Target="/ppt/notesMasters/notesMaster1.xml" Id="R2daf14f9e73d4564"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e2a5d741170e4f0c" /><Relationship Type="http://schemas.openxmlformats.org/officeDocument/2006/relationships/notesMaster" Target="/ppt/notesMasters/notesMaster1.xml" Id="Rcb7117fa3d1f4860"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dd222ddfe5164251" /><Relationship Type="http://schemas.openxmlformats.org/officeDocument/2006/relationships/notesMaster" Target="/ppt/notesMasters/notesMaster1.xml" Id="Rb095181ce70d4e54"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6076a3ae0cce4791" /><Relationship Type="http://schemas.openxmlformats.org/officeDocument/2006/relationships/notesMaster" Target="/ppt/notesMasters/notesMaster1.xml" Id="Rf68a27158cfa44d9"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3b1d61516ed9409f" /><Relationship Type="http://schemas.openxmlformats.org/officeDocument/2006/relationships/notesMaster" Target="/ppt/notesMasters/notesMaster1.xml" Id="Ra3129a506d49437c"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a9f6e36aa6554c62" /><Relationship Type="http://schemas.openxmlformats.org/officeDocument/2006/relationships/notesMaster" Target="/ppt/notesMasters/notesMaster1.xml" Id="Rc68713ae44c5406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S05–S06에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S05–S06로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S05–S06에서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S04–S07–S08의 정적 발표다. S04에서는 좌측 실제 요청의 재구성, 우측 가상 GoogleTest UI의 경계, 세 관찰 대상을 설명하고 S05–S06로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S05/S06에4분씩 나뉘며 S07/S08은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S05–S06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S04 또는 `production/preview/act0/S04.png`. 이번 수정본과 PNG의 일치 여부는 제작 단계에서 확인한다. 화면 사용이 불가능하면 실제 요청의 조건과 세 관찰 항목을 말로 제시하고 S05–S06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Crop은 기대한 폭보다 한 열을 더 포함했다</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S04에서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S06에서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S02의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S05 / production/preview/act0/S05.png.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production/preview/full/S05.png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테스트·명세·구현을 연결해 원인을 설명했다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S05의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S07로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S06 / production/preview/act0/S06.png.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S07 / production/preview/act0/S07.png.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S09로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S08 / production/preview/act0/S08.png.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Chatbot에 이 자료를 직접 전달한다면?</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S08의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S10에서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S08의 같은 다섯 자료 이름·색을 왼쪽에 유지하고 사람의 찾기/선택/전달을 거쳐 교육용 대화창으로 들어가는 흐름으로 보여준다. 누락된 자료를 도구 능력 부족으로 표현하지 않는다. 정적 경로 production/ACT_0.pptx의 S09 / production/preview/act0/S09.png. 실제 실행 Screenshot이나 새 Live 결과로 표시하지 않는다. S05/S06만 Demo 각4분이며 S07/S08은 Case, S09/S10은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Agent가 자료를 직접 찾아 연결했다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S09의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S11의 기존 Codex 진입 안내를 연다. Task 의도와 접근의 차이는 S12에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S09와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S10 / production/preview/act0/S10.png. 실제 실행 Screenshot이나 새 Live 결과로 표시하지 않는다. S05/S06만 Demo 각4분이며 S07/S08은 Case, S09/S10은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Repository 작업은 Codex에서 시작한다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S12로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S12에 간다.</a:t>
            </a:r>
          </a:p>
          <a:p xmlns:a="http://schemas.openxmlformats.org/drawingml/2006/main">
            <a:r>
              <a:t/>
            </a:r>
          </a:p>
          <a:p xmlns:a="http://schemas.openxmlformats.org/drawingml/2006/main">
            <a:r>
              <a:t>Time Management: Lecture 1분. 메뉴 위치 15초, Codex 선택 15초, 허용 폴더 15초, 조사 요청·S12 연결 15초다. 이 장의1분은 보존한다. 현재 ACT0 43분·전체393분·Lecture157분이며 팁 목록6분은 별도 신규 배정이다. 설정 tutorial을 추가하지 않는다.</a:t>
            </a:r>
          </a:p>
          <a:p xmlns:a="http://schemas.openxmlformats.org/drawingml/2006/main">
            <a:r>
              <a:t/>
            </a:r>
          </a:p>
          <a:p xmlns:a="http://schemas.openxmlformats.org/drawingml/2006/main">
            <a:r>
              <a:t>Fallback: 제작 완료 후 production/preview/act0/S11.png 또는 production/preview/full/S11.png의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S12로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접근과 Task 의도는 별개다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S11은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S13 팁 목록을 거쳐 S14 질문으로 이동하며 ACT 1의 요청 구조는 미리 설명하지 않는다.</a:t>
            </a:r>
          </a:p>
          <a:p xmlns:a="http://schemas.openxmlformats.org/drawingml/2006/main">
            <a:r>
              <a:t>목록 연결: 본문의 핵심을 유지한 뒤, 다음 질문을 설명하기 전에 팁 제목과 위치만 한 장으로 회수한다. 새 팁 강의나 중복 설명을 추가하지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“다음 질문으로 넘어가기 전에, 이 ACT의 실무 적용 팁을 어디서 다시 볼지 확인하겠습니다.”라고 S13을 연다. 기존 다음 질문은 목록 뒤 S14에서 이어간다.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production/preview/act0/S12.png 및 production/preview/full/S12.png이며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ACT 0 실무 적용 팁 모아보기</a:t>
            </a:r>
          </a:p>
          <a:p xmlns:a="http://schemas.openxmlformats.org/drawingml/2006/main">
            <a:r>
              <a:t/>
            </a:r>
          </a:p>
          <a:p xmlns:a="http://schemas.openxmlformats.org/drawingml/2006/main">
            <a:r>
              <a:t>**Slide ID:**</a:t>
            </a:r>
          </a:p>
          <a:p xmlns:a="http://schemas.openxmlformats.org/drawingml/2006/main">
            <a:r>
              <a:t>S13</a:t>
            </a:r>
          </a:p>
          <a:p xmlns:a="http://schemas.openxmlformats.org/drawingml/2006/main">
            <a:r>
              <a:t/>
            </a:r>
          </a:p>
          <a:p xmlns:a="http://schemas.openxmlformats.org/drawingml/2006/main">
            <a:r>
              <a:t>**Working Title:**</a:t>
            </a:r>
          </a:p>
          <a:p xmlns:a="http://schemas.openxmlformats.org/drawingml/2006/main">
            <a:r>
              <a:t>ACT 0 실무 적용 팁 모아보기</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실무 적용 팁의 위치를 S11에서 찾는다. 내용과 근거 범위는 각 원래 장을 따른다.</a:t>
            </a:r>
          </a:p>
          <a:p xmlns:a="http://schemas.openxmlformats.org/drawingml/2006/main">
            <a:r>
              <a:t/>
            </a:r>
          </a:p>
          <a:p xmlns:a="http://schemas.openxmlformats.org/drawingml/2006/main">
            <a:r>
              <a:t>**Opening Question:**</a:t>
            </a:r>
          </a:p>
          <a:p xmlns:a="http://schemas.openxmlformats.org/drawingml/2006/main">
            <a:r>
              <a:t>“이 ACT에서 본 실무 적용 팁을 나중에 어디서 다시 볼 수 있을까요?”</a:t>
            </a:r>
          </a:p>
          <a:p xmlns:a="http://schemas.openxmlformats.org/drawingml/2006/main">
            <a:r>
              <a:t/>
            </a:r>
          </a:p>
          <a:p xmlns:a="http://schemas.openxmlformats.org/drawingml/2006/main">
            <a:r>
              <a:t>**Speaker Flow:**</a:t>
            </a:r>
          </a:p>
          <a:p xmlns:a="http://schemas.openxmlformats.org/drawingml/2006/main">
            <a:r>
              <a:t>1. (0:00–0:15 / Lecture) 같은 배지가 붙은 장이 실무 적용 팁임을 회수한다.</a:t>
            </a:r>
          </a:p>
          <a:p xmlns:a="http://schemas.openxmlformats.org/drawingml/2006/main">
            <a:r>
              <a:t>2. (0:15–0:45 / Lecture) S11 Repository 작업은 Codex에서 시작한다. 제목·위치만 짚고 본문은 다시 강의하지 않는다.</a:t>
            </a:r>
          </a:p>
          <a:p xmlns:a="http://schemas.openxmlformats.org/drawingml/2006/main">
            <a:r>
              <a:t>3. (0:45–1:00 / Lecture) 기존 연결 질문을 유지하고 S14로 이동한다.</a:t>
            </a:r>
          </a:p>
          <a:p xmlns:a="http://schemas.openxmlformats.org/drawingml/2006/main">
            <a:r>
              <a:t/>
            </a:r>
          </a:p>
          <a:p xmlns:a="http://schemas.openxmlformats.org/drawingml/2006/main">
            <a:r>
              <a:t>**Evidence / Source:**</a:t>
            </a:r>
          </a:p>
          <a:p xmlns:a="http://schemas.openxmlformats.org/drawingml/2006/main">
            <a:r>
              <a:t>DEC-0087. plan/SLIDE_MAP.md의 기존 제목·ID와 plan/PRACTICAL_APPLICATION_TIPS.md. 각 항목의 실제 관찰/연구/가상 사례는 원래 팁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설명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a:t>
            </a:r>
          </a:p>
          <a:p xmlns:a="http://schemas.openxmlformats.org/drawingml/2006/main">
            <a:r>
              <a:t>Lecture 1분. 원래 장별 배정을 줄이거나 중복 계산하지 않는다. 시간이 길어지면 설명을 멈추고 다음 전환으로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production/preview/full/S13.png 또는 production/ACT_0.pptx의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DEC-0087. 최종 패키지/Notes/렌더 대조는 production/evaluation/PRACTICAL_APPLICATION_TIPS.md에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S12에서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S15의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S15에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Task에는 무엇이 아직 정해지지 않았을까?</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S16로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요청만으로는 의도가 보이지 않는다</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S17의 교육용 구체화 예시로 이동한다.</a:t>
            </a:r>
          </a:p>
          <a:p xmlns:a="http://schemas.openxmlformats.org/drawingml/2006/main">
            <a:r>
              <a:t/>
            </a:r>
          </a:p>
          <a:p xmlns:a="http://schemas.openxmlformats.org/drawingml/2006/main">
            <a:r>
              <a:t>Time Management: 원래 Case 4분을 S16 Case 2분 + 새 S17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원하는 작업 경로를 Prompt에 담는다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S18로 연결한다.</a:t>
            </a:r>
          </a:p>
          <a:p xmlns:a="http://schemas.openxmlformats.org/drawingml/2006/main">
            <a:r>
              <a:t/>
            </a:r>
          </a:p>
          <a:p xmlns:a="http://schemas.openxmlformats.org/drawingml/2006/main">
            <a:r>
              <a:t>Time Management: Case 2분. 다섯 줄 요청 45초, 목표 경로와 검증 경계 45초, 다음 질문 연결 30초. S16와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개발자가 정해야 하는 경계</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S19로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Task Specification의 다섯 책임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S18의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S20의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더 긴 Prompt보다 분명한 경계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S21의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요청한 과정은 기록에도 남았을까?</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S20은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S22, 05 확인·보고 결과는 S23로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S20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S22, 05 실제 검증 결과는 S23에서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S22로 이동한다. 05 확인·보고 결과는 S23에서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강의·S22 코드 diff·S23 결과 수치 설명을 추가하지 않는다. 실측 리허설은 UNVERIFIED다.</a:t>
            </a:r>
          </a:p>
          <a:p xmlns:a="http://schemas.openxmlformats.org/drawingml/2006/main">
            <a:r>
              <a:t/>
            </a:r>
          </a:p>
          <a:p xmlns:a="http://schemas.openxmlformats.org/drawingml/2006/main">
            <a:r>
              <a:t>Fallback: production/ACT_1.pptx S21 또는 production/preview/act1/S21.png의 정적 대응 표를 사용한다. 원시 CLI 이벤트 파일이 없어도 확인된 관찰 요약이라는 한계를 밝히고 진행한다. 상세한 변경·검증은 기존 S22/S22로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대응·S22/S22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조사에서 한 줄 변경까지</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S21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S05–S06의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S21의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S21의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S22에서 S21의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S23로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변경 결과와 확인 증거</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S20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S24으로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S24으로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Generated ≠ Done</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S23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S25의 승인된 ON-SCREEN SUPPORTING vector·GoogleTest 도식으로 완료 조건과 검사 범위를 연결한다. 주요 C++ 패턴 전이는 S69에서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S25의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S23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Check마다 확인하는 범위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S24의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S69에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S26로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지시와 참고 자료의 구분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입력과 기대 결과의 작은 예시</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바로 검토할 수 있는 결과 형식</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근거가 있는 설명과 미확인의 구분</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결과를 바꾸는 결정에서 확인 질문</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큰 작업을 검토할 결과물로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기준을 지정한 코드 리뷰 요청</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구체적인 근거로 수정 방향 피드백</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S26–S27의 반복 Context 질문으로 연결한다. 현재 기존 두 장은 S34 팁 목록을 거쳐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목록 연결: 본문의 핵심을 유지한 뒤, 다음 질문을 설명하기 전에 팁 제목과 위치만 한 장으로 회수한다. 새 팁 강의나 중복 설명을 추가하지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“다음 질문으로 넘어가기 전에, 이 ACT의 실무 적용 팁을 어디서 다시 볼지 확인하겠습니다.”라고 S34을 연다. 기존 다음 질문은 목록 뒤 S35에서 이어간다.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ACT 1 실무 적용 팁 모아보기</a:t>
            </a:r>
          </a:p>
          <a:p xmlns:a="http://schemas.openxmlformats.org/drawingml/2006/main">
            <a:r>
              <a:t/>
            </a:r>
          </a:p>
          <a:p xmlns:a="http://schemas.openxmlformats.org/drawingml/2006/main">
            <a:r>
              <a:t>**Slide ID:**</a:t>
            </a:r>
          </a:p>
          <a:p xmlns:a="http://schemas.openxmlformats.org/drawingml/2006/main">
            <a:r>
              <a:t>S34</a:t>
            </a:r>
          </a:p>
          <a:p xmlns:a="http://schemas.openxmlformats.org/drawingml/2006/main">
            <a:r>
              <a:t/>
            </a:r>
          </a:p>
          <a:p xmlns:a="http://schemas.openxmlformats.org/drawingml/2006/main">
            <a:r>
              <a:t>**Working Title:**</a:t>
            </a:r>
          </a:p>
          <a:p xmlns:a="http://schemas.openxmlformats.org/drawingml/2006/main">
            <a:r>
              <a:t>ACT 1 실무 적용 팁 모아보기</a:t>
            </a:r>
          </a:p>
          <a:p xmlns:a="http://schemas.openxmlformats.org/drawingml/2006/main">
            <a:r>
              <a:t/>
            </a:r>
          </a:p>
          <a:p xmlns:a="http://schemas.openxmlformats.org/drawingml/2006/main">
            <a:r>
              <a:t>**ACT / Section:**</a:t>
            </a:r>
          </a:p>
          <a:p xmlns:a="http://schemas.openxmlformats.org/drawingml/2006/main">
            <a:r>
              <a:t>ACT 1 / 1H Practical Prompt Methods</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실무 적용 팁의 위치를 S26, S27, S28, S29, S30, S31, S32, S33에서 찾는다. 내용과 근거 범위는 각 원래 장을 따른다.</a:t>
            </a:r>
          </a:p>
          <a:p xmlns:a="http://schemas.openxmlformats.org/drawingml/2006/main">
            <a:r>
              <a:t/>
            </a:r>
          </a:p>
          <a:p xmlns:a="http://schemas.openxmlformats.org/drawingml/2006/main">
            <a:r>
              <a:t>**Opening Question:**</a:t>
            </a:r>
          </a:p>
          <a:p xmlns:a="http://schemas.openxmlformats.org/drawingml/2006/main">
            <a:r>
              <a:t>“이 ACT에서 본 실무 적용 팁을 나중에 어디서 다시 볼 수 있을까요?”</a:t>
            </a:r>
          </a:p>
          <a:p xmlns:a="http://schemas.openxmlformats.org/drawingml/2006/main">
            <a:r>
              <a:t/>
            </a:r>
          </a:p>
          <a:p xmlns:a="http://schemas.openxmlformats.org/drawingml/2006/main">
            <a:r>
              <a:t>**Speaker Flow:**</a:t>
            </a:r>
          </a:p>
          <a:p xmlns:a="http://schemas.openxmlformats.org/drawingml/2006/main">
            <a:r>
              <a:t>1. (0:00–0:15 / Lecture) 같은 배지가 붙은 장이 실무 적용 팁임을 회수한다.</a:t>
            </a:r>
          </a:p>
          <a:p xmlns:a="http://schemas.openxmlformats.org/drawingml/2006/main">
            <a:r>
              <a:t>2. (0:15–0:45 / Lecture) S26 지시와 참고 자료의 구분 / S27 입력과 기대 결과의 작은 예시 / S28 바로 검토할 수 있는 결과 형식 / S29 근거가 있는 설명과 미확인의 구분 / S30 결과를 바꾸는 결정에서 확인 질문 / S31 큰 작업을 검토할 결과물로 나누기 / S32 기준을 지정한 코드 리뷰 요청 / S33 구체적인 근거로 수정 방향 피드백. 제목·위치만 짚고 본문은 다시 강의하지 않는다.</a:t>
            </a:r>
          </a:p>
          <a:p xmlns:a="http://schemas.openxmlformats.org/drawingml/2006/main">
            <a:r>
              <a:t>3. (0:45–1:00 / Lecture) 기존 연결 질문을 유지하고 S35로 이동한다.</a:t>
            </a:r>
          </a:p>
          <a:p xmlns:a="http://schemas.openxmlformats.org/drawingml/2006/main">
            <a:r>
              <a:t/>
            </a:r>
          </a:p>
          <a:p xmlns:a="http://schemas.openxmlformats.org/drawingml/2006/main">
            <a:r>
              <a:t>**Evidence / Source:**</a:t>
            </a:r>
          </a:p>
          <a:p xmlns:a="http://schemas.openxmlformats.org/drawingml/2006/main">
            <a:r>
              <a:t>DEC-0087. plan/SLIDE_MAP.md의 기존 제목·ID와 plan/PRACTICAL_APPLICATION_TIPS.md. 각 항목의 실제 관찰/연구/가상 사례는 원래 팁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설명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S35–S36의 반복 Project Context 질문으로 연결한다.</a:t>
            </a:r>
          </a:p>
          <a:p xmlns:a="http://schemas.openxmlformats.org/drawingml/2006/main">
            <a:r>
              <a:t/>
            </a:r>
          </a:p>
          <a:p xmlns:a="http://schemas.openxmlformats.org/drawingml/2006/main">
            <a:r>
              <a:t>**Time Management:**</a:t>
            </a:r>
          </a:p>
          <a:p xmlns:a="http://schemas.openxmlformats.org/drawingml/2006/main">
            <a:r>
              <a:t>Lecture 1분. 원래 장별 배정을 줄이거나 중복 계산하지 않는다. 시간이 길어지면 설명을 멈추고 다음 전환으로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production/preview/full/S34.png 또는 production/ACT_1.pptx의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DEC-0087. 최종 패키지/Notes/렌더 대조는 production/evaluation/PRACTICAL_APPLICATION_TIPS.md에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S25에서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S37의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S37의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다른 Task에 같은 설명이 반복된다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작은 Project Context의 첫 기록</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S39로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S39의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S38 및 `production/preview/act2/S38.png`에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S39 handoff. 명령어 옵션별 설명은 생략한다.</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AGENTS.md의 지침대로 검증했다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S40로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S40 연결. Demo4분·기존 Mode는 유지하며 실측 리허설은 UNVERIFIED다.</a:t>
            </a:r>
          </a:p>
          <a:p xmlns:a="http://schemas.openxmlformats.org/drawingml/2006/main">
            <a:r>
              <a:t/>
            </a:r>
          </a:p>
          <a:p xmlns:a="http://schemas.openxmlformats.org/drawingml/2006/main">
            <a:r>
              <a:t>Fallback: production/ACT_2.pptx S39 또는 production/preview/act2/S39.png를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Task Prompt와 Project Context</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S37–S37.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정확한 정보도 계속 늘어난다</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S42의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정확하지만 이번 작업에는 불필요한 정보</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S41의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S43에서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정보의 범위와 제공 시점</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S42/TRIAL-004의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S42의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S42 회수30초, 공통 안내1분, 요청별 상세1분, 재사용 절차1분, 경계·S44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많이 담아도 같은 근거를 똑같이 쓰는가?</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S45으로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S44; production/preview/act2/S44.png.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연구·S44/S44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AI가 필요한 코드를 찾았다는 것을 무엇으로 확인할까?</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S44에서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S46의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S46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연구·S44/S44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필요한 상세 정보로 가는 길</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S44–40의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연구·S44/S44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AGENTS.md에는 무엇을 남길까?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S48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S48, 문서 접근의 관찰과 한계는 S49–47에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S47 또는 production/preview/act2/S47.png를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정보를 지우지 않고 위치를 나누기</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S49–47에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S48 또는 production/preview/full/S48.png, production/preview/act2/S48.png를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서로 다른 두 Task가 무엇을 읽을까?</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S50–47.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S50–47의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S49 또는 production/preview/act2/S49.png를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Crop Task에서 관찰한 접근</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S50 정적 화면으로 보여준다. 입력창 Screenshot이나 실행 로그처럼 꾸미지 않는다. 현재 제품에서 명령을 실행하지 않고 전체 접근 로그를 읽지 않는다. Task B의 접근 차이는 S52에서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회수·S52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S50 또는 production/preview/act2/S50.png가 발표 기본 경로다. 동일한 Full S50·ACT2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의존성 질문은 설정과 소스로 답했다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S49의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S51; production/preview/act2/S51.png.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Task별 접근은 달랐지만 완벽하지는 않다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S52 또는 production/preview/full/S52.png를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Context 정리에서 확인한 네 가지</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목록 연결: 본문의 핵심을 유지한 뒤, 다음 질문을 설명하기 전에 팁 제목과 위치만 한 장으로 회수한다. 새 팁 강의나 중복 설명을 추가하지 않는다.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“다음 질문으로 넘어가기 전에, 이 ACT의 실무 적용 팁을 어디서 다시 볼지 확인하겠습니다.”라고 S54을 연다. 기존 다음 질문은 목록 뒤 S55에서 이어간다.</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S53; production/preview/act2/S53.png.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ACT 2 실무 적용 팁 모아보기</a:t>
            </a:r>
          </a:p>
          <a:p xmlns:a="http://schemas.openxmlformats.org/drawingml/2006/main">
            <a:r>
              <a:t/>
            </a:r>
          </a:p>
          <a:p xmlns:a="http://schemas.openxmlformats.org/drawingml/2006/main">
            <a:r>
              <a:t>**Slide ID:**</a:t>
            </a:r>
          </a:p>
          <a:p xmlns:a="http://schemas.openxmlformats.org/drawingml/2006/main">
            <a:r>
              <a:t>S54</a:t>
            </a:r>
          </a:p>
          <a:p xmlns:a="http://schemas.openxmlformats.org/drawingml/2006/main">
            <a:r>
              <a:t/>
            </a:r>
          </a:p>
          <a:p xmlns:a="http://schemas.openxmlformats.org/drawingml/2006/main">
            <a:r>
              <a:t>**Working Title:**</a:t>
            </a:r>
          </a:p>
          <a:p xmlns:a="http://schemas.openxmlformats.org/drawingml/2006/main">
            <a:r>
              <a:t>ACT 2 실무 적용 팁 모아보기</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실무 적용 팁의 위치를 S47에서 찾는다. 내용과 근거 범위는 각 원래 장을 따른다.</a:t>
            </a:r>
          </a:p>
          <a:p xmlns:a="http://schemas.openxmlformats.org/drawingml/2006/main">
            <a:r>
              <a:t/>
            </a:r>
          </a:p>
          <a:p xmlns:a="http://schemas.openxmlformats.org/drawingml/2006/main">
            <a:r>
              <a:t>**Opening Question:**</a:t>
            </a:r>
          </a:p>
          <a:p xmlns:a="http://schemas.openxmlformats.org/drawingml/2006/main">
            <a:r>
              <a:t>“이 ACT에서 본 실무 적용 팁을 나중에 어디서 다시 볼 수 있을까요?”</a:t>
            </a:r>
          </a:p>
          <a:p xmlns:a="http://schemas.openxmlformats.org/drawingml/2006/main">
            <a:r>
              <a:t/>
            </a:r>
          </a:p>
          <a:p xmlns:a="http://schemas.openxmlformats.org/drawingml/2006/main">
            <a:r>
              <a:t>**Speaker Flow:**</a:t>
            </a:r>
          </a:p>
          <a:p xmlns:a="http://schemas.openxmlformats.org/drawingml/2006/main">
            <a:r>
              <a:t>1. (0:00–0:15 / Lecture) 같은 배지가 붙은 장이 실무 적용 팁임을 회수한다.</a:t>
            </a:r>
          </a:p>
          <a:p xmlns:a="http://schemas.openxmlformats.org/drawingml/2006/main">
            <a:r>
              <a:t>2. (0:15–0:45 / Lecture) S47 AGENTS.md에는 무엇을 남길까?. 제목·위치만 짚고 본문은 다시 강의하지 않는다.</a:t>
            </a:r>
          </a:p>
          <a:p xmlns:a="http://schemas.openxmlformats.org/drawingml/2006/main">
            <a:r>
              <a:t>3. (0:45–1:00 / Lecture) 기존 연결 질문을 유지하고 S55로 이동한다.</a:t>
            </a:r>
          </a:p>
          <a:p xmlns:a="http://schemas.openxmlformats.org/drawingml/2006/main">
            <a:r>
              <a:t/>
            </a:r>
          </a:p>
          <a:p xmlns:a="http://schemas.openxmlformats.org/drawingml/2006/main">
            <a:r>
              <a:t>**Evidence / Source:**</a:t>
            </a:r>
          </a:p>
          <a:p xmlns:a="http://schemas.openxmlformats.org/drawingml/2006/main">
            <a:r>
              <a:t>DEC-0087. plan/SLIDE_MAP.md의 기존 제목·ID와 plan/PRACTICAL_APPLICATION_TIPS.md. 각 항목의 실제 관찰/연구/가상 사례는 원래 팁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설명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a:t>
            </a:r>
          </a:p>
          <a:p xmlns:a="http://schemas.openxmlformats.org/drawingml/2006/main">
            <a:r>
              <a:t>Lecture 1분. 원래 장별 배정을 줄이거나 중복 계산하지 않는다. 시간이 길어지면 설명을 멈추고 다음 전환으로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production/preview/full/S54.png 또는 production/ACT_2.pptx의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DEC-0087. 최종 패키지/Notes/렌더 대조는 production/evaluation/PRACTICAL_APPLICATION_TIPS.md에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S56으로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S53의 성과를 반복 해설하지 않고 수행 방법을 누가 유지할지 질문한다. Transition4 뒤 Q&amp;A6은 팀의 반복되는 방법을 묻고 마지막20초에 다음 기록으로 넘어간다. 두 실제 요청의 대응 기록은 S56에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S56에서 기록의 반복 구조를 확인한다.</a:t>
            </a:r>
          </a:p>
          <a:p xmlns:a="http://schemas.openxmlformats.org/drawingml/2006/main">
            <a:r>
              <a:t/>
            </a:r>
          </a:p>
          <a:p xmlns:a="http://schemas.openxmlformats.org/drawingml/2006/main">
            <a:r>
              <a:t>Audience Interaction: Q&amp;A6分은 팀에서 반복하는 작업 방법을 묻는다. S52의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S56으로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두 실제 요청에 같은 절차가 반복됐다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S56, production/preview/act3/S56.png 및 production/preview/full/S56.png.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테스트 명령을 언제 쓰고 무엇을 판단할까?</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S56의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S58의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S58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S57, production/preview/act3/S57.png 및 production/preview/full/S57.png.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목표·기준·방법을 한 작업에 적용한다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S57에서 명령의 사용 시점·판단 기준까지 정한 방법을 봤음을 한 문장으로 회수한다. 상단 이번 목표 ‘normalize 성능을 조사해줘’를 읽고, 아래 작업 영역으로 들어가는 연결을 짚는다. S57의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S59에서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S57 회수·목표1, 기준·한 작업1.5, 방법 적용1.5, S59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반복 절차를 Skill로 모으는 이유</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S58의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S58의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S57에서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S60의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S60에서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S58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Skill 발견·호출·본문 포함의 근거</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S61에서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S61로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S59 회수·업무 목적0.75, 목록1, 요청1, trace1.5, 범위·S61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S60, production/preview/act3/S60.png 및 production/preview/full/S60.png.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지침과 실제 작업 기록의 대응</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S60의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S62에서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S60의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S63–S64로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범위·S62 연결1.5). 지연 시 명령과 테스트 이름을 낭독하지 않고 행별 대응을 짚는다. 조건부 계획, 입력/수행 구분, 단독 효과 미입증은 생략하지 않는다. 6분에 S62으로 이동한다.</a:t>
            </a:r>
          </a:p>
          <a:p xmlns:a="http://schemas.openxmlformats.org/drawingml/2006/main">
            <a:r>
              <a:t/>
            </a:r>
          </a:p>
          <a:p xmlns:a="http://schemas.openxmlformats.org/drawingml/2006/main">
            <a:r>
              <a:t>Fallback: LOCAL STATIC ARTIFACT — production/ACT_3.pptx의 S61, production/preview/act3/S61.png 및 production/preview/full/S61.png.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절차는 재사용하고, 답은 근거로 정한다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S63에서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S63/S61보다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S61 회수0.5, 재사용 방법0.75, 이번 근거·답1, 채택/보류와 S63 연결0.75. 지연 시 지침 원문과 세 질문을 전부 낭독하지 않는다. 허용된 보류와 실제 결과의 구분은 생략하지 않고3분에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계산의 성능 개선 후보</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S62의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S64은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S63에는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S64의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S63, production/preview/act3/S63.png 및 production/preview/full/S63.png.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선택한 변경의 시간·메모리·동작 확인</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S63에서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S64, production/preview/act3/S64.png 및 production/preview/full/S64.png.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한 Agent 조사와 Subagent 역할 분리</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S64의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S66의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S66에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작업을 나누지 않은 이유</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“S65의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S65에서는 성능·빌드·테스트 조사가 서로 기다리지 않아도 된다고 가정했다. 이제 S63/S61의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S63에서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S64에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S65의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S65의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Lecture1분(S65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S67로 이동한다.</a:t>
            </a:r>
          </a:p>
          <a:p xmlns:a="http://schemas.openxmlformats.org/drawingml/2006/main">
            <a:r>
              <a:t/>
            </a:r>
          </a:p>
          <a:p xmlns:a="http://schemas.openxmlformats.org/drawingml/2006/main">
            <a:r>
              <a:t>Fallback: LOCAL STATIC ARTIFACT — production/ACT_3.pptx의 S66, production/preview/act3/S66.png 및 production/preview/full/S66.png.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이번 Context와 다시 쓸 지식</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S66에서는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S68에서는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S68에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S66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S68로 이동한다.</a:t>
            </a:r>
          </a:p>
          <a:p xmlns:a="http://schemas.openxmlformats.org/drawingml/2006/main">
            <a:r>
              <a:t/>
            </a:r>
          </a:p>
          <a:p xmlns:a="http://schemas.openxmlformats.org/drawingml/2006/main">
            <a:r>
              <a:t>Fallback: LOCAL STATIC ARTIFACT — production/ACT_3.pptx의 S67, production/preview/act3/S67.png 및 production/preview/full/S67.png.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실제 Demo 지식의 원래 출처</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“S67의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S67의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S69으로 이동한다.</a:t>
            </a:r>
          </a:p>
          <a:p xmlns:a="http://schemas.openxmlformats.org/drawingml/2006/main">
            <a:r>
              <a:t/>
            </a:r>
          </a:p>
          <a:p xmlns:a="http://schemas.openxmlformats.org/drawingml/2006/main">
            <a:r>
              <a:t>Fallback: LOCAL STATIC ARTIFACT — production/ACT_3.pptx의 S68, production/preview/act3/S68.png 및 production/preview/full/S68.png.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 작업에 쓰인 구성의 역할</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“S68에서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S68의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S60/S58에서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S64처럼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S72에서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S68의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S70에서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S60–S64의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S69, production/preview/act3/S69.png 및 production/preview/full/S69.png.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함께 작동하는 작업 환경, Harness</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“S69의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S69의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S71를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S69의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S72에서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S69/STATE-04-PERF의 AGENTS.md·docs·Skill·tests·benchmark와 기록된 입력/실행 조건을 같은 도식에 대응하는 CAPTURED 정적 요약이다. 실제 실행 캡처가 아니며 제품·Agent·benchmark·Demo repository를 실행하거나 새 Trial을 만들지 않는다. S69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같은 저장소여도 실행 조건은 다를 수 있다</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“S70의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S70의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S87–S91의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S72에서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S87–S91에서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S72에서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S71, production/preview/act3/S71.png 및 production/preview/full/S71.png.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밝기 통계의 판단을 C++ 검사에 적용하기</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“S71에서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1. (0:00–0:45) S71의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S71의 조건 확인을 C++ 작업에 연결한다.</a:t>
            </a:r>
          </a:p>
          <a:p xmlns:a="http://schemas.openxmlformats.org/drawingml/2006/main">
            <a:r>
              <a:t>6. (4:40–5:00) 세 기준을 옮기는 것이며 실제 C++ Trial이나 회사 성과가 아니라는 범위를 회수한다. 다음 S73 팁 목록을 거쳐 S74에서는 이 중 자기 업무에서 먼저 정리할 반복 한 가지와 검토·갱신 책임을 고르게 한다.</a:t>
            </a:r>
          </a:p>
          <a:p xmlns:a="http://schemas.openxmlformats.org/drawingml/2006/main">
            <a:r>
              <a:t>운영 표시: “실무 적용 팁 · 업무 적용” 배지로 다시 찾아 쓸 기준임을 짚는다. 기존 설명·근거 범위와 배정 시간 안에서 진행하며 요청·예시를 새로 실행하지 않는다.</a:t>
            </a:r>
          </a:p>
          <a:p xmlns:a="http://schemas.openxmlformats.org/drawingml/2006/main">
            <a:r>
              <a:t>목록 연결: 본문의 핵심을 유지한 뒤, 다음 질문을 설명하기 전에 팁 제목과 위치만 한 장으로 회수한다. 새 팁 강의나 중복 설명을 추가하지 않는다.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S74로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a:t>
            </a:r>
          </a:p>
          <a:p xmlns:a="http://schemas.openxmlformats.org/drawingml/2006/main">
            <a:r>
              <a:t>“다음 질문으로 넘어가기 전에, 이 ACT의 실무 적용 팁을 어디서 다시 볼지 확인하겠습니다.”라고 S73을 연다. 기존 다음 질문은 목록 뒤 S74에서 이어간다.</a:t>
            </a:r>
          </a:p>
          <a:p xmlns:a="http://schemas.openxmlformats.org/drawingml/2006/main">
            <a:r>
              <a:t/>
            </a:r>
          </a:p>
          <a:p xmlns:a="http://schemas.openxmlformats.org/drawingml/2006/main">
            <a:r>
              <a:t>Time Management: Lecture5분: S71/삽화 연결0.75, 명세1, 수행 방법1, 검증 근거1.25, 실행 조건0.67, 적용 범위/전환0.33. 지연 시 도구 이름과 측정량 상세 설명을 줄이고 세 행의 대응·입력/빌드/장비 조건·교육용 범위는 유지한다.5분에 S74로 이동한다. 실제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ACT 3 실무 적용 팁 모아보기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ACT 3 실무 적용 팁 모아보기</a:t>
            </a:r>
          </a:p>
          <a:p xmlns:a="http://schemas.openxmlformats.org/drawingml/2006/main">
            <a:r>
              <a:t/>
            </a:r>
          </a:p>
          <a:p xmlns:a="http://schemas.openxmlformats.org/drawingml/2006/main">
            <a:r>
              <a:t>**ACT / Section:**</a:t>
            </a:r>
          </a:p>
          <a:p xmlns:a="http://schemas.openxmlformats.org/drawingml/2006/main">
            <a:r>
              <a:t>ACT 3 / 3H C++ Vision Transfer</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실무 적용 팁의 위치를 S57, S67, S72에서 찾는다. 내용과 근거 범위는 각 원래 장을 따른다.</a:t>
            </a:r>
          </a:p>
          <a:p xmlns:a="http://schemas.openxmlformats.org/drawingml/2006/main">
            <a:r>
              <a:t/>
            </a:r>
          </a:p>
          <a:p xmlns:a="http://schemas.openxmlformats.org/drawingml/2006/main">
            <a:r>
              <a:t>**Opening Question:**</a:t>
            </a:r>
          </a:p>
          <a:p xmlns:a="http://schemas.openxmlformats.org/drawingml/2006/main">
            <a:r>
              <a:t>“이 ACT에서 본 실무 적용 팁을 나중에 어디서 다시 볼 수 있을까요?”</a:t>
            </a:r>
          </a:p>
          <a:p xmlns:a="http://schemas.openxmlformats.org/drawingml/2006/main">
            <a:r>
              <a:t/>
            </a:r>
          </a:p>
          <a:p xmlns:a="http://schemas.openxmlformats.org/drawingml/2006/main">
            <a:r>
              <a:t>**Speaker Flow:**</a:t>
            </a:r>
          </a:p>
          <a:p xmlns:a="http://schemas.openxmlformats.org/drawingml/2006/main">
            <a:r>
              <a:t>1. (0:00–0:15 / Lecture) 같은 배지가 붙은 장이 실무 적용 팁임을 회수한다.</a:t>
            </a:r>
          </a:p>
          <a:p xmlns:a="http://schemas.openxmlformats.org/drawingml/2006/main">
            <a:r>
              <a:t>2. (0:15–0:45 / Lecture) S57 테스트 명령을 언제 쓰고 무엇을 판단할까? / S67 이번 Context와 다시 쓸 지식 / S72 밝기 통계의 판단을 C++ 검사에 적용하기. 제목·위치만 짚고 본문은 다시 강의하지 않는다.</a:t>
            </a:r>
          </a:p>
          <a:p xmlns:a="http://schemas.openxmlformats.org/drawingml/2006/main">
            <a:r>
              <a:t>3. (0:45–1:00 / Lecture) 기존 연결 질문을 유지하고 S74로 이동한다.</a:t>
            </a:r>
          </a:p>
          <a:p xmlns:a="http://schemas.openxmlformats.org/drawingml/2006/main">
            <a:r>
              <a:t/>
            </a:r>
          </a:p>
          <a:p xmlns:a="http://schemas.openxmlformats.org/drawingml/2006/main">
            <a:r>
              <a:t>**Evidence / Source:**</a:t>
            </a:r>
          </a:p>
          <a:p xmlns:a="http://schemas.openxmlformats.org/drawingml/2006/main">
            <a:r>
              <a:t>DEC-0087. plan/SLIDE_MAP.md의 기존 제목·ID와 plan/PRACTICAL_APPLICATION_TIPS.md. 각 항목의 실제 관찰/연구/가상 사례는 원래 팁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설명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“우리 팀에서 먼저 정리할 반복 한 가지와 유지할 책임을 골라 보겠습니다.”</a:t>
            </a:r>
          </a:p>
          <a:p xmlns:a="http://schemas.openxmlformats.org/drawingml/2006/main">
            <a:r>
              <a:t/>
            </a:r>
          </a:p>
          <a:p xmlns:a="http://schemas.openxmlformats.org/drawingml/2006/main">
            <a:r>
              <a:t>**Time Management:**</a:t>
            </a:r>
          </a:p>
          <a:p xmlns:a="http://schemas.openxmlformats.org/drawingml/2006/main">
            <a:r>
              <a:t>Lecture 1분. 원래 장별 배정을 줄이거나 중복 계산하지 않는다. 시간이 길어지면 설명을 멈추고 다음 전환으로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production/preview/full/S73.png 또는 production/ACT_3.pptx의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DEC-0087. 최종 패키지/Notes/렌더 대조는 production/evaluation/PRACTICAL_APPLICATION_TIPS.md에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우리 업무에서 먼저 정리할 한 가지</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“S72의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S72에서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S75에서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S72의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S75로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S74, production/preview/act3/S74.png 및 production/preview/full/S74.png.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확인한 성공을 유지하려면</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S74에서 위치·검토/갱신 역할을 생각했다는 점을 회수한다. 실제 밝기 통계는 출력6항목·전체 테스트11/11·같은 조건의 측정/guard를 확인한 성공으로 마쳤다고 짧게 남긴다. S64의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S74에서 떠올린 한 가지에 대해 어떤 기준/환경 변화가 담당자의 재검토를 요구할지 조용히 생각하게 한다. 앞 장의 위치·담당 선택을 다시 시키거나 답변/산출물을 요구하지 않는다. 다음 S76부터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처음에는 기준과 재사용 절차가 맞았다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S76, production/preview/act4/S76.png 및 production/preview/full/S76.png.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Project는 바뀌고 Workflow는 남았다</a:t>
            </a:r>
          </a:p>
          <a:p xmlns:a="http://schemas.openxmlformats.org/drawingml/2006/main">
            <a:r>
              <a:t/>
            </a:r>
          </a:p>
          <a:p xmlns:a="http://schemas.openxmlformats.org/drawingml/2006/main">
            <a:r>
              <a:t>Slide ID: S77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S74의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S77와 production/preview/act4/S77.png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이번 요청과 다음 작업의 지침</a:t>
            </a:r>
          </a:p>
          <a:p xmlns:a="http://schemas.openxmlformats.org/drawingml/2006/main">
            <a:r>
              <a:t/>
            </a:r>
          </a:p>
          <a:p xmlns:a="http://schemas.openxmlformats.org/drawingml/2006/main">
            <a:r>
              <a:t>Slide ID: S78</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S79에서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S78, production/preview/act4/S78.png 및 production/preview/full/S78.png.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원인을 고르기 전에 확인할 기록</a:t>
            </a:r>
          </a:p>
          <a:p xmlns:a="http://schemas.openxmlformats.org/drawingml/2006/main">
            <a:r>
              <a:t/>
            </a:r>
          </a:p>
          <a:p xmlns:a="http://schemas.openxmlformats.org/drawingml/2006/main">
            <a:r>
              <a:t>Slide ID: S79</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S78의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S80에서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S79, production/preview/act4/S79.png 및 production/preview/full/S79.png.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주어진 정보와 원인 가설을 나눈다</a:t>
            </a:r>
          </a:p>
          <a:p xmlns:a="http://schemas.openxmlformats.org/drawingml/2006/main">
            <a:r>
              <a:t/>
            </a:r>
          </a:p>
          <a:p xmlns:a="http://schemas.openxmlformats.org/drawingml/2006/main">
            <a:r>
              <a:t>Slide ID: S80</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S79의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S80, production/preview/act4/S80.png 및 production/preview/full/S80.png.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확인한 원인에 맞춰 변경 대상을 고른다</a:t>
            </a:r>
          </a:p>
          <a:p xmlns:a="http://schemas.openxmlformats.org/drawingml/2006/main">
            <a:r>
              <a:t/>
            </a:r>
          </a:p>
          <a:p xmlns:a="http://schemas.openxmlformats.org/drawingml/2006/main">
            <a:r>
              <a:t>Slide ID: S81</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S82에서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S79 2분/S76 1분 그대로이며 S81는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S81, production/preview/act4/S81.png 및 production/preview/full/S81.png.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확인된 범위만 검토하고 갱신한다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S74의 ‘어디에 두고 누가 유지할까’를 이 가상 유지 문제에서 회수했다고 정리한다. 실제 수정/재평가 결과는 없으며 S83에서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S82, production/preview/act4/S82.png 및 production/preview/full/S82.png.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S82의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S84에서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S83의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S84의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S81의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S81의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S85와 production/preview/act4/S85.png를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S81/S78의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S86와 production/preview/act4/S86.png를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S71를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S88은 결과와 원인 해석의 구분, S89는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S87와 production/preview/act4/S87.png를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S64의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S88와 production/preview/act4/S88.png를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S89와 production/preview/act4/S89.png를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S90와 production/preview/act4/S90.png를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S86와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S89의 세 기록 항목과 S90의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목록 연결: 본문의 핵심을 유지한 뒤, 다음 질문을 설명하기 전에 팁 제목과 위치만 한 장으로 회수한다. 새 팁 강의나 중복 설명을 추가하지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“다음 질문으로 넘어가기 전에, 이 ACT의 실무 적용 팁을 어디서 다시 볼지 확인하겠습니다.”라고 S92을 연다. 기존 다음 질문은 목록 뒤 S93에서 이어간다.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ACT 4 실무 적용 팁 모아보기</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ACT 4 실무 적용 팁 모아보기</a:t>
            </a:r>
          </a:p>
          <a:p xmlns:a="http://schemas.openxmlformats.org/drawingml/2006/main">
            <a:r>
              <a:t/>
            </a:r>
          </a:p>
          <a:p xmlns:a="http://schemas.openxmlformats.org/drawingml/2006/main">
            <a:r>
              <a:t>**ACT / Section:**</a:t>
            </a:r>
          </a:p>
          <a:p xmlns:a="http://schemas.openxmlformats.org/drawingml/2006/main">
            <a:r>
              <a:t>ACT 4 / 4F Observed Meta Loop 마무리</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실무 적용 팁의 위치를 S79, S83에서 찾는다. 내용과 근거 범위는 각 원래 장을 따른다.</a:t>
            </a:r>
          </a:p>
          <a:p xmlns:a="http://schemas.openxmlformats.org/drawingml/2006/main">
            <a:r>
              <a:t/>
            </a:r>
          </a:p>
          <a:p xmlns:a="http://schemas.openxmlformats.org/drawingml/2006/main">
            <a:r>
              <a:t>**Opening Question:**</a:t>
            </a:r>
          </a:p>
          <a:p xmlns:a="http://schemas.openxmlformats.org/drawingml/2006/main">
            <a:r>
              <a:t>“이 ACT에서 본 실무 적용 팁을 나중에 어디서 다시 볼 수 있을까요?”</a:t>
            </a:r>
          </a:p>
          <a:p xmlns:a="http://schemas.openxmlformats.org/drawingml/2006/main">
            <a:r>
              <a:t/>
            </a:r>
          </a:p>
          <a:p xmlns:a="http://schemas.openxmlformats.org/drawingml/2006/main">
            <a:r>
              <a:t>**Speaker Flow:**</a:t>
            </a:r>
          </a:p>
          <a:p xmlns:a="http://schemas.openxmlformats.org/drawingml/2006/main">
            <a:r>
              <a:t>1. (0:00–0:15 / Lecture) 같은 배지가 붙은 장이 실무 적용 팁임을 회수한다.</a:t>
            </a:r>
          </a:p>
          <a:p xmlns:a="http://schemas.openxmlformats.org/drawingml/2006/main">
            <a:r>
              <a:t>2. (0:15–0:45 / Lecture) S79 원인을 고르기 전에 확인할 기록 / S83 지침을 고친 뒤, 무엇을 다시 확인할까?. 제목·위치만 짚고 본문은 다시 강의하지 않는다.</a:t>
            </a:r>
          </a:p>
          <a:p xmlns:a="http://schemas.openxmlformats.org/drawingml/2006/main">
            <a:r>
              <a:t>3. (0:45–1:00 / Lecture) 기존 연결 질문을 유지하고 S93로 이동한다.</a:t>
            </a:r>
          </a:p>
          <a:p xmlns:a="http://schemas.openxmlformats.org/drawingml/2006/main">
            <a:r>
              <a:t/>
            </a:r>
          </a:p>
          <a:p xmlns:a="http://schemas.openxmlformats.org/drawingml/2006/main">
            <a:r>
              <a:t>**Evidence / Source:**</a:t>
            </a:r>
          </a:p>
          <a:p xmlns:a="http://schemas.openxmlformats.org/drawingml/2006/main">
            <a:r>
              <a:t>DEC-0087. plan/SLIDE_MAP.md의 기존 제목·ID와 plan/PRACTICAL_APPLICATION_TIPS.md. 각 항목의 실제 관찰/연구/가상 사례는 원래 팁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설명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Lecture 1분. 원래 장별 배정을 줄이거나 중복 계산하지 않는다. 시간이 길어지면 설명을 멈추고 다음 전환으로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production/preview/full/S92.png 또는 production/ACT_4.pptx의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DEC-0087. 최종 패키지/Notes/렌더 대조는 production/evaluation/PRACTICAL_APPLICATION_TIPS.md에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S91의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S94에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S94으로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S94의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production/preview/act4/S93.png 및 production/preview/full/S93.png다.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문제에 맞춰, 일하는 방식을 넓혔다</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S93가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S95은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S102/S98에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S94와 production/preview/act5/S94.png를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실제 Demo는 문제에 맞춰 바뀌었다</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S48).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S48,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S22/S46/S61다.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이번 문제에 필요한 구성만 선택했다</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S95의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S97로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S68에서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결과를 수용할지는 사람이 판단한다</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S96의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S98에서는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S97와 production/preview/act5/S97.png를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AI가 일할 조건과 확인 경로를 설계한다</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S97의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S99로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S102에서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S98와 production/preview/act5/S98.png를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모델·플랫폼이 바뀌면 Harness도 다시 본다</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S98의 설계 관점에서 “그때 필요했던 보조 장치가 지금도 필요한가?”를 묻는다. S96은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S100의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S102/S98에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S99와 production/preview/act5/S99.png.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무엇을 남기고, 무엇을 덜어낼까?</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S99의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S101으로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S102/S98에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S100와 production/preview/act5/S100.png.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덜어낸 뒤에도 필요한 일을 하는가?</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S100에서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S102에서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S102/S98에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S101와 production/preview/act5/S101.png.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내 업무에서는 무엇이 반복해서 막힐까?</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S103에서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S103의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고른 문제에서, 다음 행동 하나로</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S102에서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S102에서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목록 연결: 본문의 핵심을 유지한 뒤, 다음 질문을 설명하기 전에 팁 제목과 위치만 한 장으로 회수한다. 새 팁 강의나 중복 설명을 추가하지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S102과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“다음 질문으로 넘어가기 전에, 이 ACT의 실무 적용 팁을 어디서 다시 볼지 확인하겠습니다.”라고 S104을 연다. 기존 다음 질문은 목록 뒤 S105에서 이어간다.</a:t>
            </a:r>
          </a:p>
          <a:p xmlns:a="http://schemas.openxmlformats.org/drawingml/2006/main">
            <a:r>
              <a:t/>
            </a:r>
          </a:p>
          <a:p xmlns:a="http://schemas.openxmlformats.org/drawingml/2006/main">
            <a:r>
              <a:t>**Time Management:**</a:t>
            </a:r>
          </a:p>
          <a:p xmlns:a="http://schemas.openxmlformats.org/drawingml/2006/main">
            <a:r>
              <a:t>Lecture2분+Reflection2분=4분. S102의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ACT 5 실무 적용 팁 모아보기</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ACT 5 실무 적용 팁 모아보기</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실무 적용 팁의 위치를 S100, S101에서 찾는다. 내용과 근거 범위는 각 원래 장을 따른다.</a:t>
            </a:r>
          </a:p>
          <a:p xmlns:a="http://schemas.openxmlformats.org/drawingml/2006/main">
            <a:r>
              <a:t/>
            </a:r>
          </a:p>
          <a:p xmlns:a="http://schemas.openxmlformats.org/drawingml/2006/main">
            <a:r>
              <a:t>**Opening Question:**</a:t>
            </a:r>
          </a:p>
          <a:p xmlns:a="http://schemas.openxmlformats.org/drawingml/2006/main">
            <a:r>
              <a:t>“이 ACT에서 본 실무 적용 팁을 나중에 어디서 다시 볼 수 있을까요?”</a:t>
            </a:r>
          </a:p>
          <a:p xmlns:a="http://schemas.openxmlformats.org/drawingml/2006/main">
            <a:r>
              <a:t/>
            </a:r>
          </a:p>
          <a:p xmlns:a="http://schemas.openxmlformats.org/drawingml/2006/main">
            <a:r>
              <a:t>**Speaker Flow:**</a:t>
            </a:r>
          </a:p>
          <a:p xmlns:a="http://schemas.openxmlformats.org/drawingml/2006/main">
            <a:r>
              <a:t>1. (0:00–0:15 / Lecture) 같은 배지가 붙은 장이 실무 적용 팁임을 회수한다.</a:t>
            </a:r>
          </a:p>
          <a:p xmlns:a="http://schemas.openxmlformats.org/drawingml/2006/main">
            <a:r>
              <a:t>2. (0:15–0:45 / Lecture) S100 무엇을 남기고, 무엇을 덜어낼까? / S101 덜어낸 뒤에도 필요한 일을 하는가?. 제목·위치만 짚고 본문은 다시 강의하지 않는다.</a:t>
            </a:r>
          </a:p>
          <a:p xmlns:a="http://schemas.openxmlformats.org/drawingml/2006/main">
            <a:r>
              <a:t>3. (0:45–1:00 / Lecture) 기존 연결 질문을 유지하고 S105로 이동한다.</a:t>
            </a:r>
          </a:p>
          <a:p xmlns:a="http://schemas.openxmlformats.org/drawingml/2006/main">
            <a:r>
              <a:t/>
            </a:r>
          </a:p>
          <a:p xmlns:a="http://schemas.openxmlformats.org/drawingml/2006/main">
            <a:r>
              <a:t>**Evidence / Source:**</a:t>
            </a:r>
          </a:p>
          <a:p xmlns:a="http://schemas.openxmlformats.org/drawingml/2006/main">
            <a:r>
              <a:t>DEC-0087. plan/SLIDE_MAP.md의 기존 제목·ID와 plan/PRACTICAL_APPLICATION_TIPS.md. 각 항목의 실제 관찰/연구/가상 사례는 원래 팁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설명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원래 장별 배정을 줄이거나 중복 계산하지 않는다. 시간이 길어지면 설명을 멈추고 다음 전환으로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DEC-0087. 최종 패키지/Notes/렌더 대조는 production/evaluation/PRACTICAL_APPLICATION_TIPS.md에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Q&amp;A와 교육 마무리</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S103에서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S94과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S103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07cd7ee403495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094cc098a9449e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591cca91b6c4f6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af4e7de627a40c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c72974492b445f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e05a8b5a63a463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594A9D-084F-4B7D-91BB-6557F140B5B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415924D-0922-4E1F-AEF5-978674BD8D2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D4D24AA-BF55-4DCF-85E3-DD960857869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4FB0979-103D-43D4-9026-8393537707A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1AD592C-8661-421D-A8E4-5C67E87F2B5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0A13BDA-A214-406F-86DC-57C4340249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DF8C4DF-8F65-4612-BC1D-A4194EB539F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BB574B2-CDA6-49D5-9250-456324A6ADE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DEF113-2EBC-435C-A835-B0C388922B6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343828-B84E-45D1-8A0A-86B3098D194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3b99874854f4a6b" /><Relationship Type="http://schemas.openxmlformats.org/officeDocument/2006/relationships/slideLayout" Target="/ppt/slideLayouts/slideLayout1.xml" Id="R3661a1e9f1e24aa1" /><Relationship Type="http://schemas.openxmlformats.org/officeDocument/2006/relationships/slideLayout" Target="/ppt/slideLayouts/slideLayout2.xml" Id="R249c694b83e14400" /><Relationship Type="http://schemas.openxmlformats.org/officeDocument/2006/relationships/slideLayout" Target="/ppt/slideLayouts/slideLayout3.xml" Id="R326b9f41a68142f0" /><Relationship Type="http://schemas.openxmlformats.org/officeDocument/2006/relationships/slideLayout" Target="/ppt/slideLayouts/slideLayout4.xml" Id="R34a178a887b74382" /><Relationship Type="http://schemas.openxmlformats.org/officeDocument/2006/relationships/slideLayout" Target="/ppt/slideLayouts/slideLayout5.xml" Id="Rfde394bf46b54162" /><Relationship Type="http://schemas.openxmlformats.org/officeDocument/2006/relationships/slideLayout" Target="/ppt/slideLayouts/slideLayout6.xml" Id="R601e36175edf472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661a1e9f1e24aa1"/>
    <p:sldLayoutId xmlns:r="http://schemas.openxmlformats.org/officeDocument/2006/relationships" id="2147483650" r:id="R249c694b83e14400"/>
    <p:sldLayoutId xmlns:r="http://schemas.openxmlformats.org/officeDocument/2006/relationships" id="2147483651" r:id="R326b9f41a68142f0"/>
    <p:sldLayoutId xmlns:r="http://schemas.openxmlformats.org/officeDocument/2006/relationships" id="2147483652" r:id="R34a178a887b74382"/>
    <p:sldLayoutId xmlns:r="http://schemas.openxmlformats.org/officeDocument/2006/relationships" id="2147483653" r:id="Rfde394bf46b54162"/>
    <p:sldLayoutId xmlns:r="http://schemas.openxmlformats.org/officeDocument/2006/relationships" id="2147483654" r:id="R601e36175edf47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7878778dfb749d7" /><Relationship Type="http://schemas.openxmlformats.org/officeDocument/2006/relationships/image" Target="/ppt/media/image.png" Id="Rf5f48008a30e4c53" /><Relationship Type="http://schemas.openxmlformats.org/officeDocument/2006/relationships/notesSlide" Target="/ppt/notesSlides/notesSlide1.xml" Id="Rf276c5d761c446c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9081b8dedf54b84" /><Relationship Type="http://schemas.openxmlformats.org/officeDocument/2006/relationships/notesSlide" Target="/ppt/notesSlides/notesSlide2.xml" Id="R8e8cebfc48c24cd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61c5eeca59b4f01" /><Relationship Type="http://schemas.openxmlformats.org/officeDocument/2006/relationships/notesSlide" Target="/ppt/notesSlides/notesSlide3.xml" Id="Ra83e613bcdbf43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0a975ef363f40a6" /><Relationship Type="http://schemas.openxmlformats.org/officeDocument/2006/relationships/image" Target="/ppt/media/image2.png" Id="R0445699bbfb345fd" /><Relationship Type="http://schemas.openxmlformats.org/officeDocument/2006/relationships/notesSlide" Target="/ppt/notesSlides/notesSlide4.xml" Id="Rd0ab1230e8e3433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917593086e14732" /><Relationship Type="http://schemas.openxmlformats.org/officeDocument/2006/relationships/notesSlide" Target="/ppt/notesSlides/notesSlide5.xml" Id="R047633028254412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0c02389429f443a" /><Relationship Type="http://schemas.openxmlformats.org/officeDocument/2006/relationships/notesSlide" Target="/ppt/notesSlides/notesSlide6.xml" Id="R5020f933a47a46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c94ca80d9414b1b" /><Relationship Type="http://schemas.openxmlformats.org/officeDocument/2006/relationships/notesSlide" Target="/ppt/notesSlides/notesSlide7.xml" Id="Rbdc1c71788f94d3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646174a8304444f" /><Relationship Type="http://schemas.openxmlformats.org/officeDocument/2006/relationships/notesSlide" Target="/ppt/notesSlides/notesSlide8.xml" Id="Rf1e91e1729e3485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7e05967407147e4" /><Relationship Type="http://schemas.openxmlformats.org/officeDocument/2006/relationships/image" Target="/ppt/media/image3.png" Id="R9b9dd07cd35d4a65" /><Relationship Type="http://schemas.openxmlformats.org/officeDocument/2006/relationships/notesSlide" Target="/ppt/notesSlides/notesSlide9.xml" Id="R02673737b894471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4440b03344d4786" /><Relationship Type="http://schemas.openxmlformats.org/officeDocument/2006/relationships/image" Target="/ppt/media/image4.png" Id="R07c0c54bf3834281" /><Relationship Type="http://schemas.openxmlformats.org/officeDocument/2006/relationships/notesSlide" Target="/ppt/notesSlides/notesSlide10.xml" Id="Rf0fc864528fd49d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72cc4072de4ea6" /><Relationship Type="http://schemas.openxmlformats.org/officeDocument/2006/relationships/notesSlide" Target="/ppt/notesSlides/notesSlide11.xml" Id="R94170b991613432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c844186651c490b" /><Relationship Type="http://schemas.openxmlformats.org/officeDocument/2006/relationships/image" Target="/ppt/media/image5.png" Id="Ref1de4cc6c0c482a" /><Relationship Type="http://schemas.openxmlformats.org/officeDocument/2006/relationships/image" Target="/ppt/media/image6.png" Id="Red741ffcf2ce4679" /><Relationship Type="http://schemas.openxmlformats.org/officeDocument/2006/relationships/image" Target="/ppt/media/image7.png" Id="R1ade0faff5494997" /><Relationship Type="http://schemas.openxmlformats.org/officeDocument/2006/relationships/notesSlide" Target="/ppt/notesSlides/notesSlide12.xml" Id="R7f0e138e3f654a3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daa130ce20e4dc8" /><Relationship Type="http://schemas.openxmlformats.org/officeDocument/2006/relationships/notesSlide" Target="/ppt/notesSlides/notesSlide13.xml" Id="Rba490cd1fdad4b4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b534f310bb944d8" /><Relationship Type="http://schemas.openxmlformats.org/officeDocument/2006/relationships/notesSlide" Target="/ppt/notesSlides/notesSlide14.xml" Id="R1a6a5efe922e44b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512a7b8338446dd" /><Relationship Type="http://schemas.openxmlformats.org/officeDocument/2006/relationships/image" Target="/ppt/media/image8.png" Id="R0c1f42d53e314a5a" /><Relationship Type="http://schemas.openxmlformats.org/officeDocument/2006/relationships/image" Target="/ppt/media/image9.png" Id="Rb8081b04a8044a8d" /><Relationship Type="http://schemas.openxmlformats.org/officeDocument/2006/relationships/image" Target="/ppt/media/image10.png" Id="R428e0687e6dd4e4f" /><Relationship Type="http://schemas.openxmlformats.org/officeDocument/2006/relationships/notesSlide" Target="/ppt/notesSlides/notesSlide15.xml" Id="R7562a9ade5474a2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8ee3cbe717f4626" /><Relationship Type="http://schemas.openxmlformats.org/officeDocument/2006/relationships/image" Target="/ppt/media/image11.png" Id="Rc2c097260ce64e1d" /><Relationship Type="http://schemas.openxmlformats.org/officeDocument/2006/relationships/notesSlide" Target="/ppt/notesSlides/notesSlide16.xml" Id="R09d948e2940d400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23f2c7750d24cc7" /><Relationship Type="http://schemas.openxmlformats.org/officeDocument/2006/relationships/image" Target="/ppt/media/image12.png" Id="R1c1ce39e2cfd4b8a" /><Relationship Type="http://schemas.openxmlformats.org/officeDocument/2006/relationships/notesSlide" Target="/ppt/notesSlides/notesSlide17.xml" Id="Rfb89588665dc41e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4e7a9f3cd68456a" /><Relationship Type="http://schemas.openxmlformats.org/officeDocument/2006/relationships/notesSlide" Target="/ppt/notesSlides/notesSlide18.xml" Id="R37ff10701320496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64e57429a984651" /><Relationship Type="http://schemas.openxmlformats.org/officeDocument/2006/relationships/notesSlide" Target="/ppt/notesSlides/notesSlide19.xml" Id="R917ec7549794430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6361d2e3b984f12" /><Relationship Type="http://schemas.openxmlformats.org/officeDocument/2006/relationships/notesSlide" Target="/ppt/notesSlides/notesSlide20.xml" Id="R2759b2cbd4844a7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67095420c2940ed" /><Relationship Type="http://schemas.openxmlformats.org/officeDocument/2006/relationships/notesSlide" Target="/ppt/notesSlides/notesSlide21.xml" Id="R80b7635ddb16474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9433f2360184c16" /><Relationship Type="http://schemas.openxmlformats.org/officeDocument/2006/relationships/notesSlide" Target="/ppt/notesSlides/notesSlide22.xml" Id="R02958699e02b4e7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438e1a5c75c44fe" /><Relationship Type="http://schemas.openxmlformats.org/officeDocument/2006/relationships/notesSlide" Target="/ppt/notesSlides/notesSlide23.xml" Id="R9987730132b646e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4773adf72ca4134" /><Relationship Type="http://schemas.openxmlformats.org/officeDocument/2006/relationships/notesSlide" Target="/ppt/notesSlides/notesSlide24.xml" Id="Rc7015d84b7c64cc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f89dbfe93544753" /><Relationship Type="http://schemas.openxmlformats.org/officeDocument/2006/relationships/notesSlide" Target="/ppt/notesSlides/notesSlide25.xml" Id="Ra95c1ef2d86f42c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113089f7240408d" /><Relationship Type="http://schemas.openxmlformats.org/officeDocument/2006/relationships/notesSlide" Target="/ppt/notesSlides/notesSlide26.xml" Id="Rbb324c72e0f340a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523621d4eb148d9" /><Relationship Type="http://schemas.openxmlformats.org/officeDocument/2006/relationships/notesSlide" Target="/ppt/notesSlides/notesSlide27.xml" Id="Ra79c16c6396b47d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4e50ec70b06436f" /><Relationship Type="http://schemas.openxmlformats.org/officeDocument/2006/relationships/notesSlide" Target="/ppt/notesSlides/notesSlide28.xml" Id="Rdadc95e28ee3426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7257c3f07154280" /><Relationship Type="http://schemas.openxmlformats.org/officeDocument/2006/relationships/notesSlide" Target="/ppt/notesSlides/notesSlide29.xml" Id="R8c54b65aabba47a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68cc3df81fe428c" /><Relationship Type="http://schemas.openxmlformats.org/officeDocument/2006/relationships/notesSlide" Target="/ppt/notesSlides/notesSlide30.xml" Id="R112f2405df91476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49f96f825d945da" /><Relationship Type="http://schemas.openxmlformats.org/officeDocument/2006/relationships/notesSlide" Target="/ppt/notesSlides/notesSlide31.xml" Id="Rff2e5e367117448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bdac73471654209" /><Relationship Type="http://schemas.openxmlformats.org/officeDocument/2006/relationships/notesSlide" Target="/ppt/notesSlides/notesSlide32.xml" Id="Rd469207614a9425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74a924ee51d4c52" /><Relationship Type="http://schemas.openxmlformats.org/officeDocument/2006/relationships/notesSlide" Target="/ppt/notesSlides/notesSlide33.xml" Id="R1392396a2bb7400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3159f18fab74c11" /><Relationship Type="http://schemas.openxmlformats.org/officeDocument/2006/relationships/notesSlide" Target="/ppt/notesSlides/notesSlide34.xml" Id="R483251f2b44c496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20f1d9a10d744bf" /><Relationship Type="http://schemas.openxmlformats.org/officeDocument/2006/relationships/notesSlide" Target="/ppt/notesSlides/notesSlide35.xml" Id="R693a5833cc944fd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4a85f2278c44031" /><Relationship Type="http://schemas.openxmlformats.org/officeDocument/2006/relationships/notesSlide" Target="/ppt/notesSlides/notesSlide36.xml" Id="R2b63a5cfd8304c8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df8a3150d9447b1" /><Relationship Type="http://schemas.openxmlformats.org/officeDocument/2006/relationships/notesSlide" Target="/ppt/notesSlides/notesSlide37.xml" Id="Re5f32f1635b8412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80e77683cfb6464a" /><Relationship Type="http://schemas.openxmlformats.org/officeDocument/2006/relationships/notesSlide" Target="/ppt/notesSlides/notesSlide38.xml" Id="R6edfc7bd227047c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d92737ba7fa42d0" /><Relationship Type="http://schemas.openxmlformats.org/officeDocument/2006/relationships/notesSlide" Target="/ppt/notesSlides/notesSlide39.xml" Id="Rbbd7dda2d5584be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9a3a69ce22f646b5" /><Relationship Type="http://schemas.openxmlformats.org/officeDocument/2006/relationships/image" Target="/ppt/media/image13.png" Id="R00e7f8eea7c34c01" /><Relationship Type="http://schemas.openxmlformats.org/officeDocument/2006/relationships/image" Target="/ppt/media/image14.png" Id="Rf4b5a90a29f94171" /><Relationship Type="http://schemas.openxmlformats.org/officeDocument/2006/relationships/notesSlide" Target="/ppt/notesSlides/notesSlide40.xml" Id="R3a8e55c364834d6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4c439546d7e4112" /><Relationship Type="http://schemas.openxmlformats.org/officeDocument/2006/relationships/image" Target="/ppt/media/image15.png" Id="Rddae4870e92740b0" /><Relationship Type="http://schemas.openxmlformats.org/officeDocument/2006/relationships/notesSlide" Target="/ppt/notesSlides/notesSlide41.xml" Id="Rfcb3c2156b9f4ee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6cfcb6e8c4545fb" /><Relationship Type="http://schemas.openxmlformats.org/officeDocument/2006/relationships/notesSlide" Target="/ppt/notesSlides/notesSlide42.xml" Id="R3f205b8a67b1428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05b73240afb47da" /><Relationship Type="http://schemas.openxmlformats.org/officeDocument/2006/relationships/notesSlide" Target="/ppt/notesSlides/notesSlide43.xml" Id="R513d6533d770409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45dd209f816a4469" /><Relationship Type="http://schemas.openxmlformats.org/officeDocument/2006/relationships/notesSlide" Target="/ppt/notesSlides/notesSlide44.xml" Id="R2e49783957734a0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c624700cc7c4a32" /><Relationship Type="http://schemas.openxmlformats.org/officeDocument/2006/relationships/notesSlide" Target="/ppt/notesSlides/notesSlide45.xml" Id="R4bbec025f9694bb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620fee3d560b4a75" /><Relationship Type="http://schemas.openxmlformats.org/officeDocument/2006/relationships/notesSlide" Target="/ppt/notesSlides/notesSlide46.xml" Id="R29cc92d4df96426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9c465ddbe94e4f96" /><Relationship Type="http://schemas.openxmlformats.org/officeDocument/2006/relationships/notesSlide" Target="/ppt/notesSlides/notesSlide47.xml" Id="Rd039a10292424a4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0be4c49d7db645e6" /><Relationship Type="http://schemas.openxmlformats.org/officeDocument/2006/relationships/notesSlide" Target="/ppt/notesSlides/notesSlide48.xml" Id="R4313fbaabcf04d6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e3177dd37394992" /><Relationship Type="http://schemas.openxmlformats.org/officeDocument/2006/relationships/notesSlide" Target="/ppt/notesSlides/notesSlide49.xml" Id="Rd71ac9111bde481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239ba528aefa48c8" /><Relationship Type="http://schemas.openxmlformats.org/officeDocument/2006/relationships/notesSlide" Target="/ppt/notesSlides/notesSlide50.xml" Id="Raf0339e3ac494694"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044ade4a47694c48" /><Relationship Type="http://schemas.openxmlformats.org/officeDocument/2006/relationships/notesSlide" Target="/ppt/notesSlides/notesSlide51.xml" Id="Raeb6d53accac49a5"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601382f19e8140cd" /><Relationship Type="http://schemas.openxmlformats.org/officeDocument/2006/relationships/notesSlide" Target="/ppt/notesSlides/notesSlide52.xml" Id="R125a399986aa431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76d63386f4434930" /><Relationship Type="http://schemas.openxmlformats.org/officeDocument/2006/relationships/notesSlide" Target="/ppt/notesSlides/notesSlide53.xml" Id="Ra145824d3c8a4c9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86c113592af4884" /><Relationship Type="http://schemas.openxmlformats.org/officeDocument/2006/relationships/notesSlide" Target="/ppt/notesSlides/notesSlide54.xml" Id="R3cacc0e5ccec431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7c2fea686af4db5" /><Relationship Type="http://schemas.openxmlformats.org/officeDocument/2006/relationships/notesSlide" Target="/ppt/notesSlides/notesSlide55.xml" Id="R9b29c0208bef4fa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e7d1de7f0dc4036" /><Relationship Type="http://schemas.openxmlformats.org/officeDocument/2006/relationships/image" Target="/ppt/media/image16.png" Id="Rcbabbff7dc7d44a9" /><Relationship Type="http://schemas.openxmlformats.org/officeDocument/2006/relationships/image" Target="/ppt/media/image17.png" Id="Rc7bb9efdbcde4f3c" /><Relationship Type="http://schemas.openxmlformats.org/officeDocument/2006/relationships/notesSlide" Target="/ppt/notesSlides/notesSlide56.xml" Id="R5e2c72b9b5b94a4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da9c1c565a8d4a62" /><Relationship Type="http://schemas.openxmlformats.org/officeDocument/2006/relationships/notesSlide" Target="/ppt/notesSlides/notesSlide57.xml" Id="Raf3f9f9bb4d0479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f5fa7012d38645ed" /><Relationship Type="http://schemas.openxmlformats.org/officeDocument/2006/relationships/notesSlide" Target="/ppt/notesSlides/notesSlide58.xml" Id="Re81d401d8d9644f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89d2da6b3fd74179" /><Relationship Type="http://schemas.openxmlformats.org/officeDocument/2006/relationships/notesSlide" Target="/ppt/notesSlides/notesSlide59.xml" Id="Rd61f23536c8c402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4b70670d576f4c5f" /><Relationship Type="http://schemas.openxmlformats.org/officeDocument/2006/relationships/notesSlide" Target="/ppt/notesSlides/notesSlide60.xml" Id="R431b77fd5e6f430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e428316e1f344ea9" /><Relationship Type="http://schemas.openxmlformats.org/officeDocument/2006/relationships/notesSlide" Target="/ppt/notesSlides/notesSlide61.xml" Id="R2768709dadc7431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33b5f7b29cce4c51" /><Relationship Type="http://schemas.openxmlformats.org/officeDocument/2006/relationships/notesSlide" Target="/ppt/notesSlides/notesSlide62.xml" Id="R191f9ba87d6e460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ad2af9d6150140be" /><Relationship Type="http://schemas.openxmlformats.org/officeDocument/2006/relationships/notesSlide" Target="/ppt/notesSlides/notesSlide63.xml" Id="R8ca8b9e154ec4df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a2a0eea60d544f0d" /><Relationship Type="http://schemas.openxmlformats.org/officeDocument/2006/relationships/chart" Target="/ppt/slides/charts/chart1.xml" Id="Rce552c4f2d2a4331" /><Relationship Type="http://schemas.openxmlformats.org/officeDocument/2006/relationships/notesSlide" Target="/ppt/notesSlides/notesSlide64.xml" Id="R5eb2c0aa9f1e4a1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09729fd546844de0" /><Relationship Type="http://schemas.openxmlformats.org/officeDocument/2006/relationships/notesSlide" Target="/ppt/notesSlides/notesSlide65.xml" Id="Rdc301d24740c476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29be9b246964453e" /><Relationship Type="http://schemas.openxmlformats.org/officeDocument/2006/relationships/notesSlide" Target="/ppt/notesSlides/notesSlide66.xml" Id="Rf1b766c328ef416a"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97c225fb56124e06" /><Relationship Type="http://schemas.openxmlformats.org/officeDocument/2006/relationships/notesSlide" Target="/ppt/notesSlides/notesSlide67.xml" Id="R41b402b718fb4968"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18cf4c0a6f6140ea" /><Relationship Type="http://schemas.openxmlformats.org/officeDocument/2006/relationships/notesSlide" Target="/ppt/notesSlides/notesSlide68.xml" Id="R187522dd66c840a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2670e40f7dc54bca" /><Relationship Type="http://schemas.openxmlformats.org/officeDocument/2006/relationships/notesSlide" Target="/ppt/notesSlides/notesSlide69.xml" Id="Rb1ed9f4c81c045c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a9b4c1eec8f447f5" /><Relationship Type="http://schemas.openxmlformats.org/officeDocument/2006/relationships/notesSlide" Target="/ppt/notesSlides/notesSlide70.xml" Id="R4226ec06ac4240f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9701a09908f94998" /><Relationship Type="http://schemas.openxmlformats.org/officeDocument/2006/relationships/notesSlide" Target="/ppt/notesSlides/notesSlide71.xml" Id="Ra094f3b77b104de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299e88034ccb4222" /><Relationship Type="http://schemas.openxmlformats.org/officeDocument/2006/relationships/image" Target="/ppt/media/image18.png" Id="Rc7e944235dca4226" /><Relationship Type="http://schemas.openxmlformats.org/officeDocument/2006/relationships/notesSlide" Target="/ppt/notesSlides/notesSlide72.xml" Id="Rbb73a30b33ff47ee"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ee1c505eb1ba42c2" /><Relationship Type="http://schemas.openxmlformats.org/officeDocument/2006/relationships/notesSlide" Target="/ppt/notesSlides/notesSlide73.xml" Id="R0b66e1f0a4cd45b2"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ac2a339185464efe" /><Relationship Type="http://schemas.openxmlformats.org/officeDocument/2006/relationships/notesSlide" Target="/ppt/notesSlides/notesSlide74.xml" Id="Rd00ac30a188742d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fb3b8c7cd2f6477b" /><Relationship Type="http://schemas.openxmlformats.org/officeDocument/2006/relationships/notesSlide" Target="/ppt/notesSlides/notesSlide75.xml" Id="R2e4dd1c4449a47e7"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e6f994098ee24d37" /><Relationship Type="http://schemas.openxmlformats.org/officeDocument/2006/relationships/notesSlide" Target="/ppt/notesSlides/notesSlide76.xml" Id="R46e7b47ed825480f"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1b97f9b172fe497e" /><Relationship Type="http://schemas.openxmlformats.org/officeDocument/2006/relationships/notesSlide" Target="/ppt/notesSlides/notesSlide77.xml" Id="R69b0ab30420044c0"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cdf1b7c0bcf54204" /><Relationship Type="http://schemas.openxmlformats.org/officeDocument/2006/relationships/notesSlide" Target="/ppt/notesSlides/notesSlide78.xml" Id="Rd303b365109e48d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a32c8eb9e3cf485e" /><Relationship Type="http://schemas.openxmlformats.org/officeDocument/2006/relationships/notesSlide" Target="/ppt/notesSlides/notesSlide79.xml" Id="Rd83092758d364585"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ebb2823b0ab4779" /><Relationship Type="http://schemas.openxmlformats.org/officeDocument/2006/relationships/notesSlide" Target="/ppt/notesSlides/notesSlide80.xml" Id="R21259c3c658e448f"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4dcd716dfc854a05" /><Relationship Type="http://schemas.openxmlformats.org/officeDocument/2006/relationships/notesSlide" Target="/ppt/notesSlides/notesSlide81.xml" Id="Ra75571ea99424e21"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a7c20736ef9e4d3f" /><Relationship Type="http://schemas.openxmlformats.org/officeDocument/2006/relationships/notesSlide" Target="/ppt/notesSlides/notesSlide82.xml" Id="R352e72721f064705"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92b588303a124514" /><Relationship Type="http://schemas.openxmlformats.org/officeDocument/2006/relationships/notesSlide" Target="/ppt/notesSlides/notesSlide83.xml" Id="R44799c0c498a42a2"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41506ec5a0f44487" /><Relationship Type="http://schemas.openxmlformats.org/officeDocument/2006/relationships/notesSlide" Target="/ppt/notesSlides/notesSlide84.xml" Id="R8b79dafeaead4903"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39721ac9518c4e6f" /><Relationship Type="http://schemas.openxmlformats.org/officeDocument/2006/relationships/notesSlide" Target="/ppt/notesSlides/notesSlide85.xml" Id="R36e56ca8b06c4ce6"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7d19178aab6e4d7d" /><Relationship Type="http://schemas.openxmlformats.org/officeDocument/2006/relationships/notesSlide" Target="/ppt/notesSlides/notesSlide86.xml" Id="Rb6b56cabfa7442f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daf3527233834606" /><Relationship Type="http://schemas.openxmlformats.org/officeDocument/2006/relationships/notesSlide" Target="/ppt/notesSlides/notesSlide87.xml" Id="R12aceb504e8d4314"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21093633a7f54469" /><Relationship Type="http://schemas.openxmlformats.org/officeDocument/2006/relationships/notesSlide" Target="/ppt/notesSlides/notesSlide88.xml" Id="R6a2b427701fd43d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89547daf17af4574" /><Relationship Type="http://schemas.openxmlformats.org/officeDocument/2006/relationships/notesSlide" Target="/ppt/notesSlides/notesSlide89.xml" Id="R409380c1c88d45bb"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a008ce752a284956" /><Relationship Type="http://schemas.openxmlformats.org/officeDocument/2006/relationships/notesSlide" Target="/ppt/notesSlides/notesSlide90.xml" Id="R1dfd9e21357048f2"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41b1e52fb4e648f5" /><Relationship Type="http://schemas.openxmlformats.org/officeDocument/2006/relationships/notesSlide" Target="/ppt/notesSlides/notesSlide91.xml" Id="R66a882649006463b"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bdf95d36f5f04289" /><Relationship Type="http://schemas.openxmlformats.org/officeDocument/2006/relationships/notesSlide" Target="/ppt/notesSlides/notesSlide92.xml" Id="R6b823d2d3a624d25"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1277268ebd254272" /><Relationship Type="http://schemas.openxmlformats.org/officeDocument/2006/relationships/image" Target="/ppt/media/image19.png" Id="R3faf858e03564f70" /><Relationship Type="http://schemas.openxmlformats.org/officeDocument/2006/relationships/notesSlide" Target="/ppt/notesSlides/notesSlide93.xml" Id="R6d6a9c6e46494f0c"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2b907f37225043ae" /><Relationship Type="http://schemas.openxmlformats.org/officeDocument/2006/relationships/notesSlide" Target="/ppt/notesSlides/notesSlide94.xml" Id="Re1bdb1a2e3a947c5"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e8dfe119c38644d2" /><Relationship Type="http://schemas.openxmlformats.org/officeDocument/2006/relationships/notesSlide" Target="/ppt/notesSlides/notesSlide95.xml" Id="R06f0e388d48a41bf"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7349e67aa2994d54" /><Relationship Type="http://schemas.openxmlformats.org/officeDocument/2006/relationships/notesSlide" Target="/ppt/notesSlides/notesSlide96.xml" Id="R6e0fdcd64b234603"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cd7bd10a7a934c80" /><Relationship Type="http://schemas.openxmlformats.org/officeDocument/2006/relationships/notesSlide" Target="/ppt/notesSlides/notesSlide97.xml" Id="R11d6f703ee534a2b"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cde38a454fb945a6" /><Relationship Type="http://schemas.openxmlformats.org/officeDocument/2006/relationships/notesSlide" Target="/ppt/notesSlides/notesSlide98.xml" Id="R5cd8a9f488a640cf"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06812f50a04244a4" /><Relationship Type="http://schemas.openxmlformats.org/officeDocument/2006/relationships/notesSlide" Target="/ppt/notesSlides/notesSlide99.xml" Id="R55ad88db30bd4424"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dafd0b6da94540f2" /><Relationship Type="http://schemas.openxmlformats.org/officeDocument/2006/relationships/notesSlide" Target="/ppt/notesSlides/notesSlide100.xml" Id="R4c1da5253b49490f"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94acf5466a8c4d52" /><Relationship Type="http://schemas.openxmlformats.org/officeDocument/2006/relationships/notesSlide" Target="/ppt/notesSlides/notesSlide101.xml" Id="R9d15d13443174bcb"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d8e75401c084471e" /><Relationship Type="http://schemas.openxmlformats.org/officeDocument/2006/relationships/notesSlide" Target="/ppt/notesSlides/notesSlide102.xml" Id="R0f9355703eb9409f"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d792e5a8c6334ca5" /><Relationship Type="http://schemas.openxmlformats.org/officeDocument/2006/relationships/notesSlide" Target="/ppt/notesSlides/notesSlide103.xml" Id="R3ac6b77d38ba4a17"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d85bc5f6849a455b" /><Relationship Type="http://schemas.openxmlformats.org/officeDocument/2006/relationships/notesSlide" Target="/ppt/notesSlides/notesSlide104.xml" Id="R4deeb4f3077c445c"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eebd06f1239c4f26" /><Relationship Type="http://schemas.openxmlformats.org/officeDocument/2006/relationships/notesSlide" Target="/ppt/notesSlides/notesSlide105.xml" Id="R65483c393819428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9184E7C4-6604-46D3-BE77-A9F4573993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C8517CD9-528E-49E4-BD95-E68F2E5573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5417CEE8-1D9F-438B-B091-3A3E91A40A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1B8145D8-52C2-45E1-94FF-E8846DF8B5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9056E0AB-3C76-4160-9123-D31FE7716F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C1AEF817-A5B5-4AAC-8A8D-86DC26DD7D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7F616639-4961-4616-8DF4-F1E7AA926295}"/>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9F213ABA-B9E2-4166-9F1C-645AD4DBEF06}"/>
              </a:ext>
            </a:extLst>
          </p:cNvPr>
          <p:cNvPicPr>
            <a:picLocks xmlns:a="http://schemas.openxmlformats.org/drawingml/2006/main" noChangeAspect="1"/>
          </p:cNvPicPr>
          <p:nvPr/>
        </p:nvPicPr>
        <p:blipFill>
          <a:blip xmlns:r="http://schemas.openxmlformats.org/officeDocument/2006/relationships" xmlns:a="http://schemas.openxmlformats.org/drawingml/2006/main" r:embed="Rf5f48008a30e4c53"/>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9A8F4B61-9D3C-4409-8091-F1EA38DD9C9B}"/>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F10BE24-3EF1-418B-8E58-3F9A5CC39E84}"/>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8A3C8BF-3C8F-4B32-8241-433A0A105799}"/>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FE9704E2-2763-41CC-BA30-3F79340CF8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2292714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553FC8B6-6F86-4975-A530-2CD6B31FE7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A698659E-E564-41C3-BB95-3A90AB59D0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D4DA328E-C979-4F30-A4BF-665E984020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32C5EAA9-D019-4B21-A35C-EE0EC49960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7734E19C-7C59-4387-BD71-E2F7A716C1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3212811C-71D5-4708-BA0C-47FF3A25B8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0FE31F14-965A-4F5C-9CCD-60FCB0FFB83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5E2AD454-E204-4CEB-A17C-69608AEC0EF7}"/>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1B6FAC60-64CF-439B-8E0D-3CDF6ACE5DB2}"/>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7423B784-D8E0-4C9E-8BE0-39D4B81B40C0}"/>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8A94CFC-BEB7-430A-AAF1-B2056735034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520B9ECA-C6A6-4F64-85B1-DD3079778D9C}"/>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9EEC4AC0-C8C2-4836-8C77-46FAEACFE64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CE68DBD-9FF5-414C-B821-AB007DCE41E5}"/>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F4047889-761E-4AAF-8E62-453D893EA54C}"/>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B8B82353-73D4-4525-908B-97633B394C2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B34FDF26-7897-4D2D-91B8-2E3B648681AA}"/>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B54C059F-3F4A-46DC-B91D-37EC31FEBDC3}"/>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16B0E9AB-BD7C-4189-B21E-77B4960FB29B}"/>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663D1E2D-A5D3-459A-BEB4-89014E63C082}"/>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13F8045-CE37-4393-94C5-DB0986DC15E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EF3F89D9-F01F-4D7C-82E4-BB5566BEE24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5B453777-ED41-4E53-AF2C-D4FF70BB866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77938DE3-F815-4263-878F-18F81F54489D}"/>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3A559EDA-2841-46CF-842B-3A739756246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D2F176C5-5CB7-48F8-9E81-7BA05B014E50}"/>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3933C243-F971-4E73-99EF-3795D0EC26BB}"/>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28D30BE6-0109-4347-B6B8-9892E3D18C6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8C34916D-DCCC-4ED6-B7C4-62EB4610905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4679555-C9F3-48B9-A732-4D67516F4B52}"/>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CC9B569-FC54-45F6-8206-4F5875FAC82C}"/>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993813AE-6FE4-4AEC-AFDF-08F98E67D90F}"/>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2B15D44F-4927-475A-B3A1-88730F2EDC18}"/>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7865D90F-CFD1-4687-9B0D-B80A4CB5456F}"/>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43427E67-6C9B-4DC7-9860-C6C0AB0418C0}"/>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F954373-0C04-48AD-AB75-B6B0525E30D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A917BC0C-05B8-4AC0-A9D9-09DB71464A41}"/>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03E15BCD-8719-4233-8F07-782F3C17F9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3800756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86EF8B33-4E51-45F6-8CC2-47105DAF13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49B9C51E-E3A4-4C7A-B515-40A9DAD47D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4B1887D0-5ED4-4B0F-AD39-4BE6EE7A51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5969C498-9425-497F-BA92-66C385C749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346B92BA-9211-452D-91C4-FCA3B31D8E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316FE67C-9A1A-43CB-BA30-AE05683DD9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E4E9189F-FE9C-4AED-877B-C10D969169F3}"/>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DC9C21C4-B202-482A-A2A4-E66FE9D3C8E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AC870CC6-E470-4209-AEE1-E11E913F337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20ACAB17-9ADA-4C1B-97DD-786D69B6AD15}"/>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5A717905-1515-482C-B787-3F7CEC310EA7}"/>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C59754DD-9FCF-4749-973E-85AE34539D9A}"/>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9A894A1E-0E50-4404-9932-8DC29F9EEC0E}"/>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7812DACA-0ED6-45C5-BFEB-668C60067D82}"/>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1A7A82B4-F574-452F-B12F-F2FA29EDCB8D}"/>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80BE7A3-C7F8-405E-840B-E5ABB44FED21}"/>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D039CC3-7095-4BCB-8558-2F5580D1E0B5}"/>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4B209F8-4F68-4C71-A6D4-A54A0612CAD4}"/>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B51D0B48-2848-40A7-9D2B-99AFCCE664BC}"/>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0D5EF2B-84A6-48A3-A61F-ECC8CD3C1197}"/>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36272B3B-9A48-4A66-8A8F-E0E73764F534}"/>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75FDBCC5-B1C3-4EB3-89B2-A3F1DD040BC0}"/>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B65C1A08-FD61-45BD-8C0C-ABC698ECE760}"/>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51511CC-95C8-43CD-B377-55EF74DE5D32}"/>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56B1472D-0C1D-4764-BDC2-447BAC2D4CC0}"/>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BD8A2C6D-CCB6-45F7-A060-E2C1752899FB}"/>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67F23CBB-DFFF-44D3-A042-BC3DF51D015C}"/>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801B7CC9-5BD2-4DE7-9786-610B0E53FF7D}"/>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30CFB85-C73C-4181-89EC-868CE6B70EC2}"/>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9719FA2B-2521-4E47-8098-CD733FEA4D41}"/>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36542AF-A8C1-4DB7-AB2F-4671DD28CF50}"/>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EA4E9B94-0E74-46D7-8BA9-17D15036F77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23FDCEE8-51BC-4DCA-8CD7-79D71941C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2677497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C309B471-58A0-46C4-BDAA-019EA66501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F237E708-2659-4FE7-998E-E733DB0882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B9BCEE70-332F-4517-A4DE-CF06E56C91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1B5CD323-9917-4F47-8359-C094D3749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E8886F21-3ECF-488B-B2A1-10BFC63E85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44F49F69-E056-4FFB-9CC9-F3265FECB6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85E9414E-1053-4BF0-BB15-CDF1A5FD560F}"/>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BDB92E4E-6174-41AE-9639-AA75D265AEE9}"/>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1389664F-9251-4C59-B2F9-C191562949B5}"/>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E279E099-7829-4898-8B8C-79D661454FC4}"/>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90138D84-74CF-42D4-9933-632450AEF442}"/>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A5F84643-5703-4D46-A2D5-518EC9D303F7}"/>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7E08486A-4DDA-486D-BB13-101E98223E5E}"/>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DF9C1230-A5BB-4343-9E22-F439341AF9DA}"/>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A8F94FA5-0B9B-428E-ACCD-0B1EBADCD590}"/>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6905C54-E2CA-4DD2-923E-DCFC8E6420D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3FBC391-974A-4AFD-8458-7E5C0742C03A}"/>
              </a:ext>
            </a:extLst>
          </p:cNvPr>
          <p:cNvPicPr>
            <a:picLocks xmlns:a="http://schemas.openxmlformats.org/drawingml/2006/main" noChangeAspect="1"/>
          </p:cNvPicPr>
          <p:nvPr/>
        </p:nvPicPr>
        <p:blipFill>
          <a:blip xmlns:r="http://schemas.openxmlformats.org/officeDocument/2006/relationships" xmlns:a="http://schemas.openxmlformats.org/drawingml/2006/main" r:embed="R0445699bbfb345fd"/>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18F8B0B1-B86D-42F5-8D89-1520187D717B}"/>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3199DD93-9710-488C-95F6-AB3D4A80B8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5081052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D8794DD4-AEA0-4823-9CE0-32989DF22C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5">
            <a:extLst xmlns:a="http://schemas.openxmlformats.org/drawingml/2006/main">
              <a:ext uri="{FF2B5EF4-FFF2-40B4-BE49-F238E27FC236}">
                <a16:creationId xmlns:a16="http://schemas.microsoft.com/office/drawing/2014/main" id="{59C717D9-758C-4C94-A04E-ACFFFFBC6D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Crop은 기대한 폭보다 한 열을 더 포함했다">
            <a:extLst xmlns:a="http://schemas.openxmlformats.org/drawingml/2006/main">
              <a:ext uri="{FF2B5EF4-FFF2-40B4-BE49-F238E27FC236}">
                <a16:creationId xmlns:a16="http://schemas.microsoft.com/office/drawing/2014/main" id="{C9B3D316-4C22-4263-8BF7-8FEFE0F744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034D0D0E-DF42-48F8-B024-F8461D79E1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FD4E2C1C-2CCC-415E-8A51-CF4442755C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C4419F33-BD96-4852-8D53-D957E79A59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65FD788B-7B93-4782-B448-51EE2A3BBF72}"/>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202B3CC-FACB-4CCA-A9E4-A39D764F3924}"/>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A8F13558-129C-488E-B5D4-7FBB3F85638E}"/>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45D16241-067F-421F-92B7-199ACD9D1EEA}"/>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DAFD8B6C-9600-4537-9D53-71B135C3BEF0}"/>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30D74F23-A5E3-4947-8A2F-8CC855BCEE27}"/>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173E2CD0-DAED-42A3-94F5-ADDF507DEC45}"/>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6E741D1A-94A6-49D4-A170-1512CCD425FC}"/>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234DEDC4-6FEB-4F99-9458-C01740A9A6B9}"/>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80896D43-2A8F-4C29-A9EB-7E91DEFD7752}"/>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E6025351-32F0-4143-B6E8-2729A6888582}"/>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2551564B-2330-4955-874A-6435135F383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878AD5CE-0852-43A8-9505-C204163991EB}"/>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B26A6AF0-FD65-4112-A77C-3DB4568F50AE}"/>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1C080F13-514C-4AAA-9DCC-01C26823C0B3}"/>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79B02A3E-3560-4E5F-B378-D63ED61A213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9D36D2DF-284E-4370-93B5-CE5BE1A6280A}"/>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C2DC4DD7-3E41-4F87-B537-0911F8543286}"/>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9119D9F2-88C1-472C-B4CE-0C84180DAEA5}"/>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EDFD7C2A-F3DB-4AFC-810E-271E120F5C0D}"/>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008AB482-2D07-4680-B1B0-86D33C8BDB6E}"/>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8AE9F3C2-2551-4502-A3D3-318C98E155D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A62F3406-0827-438E-AF70-B4CCE0FEC956}"/>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79E1BDC5-67CB-4438-B2FB-BEC96A77D33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77D17819-FF1B-4C05-873C-19D7AB2BDBFE}"/>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CD08FCBE-7213-4740-A88A-879807B0B911}"/>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B34835CA-5BE3-4D2D-BB07-3A54115E190E}"/>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289602FC-BE6C-4B16-BFAC-6E21F32BA2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3006733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A03E8765-9504-49C8-8F34-C410F08420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6">
            <a:extLst xmlns:a="http://schemas.openxmlformats.org/drawingml/2006/main">
              <a:ext uri="{FF2B5EF4-FFF2-40B4-BE49-F238E27FC236}">
                <a16:creationId xmlns:a16="http://schemas.microsoft.com/office/drawing/2014/main" id="{4DE48C59-C1E9-4B07-974E-28805A82CF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테스트·명세·구현을 연결해 원인을 설명했다">
            <a:extLst xmlns:a="http://schemas.openxmlformats.org/drawingml/2006/main">
              <a:ext uri="{FF2B5EF4-FFF2-40B4-BE49-F238E27FC236}">
                <a16:creationId xmlns:a16="http://schemas.microsoft.com/office/drawing/2014/main" id="{ED7EF147-0EE2-416C-A725-E379CB272F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2039B57B-B9A8-424D-9F12-64E46CF9E1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15A274DF-B142-47B4-88F4-C9B722BD4D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E18A657A-F6F8-4752-A404-F13B273A17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2162A20D-9C49-4B78-BBF8-3B42B86817DC}"/>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03DA961-8B85-494B-B726-08E8BD7A9BA9}"/>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4030FAFE-E0AE-46B5-947E-9A85569A0123}"/>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E860948D-B450-4F48-828E-361ECAB8E192}"/>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8B864D8C-0FAA-47EB-B9F5-F5D8D1FC018F}"/>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BF2B6751-EA55-40CE-8FC1-0876795A3DD6}"/>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4BA25DAB-50BF-4270-8FC5-859DAB97A011}"/>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BF89FEF4-3A8F-40A8-89FE-96CB69396393}"/>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5737B433-E0A0-4BC8-8DBA-716EDA768942}"/>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C417BE98-0FB4-413B-80FA-883AFDE1EE2F}"/>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D4F4BF8E-E3AB-474C-8080-6179F21C363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58F4467-EFE8-4C0B-801B-A1F7EEA077ED}"/>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0E28DCE8-2FBA-426C-83EB-B0F1A2992CBD}"/>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D1EACDE9-C8C1-4B1A-8841-DE0C3174B097}"/>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10CACCD3-7069-4536-A35D-FB6703CE3666}"/>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779D7DDB-F21C-4009-A224-643AC9D57A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4997686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60A7C0D9-AF54-4244-AE78-368D2C72D3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7">
            <a:extLst xmlns:a="http://schemas.openxmlformats.org/drawingml/2006/main">
              <a:ext uri="{FF2B5EF4-FFF2-40B4-BE49-F238E27FC236}">
                <a16:creationId xmlns:a16="http://schemas.microsoft.com/office/drawing/2014/main" id="{95F45B70-E1BA-4C1D-A862-1965D46E9F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8B7F45CF-4DF9-4581-A441-212EA32BAA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F18A18F9-154D-4AF4-84B7-E4112641BB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6E7CA957-AAB1-4274-A951-2B44984B8C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6B6DE753-7D87-4D48-B26F-C0ABB9B799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2278D5A2-8C54-4B34-B36B-EEAC2F0D07DC}"/>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B5712155-1CD0-43A2-B1BA-40C88F582168}"/>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1AD3E71E-93A0-45AE-983F-CA51DA8A3D5D}"/>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CE957109-3DF0-451A-B447-6CBC83CBD531}"/>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EE98E881-B620-4AC4-83E0-5EC6783DA1E0}"/>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62372D74-1C08-42DC-A3A4-37CD2D492ADD}"/>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C37A40E7-CB96-498D-AA4B-B66BB1B290EF}"/>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CFCB5034-2CB7-4581-9EE1-65ABAEA4BEC4}"/>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0186D5D7-2F14-49B7-B5DF-6E76DEDD8588}"/>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A99505F-F705-4C71-AD74-2E87C4FAD635}"/>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B1DE205C-9388-41F5-B158-76D628548A83}"/>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AF11A668-9B89-4A45-A8C8-77BA84A7DAA3}"/>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6C4E8DDC-E2F4-4B33-BC10-EEA17CF7DCEB}"/>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D80A1B47-37A3-45FD-82B9-CF96B19F70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16077490"/>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EA4518AC-96C9-4745-9DE2-7A35DBF077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8">
            <a:extLst xmlns:a="http://schemas.openxmlformats.org/drawingml/2006/main">
              <a:ext uri="{FF2B5EF4-FFF2-40B4-BE49-F238E27FC236}">
                <a16:creationId xmlns:a16="http://schemas.microsoft.com/office/drawing/2014/main" id="{1DEF025B-9921-46D0-8B66-532C4F7F1C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7CDC73BD-11F4-47EF-A42C-40EAD59372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501A46E4-15DF-4B83-978E-87FDDEEA76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99245F18-1614-4ADD-8765-C10EBDDE4D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E6486494-778C-4CEF-B8D8-1EED2089B1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B87141E-4092-4EF4-94DD-EC04911FF86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5373CA81-4EB5-4F0E-BECF-FC286E3F0A23}"/>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6FA224EE-09AF-4970-8925-5789C6A33A4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408AEC6D-8F5D-4231-A7F2-6C7C1FA5E530}"/>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DD79BA3-CA28-4D3D-9D7C-2D433C260DA8}"/>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993EA9CA-10A0-419B-8AB8-0B2AC30703D3}"/>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240F0387-B2A4-43CA-AEFB-3CD1AFF7E99C}"/>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2127EB94-B79E-43E2-ADD3-6348B314791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F04EFC4-C8B9-4140-B736-3730285998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3C1E868-8218-4B3F-8586-5393E055D152}"/>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7188AD83-F0C2-4AF8-BED2-0ECB56BCBA64}"/>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C31C4F64-8852-43B6-86C3-B1541150E76F}"/>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AC1715A5-50B7-424C-9344-35CD6066DF5F}"/>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4CB08DE6-B588-412E-8FFE-1CC3616BEB2D}"/>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7EBC564D-41C5-4B64-84F0-47B0B4C19F43}"/>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889573F0-C34D-49F4-829B-8422BFDD1128}"/>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2D68D9F8-5037-4621-9B33-4998761C0E83}"/>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58F67B93-E038-45F7-9676-9E3AD07DC7E4}"/>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9F2D64F6-7E7E-49CC-952B-05B00007BA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196795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7E6EFA4C-B90E-4A06-A43E-3CBAC649E54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09">
            <a:extLst xmlns:a="http://schemas.openxmlformats.org/drawingml/2006/main">
              <a:ext uri="{FF2B5EF4-FFF2-40B4-BE49-F238E27FC236}">
                <a16:creationId xmlns:a16="http://schemas.microsoft.com/office/drawing/2014/main" id="{DEA1D584-3239-4C1A-B7F4-66F0FA782E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Chatbot에 이 자료를 직접 전달한다면?">
            <a:extLst xmlns:a="http://schemas.openxmlformats.org/drawingml/2006/main">
              <a:ext uri="{FF2B5EF4-FFF2-40B4-BE49-F238E27FC236}">
                <a16:creationId xmlns:a16="http://schemas.microsoft.com/office/drawing/2014/main" id="{46BE617E-054A-4D82-A62B-C4AB18A51D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8560063-A0CF-47F5-BE64-322A83FE9C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AC3F7C76-2AC2-4E00-8A37-6E1378FC18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E438C816-407D-40B4-B310-78BEE3EE84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2F0A884A-CF2A-4A09-8DC0-A4ED354D855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A81E9322-30FA-4A83-A935-F19C802E9FD1}"/>
              </a:ext>
            </a:extLst>
          </p:cNvPr>
          <p:cNvPicPr>
            <a:picLocks xmlns:a="http://schemas.openxmlformats.org/drawingml/2006/main" noChangeAspect="1"/>
          </p:cNvPicPr>
          <p:nvPr/>
        </p:nvPicPr>
        <p:blipFill>
          <a:blip xmlns:r="http://schemas.openxmlformats.org/officeDocument/2006/relationships" xmlns:a="http://schemas.openxmlformats.org/drawingml/2006/main" r:embed="R9b9dd07cd35d4a65"/>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44EE8010-3EDA-4444-8364-AAA6845C200C}"/>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E384447F-9A2D-44E4-938D-08ACBC1A6A82}"/>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02E46961-FBF9-4963-B708-9814C6605DC4}"/>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A94BEA4C-9F2E-46A1-88C6-21C314855F16}"/>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F5D3BFC4-2EAA-4263-8096-29430432C2C3}"/>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384DAC8-3645-4C3D-A91B-BAF46EB9DCB1}"/>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16DE780B-3443-4760-B7E0-07B54F729E2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467C239B-1799-4E15-9E7A-30B80DB804F8}"/>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EB2CFFFA-5F94-4FED-84FC-CD91E445D846}"/>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C1ED3EA9-F71A-46B7-8749-B24F220F8F6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09254B8C-57A5-49F1-83E7-5A3E7C26FBDA}"/>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2899A79-3608-4D28-AF87-4D87B6CB43A1}"/>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9AEFEB58-901D-49E1-A800-D3749381A714}"/>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6C23E386-3543-41E1-B5B4-D803E62D4C0D}"/>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35291BE2-4E54-4DE6-A16A-F29686C32B71}"/>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CCBA0BCD-E138-4CE2-BE17-BBA9856E6F10}"/>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8D5506D1-8754-4F7B-ACF1-C5E69FD37C78}"/>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FB6ADAC-AFE7-4023-A6B6-8F079B621B74}"/>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B3D3CF1F-15AC-49F9-80FF-29E5DEEEB838}"/>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24EA1C2A-C7A6-49DE-BD78-9651F50701B7}"/>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1FE748BF-F860-41E0-89CE-FDE19D042CEE}"/>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C3239B04-B34A-4799-B5DA-D672BE20F7B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C16046BE-4FB4-45DF-82D5-5ABF5BCE0EB6}"/>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CCF1DCC6-31CC-47E7-AA86-83416870B364}"/>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A7BD4074-39A3-4B77-A96B-6E59CBC9B22B}"/>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DF1C0CE3-1092-4721-AD90-BC9FC9EED992}"/>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0F3AD33F-FC60-4626-8F05-74249C38DA3A}"/>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8D390E29-E4F0-47E1-995A-D115A43FEF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8363957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22A88F6C-98EC-43D9-BB76-3E3368091D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0">
            <a:extLst xmlns:a="http://schemas.openxmlformats.org/drawingml/2006/main">
              <a:ext uri="{FF2B5EF4-FFF2-40B4-BE49-F238E27FC236}">
                <a16:creationId xmlns:a16="http://schemas.microsoft.com/office/drawing/2014/main" id="{771DCEEE-F98C-4B11-ACCF-C5EA33BAC7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Agent가 자료를 직접 찾아 연결했다">
            <a:extLst xmlns:a="http://schemas.openxmlformats.org/drawingml/2006/main">
              <a:ext uri="{FF2B5EF4-FFF2-40B4-BE49-F238E27FC236}">
                <a16:creationId xmlns:a16="http://schemas.microsoft.com/office/drawing/2014/main" id="{C9551033-69FF-4947-8D0E-DEFA3124D2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1B5ACEBE-4184-4CCF-9C2D-F20E544F34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24F1BF2B-4F8F-4722-8894-ECB40B71D7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8D753A21-64C5-43EE-BCB4-6B85666896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7387C186-64DD-4AEF-B34A-3DBAB85A4606}"/>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A05C1888-8F2A-4674-BB66-66DF7FD5AA25}"/>
              </a:ext>
            </a:extLst>
          </p:cNvPr>
          <p:cNvPicPr>
            <a:picLocks xmlns:a="http://schemas.openxmlformats.org/drawingml/2006/main" noChangeAspect="1"/>
          </p:cNvPicPr>
          <p:nvPr/>
        </p:nvPicPr>
        <p:blipFill>
          <a:blip xmlns:r="http://schemas.openxmlformats.org/officeDocument/2006/relationships" xmlns:a="http://schemas.openxmlformats.org/drawingml/2006/main" r:embed="R07c0c54bf3834281"/>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C696346-8A6B-48A6-84EF-8493E8FFDCA7}"/>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9EDE40B1-0E43-4C4D-A75A-EBA70D416609}"/>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CE41A36F-A690-4D7B-83B1-80BE5A6E627F}"/>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14791B1-885D-4C15-8D2F-44E8DE0BE5CE}"/>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5F12C7F5-B1CD-4864-B8A0-CBB7FD114BD0}"/>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E3F00F51-E3DC-47D3-8A47-B9A0CE6983C6}"/>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76339CF9-ABB6-4FD4-B9CE-4DFB8D680928}"/>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CC42E64-1168-4487-90E3-E06ABA5A9BE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2DB700CF-3B2C-43F5-B701-E6F8061BC3A6}"/>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DEC1D74D-D570-45E4-B6CA-46D5DDA5B57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27468542-BE03-4748-AA51-33397FC43E5A}"/>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24514F2E-0324-4CF4-8134-9984BF637D16}"/>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392638DC-D49A-4F64-8BBB-ADE9CD1C89F5}"/>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CF0D621C-9E3D-47FB-A1A9-F07D4768CC27}"/>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75AC378-A112-43C7-9349-07C8230514A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703FB09D-A1E4-4E3B-9FF6-5CD9A6ED85D6}"/>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CB92CCED-B58B-477C-BAFA-4AFDE0F9E8AF}"/>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71E65F56-81D6-47E6-BDB2-6943872F701E}"/>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D8DFC2CE-1FEE-472E-A14F-84E7FDD01683}"/>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04E7A851-0117-4E62-8B3D-8D494BDAAD42}"/>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8B0F011D-5D8C-4685-97E4-08B9B7DE2ABA}"/>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52843192-4AD2-4DE1-A82D-58517E808DA3}"/>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B44F9962-B7F5-4695-BB4D-94A806A3F51A}"/>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129D4D3C-D320-496A-8DCB-B1F7025A3254}"/>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8AA15591-2830-4813-82E5-41FF837D4EA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E3E86076-DA4E-4A98-BBF0-4B5960E49B00}"/>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A0BA16B3-2B7B-4ACE-90FC-01ECFDC4012D}"/>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B8353263-AFB9-40E8-A55D-2E3E0D3A6C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1956340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F0AD60A2-A374-4717-9550-66B275D970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1">
            <a:extLst xmlns:a="http://schemas.openxmlformats.org/drawingml/2006/main">
              <a:ext uri="{FF2B5EF4-FFF2-40B4-BE49-F238E27FC236}">
                <a16:creationId xmlns:a16="http://schemas.microsoft.com/office/drawing/2014/main" id="{6FD933B0-4B48-46EA-B1E9-0EFF8932CE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Repository 작업은 Codex에서 시작한다">
            <a:extLst xmlns:a="http://schemas.openxmlformats.org/drawingml/2006/main">
              <a:ext uri="{FF2B5EF4-FFF2-40B4-BE49-F238E27FC236}">
                <a16:creationId xmlns:a16="http://schemas.microsoft.com/office/drawing/2014/main" id="{509895DD-9937-4C9E-BDC2-B51601FB8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F4CE97A3-EBD2-4AA0-8C8D-92722ADC98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8B386A12-0F66-44D9-9315-B5C505890A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46B31F8B-7D62-4E1F-A70D-97A747643B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58009500-E56D-4980-ACF2-8F7E966AA345}"/>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E20405D0-BCE1-4610-A3A3-B41138F2674A}"/>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0699F891-142A-4469-98DF-9F4340269316}"/>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AC22F4B3-E2F6-411A-A49C-D8B426519E8C}"/>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2E4C35D4-FBED-4A77-B3FB-F0EF4005C312}"/>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1E28F10F-A6AE-46CF-9717-5AC225B62F69}"/>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6FEC7173-8BBC-4F8A-97B5-FDFEB39F097F}"/>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BD7B04DD-5D2B-4C18-B66A-68B6BE2B865A}"/>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30030480-CEF6-4B63-ADAA-D7E409EE3B1B}"/>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7312719A-B441-4E30-B5B1-13301667F9A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10FCB623-29E7-4538-AE47-1F75C108E175}"/>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D76EB9A2-787F-4776-9A45-970030838A29}"/>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81A2FCDF-C439-41CF-BD16-DCAFE6D2E3D7}"/>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C3FC613B-4FC0-49DA-9A06-4BE8727E2889}"/>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9755ED2A-D4A1-43F3-AB0A-754A459CBF04}"/>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E011C003-F34E-4205-A793-DBEBCA52DE4D}"/>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5DC81AFA-4C6C-4D3E-90FF-43BB6D931DBB}"/>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056DCC35-723D-4132-AF54-4B6098731627}"/>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D4851A7E-ACD4-47B4-B885-C8A5A4E0987B}"/>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3BC350A1-AB6B-4503-A0DB-0D37F434E555}"/>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F618F420-9CCC-4CFB-9213-700E38BC6C2D}"/>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C0D68C82-678A-41D9-A303-8025CF398B6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608DEEC6-0025-4F6C-A06A-7E6D5DB0DF2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729075D2-E474-4127-A28E-4E7A4671AF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7022612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E53AC40F-1CEC-4C77-AE88-081C28B785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2">
            <a:extLst xmlns:a="http://schemas.openxmlformats.org/drawingml/2006/main">
              <a:ext uri="{FF2B5EF4-FFF2-40B4-BE49-F238E27FC236}">
                <a16:creationId xmlns:a16="http://schemas.microsoft.com/office/drawing/2014/main" id="{AE8E2A7A-BFEA-4213-9936-8653F45892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접근과 Task 의도는 별개다">
            <a:extLst xmlns:a="http://schemas.openxmlformats.org/drawingml/2006/main">
              <a:ext uri="{FF2B5EF4-FFF2-40B4-BE49-F238E27FC236}">
                <a16:creationId xmlns:a16="http://schemas.microsoft.com/office/drawing/2014/main" id="{222A619D-AF73-44F2-9A0E-F566B4798A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8CAD9C2D-897B-4B25-9CFC-76FC1504BE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F22903A9-CE52-4D0F-9879-B0902FF503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801B9E4D-E411-4D4D-870D-75B467770E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D48D43FA-AFE1-4F10-9DC5-1957B33024F2}"/>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C3F489F-D580-4585-AFC5-5E45C43935A2}"/>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B4DDC8B-72DE-4736-BD0F-88523A8F1FEF}"/>
              </a:ext>
            </a:extLst>
          </p:cNvPr>
          <p:cNvPicPr>
            <a:picLocks xmlns:a="http://schemas.openxmlformats.org/drawingml/2006/main" noChangeAspect="1"/>
          </p:cNvPicPr>
          <p:nvPr/>
        </p:nvPicPr>
        <p:blipFill>
          <a:blip xmlns:r="http://schemas.openxmlformats.org/officeDocument/2006/relationships" xmlns:a="http://schemas.openxmlformats.org/drawingml/2006/main" r:embed="Ref1de4cc6c0c482a"/>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930B1EB-42DE-4D95-B7D2-2D29B642F1E8}"/>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3E89B459-A237-4ABA-AD82-53829BEB95B4}"/>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A29159C-F743-450D-B20E-77049EB3D31C}"/>
              </a:ext>
            </a:extLst>
          </p:cNvPr>
          <p:cNvPicPr>
            <a:picLocks xmlns:a="http://schemas.openxmlformats.org/drawingml/2006/main" noChangeAspect="1"/>
          </p:cNvPicPr>
          <p:nvPr/>
        </p:nvPicPr>
        <p:blipFill>
          <a:blip xmlns:r="http://schemas.openxmlformats.org/officeDocument/2006/relationships" xmlns:a="http://schemas.openxmlformats.org/drawingml/2006/main" r:embed="Red741ffcf2ce4679"/>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FC0D94F1-FF09-4D0A-8C0F-5E0DB18E939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76E70209-3CE3-48F3-B65B-B10BA384234D}"/>
              </a:ext>
            </a:extLst>
          </p:cNvPr>
          <p:cNvPicPr>
            <a:picLocks xmlns:a="http://schemas.openxmlformats.org/drawingml/2006/main" noChangeAspect="1"/>
          </p:cNvPicPr>
          <p:nvPr/>
        </p:nvPicPr>
        <p:blipFill>
          <a:blip xmlns:r="http://schemas.openxmlformats.org/officeDocument/2006/relationships" xmlns:a="http://schemas.openxmlformats.org/drawingml/2006/main" r:embed="R1ade0faff5494997"/>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0F7E2FC0-607C-4053-BA2A-17CBFC992969}"/>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F6182060-672C-40BC-AD82-5CC787AB2B1A}"/>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6D1B770B-4456-46EF-8B09-4D0FB38C7D29}"/>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B736BC0C-C97F-41D2-B940-EA7995EEBDDD}"/>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DFA4CD07-3A63-4A05-A6E5-484D22233D6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0223C5E6-2736-4A5A-9F6A-6A659C6B8B9D}"/>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04C8DDF-A1F8-486E-B01C-9AD7AC6080C2}"/>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1B92AC6C-2E58-48DB-8C63-3590CDC99A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784765470"/>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필요한 팁 찾아보기">
            <a:extLst xmlns:a="http://schemas.openxmlformats.org/drawingml/2006/main">
              <a:ext uri="{FF2B5EF4-FFF2-40B4-BE49-F238E27FC236}">
                <a16:creationId xmlns:a16="http://schemas.microsoft.com/office/drawing/2014/main" id="{23C38900-8A6C-4271-895D-0FD3FD708A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필요한 팁 찾아보기</a:t>
            </a:r>
          </a:p>
        </p:txBody>
      </p:sp>
      <p:sp>
        <p:nvSpPr>
          <p:cNvPr id="2" name="S13">
            <a:extLst xmlns:a="http://schemas.openxmlformats.org/drawingml/2006/main">
              <a:ext uri="{FF2B5EF4-FFF2-40B4-BE49-F238E27FC236}">
                <a16:creationId xmlns:a16="http://schemas.microsoft.com/office/drawing/2014/main" id="{D7202879-6F89-4C56-9975-8B520395CF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ACT 0 실무 적용 팁 모아보기">
            <a:extLst xmlns:a="http://schemas.openxmlformats.org/drawingml/2006/main">
              <a:ext uri="{FF2B5EF4-FFF2-40B4-BE49-F238E27FC236}">
                <a16:creationId xmlns:a16="http://schemas.microsoft.com/office/drawing/2014/main" id="{4854E909-CF0A-4B2C-8F68-B0C6142466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ACT 0 실무 적용 팁 모아보기</a:t>
            </a:r>
          </a:p>
        </p:txBody>
      </p:sp>
      <p:sp>
        <p:nvSpPr>
          <p:cNvPr id="4" name="">
            <a:extLst xmlns:a="http://schemas.openxmlformats.org/drawingml/2006/main">
              <a:ext uri="{FF2B5EF4-FFF2-40B4-BE49-F238E27FC236}">
                <a16:creationId xmlns:a16="http://schemas.microsoft.com/office/drawing/2014/main" id="{F0DFAFF5-4B5A-469C-B6F3-29A6814053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7">
            <a:extLst xmlns:a="http://schemas.openxmlformats.org/drawingml/2006/main">
              <a:ext uri="{FF2B5EF4-FFF2-40B4-BE49-F238E27FC236}">
                <a16:creationId xmlns:a16="http://schemas.microsoft.com/office/drawing/2014/main" id="{D6AB3F8F-CA05-40D9-B671-406C958A6B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DEC-0087</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1A0687BD-9A19-48A5-B25E-3B86D582C2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2244A387-020A-47F2-8B03-2733B2E3FA1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3F2BBC7A-70BC-4C63-9B7E-D0E3C0DCE3C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4B3AE09D-439F-483F-82C9-0C25A6848F80}"/>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F8AD44A9-0352-4FAE-980B-0CDD746DAF77}"/>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0734177D-791A-4830-A740-44FEDC28C75A}"/>
              </a:ext>
            </a:extLst>
          </p:cNvPr>
          <p:cNvSpPr>
            <a:spLocks xmlns:a="http://schemas.openxmlformats.org/drawingml/2006/main" noGrp="1"/>
          </p:cNvSpPr>
          <p:nvPr/>
        </p:nvSpPr>
        <p:spPr>
          <a:xfrm xmlns:a="http://schemas.openxmlformats.org/drawingml/2006/main">
            <a:off x="609600" y="3076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1">
            <a:extLst xmlns:a="http://schemas.openxmlformats.org/drawingml/2006/main">
              <a:ext uri="{FF2B5EF4-FFF2-40B4-BE49-F238E27FC236}">
                <a16:creationId xmlns:a16="http://schemas.microsoft.com/office/drawing/2014/main" id="{63D78F0C-77D1-485E-A4EF-EBBC87A4B7F0}"/>
              </a:ext>
            </a:extLst>
          </p:cNvPr>
          <p:cNvSpPr>
            <a:spLocks xmlns:a="http://schemas.openxmlformats.org/drawingml/2006/main" noGrp="1"/>
          </p:cNvSpPr>
          <p:nvPr/>
        </p:nvSpPr>
        <p:spPr>
          <a:xfrm xmlns:a="http://schemas.openxmlformats.org/drawingml/2006/main">
            <a:off x="609600" y="3076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a:t>
            </a:r>
          </a:p>
        </p:txBody>
      </p:sp>
      <p:sp>
        <p:nvSpPr>
          <p:cNvPr id="13" name="Repository 작업은 Codex에서 시작한다">
            <a:extLst xmlns:a="http://schemas.openxmlformats.org/drawingml/2006/main">
              <a:ext uri="{FF2B5EF4-FFF2-40B4-BE49-F238E27FC236}">
                <a16:creationId xmlns:a16="http://schemas.microsoft.com/office/drawing/2014/main" id="{9CFF0A1E-9295-451D-A413-6E1E1BE976DC}"/>
              </a:ext>
            </a:extLst>
          </p:cNvPr>
          <p:cNvSpPr>
            <a:spLocks xmlns:a="http://schemas.openxmlformats.org/drawingml/2006/main" noGrp="1"/>
          </p:cNvSpPr>
          <p:nvPr/>
        </p:nvSpPr>
        <p:spPr>
          <a:xfrm xmlns:a="http://schemas.openxmlformats.org/drawingml/2006/main">
            <a:off x="1714500" y="307657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Repository 작업은 Codex에서 시작한다</a:t>
            </a:r>
          </a:p>
        </p:txBody>
      </p:sp>
      <p:sp>
        <p:nvSpPr>
          <p:cNvPr id="14" name="Legacy module connection">
            <a:extLst xmlns:a="http://schemas.openxmlformats.org/drawingml/2006/main">
              <a:ext uri="{FF2B5EF4-FFF2-40B4-BE49-F238E27FC236}">
                <a16:creationId xmlns:a16="http://schemas.microsoft.com/office/drawing/2014/main" id="{3ADA6B92-3D60-4CB2-A66F-0CF4E159A5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9439495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162B79A-76FA-40A4-9389-36F6847F80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C7F0A626-B069-4799-BADD-94466BF6E4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03D29A39-3D7C-4103-AA8C-EBA2CEFEB3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8477DA64-D073-49F6-A26E-99D29EEABA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5FD8913C-0931-414F-9F26-760CA773A7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71982654-7429-4249-B13B-1927864AD9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537553BA-1BCB-47B5-93D3-DA4ED4FA4177}"/>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B09D311F-3FAF-4D3C-B264-83D817409EB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423497B4-D79B-4A76-905E-605F888EA370}"/>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00204DE0-B350-4176-BA8F-197CF213BFD5}"/>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CA30B825-2080-48F5-A054-A39441A1B6CE}"/>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346357A2-8BC6-44AA-B83E-7C312406527B}"/>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D8DBD3C-D3C3-46F9-97E1-A19C1A593056}"/>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EE3CF7F-3D7F-47C8-9DCE-4E3A3B291D25}"/>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93E914AA-A0B3-4842-BB47-4ABF16F7E517}"/>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594E6E5E-F218-424C-9ACE-CCB44A72336F}"/>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A22AD1EB-E41C-4F49-8DAB-7FA93C375D98}"/>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2DDB8192-8FF2-4021-A7F4-418E6081C866}"/>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DED8A37-A7FA-43B8-94BD-0D4FD76283B1}"/>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CFA9CA91-F366-4BEF-AEF2-1B2893EBDB4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D045C6E6-20DA-44BC-9306-E8486E193697}"/>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37649FA2-42F7-4833-8A4A-89C7A6944AB1}"/>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05858DDF-4997-48F4-B281-924458B170B6}"/>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16DD6002-7495-4BFC-A905-A3643A8CA2A7}"/>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4C076068-8CD2-44EC-8707-3812B28D8523}"/>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FB29B964-B71A-48A2-A620-0B50074DCC0C}"/>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CBB3F84-6EA8-4772-B328-D41195193118}"/>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E11DCA1A-5940-46F1-8741-4593AD9283C6}"/>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9294611-B636-41E1-BCC3-B28AC1AE8355}"/>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5BB35026-FF06-4E74-9601-72CD24031395}"/>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04AB9F4-ABD7-4650-AEF1-096A301F4B21}"/>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1640860E-6696-43AC-B98B-45100A3AC502}"/>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FFAE69DE-1230-490F-BFFE-C4ECFC6D78F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80791B7C-4B9A-4C31-A91B-D859539F51AC}"/>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68149603-E237-4087-9791-B5C8A79CA12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C9F06D99-3FDD-4A48-A837-AEE52DF56A9E}"/>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1EF7C92D-BA9B-4FBD-85C1-1123AF8B9C25}"/>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9C19FCE1-3E82-4C00-98F2-E86C624089E0}"/>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A56F781-B82B-4E5B-8E55-FFE7A3CDA946}"/>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FCD6BEBB-9A19-4641-8130-A76B406BE038}"/>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894AA6DD-EC22-406B-A90F-000612EA4FE9}"/>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CB054260-EEA9-48A4-8876-BEE76F8E1675}"/>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BF252D2-540C-4396-982F-72736E06CFC0}"/>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AB91D301-1D00-4A1B-952A-4DE27BEC3D38}"/>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4D9387F7-702C-4EA6-ABED-AC5EB1666368}"/>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FB6833AA-9922-4C91-9DEE-69B84B4B7952}"/>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4909DA1A-F4EB-4BB6-8953-99E71E234310}"/>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3B7CE7A3-FD4E-4AC7-8083-5DE7CC1E59A6}"/>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EA80A58F-B02C-49C7-B135-6628119BF01E}"/>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8EBB0659-BDB0-4DEE-956D-435AB4387319}"/>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B0021D62-4EA7-4E65-BD44-89C27F307D2B}"/>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F44066C7-9477-4665-8773-4ADDBE60AA6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FFCF1FA6-EA4F-471B-A819-3D268464223E}"/>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DCA455E7-3645-4BE8-A436-3692D48FA1EC}"/>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017C5C9B-E732-42FF-B437-FE510CF1310E}"/>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6238912-F63D-4CD0-BA6C-2A99F996A534}"/>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6C53E8D3-D0EB-4035-804B-6C8146F01A89}"/>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F08A3EC9-A036-4FD9-A0AE-30397954CA13}"/>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5F05B644-ACD8-4CC6-A8B8-A3981B69E3BD}"/>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B277C10-EBA3-4711-9F95-DD1DDF3A98ED}"/>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C176B374-21B1-4D14-9575-F3AC87F1A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72950475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57E2FA2B-F3C6-434E-8044-03CC3F6D1C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5">
            <a:extLst xmlns:a="http://schemas.openxmlformats.org/drawingml/2006/main">
              <a:ext uri="{FF2B5EF4-FFF2-40B4-BE49-F238E27FC236}">
                <a16:creationId xmlns:a16="http://schemas.microsoft.com/office/drawing/2014/main" id="{CA9908D5-A39A-4CC7-84DC-0BB4B863B4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에는 무엇이 아직 정해지지 않았을까?">
            <a:extLst xmlns:a="http://schemas.openxmlformats.org/drawingml/2006/main">
              <a:ext uri="{FF2B5EF4-FFF2-40B4-BE49-F238E27FC236}">
                <a16:creationId xmlns:a16="http://schemas.microsoft.com/office/drawing/2014/main" id="{77B63DA5-65EB-4FB4-9A76-4D9915FB38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28CF82D8-AB3A-4E2C-B2D4-55EE299215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B1D7E051-4AA7-42B0-AEED-DF37F1B33F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3D35E250-5173-45EC-B8B1-5DE61BCBF1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3801196D-F84F-4E68-8FC0-472ED20CF7D3}"/>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CAB05E4A-C96E-4CC7-8C5B-E2F77A4E4CB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2EB93CF2-D295-49A2-A100-D44265F67648}"/>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46E7AF1F-881F-4D1A-A743-A8CCE6717A2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FDE04672-0CF4-4536-9114-997FB450D2F7}"/>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92B2144E-D9D7-4EB8-B682-F8C1CF7875C1}"/>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38826997-2391-49F6-AE70-67E5E1E7A81D}"/>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0A66755-05D0-42D2-97C6-A674CB9A046B}"/>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11D6304A-46C9-4761-9C45-D8475AFCB5BC}"/>
              </a:ext>
            </a:extLst>
          </p:cNvPr>
          <p:cNvPicPr>
            <a:picLocks xmlns:a="http://schemas.openxmlformats.org/drawingml/2006/main" noChangeAspect="1"/>
          </p:cNvPicPr>
          <p:nvPr/>
        </p:nvPicPr>
        <p:blipFill>
          <a:blip xmlns:r="http://schemas.openxmlformats.org/officeDocument/2006/relationships" xmlns:a="http://schemas.openxmlformats.org/drawingml/2006/main" r:embed="R0c1f42d53e314a5a"/>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DEBD9DDB-8D58-4A3F-BA5A-A785CA4126F2}"/>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3BFC5EC9-797F-4D5E-A223-995CBA2A68D7}"/>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966714B9-6F34-4E76-9A6C-2459D5F0BA20}"/>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31EB93D8-B9BB-4FCE-8C03-801858450D6C}"/>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2BFAB667-5B15-4801-A5FA-829BFCCAAE28}"/>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C2D8E476-65FD-46D4-80B4-CFEAB2C4506B}"/>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45FD21F4-F6C8-4883-B2EA-7A3F2014A1BC}"/>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5FF809B0-A4DD-4580-918E-867902FDBABD}"/>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F5AA016C-E1A7-4DF3-A307-18AB74E7EC1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DF10A1CC-7D13-4244-A31E-7204E807141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85458BCB-A345-4907-9E4A-24D2D9733A57}"/>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7EEB8048-6511-4778-9966-76858C12FD73}"/>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01BAF2CB-92E4-415A-9850-5E27D88C2F8F}"/>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E15DC11A-074F-4BD1-8FCB-83FBDB6D2479}"/>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48089F7D-2445-437E-B2E1-36004E83A4BD}"/>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0F100780-2EAE-4C4E-8B13-DFA6F4E92A4F}"/>
              </a:ext>
            </a:extLst>
          </p:cNvPr>
          <p:cNvPicPr>
            <a:picLocks xmlns:a="http://schemas.openxmlformats.org/drawingml/2006/main" noChangeAspect="1"/>
          </p:cNvPicPr>
          <p:nvPr/>
        </p:nvPicPr>
        <p:blipFill>
          <a:blip xmlns:r="http://schemas.openxmlformats.org/officeDocument/2006/relationships" xmlns:a="http://schemas.openxmlformats.org/drawingml/2006/main" r:embed="Rb8081b04a8044a8d"/>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0E9B9FF3-420C-41CF-92CB-40658AF65AA4}"/>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1E8A33AE-9D4B-4961-9257-7F2E1D430EEE}"/>
              </a:ext>
            </a:extLst>
          </p:cNvPr>
          <p:cNvPicPr>
            <a:picLocks xmlns:a="http://schemas.openxmlformats.org/drawingml/2006/main" noChangeAspect="1"/>
          </p:cNvPicPr>
          <p:nvPr/>
        </p:nvPicPr>
        <p:blipFill>
          <a:blip xmlns:r="http://schemas.openxmlformats.org/officeDocument/2006/relationships" xmlns:a="http://schemas.openxmlformats.org/drawingml/2006/main" r:embed="R428e0687e6dd4e4f"/>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D57F15E4-1DC6-4553-AF49-30AA160E29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253325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2A99053F-B7B8-4A72-A0B8-ECBF348328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6">
            <a:extLst xmlns:a="http://schemas.openxmlformats.org/drawingml/2006/main">
              <a:ext uri="{FF2B5EF4-FFF2-40B4-BE49-F238E27FC236}">
                <a16:creationId xmlns:a16="http://schemas.microsoft.com/office/drawing/2014/main" id="{8056A61B-7168-48F7-9838-C959800AFB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요청만으로는 의도가 보이지 않는다">
            <a:extLst xmlns:a="http://schemas.openxmlformats.org/drawingml/2006/main">
              <a:ext uri="{FF2B5EF4-FFF2-40B4-BE49-F238E27FC236}">
                <a16:creationId xmlns:a16="http://schemas.microsoft.com/office/drawing/2014/main" id="{117C714C-EAC3-458A-AF99-99C494E47E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68D971E-39D0-4555-A881-56B4DFF271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79EA883A-0564-4E60-982E-B2E7E159D4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13BE01B4-02DC-4C07-A5BF-2C9C4B8374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87C3709E-7A4A-4780-BF6B-BB07F587C1AC}"/>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95B30A3F-C6C2-4D4D-8172-EAE8A1EE0A4B}"/>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ED894D3-645D-4BF9-80A4-E3280EFB5F6C}"/>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583D0ED4-A0BD-4BC1-A35C-CFCEA4ABEF39}"/>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AABBDC1A-E1AC-4277-B3A2-CBC939764A05}"/>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E2792D66-F5A7-42A6-9A21-3559DCD25C4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04168C1-7120-49B6-8F9B-73E9BEE03C13}"/>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DE85DFC-C972-4F7A-8275-6BD7C98C8F60}"/>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4E1FD62-0DEC-4AC0-8ABE-D7277B561E39}"/>
              </a:ext>
            </a:extLst>
          </p:cNvPr>
          <p:cNvPicPr>
            <a:picLocks xmlns:a="http://schemas.openxmlformats.org/drawingml/2006/main" noChangeAspect="1"/>
          </p:cNvPicPr>
          <p:nvPr/>
        </p:nvPicPr>
        <p:blipFill>
          <a:blip xmlns:r="http://schemas.openxmlformats.org/officeDocument/2006/relationships" xmlns:a="http://schemas.openxmlformats.org/drawingml/2006/main" r:embed="Rc2c097260ce64e1d"/>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1EE4FD8D-B445-4A47-8CAF-0F6C26E89C34}"/>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4629A875-1F89-409B-B32F-F1C5C75C07FE}"/>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B9B93A45-AD52-4380-A0F9-862D9F88602D}"/>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C5CD385A-4925-4B2C-BC4C-E4EEB47094B6}"/>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D7AA8E33-5CF7-448F-B24E-72E050C17EC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22592810-5EC5-4FFF-B927-D7D90DB0850B}"/>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48992B43-ED3C-4072-9CBA-220CB996D73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71691A5F-CD34-41E6-9BA7-43F59402B94F}"/>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1F93E491-71AF-4854-A6CF-F9923E79E04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FCCFBFA3-0C55-474D-AE83-46101AFDE42D}"/>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47873E0D-8E9D-45F7-90DA-09B277CDCA8B}"/>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1F1EB5DA-3F75-4559-94B1-6FC250FF8048}"/>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C1E0F241-BE43-4F33-946A-3CF14F76C8E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81BE7E63-9B4F-4D28-B9DE-0A900E617EA2}"/>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842604AB-EF06-4EB2-97B7-294DFFD23E8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E14292C-6E01-4667-B4ED-658756CFFF1A}"/>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D513DF69-4DCA-4032-95F8-CEBABECB3369}"/>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CC3B709B-088B-4603-A81F-124F43A72EF8}"/>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FA9EF602-5D19-4A55-A4BF-F3B61E1D148F}"/>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1C2AF7A2-6015-4E16-B209-46DAA94A0A9C}"/>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772470F9-10DF-4357-AB5C-5BF8D31C3DFC}"/>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02C6015C-C8EC-48AE-B920-478D4590ED93}"/>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DA3ECA94-C602-4D59-8107-C23F4351D899}"/>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80F272D2-9012-47BD-A6FC-54F08D38A736}"/>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D4007398-9D9D-4D99-8130-63C7F7763211}"/>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A9BC9DEA-6283-494A-8C34-E51B290935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0713478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A0355A68-6165-4D8D-BF82-BC31ED1B44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7">
            <a:extLst xmlns:a="http://schemas.openxmlformats.org/drawingml/2006/main">
              <a:ext uri="{FF2B5EF4-FFF2-40B4-BE49-F238E27FC236}">
                <a16:creationId xmlns:a16="http://schemas.microsoft.com/office/drawing/2014/main" id="{AA16D18A-B2D7-454F-A814-14BE85684D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원하는 작업 경로를 Prompt에 담는다">
            <a:extLst xmlns:a="http://schemas.openxmlformats.org/drawingml/2006/main">
              <a:ext uri="{FF2B5EF4-FFF2-40B4-BE49-F238E27FC236}">
                <a16:creationId xmlns:a16="http://schemas.microsoft.com/office/drawing/2014/main" id="{BDF9ADA1-516E-4CC0-9B0F-95BAD1ABF2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0234B401-B032-4BD3-9B35-2CBBB0164D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D004E151-387F-40D6-80A7-134B778EC9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98633552-159A-40C6-BF53-25214DFF64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068F2AB8-BA15-43D6-80FA-360F03562D6E}"/>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7009FF28-7621-4C79-BEFB-D3D63122C1D6}"/>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8E1E7F37-AA2A-4395-B996-872DE363F065}"/>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D31C5CD8-C799-4E2B-817C-7255E6AB337D}"/>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42C4DE12-5CCF-4DEE-B17E-5E4CAD16D5BF}"/>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02DD588A-30B8-4A99-9442-EC04620E7B39}"/>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47A9BB3A-A976-420E-9FDD-D6EA6DF18AD7}"/>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DE322BDD-3949-44B6-ABBD-3E95BD9587FC}"/>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02D86295-7141-480A-BF7D-599594464B9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8D6A64B5-AD3B-49B3-B755-6CB6BD63EEB4}"/>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97750BD4-A5CB-4A09-BBB1-7054119437EA}"/>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402DC9C7-FB25-4B29-9A17-15EACB0ADD80}"/>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1717D4A7-C27E-40E9-AE69-A7D267E8E87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F03E8997-2E4F-4B98-B170-DAF577C2E0E9}"/>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7E1E9EE8-09B6-4F06-9113-B0D894400FB4}"/>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C2828C8C-F57C-4E03-B743-9FE2A0E629A1}"/>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6D1FFA3-8600-4FD8-9B11-EB5B327E523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9759ECA1-04C6-4542-8BA3-0518B184D2D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AB154C0B-09F9-4284-8279-50D9F5778306}"/>
              </a:ext>
            </a:extLst>
          </p:cNvPr>
          <p:cNvPicPr>
            <a:picLocks xmlns:a="http://schemas.openxmlformats.org/drawingml/2006/main" noChangeAspect="1"/>
          </p:cNvPicPr>
          <p:nvPr/>
        </p:nvPicPr>
        <p:blipFill>
          <a:blip xmlns:r="http://schemas.openxmlformats.org/officeDocument/2006/relationships" xmlns:a="http://schemas.openxmlformats.org/drawingml/2006/main" r:embed="R1c1ce39e2cfd4b8a"/>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FC11060E-2961-454F-A385-938862C4482E}"/>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68333267-5407-4992-A89C-80AC23343976}"/>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7BA3E011-87FB-4F73-A0CF-5C3252F81C0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ED908EA8-D427-4499-BE76-BC774D0B7177}"/>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98F38C2B-4905-4375-AACB-16CB862CFBE4}"/>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D4BA0922-F702-44A0-A985-FC2A830C647C}"/>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04CF8954-43F6-43AF-BCE3-42B0F0F0332E}"/>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7D310EA6-9522-444A-9C16-04AAEB19676D}"/>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FD6DF77-B45E-4630-B2D6-8788A56614A0}"/>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45AA6FEE-DE98-4170-AB30-074C2D507D3E}"/>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85E5FD22-5614-40F1-B061-78B9187DF50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191E122F-EDB9-41E1-A63B-48088A428F44}"/>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14C6B69B-BAB1-47E3-B04C-08FAA5DF052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7FCE595D-FC6E-4D6E-883C-E56193E5C2A8}"/>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912B0E23-368E-403B-A0E5-1105C019853A}"/>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D06EF2AC-647C-4979-AF6C-44C2C91361A6}"/>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531F926E-B44A-4854-81C8-825861D969B5}"/>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D0A20A2-58DD-42BC-B12C-0127058F15E7}"/>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74E7C38A-73C4-44C4-B0BC-E853ABFD4E79}"/>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2A0D2E8-CEF3-4A22-9A0E-BFC699AEDB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3870645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8EE2BEDF-FD65-457F-9F17-DCD98BC458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8">
            <a:extLst xmlns:a="http://schemas.openxmlformats.org/drawingml/2006/main">
              <a:ext uri="{FF2B5EF4-FFF2-40B4-BE49-F238E27FC236}">
                <a16:creationId xmlns:a16="http://schemas.microsoft.com/office/drawing/2014/main" id="{B99EEFB9-95F3-4359-AF24-E791D94D28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개발자가 정해야 하는 경계">
            <a:extLst xmlns:a="http://schemas.openxmlformats.org/drawingml/2006/main">
              <a:ext uri="{FF2B5EF4-FFF2-40B4-BE49-F238E27FC236}">
                <a16:creationId xmlns:a16="http://schemas.microsoft.com/office/drawing/2014/main" id="{3DC9C515-40FB-47D7-96DE-FCF54C60E5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DD40FD86-A180-4492-BE89-720340F778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92F74500-64E3-496B-8E6D-77DA0C6F9B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92798A3E-229B-40F6-A484-ED65C9BEC5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FF1DB9CC-440A-44E9-BABF-752DE1A5DB74}"/>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FB84BE35-63C3-4CD0-8CA8-9522842C1051}"/>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6BE8BE4A-817D-4ACA-BD0E-7DB6E8B0A7A2}"/>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26CC09DE-E7ED-475C-81A6-67619254687C}"/>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87EBEAD-88EF-4A41-921D-0CA77DA39214}"/>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F627DED9-091B-4DDC-A98A-AE02E80F30C1}"/>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9773B3A3-43E1-4620-9FED-C93833E37F1F}"/>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79BC6686-74A0-4200-828E-7C8AD8CF4E28}"/>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37850F66-DC1D-47FB-A2C9-38954D2B0BB5}"/>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DD858A79-2556-4D32-BA4C-F9CB2CE4BE49}"/>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0653515A-9DB7-48EF-B35C-8CF8C728D828}"/>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35EBFA24-BF54-476B-B53F-5EA2B8593B49}"/>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5B7010CC-28CD-490A-A79A-67D2797ACCF0}"/>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9C5D751E-CC55-46C0-91C8-25DE7052DDD0}"/>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DF6B24F5-F126-4D56-8910-D0436511981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31AD71E3-51D3-4D94-8D6C-B6F0A41A65D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F67491D-4860-4DD9-919C-24897A9B69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66390144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8844F2E8-98FF-4DD5-A914-8B21AFE2CE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9">
            <a:extLst xmlns:a="http://schemas.openxmlformats.org/drawingml/2006/main">
              <a:ext uri="{FF2B5EF4-FFF2-40B4-BE49-F238E27FC236}">
                <a16:creationId xmlns:a16="http://schemas.microsoft.com/office/drawing/2014/main" id="{68513004-E053-4598-94D3-7B652E8B31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Task Specification의 다섯 책임">
            <a:extLst xmlns:a="http://schemas.openxmlformats.org/drawingml/2006/main">
              <a:ext uri="{FF2B5EF4-FFF2-40B4-BE49-F238E27FC236}">
                <a16:creationId xmlns:a16="http://schemas.microsoft.com/office/drawing/2014/main" id="{8EA785BA-2BBB-4EA4-9928-D23AC13404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288FC4D6-D1FF-48DC-8500-EDA8727A91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5D3A09C6-486B-43F3-B82F-FF0F779FD6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372EE2D4-E617-4749-8AE4-915A2D3481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DF3EEB8-15D6-4B50-8197-1468AB5DBA21}"/>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6D24B740-9E04-4153-A50F-9636775D730B}"/>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7F218DD-03E2-43F4-9403-EF87E0440A54}"/>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252EDD3B-87C9-4626-A501-22928862D0AE}"/>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DE175235-2417-4F5B-98DF-B10CC28A2DC0}"/>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AD715F1A-F1CA-4029-BE2D-1A878EC64A79}"/>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9C6B33C3-F0D1-4D15-8EEB-46C119B2F6F5}"/>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2C852733-B953-4E61-9AC8-A42829CE81D7}"/>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2285DEB2-F837-4211-919B-93E4AB3794F0}"/>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EF1B0497-FF65-4158-9C1A-5D0574B49526}"/>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29353062-99E9-4C90-87E6-8CEDCF919790}"/>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844DD7E5-0E9B-45C3-9292-B2F399D29A78}"/>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6ECD266-4323-4DB9-BB36-3C752B96DB2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A82711D9-E4B6-4336-8657-ABEA8FCC8643}"/>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ECE8E73C-465F-4BE6-9B23-7820B6AA154A}"/>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3BEE10C5-D4A5-4533-8F61-A0E911427363}"/>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CDE82250-34D4-4884-845C-C245FE871C40}"/>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624C9836-03F8-4BE6-9AC7-33C56C1FF42E}"/>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00BBFAF3-1D1A-4F6C-98EA-241529A831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393217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C2C9EAE5-0C47-4BD6-A2F6-A09EDB2B17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0">
            <a:extLst xmlns:a="http://schemas.openxmlformats.org/drawingml/2006/main">
              <a:ext uri="{FF2B5EF4-FFF2-40B4-BE49-F238E27FC236}">
                <a16:creationId xmlns:a16="http://schemas.microsoft.com/office/drawing/2014/main" id="{8F34EB58-3FDC-4037-96E1-D2CBF7A88B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더 긴 Prompt보다 분명한 경계">
            <a:extLst xmlns:a="http://schemas.openxmlformats.org/drawingml/2006/main">
              <a:ext uri="{FF2B5EF4-FFF2-40B4-BE49-F238E27FC236}">
                <a16:creationId xmlns:a16="http://schemas.microsoft.com/office/drawing/2014/main" id="{09C06801-3B06-41BD-9A2A-1921A3651A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3FD0024E-715F-4814-AB79-4C81378778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2100887E-282B-4021-BD53-25F0779348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2DBA4BCF-CFFD-4AB6-BD8E-31FB758FFF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1E1450AB-CC77-4945-9C72-8DE8C6F47F9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5CE2EC9B-682E-49E3-B804-5156505C49C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75D92E3F-427B-4BBD-B2F5-B764553F6E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FEE13F72-507B-43FB-A051-CA2D339A2BC8}"/>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8206989E-87DF-4070-84F2-5769CDAAACB6}"/>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3615B354-7AA7-4449-A9F7-06836F844CCD}"/>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13DE1CB-50FA-4BEE-AEFD-C303F1952DD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572BB361-B456-4FB6-939B-5114AF707295}"/>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E665D3E7-812B-4459-A815-90FF5614EC4A}"/>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D8C2A35C-98C9-4E54-8A5D-760D60410C35}"/>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982A35BF-4023-4599-9A21-A4C9D524B274}"/>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B929E67C-C388-4CB0-9909-A1F7DC91C776}"/>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57AF68B5-050F-447C-932C-B9C530AE18F4}"/>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3C92E58D-EE8E-45DB-BE86-9F1CC1AF8A7A}"/>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AA5F5CEB-D4D5-408E-864C-242E757A8EA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EFD40837-7160-4F08-8276-1F98138F5AD4}"/>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12C06D4-668B-444F-A9E8-FA6C8C35429A}"/>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7B56B7C2-C86C-432D-A4A8-FCD1F0F55756}"/>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0C2C7817-F2FF-4B21-82E7-7E0D53E4319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69F38D9F-9BF3-4D74-9EC1-DEC49E713BBA}"/>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9A95049E-63D7-4DC3-AF6F-45B8D0FA290A}"/>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72A84DC4-5DAC-4E4D-B89A-711A1206D0C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516B80E2-9086-466E-BA7F-2EB4DFE11A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56577133"/>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FF9B067A-70E5-4966-81DF-0C3749A861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1">
            <a:extLst xmlns:a="http://schemas.openxmlformats.org/drawingml/2006/main">
              <a:ext uri="{FF2B5EF4-FFF2-40B4-BE49-F238E27FC236}">
                <a16:creationId xmlns:a16="http://schemas.microsoft.com/office/drawing/2014/main" id="{5B109F4B-7801-4693-BB7F-3B9C5308C3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요청한 과정은 기록에도 남았을까?">
            <a:extLst xmlns:a="http://schemas.openxmlformats.org/drawingml/2006/main">
              <a:ext uri="{FF2B5EF4-FFF2-40B4-BE49-F238E27FC236}">
                <a16:creationId xmlns:a16="http://schemas.microsoft.com/office/drawing/2014/main" id="{09B75140-34AA-4A8C-83C4-065CF7158B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1379FB4E-19A6-475B-B51A-7FDBF5A811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6E2685C3-2890-436D-84EC-DA1CF92A34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0 예시의 실행 결과 아님 · 단일 CLI 관찰이며 Prompt 단독 효과는 미">
            <a:extLst xmlns:a="http://schemas.openxmlformats.org/drawingml/2006/main">
              <a:ext uri="{FF2B5EF4-FFF2-40B4-BE49-F238E27FC236}">
                <a16:creationId xmlns:a16="http://schemas.microsoft.com/office/drawing/2014/main" id="{EF66E419-73BA-4678-BDE5-D820DBABD3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S20</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94BAF293-FFB7-46F9-8B98-841113A33F98}"/>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1EA3167D-FF93-4E53-B4C3-B5EF0227C9E6}"/>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5D4EB8EB-18D4-4289-9032-63B29E2FD2CE}"/>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B7E0D17D-E9B1-4319-A6A1-CD155EDAE9D1}"/>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D2D33246-45EB-46AC-BC53-EE845EAE0200}"/>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AA3B854F-4732-4009-B882-3EE7FF97168F}"/>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63F8BB0E-6D99-4FA0-8D52-B69B6BADAABA}"/>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DF60A086-1DC5-4CB6-B5D7-12F3452B9D98}"/>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B625C56-9FC9-49CB-84B2-40D210B14FA1}"/>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153DAAAF-24D3-46C0-8A11-BFD759DD632A}"/>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D7A12C9-7D2A-4BA5-A979-BCDA75FF197D}"/>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7BAE193-F505-40D7-B0F2-6ACCEBE414D8}"/>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EA885560-0344-48F9-90D6-5E65A5A0244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EB0EB359-3216-4DF4-AF17-6BC4DA04964F}"/>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8ED1A4CF-7B99-4405-AD47-8580EF30F7FF}"/>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1049A38-B530-4704-9AE0-32A6387E93BE}"/>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2B16B25D-CD94-4910-B6B8-D69214B13A92}"/>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4F64F57B-928A-4C97-BD47-3B3A76786D71}"/>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E0E00F5-8854-45E8-B1D0-4FE661CEA4A6}"/>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846E8E8B-26E0-4869-B75C-9339189A42E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1F12421-1FC1-4F43-BA15-B8E278378C01}"/>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8FB4B837-4D60-4127-931E-8EDDFB1506D7}"/>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F325C2E3-8775-49D1-9779-07B7616227E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3B7E73DB-4FBA-4A45-B246-C4A70F4131D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BEA643AD-1E86-41DA-BE55-9D6BC3AB3768}"/>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2">
            <a:extLst xmlns:a="http://schemas.openxmlformats.org/drawingml/2006/main">
              <a:ext uri="{FF2B5EF4-FFF2-40B4-BE49-F238E27FC236}">
                <a16:creationId xmlns:a16="http://schemas.microsoft.com/office/drawing/2014/main" id="{BE55F27B-7F42-465B-8EA5-DFC9FF3FAAB1}"/>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S22</a:t>
            </a:r>
          </a:p>
        </p:txBody>
      </p:sp>
      <p:sp>
        <p:nvSpPr>
          <p:cNvPr id="33" name="05 확인·보고 결과  ·  S23">
            <a:extLst xmlns:a="http://schemas.openxmlformats.org/drawingml/2006/main">
              <a:ext uri="{FF2B5EF4-FFF2-40B4-BE49-F238E27FC236}">
                <a16:creationId xmlns:a16="http://schemas.microsoft.com/office/drawing/2014/main" id="{C5D6634D-8927-4DEA-8099-2F6FF6FA8E6D}"/>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S23</a:t>
            </a:r>
          </a:p>
        </p:txBody>
      </p:sp>
      <p:sp>
        <p:nvSpPr>
          <p:cNvPr id="34" name="Legacy module connection">
            <a:extLst xmlns:a="http://schemas.openxmlformats.org/drawingml/2006/main">
              <a:ext uri="{FF2B5EF4-FFF2-40B4-BE49-F238E27FC236}">
                <a16:creationId xmlns:a16="http://schemas.microsoft.com/office/drawing/2014/main" id="{60143754-A8A2-4BA8-86B2-5E4CB58C4D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37680103"/>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2471D8FB-57E8-4398-9B85-BD982E0AD6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2">
            <a:extLst xmlns:a="http://schemas.openxmlformats.org/drawingml/2006/main">
              <a:ext uri="{FF2B5EF4-FFF2-40B4-BE49-F238E27FC236}">
                <a16:creationId xmlns:a16="http://schemas.microsoft.com/office/drawing/2014/main" id="{07973E35-1414-4317-8EF3-16BBF3F128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조사에서 한 줄 변경까지">
            <a:extLst xmlns:a="http://schemas.openxmlformats.org/drawingml/2006/main">
              <a:ext uri="{FF2B5EF4-FFF2-40B4-BE49-F238E27FC236}">
                <a16:creationId xmlns:a16="http://schemas.microsoft.com/office/drawing/2014/main" id="{A7BAEA5E-94D8-4AD5-83F5-8A0BC925BF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59A594C-10EE-4507-9AF0-BE5CE86C4C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87670D94-E499-4841-8FAE-5B79BF50BF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49521934-586E-45B1-9776-8B210D67E0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CE68121A-0B74-46F0-AB3C-35A565B5B03D}"/>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440E5351-AD78-4F0C-B5EB-55CF970CC1F1}"/>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6985046E-1015-467E-A793-9AC6A340A19D}"/>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02891AA-D9B6-4462-A651-0189C83146F1}"/>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54D8230-C01A-4FB5-AC55-2FC0CD7F99E6}"/>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D7DD4532-F35E-470E-AF63-774624F9995D}"/>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92BE6126-DED0-406D-A200-A0BCABD7FE27}"/>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497332F4-C148-4B2E-88D1-DA50B787763C}"/>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23FA32C7-DB3B-4724-A26B-0DBA5A7B3BC6}"/>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16A7EBE-508A-4316-A275-A9C333C61F8D}"/>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73B09550-9901-42E1-9293-3526AC33F99C}"/>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19B3E6-FB06-4331-BCE5-28D31BF53FC4}"/>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6864C1C6-081A-454C-A832-7F6871F918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28863619"/>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A0E47988-B221-4148-928C-EB06CA8B3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3">
            <a:extLst xmlns:a="http://schemas.openxmlformats.org/drawingml/2006/main">
              <a:ext uri="{FF2B5EF4-FFF2-40B4-BE49-F238E27FC236}">
                <a16:creationId xmlns:a16="http://schemas.microsoft.com/office/drawing/2014/main" id="{FF55D31B-4E0A-4CE2-A4FB-D7F47908E7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변경 결과와 확인 증거">
            <a:extLst xmlns:a="http://schemas.openxmlformats.org/drawingml/2006/main">
              <a:ext uri="{FF2B5EF4-FFF2-40B4-BE49-F238E27FC236}">
                <a16:creationId xmlns:a16="http://schemas.microsoft.com/office/drawing/2014/main" id="{CDC33F10-4D89-4A4C-B0FC-0A0E74DB79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24328B7C-09BD-4F03-AE3A-20DC500D9E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4C302D15-5AF8-4BDD-93BB-2852505682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6FEEC5C3-9733-4B32-BB98-EAB7A5A72A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C28A6BF8-0E68-47D9-9A2F-CF86147752F2}"/>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254D41CC-3915-4262-AA54-CD24738DE80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BD22A2D6-02BE-4E25-88ED-ABA0BD25A833}"/>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FF5D5D46-9366-4BB7-9593-C2DB8948BCE0}"/>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EFA1E80E-8459-4C5F-BB81-67C524914981}"/>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62EB38CF-AA7B-4339-9647-4128AB856434}"/>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5095D9E-0534-48A1-BEE1-24A720822FA6}"/>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169C9E1A-03C1-42B3-8117-722D6C8811FD}"/>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E2B8BEA3-98A0-41B0-9BB8-FBAEC75270BB}"/>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6F0476FA-1A10-46DA-8F97-04E0E7F74DD4}"/>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BE9557B-72F2-4E2C-9A96-BB32F819DC4D}"/>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3A1C6B65-5997-4440-86DE-A1E4458D1CF8}"/>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333BC88-A996-4B69-8DBD-CCE7DC1DF7CE}"/>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AFD5D07-542F-4695-820D-E4751D891ED5}"/>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5BA32E0B-41DB-473F-A0F1-C86035611EDD}"/>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07A920E2-3D9D-4F6C-9CCA-9C11FDD7D4C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D07F7C22-BFAE-4074-BA87-916AF64E6B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27244402"/>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14D64BE8-EA93-482C-B488-D14A183773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4">
            <a:extLst xmlns:a="http://schemas.openxmlformats.org/drawingml/2006/main">
              <a:ext uri="{FF2B5EF4-FFF2-40B4-BE49-F238E27FC236}">
                <a16:creationId xmlns:a16="http://schemas.microsoft.com/office/drawing/2014/main" id="{75C16452-386F-4D26-8BA6-BEDD8A724B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Generated ≠ Done">
            <a:extLst xmlns:a="http://schemas.openxmlformats.org/drawingml/2006/main">
              <a:ext uri="{FF2B5EF4-FFF2-40B4-BE49-F238E27FC236}">
                <a16:creationId xmlns:a16="http://schemas.microsoft.com/office/drawing/2014/main" id="{C6A49F9A-4A7C-4B77-AAAA-73D19F8A98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26938E06-018F-41D9-9D05-E53F8CF6FC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98924FC3-DD6A-42A1-9883-222B2707DF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3653402A-40FB-463A-8AFF-A25BA1F3E9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E5B9DC6C-0B53-49DD-83B7-4644F9B337A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97CBCFEB-DC22-4A17-B73F-DB68AED06E2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CBAA45C4-CD18-4E83-BE32-C30A5E45393B}"/>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6C0695EF-73DA-45FA-A392-37EEB519C844}"/>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1A5F3312-E95B-407D-A6A8-106F3A4FE1B2}"/>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58CC9248-506A-4E90-AF83-B8735F9F75AC}"/>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B678A80E-2115-43C0-AFA0-633B4658955E}"/>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7069B918-007D-4424-B4FD-3651AAB43D98}"/>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45DB19A3-16B6-435A-B872-E638C9BC20E0}"/>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9D3480C2-0C51-4C1F-BCD7-2A03857CE84B}"/>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A94036EE-F653-4944-B636-CBDAB9F54821}"/>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569DE529-5660-4FA5-8961-E80441F0C201}"/>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AF0F80B0-B062-495B-B23D-120432E35392}"/>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91817206-D7E5-426A-A709-6A8D74EA3A0A}"/>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D62D6A-52BE-4776-AD1F-AAFCBFC67036}"/>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28F83AC9-3279-4880-8323-0ED5939CF677}"/>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72690911-E4F0-45E0-B3E0-17F26AE95E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20831543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0C3F852B-0D06-4444-8FF2-E14D8C4BB1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5">
            <a:extLst xmlns:a="http://schemas.openxmlformats.org/drawingml/2006/main">
              <a:ext uri="{FF2B5EF4-FFF2-40B4-BE49-F238E27FC236}">
                <a16:creationId xmlns:a16="http://schemas.microsoft.com/office/drawing/2014/main" id="{3455D789-7DCC-4B64-89F4-5291F84DDA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Check마다 확인하는 범위">
            <a:extLst xmlns:a="http://schemas.openxmlformats.org/drawingml/2006/main">
              <a:ext uri="{FF2B5EF4-FFF2-40B4-BE49-F238E27FC236}">
                <a16:creationId xmlns:a16="http://schemas.microsoft.com/office/drawing/2014/main" id="{8A40F108-A5A8-419F-A39F-6800F5A661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A79F1946-D912-4236-9D85-0D9EC3CEAA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82063D40-12D0-4550-B1E9-7BEE489301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F881734D-67B0-488D-81D0-5B124E5CA5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5D52D38C-FC03-4780-97B2-7B2F8740DD38}"/>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7EFA110D-7921-43F7-8C47-62741C57E709}"/>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48D68F11-E936-474F-B7E7-0E7E9DCE7552}"/>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EA13D676-E41C-4C60-A747-E0704F3D2ACF}"/>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E8626228-3BA3-4B8B-8893-9F33CE022DE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51736373-4FDD-42CC-9A47-5DCCB86CF1D6}"/>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90EA303-1821-4704-9FB7-2C8EB3C8C8B1}"/>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C0B4CA95-346C-4CE2-8D11-042D2FFC3A68}"/>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99858A3C-D894-4EE4-BA19-0ADEE0F51480}"/>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923EECB-3D89-4DFF-A1EF-783ACC91BAFD}"/>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AEA5F3F9-B807-4135-A939-364EA5389780}"/>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4C6F0417-8439-4523-AD8E-91290479AFD3}"/>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97535AF6-2788-4A57-9CF2-159E7FA890A1}"/>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D03F70E8-10C2-4087-99D0-2EA8D1453A1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D1111481-89EB-4966-B17B-D356F4F6BA32}"/>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0A2D312B-734C-43DA-9C11-58904BED9BD8}"/>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05B088A1-8796-4787-951B-6DE5F990F1B7}"/>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EB436BBE-83CF-4C37-95BB-22C87BAB5542}"/>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12322A43-408D-4020-BED4-CDBB680EB57C}"/>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F6B3E1CD-EB40-4CD9-8CB1-205C5F41461E}"/>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7141FAED-8C30-465A-B4BB-E5FFE735422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A9645503-D4AE-470A-9B99-930EC9173405}"/>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3FE3D2F-3E9D-4F02-A160-0162E8247026}"/>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6F848DDA-4869-428C-903C-4132964ADCFD}"/>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4F077BE0-3CCD-4AB4-AAE6-5D87B5D58862}"/>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866029ED-6DEF-467D-8864-4405DEF64D93}"/>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CBB38626-1301-42C7-85F0-BF1B3AF0E057}"/>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8904197F-48D1-4BDB-A94F-6D021BA4A6A5}"/>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5C576D16-B3DC-41BB-B633-F2F2067E492B}"/>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7643158F-3159-42CF-865F-E47595EC4C7B}"/>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E51DD42-C4C2-43A0-85CD-5FF88C7929F8}"/>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7B4CCADE-7D41-44C3-8BAB-E47A01CD9BFF}"/>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5D2A3585-BC30-4BC0-B40F-90E40EFDA8B3}"/>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DC5BFDC7-1B9E-4264-AEBD-13F627EC4893}"/>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6A00813-4417-4CB0-823A-80F6EB06BE52}"/>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B5312482-1C80-4DD0-A961-E1749A952E43}"/>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ACADF1F3-45D4-4CE6-A963-9D39FA8E1D08}"/>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A0E7E138-31C5-4BF6-B713-A97F6FA48C29}"/>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0DB1675E-4CA2-4CF0-870F-5F9D472791DC}"/>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6A7E15EC-DA13-4B9D-9FCA-E82E041E4C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2080797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F557F423-DC54-4428-9D01-F56A70EABC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6">
            <a:extLst xmlns:a="http://schemas.openxmlformats.org/drawingml/2006/main">
              <a:ext uri="{FF2B5EF4-FFF2-40B4-BE49-F238E27FC236}">
                <a16:creationId xmlns:a16="http://schemas.microsoft.com/office/drawing/2014/main" id="{05C961C9-815C-485E-A435-D43D155BAC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지시와 참고 자료의 구분">
            <a:extLst xmlns:a="http://schemas.openxmlformats.org/drawingml/2006/main">
              <a:ext uri="{FF2B5EF4-FFF2-40B4-BE49-F238E27FC236}">
                <a16:creationId xmlns:a16="http://schemas.microsoft.com/office/drawing/2014/main" id="{9F338FD0-875B-4B79-A1FF-2A3EF92B15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5D5658DD-27EB-4873-86EA-D6E19116F5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C75711A0-D2DD-4E63-AAA3-C66C57F548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0C759CC1-977E-4C63-8301-CF4EC3B166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9C46EBC5-CEBF-44D1-97F6-CC684011AFC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84C58B5-005B-41FA-9503-D9EA0AA9627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A8387153-A677-4044-80F3-AE8C112E860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A3103C30-E03D-4805-916B-7674D011A1A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85ABF8B-E104-4A6D-8A0C-F2894281FB9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AA53453-2699-4930-8D90-52B2D169BBC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67B4FC03-5993-42F9-B55F-14A1FE0B71A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7D620CB4-5597-4684-99BA-1F05058706B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091D9DA1-FAB8-4E93-A019-9AAD2882016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903786F2-A3A7-41F4-BDAC-07EDB0CD6F1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1C0B68ED-2F99-441D-A0A0-C4B53F6A703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5D9E00EE-EC91-4E81-9287-9EB01C3819C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67E9DC31-1E9E-499D-BECA-8F0AF3B0E0F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CD793B2C-AB95-4B00-9735-1F689D6A482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B80F88FB-4CB0-4DA1-A84A-B6E62F83785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298097E-9AA2-4867-96D2-08018A4A9FB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4976B5-9F61-4B47-9B1E-7B4A529D43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2321705"/>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8FF1A1FA-D262-491E-B7C1-9DD97858E8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7">
            <a:extLst xmlns:a="http://schemas.openxmlformats.org/drawingml/2006/main">
              <a:ext uri="{FF2B5EF4-FFF2-40B4-BE49-F238E27FC236}">
                <a16:creationId xmlns:a16="http://schemas.microsoft.com/office/drawing/2014/main" id="{97A8320B-E7D2-4B61-B59F-984FD7A956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입력과 기대 결과의 작은 예시">
            <a:extLst xmlns:a="http://schemas.openxmlformats.org/drawingml/2006/main">
              <a:ext uri="{FF2B5EF4-FFF2-40B4-BE49-F238E27FC236}">
                <a16:creationId xmlns:a16="http://schemas.microsoft.com/office/drawing/2014/main" id="{261D05E6-78DD-442A-AD36-0B0EA24E8F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8DAB0B89-AC2F-487C-9A4F-F8D45AAE48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A5EDE225-16AB-415B-BC87-DEC52802DF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1C01A5B9-0A55-4C65-9A44-7A26149694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3581EB17-D259-41A7-89E8-9708FEEAFA9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45A00A6-28AE-493B-81F8-0BBD7095C64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A686636E-CE97-42CF-B9E0-518C245A6C8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99E7159-8606-4C1E-832E-886474A67B9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5A885E6-D268-4827-AFBE-F4614F956F5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AEC1886-B423-4944-83CA-57403C0AAD6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D015FDF1-4A0D-4BE4-B2DB-96174F37E53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8C5EF375-E6C4-4931-8B0D-8797FD816F6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7B7A122E-FD5D-488F-AEF7-37D0EF19FBC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733C298-94D1-4EE8-8772-72912EAF143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4FE01F68-38C0-45ED-8DD3-5A9C4AC690D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EC05FCC2-011C-4025-946D-665052552FE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4FA79513-669F-4FC0-9B60-366E3B16BC6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175635AA-000B-4DFD-A062-781BE265E4B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4000671D-E2CB-4F3F-9265-E9BD6088EAC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FDCE27F-38CE-4772-9178-B1CDE18C4D9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A021A900-CBCD-409A-8FBB-9E8A16AFFB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10880604"/>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E662117F-FE48-49DB-B656-023CE62846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8">
            <a:extLst xmlns:a="http://schemas.openxmlformats.org/drawingml/2006/main">
              <a:ext uri="{FF2B5EF4-FFF2-40B4-BE49-F238E27FC236}">
                <a16:creationId xmlns:a16="http://schemas.microsoft.com/office/drawing/2014/main" id="{7BF19E82-D7D2-4C46-A0BC-58662CC650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바로 검토할 수 있는 결과 형식">
            <a:extLst xmlns:a="http://schemas.openxmlformats.org/drawingml/2006/main">
              <a:ext uri="{FF2B5EF4-FFF2-40B4-BE49-F238E27FC236}">
                <a16:creationId xmlns:a16="http://schemas.microsoft.com/office/drawing/2014/main" id="{2F053AB2-A7A0-4E7B-9CE7-1218B039D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24530C06-BC0C-48D8-AD40-C72D81BBB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56464275-B903-4D06-A493-47591A5AC8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A70A7B37-3A13-435F-A38D-01549E2CFE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A9C28929-86B9-48AF-A487-9E6D7718FC2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98493B3-0A3B-41DF-8792-59CD4545E16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61CFA4F9-56E4-42BF-9E89-DEF666F0224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603BC355-5C4E-4509-9130-5837889365E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3FFD68A-993F-4B86-B9EE-C8E99FC538D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DE9087D-8847-479E-9A36-8AA2A76984D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DA6D9788-572D-4727-9AC3-EDA366013FB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9B424FF2-028B-4E01-B63B-0A62603113A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E7ECDF4-AC56-4BBE-8E4A-4C23EFC2E31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5C54247E-0911-4E26-A696-58341227901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28E2BA7B-850C-43C8-9683-A92552D535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E969197D-7B69-4285-BBD9-D09E2C9223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06F670AF-792A-49A4-8F3F-D5128457CC0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C0C50DEE-D481-4BDB-9CBF-95E7AF67074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0F15A87F-76D6-4689-8734-6A073B5C420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8920DB1-78AE-4818-BA6A-072CFEE98DD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AD66D25-57B4-4824-9FBC-D5F9746C5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89118024"/>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EDC0B19A-11A1-4EBC-BCBE-921D32860A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9">
            <a:extLst xmlns:a="http://schemas.openxmlformats.org/drawingml/2006/main">
              <a:ext uri="{FF2B5EF4-FFF2-40B4-BE49-F238E27FC236}">
                <a16:creationId xmlns:a16="http://schemas.microsoft.com/office/drawing/2014/main" id="{F6DCC0A9-5F15-47EB-8174-1E7D3E77DD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근거가 있는 설명과 미확인의 구분">
            <a:extLst xmlns:a="http://schemas.openxmlformats.org/drawingml/2006/main">
              <a:ext uri="{FF2B5EF4-FFF2-40B4-BE49-F238E27FC236}">
                <a16:creationId xmlns:a16="http://schemas.microsoft.com/office/drawing/2014/main" id="{EF7FEBCC-597D-48D4-8174-DA9E4587A2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A9015674-3C12-45F0-9ECF-B5408A1AFE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63071AA4-67AE-4875-A4ED-76E4AFDEDB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B65A53BF-F809-4FE8-ABA1-D7B1E4C512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E21049EC-D0F0-4B69-8AC1-6F1B6FAFADB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4DF78AF-04A8-4C7C-8B87-7930DBC9E6B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BB9C85CC-EA9C-4B0F-BED0-9FD99256478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FEF57EAE-74B4-4D4A-A92B-B12DFD5D69D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B44A1A1-3DCF-4ECA-921B-FCE140975F0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8E29155-5354-4519-937E-7AAAD1330B9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2B882DB7-1D5E-4DDE-A802-76F2B00A05E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F6C6E2F5-E906-4E38-80A9-A5A4B4E5D15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3C7D2BF9-EFB8-427B-B118-DDE501566CA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47362604-20B6-4658-A023-48034B3DA28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D658719D-3E53-46AE-8D85-FA6DF616A21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97E42FDB-6704-4DAC-AF6D-11AFD74E889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89BC843-0B0C-4196-89E1-83E43927B50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78ED17BE-2DE0-4005-AD86-0D156571936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C3E198AA-10AB-4626-9F54-CD03B12925F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15076ADF-EE49-4489-B919-9A678563A33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E19D68A7-A180-4958-B318-DBE0796883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0488981"/>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2AD18290-6769-4F2A-930D-9C057AC705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0">
            <a:extLst xmlns:a="http://schemas.openxmlformats.org/drawingml/2006/main">
              <a:ext uri="{FF2B5EF4-FFF2-40B4-BE49-F238E27FC236}">
                <a16:creationId xmlns:a16="http://schemas.microsoft.com/office/drawing/2014/main" id="{A9CD73A1-A2DE-40E9-9847-7424A1C61C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결과를 바꾸는 결정에서 확인 질문">
            <a:extLst xmlns:a="http://schemas.openxmlformats.org/drawingml/2006/main">
              <a:ext uri="{FF2B5EF4-FFF2-40B4-BE49-F238E27FC236}">
                <a16:creationId xmlns:a16="http://schemas.microsoft.com/office/drawing/2014/main" id="{D5EA0BF6-7A1C-473D-BFE6-4FA8826509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B9372FBE-3D74-4854-ADA5-CC90809E20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9A3D9D26-FE3E-4E49-A5A9-8A26875679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21888A8-5825-4397-98F5-9066475A6E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4FD0450E-4F13-4A6E-9AD1-864378A32FE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F21BCEB-1DB5-4B64-A9F8-6640C13BED0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00BBF48A-CD4B-43AB-A70C-F045F0124EA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BDE6405B-56CD-4539-B42B-9AEAA597CE4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550B215-0969-4D35-9F07-F1CA9BE2A68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0952592-14F0-4EAA-82E1-4FB2F511AB8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04A6040F-962A-48F7-8A8A-CA505F28898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46857267-FE0C-4BAB-93F4-FEC74E3D1B8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AC386D78-5CC0-4BB5-8096-8A72FCC6D85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CF369DD6-0F4C-4353-AB6F-8DD1E058658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B7E343D3-3B86-45F7-AE79-615EA1B7D5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90CEC53F-AB5D-4AF1-AB2E-D9C6AAF35F1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D693D2B6-7484-4BC5-9A8D-14A3585F7C5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8CDC4E30-EB4D-40DE-8626-50823594F30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571F2458-27DF-469E-B4EC-C745C760470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B8809DA-EF24-4CCB-9448-64B27D4CD80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8298C42-53FC-4B96-9891-121D7242D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09550206"/>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110F06F5-FE6B-4DAF-BEE3-191DB727AC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1">
            <a:extLst xmlns:a="http://schemas.openxmlformats.org/drawingml/2006/main">
              <a:ext uri="{FF2B5EF4-FFF2-40B4-BE49-F238E27FC236}">
                <a16:creationId xmlns:a16="http://schemas.microsoft.com/office/drawing/2014/main" id="{06A7FDDE-0FFB-4C68-B9F4-CE05383012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큰 작업을 검토할 결과물로 나누기">
            <a:extLst xmlns:a="http://schemas.openxmlformats.org/drawingml/2006/main">
              <a:ext uri="{FF2B5EF4-FFF2-40B4-BE49-F238E27FC236}">
                <a16:creationId xmlns:a16="http://schemas.microsoft.com/office/drawing/2014/main" id="{D124C7A0-32BE-4313-BD48-5E44AEE81E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01FA56DC-65AF-4AA9-A828-60A3712F2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EDDA5BFE-FBA8-4086-88CD-E0F3607A76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6A124F74-5FC2-46D9-9A7C-60AAA06A7D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37B4662A-3D91-4BB0-AD87-31C81F8EB45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C0C3BF-B182-4060-93A6-93A3269CB57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685E3E2E-626C-4750-A8B9-52BB66723F3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78A7A5D3-5559-4451-A25F-C54D7804E80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F5FD88A-60FF-4B99-9243-84A3748E143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0E6F7AE-1A0F-430E-8E18-95FD35FAE9C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C296BFAE-B115-4599-855F-E5D19778943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3F7B8BFA-CAAC-4817-90C5-576263BBCBD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6DF5A311-86B2-4104-A0EA-7D406314BE6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851D6A37-3B99-4165-A21A-C727E5CF77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9A84F593-1D50-4E68-B7C7-27D209E2186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77284A7B-7020-4F3E-9D4B-5B95A94D5FE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25E8E24E-3142-44EB-BE23-9C974377B03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D9283BCF-E9BA-4BA5-882C-B5873D9F8BB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82DAE88F-7F43-45A9-B9A5-9DF219F6647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87A5638-B215-4A46-B5E1-52390EBB24D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5BBCA72A-7570-4C93-9069-9748B4F770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07718267"/>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1B812801-2F5B-4DA6-A1FC-038A2F60CA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2">
            <a:extLst xmlns:a="http://schemas.openxmlformats.org/drawingml/2006/main">
              <a:ext uri="{FF2B5EF4-FFF2-40B4-BE49-F238E27FC236}">
                <a16:creationId xmlns:a16="http://schemas.microsoft.com/office/drawing/2014/main" id="{2D392639-9931-4710-867F-4696FFA816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기준을 지정한 코드 리뷰 요청">
            <a:extLst xmlns:a="http://schemas.openxmlformats.org/drawingml/2006/main">
              <a:ext uri="{FF2B5EF4-FFF2-40B4-BE49-F238E27FC236}">
                <a16:creationId xmlns:a16="http://schemas.microsoft.com/office/drawing/2014/main" id="{81C0170A-9C54-4422-9177-19D5A4D13C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3AD12454-4ABC-4BA2-9098-2596914841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9CF264FE-200F-41FD-A315-1688F543BF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6879F4BB-7A8C-446F-A759-A50511D70C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3281AF07-7ADC-4B52-B96C-B76F6677FB2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B2A727A-9790-4A85-A088-173E5C3725C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0EE48CAA-8DAF-45C0-8DFA-46415F75F1A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9B42B391-3FB9-4AF6-A988-676C52ADE94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E316874-9D48-4FC0-9ACA-50D4C895B9C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810CEF2-71D8-4D3D-BEE1-F69244B9505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939F9836-50B4-443B-B5C3-55A41939C7A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437189B-13CE-4994-BBE5-06019BF1A8B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5060925B-C9EC-4F36-9183-7AE00828DD1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E3D160-7D32-4FC5-9DC1-130D01FFC3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9061CB49-BFA2-4A84-B7CB-CEC82CA2637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E705D902-AF3A-4EE1-9DCF-43F6F92E44F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AC5A3B9F-6D3D-46C8-9DAF-2A64F2739AD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FEDA2C12-605F-4FE1-B0E2-587913E90AB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7BDAD00D-39CC-4AF6-9846-B74BD5B7756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44BE062B-50CB-40E3-BAC9-B9393293624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8A3C9F22-29F5-44AD-976D-0279199E96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03783376"/>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7CBF322E-68CF-422B-BB68-DFDEC8448B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3">
            <a:extLst xmlns:a="http://schemas.openxmlformats.org/drawingml/2006/main">
              <a:ext uri="{FF2B5EF4-FFF2-40B4-BE49-F238E27FC236}">
                <a16:creationId xmlns:a16="http://schemas.microsoft.com/office/drawing/2014/main" id="{31EAA84E-2374-47D1-8C4D-2E3A9CD4EF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구체적인 근거로 수정 방향 피드백">
            <a:extLst xmlns:a="http://schemas.openxmlformats.org/drawingml/2006/main">
              <a:ext uri="{FF2B5EF4-FFF2-40B4-BE49-F238E27FC236}">
                <a16:creationId xmlns:a16="http://schemas.microsoft.com/office/drawing/2014/main" id="{6FFEE1F6-C90B-49FD-8D3F-3D814E59B3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3400D525-FB1C-4A36-9049-9F9209DEE1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AA0CC13E-67DF-4B64-9BFE-10ED5A8315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4E865349-1CA7-4DF4-92CE-40C71A59B1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596BEEEC-6D79-4A8C-8E93-6EE9A80228A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33D03DC-6CDD-427B-9D6A-BF5EEEF6E9B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B9D34365-FC54-4E1C-8669-C42D189009D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F65CB7B5-0104-47C3-84F4-3FDCE351B86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8B26309-BD05-45FA-BF5A-886AEC17731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ADD434B-8EEA-4DE1-B144-094CA82E785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1F98177A-D80C-429C-AFD4-A5BE36E3A31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81839684-4591-4D50-B716-9CCA5076F99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E86AF76B-80C8-4724-842A-C5209A57B4E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8D464BE2-4DAD-4015-89A6-490BF39830B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EE967689-5718-4AC4-88A5-06090247FAE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5C32CEB7-A7AF-4D49-960C-978CBD3B36F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255A3371-CA27-4C88-99EC-9C3D353F129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F3A7438B-37BA-4CF6-B30C-A27E8754350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24470DEA-2F2E-4EC4-BA57-9FFE1AEAE29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7D810E6-7263-47B2-80C3-180710E4897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5AD04E1-AEF4-41A8-B969-37F044DCD1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15795817"/>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1 · 필요한 팁 찾아보기">
            <a:extLst xmlns:a="http://schemas.openxmlformats.org/drawingml/2006/main">
              <a:ext uri="{FF2B5EF4-FFF2-40B4-BE49-F238E27FC236}">
                <a16:creationId xmlns:a16="http://schemas.microsoft.com/office/drawing/2014/main" id="{EDE00AAE-6812-499B-8042-76328C96F5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필요한 팁 찾아보기</a:t>
            </a:r>
          </a:p>
        </p:txBody>
      </p:sp>
      <p:sp>
        <p:nvSpPr>
          <p:cNvPr id="2" name="S34">
            <a:extLst xmlns:a="http://schemas.openxmlformats.org/drawingml/2006/main">
              <a:ext uri="{FF2B5EF4-FFF2-40B4-BE49-F238E27FC236}">
                <a16:creationId xmlns:a16="http://schemas.microsoft.com/office/drawing/2014/main" id="{EE5E4586-9A3C-4389-A3DE-383556A69A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CT 1 실무 적용 팁 모아보기">
            <a:extLst xmlns:a="http://schemas.openxmlformats.org/drawingml/2006/main">
              <a:ext uri="{FF2B5EF4-FFF2-40B4-BE49-F238E27FC236}">
                <a16:creationId xmlns:a16="http://schemas.microsoft.com/office/drawing/2014/main" id="{157AEF2B-136E-4BC4-A5E4-AA04303412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ACT 1 실무 적용 팁 모아보기</a:t>
            </a:r>
          </a:p>
        </p:txBody>
      </p:sp>
      <p:sp>
        <p:nvSpPr>
          <p:cNvPr id="4" name="">
            <a:extLst xmlns:a="http://schemas.openxmlformats.org/drawingml/2006/main">
              <a:ext uri="{FF2B5EF4-FFF2-40B4-BE49-F238E27FC236}">
                <a16:creationId xmlns:a16="http://schemas.microsoft.com/office/drawing/2014/main" id="{7730E070-D64D-4B68-AF6D-255E8B51C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7">
            <a:extLst xmlns:a="http://schemas.openxmlformats.org/drawingml/2006/main">
              <a:ext uri="{FF2B5EF4-FFF2-40B4-BE49-F238E27FC236}">
                <a16:creationId xmlns:a16="http://schemas.microsoft.com/office/drawing/2014/main" id="{1DDD9935-2BEF-4288-9E10-4CC9B8B141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DEC-0087</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88B510D4-E749-4AD0-BC5E-764410F657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3FDB7E36-2ED0-4386-9490-73F5ADC70C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18E113F5-9655-45C5-A86C-C31A8929121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1D114C58-A174-4EC0-BFC0-AA14F11A91C5}"/>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4896567-4E05-45D7-8ED7-3708056BA62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F1BA3F8-1EE3-44C4-A9EC-6401A7F2A651}"/>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6">
            <a:extLst xmlns:a="http://schemas.openxmlformats.org/drawingml/2006/main">
              <a:ext uri="{FF2B5EF4-FFF2-40B4-BE49-F238E27FC236}">
                <a16:creationId xmlns:a16="http://schemas.microsoft.com/office/drawing/2014/main" id="{76B477E6-3502-4464-9448-4131CD2B4AA8}"/>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S26</a:t>
            </a:r>
          </a:p>
        </p:txBody>
      </p:sp>
      <p:sp>
        <p:nvSpPr>
          <p:cNvPr id="13" name="지시와 참고 자료의 구분">
            <a:extLst xmlns:a="http://schemas.openxmlformats.org/drawingml/2006/main">
              <a:ext uri="{FF2B5EF4-FFF2-40B4-BE49-F238E27FC236}">
                <a16:creationId xmlns:a16="http://schemas.microsoft.com/office/drawing/2014/main" id="{8BB11F27-67CD-4B17-B726-784DE83D50E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2126A05B-DD3E-4C28-9ABE-70B60E74A1A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93A54842-B688-44A5-A6C0-900455E384A4}"/>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7">
            <a:extLst xmlns:a="http://schemas.openxmlformats.org/drawingml/2006/main">
              <a:ext uri="{FF2B5EF4-FFF2-40B4-BE49-F238E27FC236}">
                <a16:creationId xmlns:a16="http://schemas.microsoft.com/office/drawing/2014/main" id="{8A8B389A-2F75-4FDD-B3A1-700542FA6F20}"/>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7" name="입력과 기대 결과의 작은 예시">
            <a:extLst xmlns:a="http://schemas.openxmlformats.org/drawingml/2006/main">
              <a:ext uri="{FF2B5EF4-FFF2-40B4-BE49-F238E27FC236}">
                <a16:creationId xmlns:a16="http://schemas.microsoft.com/office/drawing/2014/main" id="{ADD14EC0-07E2-4659-898A-4E0E32AB8CEA}"/>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B962BC0D-5FE9-4CD0-87B3-DEE4572C224D}"/>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27E8636-520B-4CA3-8E43-CD5BF64C407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8">
            <a:extLst xmlns:a="http://schemas.openxmlformats.org/drawingml/2006/main">
              <a:ext uri="{FF2B5EF4-FFF2-40B4-BE49-F238E27FC236}">
                <a16:creationId xmlns:a16="http://schemas.microsoft.com/office/drawing/2014/main" id="{857DF41D-868D-4174-AC1B-EDC11E3189D9}"/>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21" name="바로 검토할 수 있는 결과 형식">
            <a:extLst xmlns:a="http://schemas.openxmlformats.org/drawingml/2006/main">
              <a:ext uri="{FF2B5EF4-FFF2-40B4-BE49-F238E27FC236}">
                <a16:creationId xmlns:a16="http://schemas.microsoft.com/office/drawing/2014/main" id="{608A3455-01A2-4BC2-AD0C-1B67B4797912}"/>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19783468-8D55-45E7-9E77-1E22FE66734B}"/>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DAB24E47-50EB-4D07-BF7C-F82C05BCF77D}"/>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29">
            <a:extLst xmlns:a="http://schemas.openxmlformats.org/drawingml/2006/main">
              <a:ext uri="{FF2B5EF4-FFF2-40B4-BE49-F238E27FC236}">
                <a16:creationId xmlns:a16="http://schemas.microsoft.com/office/drawing/2014/main" id="{09BFB5E7-5CF0-4190-9A8C-ECA598E33A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5" name="근거가 있는 설명과 미확인의 구분">
            <a:extLst xmlns:a="http://schemas.openxmlformats.org/drawingml/2006/main">
              <a:ext uri="{FF2B5EF4-FFF2-40B4-BE49-F238E27FC236}">
                <a16:creationId xmlns:a16="http://schemas.microsoft.com/office/drawing/2014/main" id="{DB1CEAAE-E6A4-4B5C-8908-055633AFC1D6}"/>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5ABEA5B1-E4C0-40FF-9693-74FFD2A489BA}"/>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2925349-F3D1-4215-B10B-09156BB90D6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0">
            <a:extLst xmlns:a="http://schemas.openxmlformats.org/drawingml/2006/main">
              <a:ext uri="{FF2B5EF4-FFF2-40B4-BE49-F238E27FC236}">
                <a16:creationId xmlns:a16="http://schemas.microsoft.com/office/drawing/2014/main" id="{C9A13A8A-3248-437C-9F4F-30F1CD92C445}"/>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9" name="결과를 바꾸는 결정에서 확인 질문">
            <a:extLst xmlns:a="http://schemas.openxmlformats.org/drawingml/2006/main">
              <a:ext uri="{FF2B5EF4-FFF2-40B4-BE49-F238E27FC236}">
                <a16:creationId xmlns:a16="http://schemas.microsoft.com/office/drawing/2014/main" id="{E6B88B14-E9EA-4D0C-8345-6707F7109C6E}"/>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41ED59D5-825D-4B78-BBC5-3B0B344DE73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6CA0682F-EBE0-4043-91D4-B6530CC3737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1">
            <a:extLst xmlns:a="http://schemas.openxmlformats.org/drawingml/2006/main">
              <a:ext uri="{FF2B5EF4-FFF2-40B4-BE49-F238E27FC236}">
                <a16:creationId xmlns:a16="http://schemas.microsoft.com/office/drawing/2014/main" id="{E140D772-B3AD-46B7-9E3E-8BC80250510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33" name="큰 작업을 검토할 결과물로 나누기">
            <a:extLst xmlns:a="http://schemas.openxmlformats.org/drawingml/2006/main">
              <a:ext uri="{FF2B5EF4-FFF2-40B4-BE49-F238E27FC236}">
                <a16:creationId xmlns:a16="http://schemas.microsoft.com/office/drawing/2014/main" id="{34D1FE65-0147-4EF3-B184-930328375731}"/>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A03FAB5A-9B63-4FB9-8696-F4FECBE782B9}"/>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94D69EE4-DDBA-4EBF-A88C-359E391378EF}"/>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2">
            <a:extLst xmlns:a="http://schemas.openxmlformats.org/drawingml/2006/main">
              <a:ext uri="{FF2B5EF4-FFF2-40B4-BE49-F238E27FC236}">
                <a16:creationId xmlns:a16="http://schemas.microsoft.com/office/drawing/2014/main" id="{5AB2C725-51B5-47AB-A4C8-D70E64DF4076}"/>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7" name="기준을 지정한 코드 리뷰 요청">
            <a:extLst xmlns:a="http://schemas.openxmlformats.org/drawingml/2006/main">
              <a:ext uri="{FF2B5EF4-FFF2-40B4-BE49-F238E27FC236}">
                <a16:creationId xmlns:a16="http://schemas.microsoft.com/office/drawing/2014/main" id="{1A22AED3-E44B-4BEC-B725-CB35B5BFA9FC}"/>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BD1936E-99B7-4041-A28C-A43F54D405F6}"/>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7DE8D262-0673-466E-8268-70592ECD2A41}"/>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3">
            <a:extLst xmlns:a="http://schemas.openxmlformats.org/drawingml/2006/main">
              <a:ext uri="{FF2B5EF4-FFF2-40B4-BE49-F238E27FC236}">
                <a16:creationId xmlns:a16="http://schemas.microsoft.com/office/drawing/2014/main" id="{7481B4F6-0A5C-4600-8CCD-0323E0BFB34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41" name="구체적인 근거로 수정 방향 피드백">
            <a:extLst xmlns:a="http://schemas.openxmlformats.org/drawingml/2006/main">
              <a:ext uri="{FF2B5EF4-FFF2-40B4-BE49-F238E27FC236}">
                <a16:creationId xmlns:a16="http://schemas.microsoft.com/office/drawing/2014/main" id="{82229B0A-B12A-4C17-BC5D-949224B8273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365463F1-1698-4CE4-AE7F-7AA6946069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61366689"/>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21CD7B3D-2E76-49B5-B695-898EF04D3D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3962EDFF-F909-458B-B3ED-1C2D0C8DCD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078F9C45-0D89-4A92-9A0E-B8B6BB79E10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3B63EF1D-07F7-468D-A7ED-ED16DB84FD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0CE96343-26F7-459B-9FA5-A0966A2A14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420F2351-DAE9-4C6A-A003-F7652E7253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C9829DB5-EF3C-4C21-9B69-36F1D9218476}"/>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01E2D9D7-DB59-47D9-B9F2-0AAF35866A75}"/>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970CA06D-17E7-4BA9-A3C8-456BD5B7F575}"/>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C1BF3C7F-B75C-4F20-A441-5C299839D31B}"/>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4EFB243D-528B-4979-8255-25E3BD22DA66}"/>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18D44463-D6F9-4B2C-AC75-9AFEF41B204A}"/>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BC541688-C7F2-4641-B899-69A9BE1CF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9657795"/>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67CC6-95F2-45CE-97F0-CB07CF207E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CB0D5185-BC6B-4723-A310-D0E21384B7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778BBE1A-CE43-4FDB-9075-07880086EC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50711F78-93DA-4604-B780-C929754645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E8D34EA3-2BE0-4A17-A962-1A773CA79B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360C859D-A5D2-4FE2-9D15-03A0E7365D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71076431-85E0-4DCA-A3E1-B231F7719FE2}"/>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066D9D31-05CF-4985-9DA3-8E2A2835993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5AAD07EE-5BB6-4A8E-B519-F0DE7629E274}"/>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0A2D6CB9-1211-4BE9-ACCA-2AF39CDC8824}"/>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ED6791AD-EF1E-49E7-B3A9-E4D60A6940F8}"/>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76E00BAE-71DB-4FB4-B53B-B3959FDE5A9C}"/>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CCCC125-8218-4C8E-A2F9-57D17942D371}"/>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CA6DA0C9-D8DF-4D22-9918-C1F43FE8AD63}"/>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1696688C-B574-43FC-AAED-51D550D5B425}"/>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3069DF89-1EE5-4958-8CCF-7465E5337717}"/>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C657C665-B369-4774-BB93-85FC85E509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35590885"/>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5177676F-283C-46D0-A929-5EB4BE4F05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7">
            <a:extLst xmlns:a="http://schemas.openxmlformats.org/drawingml/2006/main">
              <a:ext uri="{FF2B5EF4-FFF2-40B4-BE49-F238E27FC236}">
                <a16:creationId xmlns:a16="http://schemas.microsoft.com/office/drawing/2014/main" id="{3645B838-0086-4743-886F-C9561C6BE1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다른 Task에 같은 설명이 반복된다">
            <a:extLst xmlns:a="http://schemas.openxmlformats.org/drawingml/2006/main">
              <a:ext uri="{FF2B5EF4-FFF2-40B4-BE49-F238E27FC236}">
                <a16:creationId xmlns:a16="http://schemas.microsoft.com/office/drawing/2014/main" id="{DA76A573-4AF9-4476-A3EC-4D10089678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A65BE509-BDCA-464D-B7A1-E0A2684B80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9EDC93EF-849A-477A-91D5-EA63A97A87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47BC1F4B-B299-4D93-9F24-9761E11032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14580B16-AB91-4F9F-94FE-FEC3FD9F374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4768A82A-FFA0-438F-B06C-5003EDFA8798}"/>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FAE85AC8-022E-4F67-8DF1-BBDECBF49D50}"/>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F3A6C12-CD17-4825-8721-0A41E16EFBAA}"/>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948CCC7-0B9C-4694-966E-B3CC94092BA9}"/>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F16C6181-0377-447C-BA64-F08377728A4D}"/>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71133669-7541-46CB-AFC5-C86628FE135D}"/>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CB541EAC-DD06-4713-AE33-A7802F446C25}"/>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7DCCBEE-B659-44B9-87A3-B495C381C622}"/>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5B3C5E9-AAEF-4AD1-BCE2-073B5BF96B6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3D74DD07-17AB-4230-B2CB-10CD08470BDB}"/>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CEF57D30-7FA9-4C53-AF72-4D681EDCC164}"/>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E39C610D-DBDC-4193-AAB6-FB9F2AD446DA}"/>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C3ABBB7-AA5D-4721-82DD-8996D62EE1F6}"/>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537ADBD-4B3E-4252-BBEA-E6340EC72045}"/>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573D9CF-7D81-46FC-8F5C-00FAC649ADD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DEF73D73-FC94-46C3-B260-B113C4DE82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9284661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E5CAA9E8-7482-4352-BAB4-D712BF485B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8">
            <a:extLst xmlns:a="http://schemas.openxmlformats.org/drawingml/2006/main">
              <a:ext uri="{FF2B5EF4-FFF2-40B4-BE49-F238E27FC236}">
                <a16:creationId xmlns:a16="http://schemas.microsoft.com/office/drawing/2014/main" id="{30C42194-2CE7-4BD8-A131-3F509225B1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작은 Project Context의 첫 기록">
            <a:extLst xmlns:a="http://schemas.openxmlformats.org/drawingml/2006/main">
              <a:ext uri="{FF2B5EF4-FFF2-40B4-BE49-F238E27FC236}">
                <a16:creationId xmlns:a16="http://schemas.microsoft.com/office/drawing/2014/main" id="{0788E633-F94C-4D7B-B77A-677F7FD962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08136160-41FF-4C90-8444-19EC9275B4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503EEB12-180B-4BF4-A7C4-884C8CD807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2CF12CC7-9923-4FA3-A948-289A31A796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E2ABCBED-E9F8-40EF-AE0A-ED2EF9249CF3}"/>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4D99AF51-E055-413B-8B36-70B604144AC0}"/>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FBF53C02-1C9A-419F-ADD7-206D48F9B10D}"/>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839403EE-0D71-45A3-A299-403D3215CD70}"/>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818415E5-3654-418F-A1ED-754BBA7F0304}"/>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15710AAA-0E33-49EF-9BDD-1B764C64094E}"/>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E77D731D-3A7A-469B-BF82-23B898799B9C}"/>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28A742B-330D-4199-876A-675844BCF7DA}"/>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9224D32-9F3F-4D90-959E-075F4697ED9C}"/>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9E4303EC-00F3-47FA-B815-1070FAA35F8D}"/>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BCC08B0-25A3-464D-BD11-CEB7C0273727}"/>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68B53131-3C8F-4306-855D-06C1A7D2690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E54A222-7346-4FAA-8974-CAE183C490C9}"/>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3DE0991B-B135-4C11-BC4F-56542C4E9BCA}"/>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D822A44A-F7F9-4D4B-A4B7-2E33BEB0A054}"/>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1ECFF24-C175-43C5-AD84-34882B0DEA38}"/>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A2ED7C84-B4FB-462F-9A24-5316AE881D39}"/>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FF4FA34B-C9E7-4871-81F2-18CF7485CD1C}"/>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918411CA-5356-467E-9B7C-2C9D47B44E1A}"/>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EBF0C716-C2AD-4F2E-975A-F521AFA728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46875352"/>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9FCE1FBD-4E03-403A-BCB5-E1DE93D723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9">
            <a:extLst xmlns:a="http://schemas.openxmlformats.org/drawingml/2006/main">
              <a:ext uri="{FF2B5EF4-FFF2-40B4-BE49-F238E27FC236}">
                <a16:creationId xmlns:a16="http://schemas.microsoft.com/office/drawing/2014/main" id="{5FB22368-9794-4DB2-AE92-4163F74D01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AGENTS.md의 지침대로 검증했다">
            <a:extLst xmlns:a="http://schemas.openxmlformats.org/drawingml/2006/main">
              <a:ext uri="{FF2B5EF4-FFF2-40B4-BE49-F238E27FC236}">
                <a16:creationId xmlns:a16="http://schemas.microsoft.com/office/drawing/2014/main" id="{57932AFC-0983-4C4D-A08B-BC0C6664A0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0EC24535-F30B-48D5-B7E9-B4CDC7F8F0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76DEDE9D-0728-479A-9C31-1492C16159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A185E1D4-5532-490A-A286-E70CAE7378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E7EED3A8-F9AE-48BA-B7FE-0E5B56472E02}"/>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F60FF636-0117-49F8-B8D1-3E69E0F71F4D}"/>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79F6AA33-E825-4653-AA4E-F2F506A3B257}"/>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83327BBB-A356-4514-871F-86B541E6A4C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E0B24DF-53FA-4B3D-B1C6-724C2E9187E5}"/>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67F876A6-C9D1-403F-ADD8-94CCB1E99396}"/>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B132B7B5-1E77-48B8-985B-7FAF2CF2986D}"/>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AD9D28CD-6E12-41F8-BBCE-02050B960EDD}"/>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4AC22B98-F5E3-4A6A-9A22-5F612B9EFF8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D958BA03-1546-491F-86BE-545313980114}"/>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69E6B82D-6C69-4DF3-9897-A68E789661C0}"/>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5475059C-FE29-4D09-9DFA-E807A870E62B}"/>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4493119E-FA28-48C3-912E-ED4174D0312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C412A63-8CDE-41F7-A8AD-EF8DC9C229CA}"/>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DDB193A-6D43-4AD0-8C23-27AC8B7AD148}"/>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5BA41AA6-7FB2-4BDB-8478-FF3989B500F0}"/>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B053B42-741B-462D-9742-CC1B27EA48F3}"/>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E843C08F-A2EB-42E2-9F1C-B4F3379FE652}"/>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1C2A24C6-EDE0-44AC-9842-A24A3C4CFF1B}"/>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0B993E2-177C-479E-A34D-85ACD23FDCEC}"/>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27B6BAC1-03DF-4D0F-B6BE-178AFD968D9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305D669F-3357-4787-A990-8FF00C118D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97089965"/>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37D68A2B-11B0-4D80-807F-D3A81FCC6E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0">
            <a:extLst xmlns:a="http://schemas.openxmlformats.org/drawingml/2006/main">
              <a:ext uri="{FF2B5EF4-FFF2-40B4-BE49-F238E27FC236}">
                <a16:creationId xmlns:a16="http://schemas.microsoft.com/office/drawing/2014/main" id="{CC09C736-8DF9-4256-9D36-F6E37C8B1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Task Prompt와 Project Context">
            <a:extLst xmlns:a="http://schemas.openxmlformats.org/drawingml/2006/main">
              <a:ext uri="{FF2B5EF4-FFF2-40B4-BE49-F238E27FC236}">
                <a16:creationId xmlns:a16="http://schemas.microsoft.com/office/drawing/2014/main" id="{8A4CF8FB-40AD-4992-88D2-E3FAB719DB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D36BE53-4FB8-4A5E-A5FD-1ACE5D819F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C4EE28E3-AF1C-40A2-B882-0F7D8899FA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118CD1DA-57D9-48CA-9D71-6F8DBD9E21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46F5A845-62EB-4208-9B41-81B925641B93}"/>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4AAC2E75-9486-4C18-A926-120E36CB5EBF}"/>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FA4F03F8-D0AE-41D0-9B05-C267B43CC3C9}"/>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343B631-7B9C-4398-B155-A26A3363920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D37C4420-1727-4BDB-9C48-B34610178234}"/>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121F2379-FB33-4FA5-BFA3-A791F7B07382}"/>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431CD3D1-B3BA-45CB-BF2A-823D398458D1}"/>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EC71864-1387-4045-A326-BABB2D28DB0E}"/>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C0C0D4CA-E1BE-4062-9668-862BB264A201}"/>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87AAB169-8D74-413F-A276-7BDE345B9C15}"/>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DEED1562-4322-4B40-BE7E-60CDEF8C666F}"/>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C1EE603-A87C-40B8-9E96-1F7B6FA6A5EB}"/>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8CA588DA-C353-4CDC-843B-CC9B99570B71}"/>
              </a:ext>
            </a:extLst>
          </p:cNvPr>
          <p:cNvPicPr>
            <a:picLocks xmlns:a="http://schemas.openxmlformats.org/drawingml/2006/main" noChangeAspect="1"/>
          </p:cNvPicPr>
          <p:nvPr/>
        </p:nvPicPr>
        <p:blipFill>
          <a:blip xmlns:r="http://schemas.openxmlformats.org/officeDocument/2006/relationships" xmlns:a="http://schemas.openxmlformats.org/drawingml/2006/main" r:embed="R00e7f8eea7c34c0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776A1BD5-6C88-419F-8A59-18848708B350}"/>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E166E8D3-A268-44AD-BB99-695FE8C6E943}"/>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9F1DA8B-D4FF-4F60-9764-1460E1314AFB}"/>
              </a:ext>
            </a:extLst>
          </p:cNvPr>
          <p:cNvPicPr>
            <a:picLocks xmlns:a="http://schemas.openxmlformats.org/drawingml/2006/main" noChangeAspect="1"/>
          </p:cNvPicPr>
          <p:nvPr/>
        </p:nvPicPr>
        <p:blipFill>
          <a:blip xmlns:r="http://schemas.openxmlformats.org/officeDocument/2006/relationships" xmlns:a="http://schemas.openxmlformats.org/drawingml/2006/main" r:embed="Rf4b5a90a29f94171"/>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ED014D07-46C7-4C56-940E-C814AC49E348}"/>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720CE12E-D0FD-4C8A-B86C-DEF402ED0494}"/>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F369DE17-3F72-439F-AFC7-0D92F7280A9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C150EBEC-ED0F-425D-AD62-695AE589F143}"/>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01F19812-6FA5-455B-B15F-1117E3F0AFB2}"/>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115904A7-A006-4483-A673-223B57CE2E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35204548"/>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78E87D94-F966-4C1D-ACFE-E76696ABC4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1">
            <a:extLst xmlns:a="http://schemas.openxmlformats.org/drawingml/2006/main">
              <a:ext uri="{FF2B5EF4-FFF2-40B4-BE49-F238E27FC236}">
                <a16:creationId xmlns:a16="http://schemas.microsoft.com/office/drawing/2014/main" id="{9F2F4BF7-86F2-4D31-8A12-40B7415A8D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정확한 정보도 계속 늘어난다">
            <a:extLst xmlns:a="http://schemas.openxmlformats.org/drawingml/2006/main">
              <a:ext uri="{FF2B5EF4-FFF2-40B4-BE49-F238E27FC236}">
                <a16:creationId xmlns:a16="http://schemas.microsoft.com/office/drawing/2014/main" id="{9551E0E3-5513-456F-86E0-984C30BF40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ECE42188-2D93-441D-B986-85B5124F26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12904B62-3206-4D00-83FC-FC1F5E7E75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082D8115-E541-49C8-A03F-D8F5C9FC77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933B3190-9C45-4040-B1BE-B4C390003C69}"/>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0FF81A21-6F1E-463E-A070-5F69C3FFC58C}"/>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DEAA3347-3DAA-4A59-B4E4-06B2FC835AE7}"/>
              </a:ext>
            </a:extLst>
          </p:cNvPr>
          <p:cNvPicPr>
            <a:picLocks xmlns:a="http://schemas.openxmlformats.org/drawingml/2006/main" noChangeAspect="1"/>
          </p:cNvPicPr>
          <p:nvPr/>
        </p:nvPicPr>
        <p:blipFill>
          <a:blip xmlns:r="http://schemas.openxmlformats.org/officeDocument/2006/relationships" xmlns:a="http://schemas.openxmlformats.org/drawingml/2006/main" r:embed="Rddae4870e92740b0"/>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9CD08677-4315-4742-A169-16F6D597E61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9158E4B-7A60-457F-BD57-D91FC0642148}"/>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489FD08-3554-45D0-9FBB-B4BE04BEFFCB}"/>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513D61C3-0AC9-452A-BFCF-291ABCE76578}"/>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1D0E6A93-7793-4CBF-AEF9-26494DD9094B}"/>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F3CED851-D984-47D3-B22E-92CEFF66D6E3}"/>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E9308FAA-F0CE-4898-8470-ADFC044F583C}"/>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2DF17778-5D37-4567-9BF2-14A6BB12E856}"/>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85FF0916-B0FC-4B70-9849-A520E65E2AD9}"/>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D9C2B062-31D2-49E1-A4CF-D64BA4A1143A}"/>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C192506E-7E4A-4659-9E8B-1F3ADB6F6113}"/>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B2A98D92-A66D-49F5-B648-C9DB2D973442}"/>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78B64844-FD5E-426D-AE1D-8F1C5F7ED012}"/>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4E98CAD7-FD87-4F43-BA92-00BC98BFF223}"/>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491BC35F-4EC5-4204-9ABB-6D3EC19AC13B}"/>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8CB80E95-7D79-46AB-A04C-FB0F32FCA1C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07A14242-41C2-4CB4-85E1-B06E892F6842}"/>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BFDB3BF2-73D4-4FDF-BD2F-C67BB617F0A3}"/>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50D8A747-8CCC-4127-8D5D-D24F00EE6295}"/>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D3F796A9-9DF5-4512-B916-68FD32A0C5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60646575"/>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1FCC415A-AE37-4858-839F-9B6FB8776F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2">
            <a:extLst xmlns:a="http://schemas.openxmlformats.org/drawingml/2006/main">
              <a:ext uri="{FF2B5EF4-FFF2-40B4-BE49-F238E27FC236}">
                <a16:creationId xmlns:a16="http://schemas.microsoft.com/office/drawing/2014/main" id="{9F2F8500-1E35-40A0-BC6B-48710E475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하지만 이번 작업에는 불필요한 정보">
            <a:extLst xmlns:a="http://schemas.openxmlformats.org/drawingml/2006/main">
              <a:ext uri="{FF2B5EF4-FFF2-40B4-BE49-F238E27FC236}">
                <a16:creationId xmlns:a16="http://schemas.microsoft.com/office/drawing/2014/main" id="{458CFAB5-08E6-4261-AEEA-89576DD9AB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3C97F6F-4DD1-4C57-8A67-DB1F95B278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0AB0F516-F88C-48FF-8633-3955043425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82047061-983E-432D-9863-4BF6BB5C6C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94A27A66-F4B4-41EA-AA30-56D0B8374021}"/>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D78F95C3-E7B6-4D99-83AD-1CDEA2C9D525}"/>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0C18579-A72C-43B1-AC88-D1FC238C4BF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34115F5D-FD0A-44CB-A651-14B1C408BE35}"/>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EFD76FCB-401E-40DB-A83B-307BF5A5F9DE}"/>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DD4F6C33-D8E3-47B2-B318-55D5663217F7}"/>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FF11ACE7-D373-4B75-8A84-628A18D98E2E}"/>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2E86027-C8C9-403B-946B-1F1F9D1D1714}"/>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8C1E636B-5689-4EAC-866F-160C4F84AD1C}"/>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4C5E6E8E-C925-4474-9535-38760165AA33}"/>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AAD879D-6511-4C8C-87B8-83A98AF3E89F}"/>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53EC7CDF-1338-49F6-B164-8BE281937316}"/>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957C450-99C9-4504-81B3-CBA33BD4B996}"/>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2DF4A15A-1A0C-485B-B730-7ECD2913B30C}"/>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8181CC95-381D-45C0-8B4B-72C42D6E35A5}"/>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4E118092-9D49-4DAE-AFBC-6975E7E3E2DB}"/>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97E5526F-7735-4609-807A-C39663CDF3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66728782"/>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E79D17C2-2920-45CD-897C-1033551CC3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3">
            <a:extLst xmlns:a="http://schemas.openxmlformats.org/drawingml/2006/main">
              <a:ext uri="{FF2B5EF4-FFF2-40B4-BE49-F238E27FC236}">
                <a16:creationId xmlns:a16="http://schemas.microsoft.com/office/drawing/2014/main" id="{BDE732E7-E192-488F-AE62-D3AC0F27DB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의 범위와 제공 시점">
            <a:extLst xmlns:a="http://schemas.openxmlformats.org/drawingml/2006/main">
              <a:ext uri="{FF2B5EF4-FFF2-40B4-BE49-F238E27FC236}">
                <a16:creationId xmlns:a16="http://schemas.microsoft.com/office/drawing/2014/main" id="{350DEBDB-D781-4961-8586-B7BA1E174D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0B34879-86AA-4758-ACC8-26BEE46696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DD4004B9-7AC7-4564-8785-756CC75E1B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2B910E78-B6CE-4CC8-AEC0-F254AE9AD8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296E1E47-D08F-4EF2-BA83-57C3B6ADD020}"/>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D6DBC63B-F1F3-4EF6-A3E3-5C901E685244}"/>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477DB82E-6244-4320-919D-B0F94BEF30A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090E3E2C-C824-48A3-820D-2C25B68E4835}"/>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8BA29C62-1B59-4F0C-970C-1A8ABD4BED32}"/>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E0C9E506-5854-4887-9D65-3AFC97BEC7B9}"/>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DDD44A5A-F650-4A8B-828C-21A0A6A8FDFA}"/>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4F4A2E2-1A39-4A55-A9A0-41411D9AD0D6}"/>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557308B7-3B7A-42BD-9F34-7917069C8D14}"/>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3EB84E86-96E3-42AE-BBF7-ADB9EF64577F}"/>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688DF0AD-52E6-4EB8-9A88-480FB8C9BDC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70190991-0E42-415A-8C74-25692D4CFFC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52C46A99-C8ED-43CA-A449-FBE630D2B6CD}"/>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2708F0F9-B87A-4AF7-BDBF-55DE89D0D61B}"/>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235B37B-D4F3-4A85-9A7C-11169C3F861F}"/>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38F035F4-7C15-49B3-9E3D-2DAB38EF619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A3E7C72B-CB65-4F13-97CF-803CE1F9D1E6}"/>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75E0B933-687A-434B-A41A-80E3FE05B56A}"/>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3587D32C-BDCA-4772-BC01-1B40F25F76EC}"/>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505C182E-1ECA-488C-A852-085D6711D9A4}"/>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A6A33E70-E833-4341-94D4-A42A50A2A3A6}"/>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36C27E2-6D92-4332-8B86-407513085990}"/>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E154B2A-2EF9-4B2B-B2F3-BF4BCC99B60F}"/>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D8D01568-1E92-423B-BB84-F46AA8BC6B80}"/>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83FF0EED-3D2A-41C4-A897-C36BE10B9ABC}"/>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AA878159-171E-467A-AD94-BAD50DF55012}"/>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05927EA9-7170-43AE-B8A5-C2D7CDD8127D}"/>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44A25924-0E81-4402-B1FA-4B335168604C}"/>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B11D6A6-F3CA-4F0C-8227-F054E3BC86BE}"/>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E38945B4-4F04-42E8-BC24-DC121C506356}"/>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E40FFA4-92EC-422D-800B-848264939A92}"/>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629C8EE3-E697-45D2-BFE4-1EB3DD64810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0C43CFD9-C3D4-4F1F-9246-E29380971E5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56D8BBC8-1E37-4614-A767-C7B58B2E8C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09217180"/>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9A70F695-9A33-4121-80FB-03CB80ED9C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4">
            <a:extLst xmlns:a="http://schemas.openxmlformats.org/drawingml/2006/main">
              <a:ext uri="{FF2B5EF4-FFF2-40B4-BE49-F238E27FC236}">
                <a16:creationId xmlns:a16="http://schemas.microsoft.com/office/drawing/2014/main" id="{43A16BA6-2CCD-49D8-9E5A-2A42A11948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많이 담아도 같은 근거를 똑같이 쓰는가?">
            <a:extLst xmlns:a="http://schemas.openxmlformats.org/drawingml/2006/main">
              <a:ext uri="{FF2B5EF4-FFF2-40B4-BE49-F238E27FC236}">
                <a16:creationId xmlns:a16="http://schemas.microsoft.com/office/drawing/2014/main" id="{0C6695BB-A251-4DEE-AA4E-E98ABBA91C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CBEB5F9F-DB55-4428-AEE2-118A5A9D7F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3171D3E5-7E12-4144-BEAB-BC4344C9B6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730778DA-8ECC-4010-84EA-3499363CAB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46C6C302-F827-4563-854D-10A675B91E92}"/>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04448929-A442-4D38-8877-D83BAC29C67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73B95A71-9B59-49E6-9A8E-B12D1575C181}"/>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94C7B94C-FDD5-4C4F-A4F9-6F0558540F44}"/>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264DCB85-44D1-452D-8E57-B8026EB44B57}"/>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27620A4B-4B41-40C0-AA61-C1A233BA1458}"/>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A6C3C96-22E4-4838-91F1-83EADF1C0CCC}"/>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3317626-0812-4318-8A7E-50B53A317552}"/>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59AB5FB-3A2D-4D69-9759-34B81B5CC432}"/>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25FEDA1B-0D9F-41ED-9F5D-8A98A84BF502}"/>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FAE0936C-1777-4460-8EFF-B9D2F5ECCFC7}"/>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A6FE3944-81F1-4A16-A102-AD781039BA94}"/>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E46746B-A5C4-4ABC-AEB1-86067CE72A5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2793499D-5DD5-4358-B6AA-A1D7ABD799EF}"/>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4FA45FBF-ABA3-430D-A25C-D45AE6026C4D}"/>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734E07D-39B8-4F03-90FE-F4BB4108BDAB}"/>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58226896-04EC-423C-82CD-41C0433F14E9}"/>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219F8A58-8C5A-4585-BC78-ED1A32B9F3EE}"/>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9B43CD45-2403-46CD-B190-9C397A7DC3DB}"/>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0AB50D5E-5504-4231-86CE-ADC9BC1A0999}"/>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35230324-CF9D-4D32-B85F-A08A623A49C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A612FFA9-5C11-45FD-9481-EA4D630BA3F4}"/>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89B3EA81-A034-4EC9-9097-1B0CB9D9EBE8}"/>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6B97DA40-5DCB-4993-BF88-EBCFF8646020}"/>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7A94ACBF-CF66-4A92-BEAB-900A833A4D7F}"/>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78E3EB2-33E1-4A43-9DD8-26CDFB66FC95}"/>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61E452C-0AE8-4D82-BAEC-44C79C3C3649}"/>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6DA7D654-564E-43EC-92D0-1FD88068C4D6}"/>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73C3CF0-0E09-4665-8FCF-7FCDFFB991A3}"/>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FDA511C4-95DE-4B9B-8DBB-8FEBD7A185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89537449"/>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5F637A12-0EBC-4515-8BE2-FD4B7DAF8E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5">
            <a:extLst xmlns:a="http://schemas.openxmlformats.org/drawingml/2006/main">
              <a:ext uri="{FF2B5EF4-FFF2-40B4-BE49-F238E27FC236}">
                <a16:creationId xmlns:a16="http://schemas.microsoft.com/office/drawing/2014/main" id="{D9A8F3F0-E9CC-4E7C-9C29-20F49CA3C2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A6200C1E-18BF-468B-AC23-F9DF723EEB3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3B3CB8B9-3263-4CA4-85A7-1B7E2E35BA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04E134E5-C3DA-4343-9500-A46DF29930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4AAFCD04-F0D7-488F-A974-56AF6A3244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C4FF8088-B313-42B7-B87F-EB89417B8479}"/>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9E3728C7-F51B-4A8F-9C5E-7CBB0AD64464}"/>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A7DBEC04-69A6-455A-9E47-4A446DD90FDC}"/>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F01EC1C-1A63-418C-BA38-B3BB1D67480E}"/>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1636850F-5582-49FF-B6C3-2C4047826423}"/>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D4E8A3B-25C3-4A02-B111-6707C1714492}"/>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F7ABAF60-7825-42CA-A7C9-91EBCEC99AB7}"/>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45690301-E275-47B1-BAEC-B0C6B1A045C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3C30CAF1-7578-4EAF-9877-1679DE497B48}"/>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A0718C5C-0D41-451B-892B-94C56F1CF551}"/>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47899193-7A6C-4355-A18A-05C28BE27177}"/>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BDE7B6A-8FE9-48D4-BB2E-F0125A2D8517}"/>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42FBAF60-B6CC-4C6C-9FB1-8FAA282A5AA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8FDDC0D2-1A62-4C7F-B4F9-72D69D908AC0}"/>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C1B3E65-33B6-4017-AB2D-E97699C4CCF6}"/>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08DFEFD0-181C-4A66-98FE-49BBE7368D11}"/>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975FE7E2-1EF7-4788-89A6-5D330F7BEAA5}"/>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E72D6E1F-943D-4105-80F9-9F2807AAEB28}"/>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6B9AA16E-4297-456F-95AF-EE1BBA797C99}"/>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34689857-AF98-4058-AE59-8FC8FE123DC2}"/>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636F79DB-C58B-4CDA-8BD7-C9D8C7E085E3}"/>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4476C84-902E-428C-BC61-3149AACB98B2}"/>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CE81DEB5-CB3A-46C5-B1AB-B403010F0BEE}"/>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EE5F5049-6F46-4F61-AB05-D8063AA1C8FC}"/>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163F2E73-68FC-4F0B-BB01-A06BEC9877D0}"/>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4BD5103F-F735-43AA-A694-A240A7E52D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9962304"/>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5248B80-2D70-4D95-9DD9-B947B5770C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6">
            <a:extLst xmlns:a="http://schemas.openxmlformats.org/drawingml/2006/main">
              <a:ext uri="{FF2B5EF4-FFF2-40B4-BE49-F238E27FC236}">
                <a16:creationId xmlns:a16="http://schemas.microsoft.com/office/drawing/2014/main" id="{53AF320E-AB02-4541-9DD5-0E433A333F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필요한 상세 정보로 가는 길">
            <a:extLst xmlns:a="http://schemas.openxmlformats.org/drawingml/2006/main">
              <a:ext uri="{FF2B5EF4-FFF2-40B4-BE49-F238E27FC236}">
                <a16:creationId xmlns:a16="http://schemas.microsoft.com/office/drawing/2014/main" id="{D79040D6-6186-4E63-B7AB-C9A6086D98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FAE82F1-1632-40DE-B4A4-459871F22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1EACFA4E-E29B-4F02-A64C-60EA4276CE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E7F5375E-09CA-4B93-A401-A18E8ADDEB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32F044F1-F51B-4066-BB5B-D6597CD1C53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8B7198C7-C02D-400E-A9FE-EE672C11682F}"/>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3EF9D953-97B9-40B8-B44B-EF751797CB2A}"/>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CAD1AD32-E290-4F71-B7E2-01FEC4495A11}"/>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658BC0A5-C58E-4CCE-A9A9-A2578BB68768}"/>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F2D79E-4DF7-4D58-BDF7-153EB4280AD4}"/>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1E7B4376-F9D4-4038-9B36-D1D38F3AAAF6}"/>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FF361357-BA62-4D3A-9AD7-5B7CA24FC281}"/>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EA333E11-D632-4D94-8AFA-82F70C303672}"/>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44B6E62C-3F36-487E-961E-75A252E80756}"/>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6A347B9E-D33D-4490-91F4-0123A6669F68}"/>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EA28DEB4-F040-482B-B7C8-640E0104FDAA}"/>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E2230408-3AC5-47C5-88AE-82D4E40F7CEB}"/>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F5ECD11D-EF92-4D19-BBAF-7ECEDE58AEBF}"/>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422B122B-508D-4AFA-9F61-A2DD36321E5A}"/>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347A332-2EB4-4830-A808-00165FA152C9}"/>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D9616EE8-E5A9-48FC-A839-92B0B2CB482A}"/>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F64C2A86-867F-4F45-9128-DD7EA10BC5D9}"/>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49BD2985-0D45-42B6-8264-E0D70CE70F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0979705"/>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89210DF5-8B7D-417E-A2AB-751B51F514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7">
            <a:extLst xmlns:a="http://schemas.openxmlformats.org/drawingml/2006/main">
              <a:ext uri="{FF2B5EF4-FFF2-40B4-BE49-F238E27FC236}">
                <a16:creationId xmlns:a16="http://schemas.microsoft.com/office/drawing/2014/main" id="{BC9428D1-1FD5-4E4E-B977-740D373DA0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GENTS.md에는 무엇을 남길까?">
            <a:extLst xmlns:a="http://schemas.openxmlformats.org/drawingml/2006/main">
              <a:ext uri="{FF2B5EF4-FFF2-40B4-BE49-F238E27FC236}">
                <a16:creationId xmlns:a16="http://schemas.microsoft.com/office/drawing/2014/main" id="{7F5FA23B-DA11-48F8-8158-9573339956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B6BAB069-A86C-4E13-BC0C-EC78ED5D8D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283897A0-DF28-4006-A8FD-3419E2BB34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12D921E8-D8C0-47E3-9CAF-156D5A6078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D5756E4-8E58-4A04-A7E0-1FB6E52678F0}"/>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B49B71D8-59D6-45AA-AC7F-A911800F1F2D}"/>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B56D2239-3C99-4930-B686-5400A99C9DF6}"/>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3DED82D5-6610-4E29-B220-7913083A57C9}"/>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07B0E1A-0F05-4179-8AE6-B9FA9158972C}"/>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473F3CDB-4AAF-4ADC-9B81-0D4E618FC95D}"/>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872C5BD-E3B0-476C-8919-B945338E4092}"/>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D9EAC07-E079-4302-9DFC-77C23A0FAB4B}"/>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3C2F5668-44BF-4257-B0BE-6D3D535B3A49}"/>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3075444-0D3D-4B92-9B13-6AB726054193}"/>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F4A77F8-91D7-4794-9505-EE49B4E9FACD}"/>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36E1F46F-1298-4A1A-B550-119626E8E28A}"/>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25B4F7B8-4009-4A14-9A1C-C5E99E138B28}"/>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D07D0C58-354B-4DAF-A9CC-AFACDA82A01E}"/>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428C0289-BBF0-437A-A790-03E7EFC8F46C}"/>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B32830E9-6E54-41EB-997B-C1C654FD31EC}"/>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77E14B87-C62D-43BC-85CD-2C32AC17BFE4}"/>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46FBBAD4-3582-453C-BAAE-3FF7C6420634}"/>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246F405A-B01F-4491-B93A-F73FF9B5DA89}"/>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3FCA4D20-39B1-4877-8D08-1D02B844DF04}"/>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9D75BC9-5FA2-4B89-9D66-122579FEE4D8}"/>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E2D5F614-EDAF-4B72-AFFE-F2936CEF9324}"/>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54B658D-ABF0-4E0A-925B-AE7F2D1A9054}"/>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09265013-89F7-45F0-9355-1CC9059DDD9F}"/>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0B4B6C05-A7F6-4BFF-9855-B3EED3F58DE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7493823B-1D25-489D-B3FB-2EFDDCFCA5B2}"/>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153B3C7-E674-4DA9-9986-BDF29A4B17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0131483"/>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9F42F87F-1D1B-4CEB-A743-E4D4239F72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8">
            <a:extLst xmlns:a="http://schemas.openxmlformats.org/drawingml/2006/main">
              <a:ext uri="{FF2B5EF4-FFF2-40B4-BE49-F238E27FC236}">
                <a16:creationId xmlns:a16="http://schemas.microsoft.com/office/drawing/2014/main" id="{F1447149-88A6-4B40-9D17-57D1EEF1FB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정보를 지우지 않고 위치를 나누기">
            <a:extLst xmlns:a="http://schemas.openxmlformats.org/drawingml/2006/main">
              <a:ext uri="{FF2B5EF4-FFF2-40B4-BE49-F238E27FC236}">
                <a16:creationId xmlns:a16="http://schemas.microsoft.com/office/drawing/2014/main" id="{FF17845A-0263-415B-BC33-59B76820CA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30717567-BBC3-4EBE-B666-A8D4DBCF10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E2E21C66-E22F-4FAF-B36D-7A15C27368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B55922AD-47DD-4226-ABF5-3330644B9B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CA57F47A-4B01-4B47-BE57-554AF241476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BC59DA32-747E-4D98-BFF4-551CC5DCB67B}"/>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7272A207-9BF0-4E25-B05A-4EAE455DFCD5}"/>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084F569B-2C6E-4843-A54A-E70A711E10ED}"/>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4C1B777-1D72-4227-AAA0-301F0DBB353B}"/>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4B7B6296-E798-431F-A213-485961BC6B5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56E9894B-62DC-436F-A9DD-AEBA6642B58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F39473BE-628E-4C07-A029-BD67F94DB8B3}"/>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A604C4AC-39C6-47F4-9FCA-20680C5BA59C}"/>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0DD5DF1A-3D48-49D5-A3C4-2C7ABBD22746}"/>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6AE81416-69EF-48F5-B9C6-399BF700BB44}"/>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4E54DB6-55F3-410C-8C2F-0AE1B61EEB41}"/>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3FDDE6CF-7421-4400-B321-31905340FCBA}"/>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E0B5256-2E48-4D2B-A322-4D11E71952CF}"/>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49FA44E3-69E9-4870-8B3A-60935551FA50}"/>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5D05528-32B1-404C-9EEE-9883E7722ACF}"/>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F8B2C899-7F78-4AA8-8DCF-DC9EACF35B5C}"/>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783E7EF3-0E52-4344-A8D5-9AD8126C6BD1}"/>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B2C756A3-1AB9-48CA-87BB-669EBF447150}"/>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103EA422-7F59-429A-B5DA-DEAD8D9C5AC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14182B81-9DEF-4410-B334-8FA17B8F3C63}"/>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40B3EB02-D7AC-4A99-84C2-7962B6453CA4}"/>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5484DE6-545F-4A2A-983D-7DF4FAC3CC7D}"/>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1E82D149-1154-4903-832A-9ECDC8AF8FDE}"/>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09C562EB-7D84-4C86-96CE-713CFB560876}"/>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6ED1126-78A7-497E-B6B9-0347C76B5105}"/>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B195FE72-003E-499F-AA1F-9A4EB6B1583D}"/>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34C6577C-7DBD-4EDD-87EE-1404558BE4E9}"/>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DA6AE314-31CF-45FB-8341-7BE0339D79D7}"/>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8ADC9E0-7F89-417B-A714-5DBDB18C02F8}"/>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340CE770-E0D8-473C-9F81-EE0B162A7111}"/>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89312E13-B86B-43A5-81A0-9151FCF7BD3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C375E7A3-1C0B-4826-BAA0-D53FC3A0A5D0}"/>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FA88F2B-FC3A-469A-990F-96A69068E8C3}"/>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24017982-79BC-4544-9F4F-9D419BC761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88368209"/>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14C8A631-EBD7-4494-809C-D0B5310D49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9">
            <a:extLst xmlns:a="http://schemas.openxmlformats.org/drawingml/2006/main">
              <a:ext uri="{FF2B5EF4-FFF2-40B4-BE49-F238E27FC236}">
                <a16:creationId xmlns:a16="http://schemas.microsoft.com/office/drawing/2014/main" id="{E59E7676-29E0-4C6D-84E4-7336AFB805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서로 다른 두 Task가 무엇을 읽을까?">
            <a:extLst xmlns:a="http://schemas.openxmlformats.org/drawingml/2006/main">
              <a:ext uri="{FF2B5EF4-FFF2-40B4-BE49-F238E27FC236}">
                <a16:creationId xmlns:a16="http://schemas.microsoft.com/office/drawing/2014/main" id="{3AE01F1A-95A2-4DCD-B2D2-61C495A47F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B581BFD-89D2-4583-9337-7C5B8B7909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9498A9BC-8661-41ED-8524-8A872170A6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0D43BD82-E7BB-4356-A21D-2585067A8B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7574D7DE-2312-4AC4-AC3E-6AF6FC885AE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9674642A-DFDD-4625-A59F-624115247CC6}"/>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A82F956B-3C0D-4727-83C2-BF20F0E9206A}"/>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95815F6-3C2F-4F3C-A65D-74FAF7A615FF}"/>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B84D710F-12F4-43C5-B2F1-C913FB42A406}"/>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095CB325-5C28-4964-8865-6C181A524EC9}"/>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E34AC5C8-A778-4D70-9EB1-F71FB70EECB5}"/>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0C43ADB-ED77-4161-9BB1-551D27BA7133}"/>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F2E8BDF8-9D33-4289-BFC2-0C7318224C04}"/>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433C943-FE9E-4B6D-808F-0E566ADBDF93}"/>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8A8E9B19-2B87-412A-B7C5-AB2383F8D708}"/>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BC3472D3-64D1-44BB-9F7A-2E31D11CAB52}"/>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EF77C1E2-4199-445C-999C-504E8B5DF1EC}"/>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61EECF6-FE88-47AE-AD7A-84342EC15D10}"/>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9127F29-3D1B-42D3-B45B-B8389D1F2D0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B4421CB3-03F1-4306-8D1A-442670660E0C}"/>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5BC8718-9C23-4BDF-B8AA-D2A0F59FDC4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EFF4CC6E-420F-4631-B904-43BA47C9EA84}"/>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3E92379E-B8B9-47E1-9701-D25AA176623D}"/>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90034AD5-FBD9-4F61-8B01-90FD4FB56048}"/>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982299F0-6C34-4865-A4C7-4E287A5BD9DE}"/>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9F5E3134-4718-429D-BC3C-DE34523EC3EA}"/>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0F26A1BB-FA81-428C-8AED-7EDA40E8A7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71645781"/>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5705A63C-188F-4DD4-8AD7-7CBAD44176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0">
            <a:extLst xmlns:a="http://schemas.openxmlformats.org/drawingml/2006/main">
              <a:ext uri="{FF2B5EF4-FFF2-40B4-BE49-F238E27FC236}">
                <a16:creationId xmlns:a16="http://schemas.microsoft.com/office/drawing/2014/main" id="{F5E007A4-12F8-4924-8AA1-528A085BD1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Crop Task에서 관찰한 접근">
            <a:extLst xmlns:a="http://schemas.openxmlformats.org/drawingml/2006/main">
              <a:ext uri="{FF2B5EF4-FFF2-40B4-BE49-F238E27FC236}">
                <a16:creationId xmlns:a16="http://schemas.microsoft.com/office/drawing/2014/main" id="{F6255562-803C-435C-9CE2-EA8A00B9C6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853332B3-98DD-46A3-A1FE-28471D8605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D9E0CB64-6B30-4D1B-AF2C-54D636F15E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116065A9-64A4-4AFD-897B-0178D4C4B2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B3D3A94A-60FD-4B37-83EE-1B27A558B11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21F11143-CD5F-41A1-A366-4FE43BBB7DA3}"/>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5310F438-062B-4DAD-983E-F6A10DB7CD0B}"/>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D311B2A1-9CB4-456F-9CC2-4F59C9694B6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8AD6EDFC-999E-4D4C-A366-995005877B1C}"/>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A9D0FD9F-9202-4684-BA5B-24B0A236C99E}"/>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0A44D51B-F867-4686-A234-EDF8BA484E64}"/>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9120B951-59CF-48F8-B558-77A8C65E3CA4}"/>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5F005AD8-FFFB-41CC-942A-4523A505CFEB}"/>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2313976C-617F-407D-95D1-AF7165B8AEA5}"/>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6CF13DD6-EB13-43F5-A95E-2B4471969CA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AF0ECCD4-E57A-4D3A-87CE-6A6D1990F0D6}"/>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B256D81-ADF9-467E-8E15-BED35B6ACE9C}"/>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59BC825-B66E-4A27-8DDF-A1A55208A285}"/>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7CF5D366-C119-4B6B-A9A3-C5144FDD05D6}"/>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2ED18358-9CE3-4713-B59C-5B8F310F8E02}"/>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4CF195DF-142B-4848-9480-7E38CAEB8F71}"/>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74AD738C-5513-42D5-98C3-8B29C2750837}"/>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9FA733A1-B60F-439F-A840-17A20AF64B9D}"/>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9C3C8310-A2AB-424E-BEDB-F683121FF726}"/>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A6714A1-CF66-4369-8EE8-CC331628B761}"/>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62830B73-FF6B-4A93-89AB-3BC6C68D48CD}"/>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31848A18-873E-4855-B301-3089BFA4EF01}"/>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0163507C-DDEB-4FB5-96B5-4E00F3A8D82A}"/>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D600ECEF-B6B7-45AE-A867-3CF970B4A246}"/>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B23AF00C-69BA-46B6-BA0A-4F23A077417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A244892F-C5DD-4604-8447-84C432ABA9BB}"/>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DF6E2954-BEB0-4225-B871-5F697BDE0510}"/>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9C2B60E1-1150-4966-9B8D-0AA2BC144622}"/>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EBAD97FA-0F54-4D71-8C0E-9E8722509924}"/>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38D9F1E3-0273-42A7-89C0-57E4F97A947E}"/>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25CB8E2D-9436-46B9-9307-CEF2A7176DC5}"/>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01F66298-EE43-4F83-9676-F62C9C065EC2}"/>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5353970E-BA76-476E-BA53-E1A3276CE350}"/>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D0AB8477-A1DF-4170-95FB-916B11C0C06A}"/>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CAB28A6F-BF50-4E16-88DE-DBFB06EFBF1D}"/>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9E5BBBDE-E4DB-4DBA-AA1B-F087A4C2A4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54800010"/>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958AE2FB-2765-4630-A7CF-AC57EA828E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1">
            <a:extLst xmlns:a="http://schemas.openxmlformats.org/drawingml/2006/main">
              <a:ext uri="{FF2B5EF4-FFF2-40B4-BE49-F238E27FC236}">
                <a16:creationId xmlns:a16="http://schemas.microsoft.com/office/drawing/2014/main" id="{8503E01E-5D33-4C02-A7DD-2F4C37C38B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의존성 질문은 설정과 소스로 답했다">
            <a:extLst xmlns:a="http://schemas.openxmlformats.org/drawingml/2006/main">
              <a:ext uri="{FF2B5EF4-FFF2-40B4-BE49-F238E27FC236}">
                <a16:creationId xmlns:a16="http://schemas.microsoft.com/office/drawing/2014/main" id="{DF7DC6D3-A19E-4BC5-8920-6942FE61DE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BAB6E63C-BA62-4748-8A21-46207DD2AC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02F6DD74-6CEE-4E00-B0CF-9FF980785F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9D4184E2-4616-4B4F-807A-BA1FBA3EFD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71E16F13-EF2A-4167-8524-60CFEDD0D449}"/>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3411601E-85B0-41F8-8D3A-53633FDBC4AB}"/>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4ED7A3EE-376D-4BC2-BF00-3C96122624A7}"/>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02C3F795-7020-4CC6-91A5-26FBED537AC8}"/>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00E49F12-1B3D-41A1-A25A-BCF401571862}"/>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B2CDF85D-5881-4A84-BC57-110505083FB9}"/>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C5F6DC22-FAEA-4D4C-9DC4-C49E0F2C4191}"/>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7A3141DF-2148-4B93-9A77-D00C9483A4A4}"/>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3D073C4E-4CDC-4381-922C-4FD65DFC541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ECBE0781-71BF-4289-98DC-9CF9B4E26090}"/>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B509C0C9-7CB5-4099-BF53-7E4EA368F88B}"/>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3628C9B-78B9-426C-8EE4-9D9872BD601B}"/>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F1EF81DF-7560-4009-A500-E66993961E69}"/>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65F0C880-27E5-40D9-8CA7-9BF37FBC747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C299D248-7313-430F-ACC8-254A0BE9C3C7}"/>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5B7ED732-D036-4CCD-936F-3E4BE3FB76F6}"/>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D02265FE-1926-4069-B48E-D514F985F9CA}"/>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D2F988D-15F7-404A-888C-33A442AC4579}"/>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999F0C70-5E70-48BC-AED3-537036ECCD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9343691"/>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01AF77CA-1D93-4E32-9FCE-DC78354721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2">
            <a:extLst xmlns:a="http://schemas.openxmlformats.org/drawingml/2006/main">
              <a:ext uri="{FF2B5EF4-FFF2-40B4-BE49-F238E27FC236}">
                <a16:creationId xmlns:a16="http://schemas.microsoft.com/office/drawing/2014/main" id="{4A7A9D89-339C-4097-B4E0-8A5CCC3DFE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두 Task에서 상세 문서 접근이 달랐다">
            <a:extLst xmlns:a="http://schemas.openxmlformats.org/drawingml/2006/main">
              <a:ext uri="{FF2B5EF4-FFF2-40B4-BE49-F238E27FC236}">
                <a16:creationId xmlns:a16="http://schemas.microsoft.com/office/drawing/2014/main" id="{FCA52269-DAD6-4F29-A21D-628A31863B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62A39088-EEFC-4F55-97CB-6353E484E3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B0B68BB8-E1B2-43D4-8E1D-A1BF5CA105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43CC7FBA-3CB8-471E-974E-2D8E7A3988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614CE43C-4833-4521-A446-9F1D2A1A1A3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F43D8851-1730-452C-9D73-5749E4DCAA5A}"/>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17B0E9A6-F0C1-4AB8-A287-A89DFE891A7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68E4F312-EAE4-4F92-BFCB-297281CC9C0A}"/>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E5D1170C-23F3-4542-8A27-DDEF7117C403}"/>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4EEDD8E7-A023-4B6A-B5A0-247B9B9B1557}"/>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8C0B2A21-EA9E-49E6-8686-4EDA3EF6A16E}"/>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3CEF022-B73A-4123-8B7D-2EE37677FF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29148824"/>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97F5D105-86E9-49B5-BEF3-1AB7BD7AD19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3">
            <a:extLst xmlns:a="http://schemas.openxmlformats.org/drawingml/2006/main">
              <a:ext uri="{FF2B5EF4-FFF2-40B4-BE49-F238E27FC236}">
                <a16:creationId xmlns:a16="http://schemas.microsoft.com/office/drawing/2014/main" id="{E7E1143D-94DD-4CA4-8435-A40A9B415E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Context 정리에서 확인한 네 가지">
            <a:extLst xmlns:a="http://schemas.openxmlformats.org/drawingml/2006/main">
              <a:ext uri="{FF2B5EF4-FFF2-40B4-BE49-F238E27FC236}">
                <a16:creationId xmlns:a16="http://schemas.microsoft.com/office/drawing/2014/main" id="{09ECB005-5378-455C-AFB4-053921009A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202E3586-1230-4842-BAB1-B9CF2722C8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AB6A10BF-D375-4FDE-8BC4-FEA6463BA7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8D569C6C-3FAE-4F05-A0B7-2636B0701E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2E5C09C6-13FF-427F-ACEB-020E2AA80E1B}"/>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A4E40952-FE4B-4FD9-B89A-0C2B8C929D2D}"/>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EF2E50C8-23CD-4407-AA90-D13949B4FC83}"/>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6E4ADC2E-B4D5-4177-B709-55A3BFF57CC6}"/>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490F3AB9-D8DC-40A6-9DCA-053AFED3E54E}"/>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8442B45-D67B-4169-BE62-48B195F470E7}"/>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A4D71326-C260-48E5-A454-F71C1DB6ADB7}"/>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568C3286-AA1A-483E-AA74-CA756E41C87C}"/>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6E758787-7D9D-4B25-B2ED-431DA600DF9C}"/>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279E2128-9437-43EE-8ED4-87C2111944B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07969B98-BCD2-49C7-8D62-7B7CE1C68623}"/>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8374A58F-645D-419F-8884-944A7F034658}"/>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0129BDF4-7333-40B5-8BE9-6948ED6D11C6}"/>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9FD45988-8FFF-4C86-A72F-1861DB1ABA70}"/>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6449E5A7-E579-4B7D-9F44-07FDCDFE3C8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CE56ACA5-49E1-472C-BB3A-E02D62FB9CD2}"/>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F71B062D-B64C-4065-879C-52D26E4ACEC0}"/>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BD9588F6-9E0B-4804-AD23-7DF05BD3939A}"/>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CC19B3B2-679E-4E71-9979-3304444FBA7F}"/>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1A1B56D9-21CC-4BD6-98CB-CFA578123A19}"/>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17A5629C-B585-47D5-A3FA-C46200F1C2B7}"/>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EDE1506D-4585-4E05-8263-B707CC075C88}"/>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E94E8C3-3D96-4B54-9B90-FA548B3231AA}"/>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48FDBA7E-1AC3-4084-9F69-F1032683E587}"/>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AB02247B-EB29-4BC9-B4A8-5CED3B930148}"/>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954765D3-EB1C-4164-9F84-45C72A10C1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1278461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필요한 팁 찾아보기">
            <a:extLst xmlns:a="http://schemas.openxmlformats.org/drawingml/2006/main">
              <a:ext uri="{FF2B5EF4-FFF2-40B4-BE49-F238E27FC236}">
                <a16:creationId xmlns:a16="http://schemas.microsoft.com/office/drawing/2014/main" id="{F6DF7283-4FB2-4E4C-A298-A169F42D2E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팁 찾아보기</a:t>
            </a:r>
          </a:p>
        </p:txBody>
      </p:sp>
      <p:sp>
        <p:nvSpPr>
          <p:cNvPr id="2" name="S54">
            <a:extLst xmlns:a="http://schemas.openxmlformats.org/drawingml/2006/main">
              <a:ext uri="{FF2B5EF4-FFF2-40B4-BE49-F238E27FC236}">
                <a16:creationId xmlns:a16="http://schemas.microsoft.com/office/drawing/2014/main" id="{181D359E-8157-4817-BFBA-ECF2FFBE5D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ACT 2 실무 적용 팁 모아보기">
            <a:extLst xmlns:a="http://schemas.openxmlformats.org/drawingml/2006/main">
              <a:ext uri="{FF2B5EF4-FFF2-40B4-BE49-F238E27FC236}">
                <a16:creationId xmlns:a16="http://schemas.microsoft.com/office/drawing/2014/main" id="{AFC5D220-42F4-4EB0-A82B-65EAD37E4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ACT 2 실무 적용 팁 모아보기</a:t>
            </a:r>
          </a:p>
        </p:txBody>
      </p:sp>
      <p:sp>
        <p:nvSpPr>
          <p:cNvPr id="4" name="">
            <a:extLst xmlns:a="http://schemas.openxmlformats.org/drawingml/2006/main">
              <a:ext uri="{FF2B5EF4-FFF2-40B4-BE49-F238E27FC236}">
                <a16:creationId xmlns:a16="http://schemas.microsoft.com/office/drawing/2014/main" id="{4736438F-834D-48C6-8C5C-74918BF333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7">
            <a:extLst xmlns:a="http://schemas.openxmlformats.org/drawingml/2006/main">
              <a:ext uri="{FF2B5EF4-FFF2-40B4-BE49-F238E27FC236}">
                <a16:creationId xmlns:a16="http://schemas.microsoft.com/office/drawing/2014/main" id="{7B5650B4-F620-4A01-B754-AFE8B612DB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DEC-0087</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58A9275F-9A6D-4EC5-88BE-0209197285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AC8C6F5B-2C13-460E-9368-FB52109752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B4ED6C1C-CFD2-4403-9536-47C3DF0BF60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8177B68A-FCCF-4EF8-9F55-3841375A235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723B83EF-8397-4294-8C9B-086AE9757E4A}"/>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111E70A6-D99D-4DA7-A5CB-4EE9135E1D76}"/>
              </a:ext>
            </a:extLst>
          </p:cNvPr>
          <p:cNvSpPr>
            <a:spLocks xmlns:a="http://schemas.openxmlformats.org/drawingml/2006/main" noGrp="1"/>
          </p:cNvSpPr>
          <p:nvPr/>
        </p:nvSpPr>
        <p:spPr>
          <a:xfrm xmlns:a="http://schemas.openxmlformats.org/drawingml/2006/main">
            <a:off x="609600" y="3076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47">
            <a:extLst xmlns:a="http://schemas.openxmlformats.org/drawingml/2006/main">
              <a:ext uri="{FF2B5EF4-FFF2-40B4-BE49-F238E27FC236}">
                <a16:creationId xmlns:a16="http://schemas.microsoft.com/office/drawing/2014/main" id="{BD761CD4-F560-472C-B1E1-164600FA0636}"/>
              </a:ext>
            </a:extLst>
          </p:cNvPr>
          <p:cNvSpPr>
            <a:spLocks xmlns:a="http://schemas.openxmlformats.org/drawingml/2006/main" noGrp="1"/>
          </p:cNvSpPr>
          <p:nvPr/>
        </p:nvSpPr>
        <p:spPr>
          <a:xfrm xmlns:a="http://schemas.openxmlformats.org/drawingml/2006/main">
            <a:off x="609600" y="3076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S47</a:t>
            </a:r>
          </a:p>
        </p:txBody>
      </p:sp>
      <p:sp>
        <p:nvSpPr>
          <p:cNvPr id="13" name="AGENTS.md에는 무엇을 남길까?">
            <a:extLst xmlns:a="http://schemas.openxmlformats.org/drawingml/2006/main">
              <a:ext uri="{FF2B5EF4-FFF2-40B4-BE49-F238E27FC236}">
                <a16:creationId xmlns:a16="http://schemas.microsoft.com/office/drawing/2014/main" id="{FF44CECE-2B50-44D8-AFFD-CA8C1B8FA44E}"/>
              </a:ext>
            </a:extLst>
          </p:cNvPr>
          <p:cNvSpPr>
            <a:spLocks xmlns:a="http://schemas.openxmlformats.org/drawingml/2006/main" noGrp="1"/>
          </p:cNvSpPr>
          <p:nvPr/>
        </p:nvSpPr>
        <p:spPr>
          <a:xfrm xmlns:a="http://schemas.openxmlformats.org/drawingml/2006/main">
            <a:off x="1714500" y="307657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AGENTS.md에는 무엇을 남길까?</a:t>
            </a:r>
          </a:p>
        </p:txBody>
      </p:sp>
      <p:sp>
        <p:nvSpPr>
          <p:cNvPr id="14" name="Legacy module connection">
            <a:extLst xmlns:a="http://schemas.openxmlformats.org/drawingml/2006/main">
              <a:ext uri="{FF2B5EF4-FFF2-40B4-BE49-F238E27FC236}">
                <a16:creationId xmlns:a16="http://schemas.microsoft.com/office/drawing/2014/main" id="{4E98B51F-D83C-44C1-93EA-099442F566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36374125"/>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75E02FC9-662B-4818-BDE1-91407A4C94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B0028DA6-4A97-47F8-B8BC-39AC89B2D5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31734CCE-5DBF-4C98-98D1-DAB3F7883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107CB33C-CC90-461B-B006-54D95D2EF1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A4359267-F200-48F0-8C18-7CEE192E4F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E8DF656D-A3FB-4F03-8728-75E199FF65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B55857C9-A636-496C-89EB-89B3F6EE9E3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3A61A9A-F316-4A41-B483-9B9FFD0AEC1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4D292853-F91D-4DDA-96A0-FCD6A3F46AD6}"/>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24C1045F-BECA-4C87-A240-41DB2B16AF75}"/>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517ED175-1E93-4A91-BA3F-7B1264CFDFE7}"/>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9E8CA8-7274-456F-AF6A-BCB3B205BB2F}"/>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83A560BB-8F0A-4B5F-830C-924FFC5CC3B9}"/>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18EC30CB-ECB7-4B0E-B337-686C93D46630}"/>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8850F4A6-EB3E-4D40-B10C-B18E696BCE07}"/>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C38076C8-1CCE-4D11-B545-AB00C2799B08}"/>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089C10EC-7E60-4BBC-B98B-C7FF6825D169}"/>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9B01827A-F677-4FD2-A473-35D89E3EA736}"/>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945A38DE-43FD-4708-8144-169C28AEF3A5}"/>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4DE037DA-1F70-4921-8B1C-7A5A697497C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601C45EA-89BF-482B-A1A0-8CE4D9F43E5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5AB6E5EC-6803-4370-9D14-99EB423458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50136934"/>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D9866F61-250F-41A6-9657-FEBCBE190B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6">
            <a:extLst xmlns:a="http://schemas.openxmlformats.org/drawingml/2006/main">
              <a:ext uri="{FF2B5EF4-FFF2-40B4-BE49-F238E27FC236}">
                <a16:creationId xmlns:a16="http://schemas.microsoft.com/office/drawing/2014/main" id="{196812CC-D8A9-4679-9542-A082701ED1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두 실제 요청에 같은 절차가 반복됐다">
            <a:extLst xmlns:a="http://schemas.openxmlformats.org/drawingml/2006/main">
              <a:ext uri="{FF2B5EF4-FFF2-40B4-BE49-F238E27FC236}">
                <a16:creationId xmlns:a16="http://schemas.microsoft.com/office/drawing/2014/main" id="{99A247AB-FCB7-43BD-870B-01B6B98071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45BCE2C-C323-42AE-B597-2BED1DCEA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92768D59-EFB3-41C2-A811-FF2473CE4F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2158F1BA-8661-4295-ABEA-07B28D232B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BAF1F4EA-F1E4-4D55-B59B-011BA6E504FA}"/>
              </a:ext>
            </a:extLst>
          </p:cNvPr>
          <p:cNvPicPr>
            <a:picLocks xmlns:a="http://schemas.openxmlformats.org/drawingml/2006/main" noChangeAspect="1"/>
          </p:cNvPicPr>
          <p:nvPr/>
        </p:nvPicPr>
        <p:blipFill>
          <a:blip xmlns:r="http://schemas.openxmlformats.org/officeDocument/2006/relationships" xmlns:a="http://schemas.openxmlformats.org/drawingml/2006/main" r:embed="Rcbabbff7dc7d44a9"/>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4FCFA9E5-7B3A-4C8F-A0E7-82BA7F332F1C}"/>
              </a:ext>
            </a:extLst>
          </p:cNvPr>
          <p:cNvPicPr>
            <a:picLocks xmlns:a="http://schemas.openxmlformats.org/drawingml/2006/main" noChangeAspect="1"/>
          </p:cNvPicPr>
          <p:nvPr/>
        </p:nvPicPr>
        <p:blipFill>
          <a:blip xmlns:r="http://schemas.openxmlformats.org/officeDocument/2006/relationships" xmlns:a="http://schemas.openxmlformats.org/drawingml/2006/main" r:embed="Rc7bb9efdbcde4f3c"/>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3FA3171C-6519-4117-98A7-494D4CB43C83}"/>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D305DBF5-8C26-4EB9-9603-2C105788160D}"/>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1D1A8DDD-62F0-4136-A493-5947EF3424BA}"/>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22EC987F-93C5-4D29-AEB0-69ACE651EFE1}"/>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07102BD1-619F-466E-ACB1-51AFE0948CA2}"/>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1FF296E-B929-424A-9077-8F387F4C517F}"/>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D82D8336-C553-4497-BDB1-DCD7AC46D1F9}"/>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FEACAF4A-215B-4608-9A6C-782C792BEE9A}"/>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1FD2DEB1-85B4-4B1C-809F-5DDE1E35EFC4}"/>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B7A6BB23-B085-42C2-ADBB-18775403DEFB}"/>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900B2D26-F123-4F1F-B8A5-6AE719488AFB}"/>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879F917A-F1EE-4A74-A831-65D59185D02E}"/>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2FFEFC5C-42FC-490E-A220-E03572FC4EFF}"/>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A8EB5F39-490F-4B55-AB05-E98C627E45DF}"/>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598E0A95-35F8-47F2-988E-2EDFE4B7793E}"/>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BEF3197D-FF57-4909-BD20-C9A0F81A509E}"/>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9B136C40-8279-4C46-BF89-909400BBF39E}"/>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42B3C206-7E1F-4E81-BD93-2A80DF2F6D8F}"/>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570E0329-C481-49BE-B0E4-E368D7CBE598}"/>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9315CCAC-353F-488F-940D-5D3F12433B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7BABA7E6-79D2-4806-962F-EB818F1D8C53}"/>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1D49C56C-AFFE-4CEA-9AEC-8CDFAD05E9AC}"/>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9F3A32FF-2699-4BD0-9AD4-DF8FB4267F62}"/>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74C44D9B-2000-4019-ABA4-321EE03C99C1}"/>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EF8492F5-3452-4828-A8DD-68B1DFC8F0CD}"/>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1F0FE52-92A1-42CC-853C-3EA42C273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579807977"/>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23772B05-6D34-4F80-B48D-C7AE7DDA53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7">
            <a:extLst xmlns:a="http://schemas.openxmlformats.org/drawingml/2006/main">
              <a:ext uri="{FF2B5EF4-FFF2-40B4-BE49-F238E27FC236}">
                <a16:creationId xmlns:a16="http://schemas.microsoft.com/office/drawing/2014/main" id="{BEA9CC2D-50E8-4CF1-BA0D-F034E6F3F7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테스트 명령을 언제 쓰고 무엇을 판단할까?">
            <a:extLst xmlns:a="http://schemas.openxmlformats.org/drawingml/2006/main">
              <a:ext uri="{FF2B5EF4-FFF2-40B4-BE49-F238E27FC236}">
                <a16:creationId xmlns:a16="http://schemas.microsoft.com/office/drawing/2014/main" id="{B3F4AF19-149B-4CB6-8B1C-3BD997CBE5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D50298C7-DA21-41B5-912D-ED46D9634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3FE01836-4EEE-4E23-AA25-F980D06720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C2ACFE7F-B02F-4B2E-BB7E-5285EFADCF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8FC51413-7387-4993-926D-E1BCD8B7BCB7}"/>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979C5AF5-FA60-4FE2-BED7-DA95C1E9251C}"/>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E45E15D-A5F2-4BD7-830C-741601635AAC}"/>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08285DBE-4630-443C-AE30-FD28FFE26753}"/>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482EF5FE-2634-4B4C-A8CB-56C6C09DB205}"/>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E066418F-5F9A-4BC2-B956-B7E2125A55DE}"/>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DF3B28A7-B57F-43E0-BF00-67AE86CA21F8}"/>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88FE1BDE-B8D6-419E-BF65-724BED301F2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B3DAF696-00B3-4FE5-974D-4CD5D8CB03AF}"/>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670170E5-52FD-42EB-AEEC-BD1D0FF4729C}"/>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D71A66E-3983-484D-9D8C-A8125A1886A2}"/>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868FECA-9A67-4CB1-AAA4-C4F608F33B09}"/>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617883D7-5B50-45F2-B18D-462B1F451B92}"/>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0289B7FD-A1BD-410A-8F6D-9C272A5C3FE9}"/>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07637232-2CEE-4FCC-B676-E40F8128314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6E34A5AC-2FF3-4D85-B49D-C984B0EB0AB9}"/>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D0C1AF76-BDCE-428A-AD8F-7D1C013092B4}"/>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6318E1BB-EC35-4897-8D30-DBB99DBFAF78}"/>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778B9628-686E-4D8C-8D44-8B1C2A7DD012}"/>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598CD1DC-40A7-430B-A43B-DE68E74A2361}"/>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AF1A4527-F36A-4F63-9941-6DEE103DDF0B}"/>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4A5EA70B-7A24-4D50-BD65-6E4A5707BCC1}"/>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4605125-2490-4C4F-8E53-09B2F8B5222C}"/>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FECDF509-33E7-4672-82FA-5B5EA16ED32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AB837DAF-10C7-4956-99E6-C3A4109FAF63}"/>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E03831E1-46B9-43C5-9820-0C7F26D190F1}"/>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F786AD6-41C1-40A7-A0CC-784DE2CAB348}"/>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1F0ABE21-6967-454C-9BDC-E86008E186C5}"/>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9817520A-5C6C-4A86-89A4-8CD235D902F5}"/>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E65447E4-8E3D-4DF7-B77A-443385A6A4F8}"/>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5BC8AFB6-3C38-45AC-BCD7-79DB35C53EA2}"/>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45CEE909-8AB1-4BE1-AE40-E2C50B5F5025}"/>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C1A85B1B-35D1-4F29-8125-7644AC612AAC}"/>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32F95A95-07BB-4E75-8FBA-F4C0DF037F0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95D79488-2F1F-4003-9268-C33EAB77F29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77EDB9BF-8EB9-4C13-88AA-C77E9E01ED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13338696"/>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F49AA100-9774-4C6F-8E86-66A81FB68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8">
            <a:extLst xmlns:a="http://schemas.openxmlformats.org/drawingml/2006/main">
              <a:ext uri="{FF2B5EF4-FFF2-40B4-BE49-F238E27FC236}">
                <a16:creationId xmlns:a16="http://schemas.microsoft.com/office/drawing/2014/main" id="{7FAAE011-C3CD-41AE-AA06-F8450D2F5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목표·기준·방법을 한 작업에 적용한다">
            <a:extLst xmlns:a="http://schemas.openxmlformats.org/drawingml/2006/main">
              <a:ext uri="{FF2B5EF4-FFF2-40B4-BE49-F238E27FC236}">
                <a16:creationId xmlns:a16="http://schemas.microsoft.com/office/drawing/2014/main" id="{AA48969F-1527-40FB-87FF-7365CA58F8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BCB42B7A-9903-4B21-9828-8E071ABF2F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9027C7E1-A94D-466C-AB75-98EE072790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48AB3CE1-008C-485A-A2DC-6F8F993645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3BBB9EC7-AA21-4B0E-9AF7-943AA7185475}"/>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F55E0265-1932-4EA2-B84B-E7406E7CA347}"/>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6E0B0B0F-0896-4EA0-9780-5BC61E5EBE10}"/>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0062B6F-3167-4957-BA52-40E38E90A708}"/>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6A9F9BB-EEBE-4599-BB66-66A2028DCA57}"/>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7A870872-C7D5-4563-99A2-A607BE1983E5}"/>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7DA63EE1-1A52-4FB7-BE6D-CB9F2415A978}"/>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A91D5DA3-2D5F-4318-A2CB-7D7F5C9634D9}"/>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0D8159B6-496B-4B09-B9FF-432005217FC2}"/>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B86272C1-8342-4D7C-B978-7D34DFAF787F}"/>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1B00815C-D24D-4A3A-8825-934DCA2DD34F}"/>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78E2101-761A-4007-8395-EA8B8D2D222D}"/>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6ABB381E-044D-4524-8517-4D4C331F815C}"/>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AB910278-FC70-4DC9-A33E-7CDB8297EE92}"/>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FCD32243-B776-43CF-AA62-EA21C0D108A8}"/>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61FF1A14-27BF-423E-853D-82C8A79A9DC3}"/>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545953A3-A048-46E8-840F-633F9CCF6D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73890698"/>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80407B83-C6A4-43E7-AF48-D1DCAF121E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9">
            <a:extLst xmlns:a="http://schemas.openxmlformats.org/drawingml/2006/main">
              <a:ext uri="{FF2B5EF4-FFF2-40B4-BE49-F238E27FC236}">
                <a16:creationId xmlns:a16="http://schemas.microsoft.com/office/drawing/2014/main" id="{611FF4E7-7D98-4E99-A134-228D0C60BA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반복 절차를 Skill로 모으는 이유">
            <a:extLst xmlns:a="http://schemas.openxmlformats.org/drawingml/2006/main">
              <a:ext uri="{FF2B5EF4-FFF2-40B4-BE49-F238E27FC236}">
                <a16:creationId xmlns:a16="http://schemas.microsoft.com/office/drawing/2014/main" id="{67CCA1FF-8FD2-41C9-8577-0FA569DDAC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937DBF28-6343-4BA7-9634-5C6B40AB44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440767E2-BA19-4D56-B1ED-D58D22B047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37F9C2F1-5EC9-4FF7-ACC6-E237EC294A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F1C3AD55-3285-4145-8C15-5ECB5BBEC910}"/>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5E8A1203-A3CF-45A4-B9B0-2F07C1B50BA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DD6756BE-30C2-434F-8DCC-00DE61A6C86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E36B33A2-0DB9-435D-AD6B-1F2FA934A9BA}"/>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268D91E-FA29-44CD-A584-853A6E34BB52}"/>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2548BA9D-3D03-4039-8F5D-6C6E937ED4DA}"/>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C25DB750-B110-47BD-9A55-EF2F1E17E850}"/>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472B3C2D-83CE-4A57-AB7D-B248646358B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BCA1717-BDDD-4831-B7CC-333F90540BB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474EC6A3-BB1A-43C3-961E-EF227716C4AA}"/>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ADBA4F7A-6938-4660-A447-381F052813BF}"/>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6424CD47-2D04-4B3A-8235-399E78B9A4C3}"/>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F5595A-8E21-41A0-9EB7-56AC2F2A7246}"/>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965E155C-C611-420B-9620-ED3CE8A916D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AF0E7520-91AD-49E7-B78C-D6657C8C9574}"/>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D8F04361-883D-4ADE-B3E6-BA93A117C35C}"/>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5A17B1A4-7B7E-4773-B2BB-10E977C20C88}"/>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DDB4F91B-D596-4530-A8EF-C4F98595316E}"/>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EEECC4B2-71E9-4B58-A579-66ABC4174A3A}"/>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98B38C06-3D7A-4B36-93FC-E0BFB6DD64F6}"/>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F588EA8C-E18B-4504-BC45-738AE74E90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74134243"/>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5BD06DBB-C868-4A2B-9ECC-6A468632B4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0">
            <a:extLst xmlns:a="http://schemas.openxmlformats.org/drawingml/2006/main">
              <a:ext uri="{FF2B5EF4-FFF2-40B4-BE49-F238E27FC236}">
                <a16:creationId xmlns:a16="http://schemas.microsoft.com/office/drawing/2014/main" id="{59B36EE8-F9C5-46C0-84E6-74CBF148C2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Skill 발견·호출·본문 포함의 근거">
            <a:extLst xmlns:a="http://schemas.openxmlformats.org/drawingml/2006/main">
              <a:ext uri="{FF2B5EF4-FFF2-40B4-BE49-F238E27FC236}">
                <a16:creationId xmlns:a16="http://schemas.microsoft.com/office/drawing/2014/main" id="{2E375FAA-11BE-40DA-A310-3B3A4CBF2A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7395BA2F-B8A2-4F8B-BBE0-FDF718C829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60FAA0A5-6A77-4044-89B4-56821AFE6A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31B5A799-1B42-4DAD-82D3-84762D2ECB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A0D3C67E-0612-4598-A79E-292E1206A542}"/>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2B10A4D-4D8C-40BF-966B-692935BFBE85}"/>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EF347C21-3492-4914-8A02-718700F9D561}"/>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AE7C949C-4B31-4004-9D16-938DAB62621C}"/>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28C0EEF2-D4CB-45A9-A1A2-D391C21AB51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C752A459-6276-45C4-A314-3AF54834528A}"/>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532A5F22-1CD5-4DA0-9BB8-ED4E75933BCB}"/>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4FE9FA2C-B2B4-446D-9AF7-48799E9A97E9}"/>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0068E4ED-1A08-45CD-AA9B-5E364332EF86}"/>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47FE9A41-B68F-4EA3-9591-1A6D2564E42F}"/>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FE943192-AB44-4224-ABAD-8F68F6375F19}"/>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1F6873EC-4B32-4EB5-80B1-2A0F2223DA5C}"/>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766D31CD-ABBC-42D7-8049-DAD8DDA802D1}"/>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490A60BB-0557-49D5-B5A1-0F3C1827FD2E}"/>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32B019A1-1F18-4642-AF0D-9C324055D572}"/>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E0790514-325F-42B9-98E5-69CAD419CBE3}"/>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7503A38D-5C3C-4AD7-9C89-77D0D54A7E0C}"/>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A05FD933-55F9-4114-AB8F-598DA9BA887E}"/>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A065946-AA85-4778-AC45-50F562C0FC8E}"/>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AFC2E661-2D2F-498B-99F0-84E1AA6E9D75}"/>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F97AE8B-2056-41EF-A2AF-E8FC2E83A468}"/>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AEE45AD9-8611-4A89-B71F-51F7049DBEFF}"/>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D6120ACD-4FD5-41AF-8E38-8E5F379B9049}"/>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4616C3F2-4518-4928-99E2-375A0995A907}"/>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9CA79A2C-98A2-4BA2-BDE0-138246FB10C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9B7D9FBF-D4BE-4C69-94AE-A17E244D6007}"/>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6110156F-BCF3-496A-BEA1-C57C119662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0641245"/>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647D3FA-3A86-46A9-9ED2-2FA3B6A42C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1">
            <a:extLst xmlns:a="http://schemas.openxmlformats.org/drawingml/2006/main">
              <a:ext uri="{FF2B5EF4-FFF2-40B4-BE49-F238E27FC236}">
                <a16:creationId xmlns:a16="http://schemas.microsoft.com/office/drawing/2014/main" id="{B14ADEE8-9BD6-4CB3-88EE-64CF8AE394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지침과 실제 작업 기록의 대응">
            <a:extLst xmlns:a="http://schemas.openxmlformats.org/drawingml/2006/main">
              <a:ext uri="{FF2B5EF4-FFF2-40B4-BE49-F238E27FC236}">
                <a16:creationId xmlns:a16="http://schemas.microsoft.com/office/drawing/2014/main" id="{A8F2F55A-3B1E-40EC-B8AD-FF4D01CD8D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E9C3ABA1-A6A7-424B-8131-2AC1DF6465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B758A468-8FF8-4115-B38C-0926E320AE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F5895EEA-7BE7-4B75-897D-8E7AC8E041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7E958DAA-40DC-46DE-986C-0A491E911AA7}"/>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42FBB8E-E6E2-4EAC-B5AC-167767FAF3AD}"/>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58CE1776-68CE-4A95-872B-71AD25A610C7}"/>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34402E23-C5A9-4E27-B39F-5E83D281D495}"/>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5941DACC-2E29-4C12-AE55-5F8A959D5E19}"/>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C3D5677A-A2E0-41AC-BC62-E8E241D266ED}"/>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0D29C882-B826-4248-97FA-542F938E0D7D}"/>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59AD6E58-D7E2-4608-BE74-0992F7F27B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22010779"/>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2A1ACB2C-B395-4F48-97D9-91BF0EE831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2">
            <a:extLst xmlns:a="http://schemas.openxmlformats.org/drawingml/2006/main">
              <a:ext uri="{FF2B5EF4-FFF2-40B4-BE49-F238E27FC236}">
                <a16:creationId xmlns:a16="http://schemas.microsoft.com/office/drawing/2014/main" id="{0CCF4226-733A-41BF-879E-E73033B7BB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절차는 재사용하고, 답은 근거로 정한다">
            <a:extLst xmlns:a="http://schemas.openxmlformats.org/drawingml/2006/main">
              <a:ext uri="{FF2B5EF4-FFF2-40B4-BE49-F238E27FC236}">
                <a16:creationId xmlns:a16="http://schemas.microsoft.com/office/drawing/2014/main" id="{EF28D941-E827-441A-8DD6-5C217D1CE5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06C0736D-7482-4E3F-9198-6D4A73FA2D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6DE428CC-2A16-4B51-9742-3320411186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75344B4B-0964-421E-8072-A1CC760891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7FB01877-709B-4EB1-B6BD-B7AE20C02797}"/>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06A67E3-8AE0-497C-AE91-998E4B789A78}"/>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7E5C2809-A701-4A18-B2AC-3FCD0F2741BA}"/>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32DF44E9-6B98-4652-8A81-AC2906B15FB4}"/>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29DE637E-3DFD-4FF5-A5E8-9007D9148E62}"/>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7B1C79A8-B437-4320-95C1-2D21C9228EFE}"/>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AB00F5AD-AC39-44D5-9A7A-39D1CC5B3FCC}"/>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F72CB460-DEDC-4D4F-A783-1EBF6B2D5C26}"/>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028EB749-E494-49DF-9A62-E95F49E85E9D}"/>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B0507A0B-908C-49DC-83AF-CB328826B7BB}"/>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DC8B7056-5D98-46BA-AEC4-B6F35F849ADE}"/>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0CBB5573-B8A9-46D8-AE59-CB201F58B70E}"/>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192471F5-DCAC-47AA-A4D1-3596B844E8A4}"/>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11ECD78F-EAFB-4766-9E04-A110338454E7}"/>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195BFF31-4B05-4D1E-BAF7-1D1580365481}"/>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658EE938-6EA4-4F54-956B-B4F07F4CC3A5}"/>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6C30EF5E-247D-4D87-9E26-4A00DDDA91AD}"/>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2C1BA7E-6B9C-4DC8-A4F3-E4B6CD39CA3A}"/>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B2C56A09-E1A9-4677-86C5-0E21571D0F77}"/>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8334A2F4-3979-4AC4-9F56-FBE8084AB366}"/>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A9CD271D-A999-453F-813E-6765F147EE29}"/>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EF136797-0527-4653-8582-BB1A87E2022B}"/>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AEF4D162-B0BE-4298-935E-1EEF8D8A7680}"/>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7671CF06-F14D-4EE5-9C02-7122ED2D9792}"/>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C7DB2697-B6BF-47FC-AE84-C72BCF7DD517}"/>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A8C4B199-F1E5-4A44-92C5-CEF681C43F62}"/>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D630245E-1D39-412B-BD75-EE414B938F1A}"/>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BC21C4A7-4D29-45F7-A1E1-3CB7B0928909}"/>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C78DA3B4-3D3D-4842-A521-E38CC1A90DB1}"/>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D26F327D-9CEE-4158-9067-1BCC9F3158A4}"/>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D34A4162-4339-4FF3-BE79-27E3490F85E6}"/>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C2F1A7BC-41F3-435E-A089-71F8BCA3945B}"/>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926457A-400D-4C7A-96F9-4B33C9AE3CD4}"/>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9D9226A-840A-42AA-B874-4132DC20203E}"/>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A590EBA9-FA91-4710-B4B6-075903F704D1}"/>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2DD3A8D8-FD12-4B9D-BDB0-150FA5587524}"/>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8B59A6D5-FF55-44C6-B419-AB72E53045EF}"/>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E8CBCC2D-3085-46EA-BCE6-3B0C391C3C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713738009"/>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8BBE1075-1730-4AE9-8144-76F256304B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3">
            <a:extLst xmlns:a="http://schemas.openxmlformats.org/drawingml/2006/main">
              <a:ext uri="{FF2B5EF4-FFF2-40B4-BE49-F238E27FC236}">
                <a16:creationId xmlns:a16="http://schemas.microsoft.com/office/drawing/2014/main" id="{AA997DA0-3C4F-4BF8-87F2-C8B8F6E55E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계산의 성능 개선 후보">
            <a:extLst xmlns:a="http://schemas.openxmlformats.org/drawingml/2006/main">
              <a:ext uri="{FF2B5EF4-FFF2-40B4-BE49-F238E27FC236}">
                <a16:creationId xmlns:a16="http://schemas.microsoft.com/office/drawing/2014/main" id="{4025580B-79EB-4D74-965B-7DBD71698B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D7A65D3C-A998-4150-9E34-BCC0746326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CAAF7E3E-3790-419B-8F50-DE907E3EB2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ADB832F1-6DE7-4782-BA32-0C4A15C355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FFA8B60F-2C4C-4384-81A0-ADF3888C4C8E}"/>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97B07D75-95F0-4A9D-8CC4-7830B27934DC}"/>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4BFBEADD-7810-4A6C-80DE-393EC70AC9B9}"/>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D57AB1E3-5201-45D8-9091-3B8E23D4C5D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B3D5A1F-41FB-4AE2-986A-4EC5E1AA4D07}"/>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B8A1F11D-7A41-4D59-B924-4ED8E49D601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139072EF-2CB0-44BE-B4BE-7A1F1E36C137}"/>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1874434-C12D-471E-B3D6-00B4595ACE3A}"/>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744BE7C8-5EDA-432C-9156-B117914FAB52}"/>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AD38C32F-4536-4B01-A229-F4B1211759B2}"/>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E0194D3F-0C95-4792-86AF-FF915A96CA4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7545672C-FF5F-439A-A65F-2237FF7D7B5F}"/>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76D402B1-23CE-4DB1-A752-FC84157114C0}"/>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E0596E32-0C33-4B52-B55F-7BC60285CEF8}"/>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60926C68-96BF-400C-8E80-0A5C395AC08A}"/>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11104E87-83A5-4F4A-9C7E-1EE458586065}"/>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C9EF0BDE-D833-4311-8B06-4CA49359D219}"/>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5B6D6BD1-89F8-4BA2-AE09-46DFD37BB53E}"/>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415ECB9B-D124-4474-A38A-85C366E28EFA}"/>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AC75C9B8-35A5-4FDB-88ED-5F1400B577B7}"/>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AA49D048-6407-4468-93A5-52983B830FD2}"/>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3CF9101-649B-4D76-80DC-D6452B1D407F}"/>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94FA07FE-29E5-4E7B-A16C-BFEC15A8159F}"/>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BF5D31F-7099-4A7C-BC4F-4D8F8612ECFB}"/>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68E2B7CB-845F-43D7-893E-E3324E794C03}"/>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A53ACC66-8AAD-47CE-B70F-3BE1E4F9F625}"/>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19CF17A1-15DB-4A2E-A095-328774B6DF97}"/>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B445F036-B7E4-4B98-B29F-D19A4E135FB9}"/>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B473099E-1CF0-4354-8016-FB13E576D20F}"/>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DD29694F-EA56-49D6-9287-5F8EF9B9964B}"/>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D6CA8DC1-E014-4608-9233-2BA08AA069CD}"/>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6F6B8CF9-4662-4120-81E3-54F5E9CBD14B}"/>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4FA00177-539E-4379-822D-C73CC2E0A9CC}"/>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AA6D5B5D-88F2-46E4-A39A-1F261BAAAA96}"/>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3050088A-5677-4993-A662-D6399D678B56}"/>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A17E4098-26BB-4E27-AE1E-1F240DD1E0F6}"/>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B0FF25D2-ED8A-45B5-BAD8-2D8274584108}"/>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498486DB-FB7D-4C0D-B40A-5C3D045DF0FF}"/>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93FCA5C0-E867-4D19-BEDA-0201188463DC}"/>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E9877251-2371-472C-91F4-DEA7D1F7738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386B4872-F752-448E-A886-87B369C6F095}"/>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43766E2D-1A55-46F7-B54B-87D065BCE7F7}"/>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41A673BE-6540-4B2F-9080-9377B8E9907D}"/>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351C182A-2067-4163-8413-F19CF377AE69}"/>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12651E31-E9E2-4D34-9E8E-549DA5645778}"/>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BF09A1CB-5095-4C8E-98B9-12E4BF681AB6}"/>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978D502-75A1-4A4B-BB0E-06C46B0F5B9F}"/>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9901F7C1-7416-4817-9897-E411A34BE599}"/>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175E6646-04C3-4107-A5EF-1B3A3D2C742F}"/>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D1E6AC86-6A7D-459D-8C74-571D25826AE9}"/>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E4F3A049-30A3-4FA1-ABC4-976D53AF41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191851373"/>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78F8D205-E62E-4C28-B155-5EE59986CD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4">
            <a:extLst xmlns:a="http://schemas.openxmlformats.org/drawingml/2006/main">
              <a:ext uri="{FF2B5EF4-FFF2-40B4-BE49-F238E27FC236}">
                <a16:creationId xmlns:a16="http://schemas.microsoft.com/office/drawing/2014/main" id="{6962E13D-B54E-4D06-8437-78C781CE86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선택한 변경의 시간·메모리·동작 확인">
            <a:extLst xmlns:a="http://schemas.openxmlformats.org/drawingml/2006/main">
              <a:ext uri="{FF2B5EF4-FFF2-40B4-BE49-F238E27FC236}">
                <a16:creationId xmlns:a16="http://schemas.microsoft.com/office/drawing/2014/main" id="{66191C7E-DA0C-4B60-856E-7FE09E6978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127CD137-1F89-488F-82BE-B864F1674A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E8628404-19B1-4FFC-A9B4-DB8DE4159C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A3F1550D-5887-4FE3-8D83-C909292826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75A5EC28-7F34-43BD-8358-8008255F14B6}"/>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F5E99F02-E215-4961-B600-A5A1C0799927}"/>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7D9E70D9-6E00-4D77-9222-4AF49782643C}"/>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11D70E20-E64C-4E7B-8C24-611156620BDA}"/>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935A5A54-2A91-48AC-B55E-A0E70E89DD82}"/>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AC6DF54-E4C2-4A7D-8C54-D43D746D1999}"/>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536C666E-F81C-41A5-8210-00B947A7124A}"/>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2EB7847B-21E7-407C-8421-CCF252E2CCA8}"/>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ce552c4f2d2a4331"/>
          </a:graphicData>
        </a:graphic>
      </p:graphicFrame>
      <p:sp>
        <p:nvSpPr>
          <p:cNvPr id="15" name="Python 할당 피크">
            <a:extLst xmlns:a="http://schemas.openxmlformats.org/drawingml/2006/main">
              <a:ext uri="{FF2B5EF4-FFF2-40B4-BE49-F238E27FC236}">
                <a16:creationId xmlns:a16="http://schemas.microsoft.com/office/drawing/2014/main" id="{9A173813-B3C1-4E92-94D4-C45DDA5774A0}"/>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4DA7E8D6-F8BE-4E8F-B70A-E9C64ADBCBC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84C7F35-37D8-4381-8B52-293AF21D7B1B}"/>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218A273A-03E6-47E2-A5B0-9FE6F6ED5513}"/>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EFFC44E6-D148-4FCB-9E76-A8428C3840D7}"/>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BB8E2E48-C6A4-441B-9BDE-2FB6F799FF96}"/>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3AC95005-C1A3-4D37-B19E-AA52D716985F}"/>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5834DC38-C61B-4361-BB40-3CD8D784A851}"/>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07E79819-A5A1-4180-9161-7437A17C0322}"/>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303AA6AE-1E4B-4439-9D7B-A81978F6536B}"/>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6E927590-4D70-4D10-B02F-52DCF395C6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80397057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2E173694-7123-4CAB-8AA0-4C38A35D8A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5">
            <a:extLst xmlns:a="http://schemas.openxmlformats.org/drawingml/2006/main">
              <a:ext uri="{FF2B5EF4-FFF2-40B4-BE49-F238E27FC236}">
                <a16:creationId xmlns:a16="http://schemas.microsoft.com/office/drawing/2014/main" id="{7ECF6120-ADA4-4552-924B-6938CA5E2B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한 Agent 조사와 Subagent 역할 분리">
            <a:extLst xmlns:a="http://schemas.openxmlformats.org/drawingml/2006/main">
              <a:ext uri="{FF2B5EF4-FFF2-40B4-BE49-F238E27FC236}">
                <a16:creationId xmlns:a16="http://schemas.microsoft.com/office/drawing/2014/main" id="{866DCF24-C972-451F-ADF8-92F69556C5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0DB48CD2-CF10-4ADD-970A-5D273CD7F8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48CE45D0-1366-48E1-B515-5BACA53F7D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BCF1A7EB-A991-4EC9-B14A-235FF8956A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F9256D06-06EB-45CD-8AC2-BD9A705DD9B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0DB3238-4994-4A96-AF2D-DE5743D85830}"/>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B7A684A4-9D80-4206-AAB5-C9A2E618A516}"/>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2DE87AA8-8CBC-4684-AE34-95FE2F90AAE7}"/>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FE0C6FC-F74F-400B-9FD6-468A33250AFB}"/>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20E563B6-09BF-4B09-B288-836E5C595E2D}"/>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A608F7C9-995F-4EE9-936D-11BBD7D3327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BE0C8845-6EDD-4C00-B802-924877EBBC87}"/>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03B4447C-FD63-4C2A-99D1-02A7847BB6C3}"/>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17C21E64-F1E5-44C6-9864-0615B95F6A40}"/>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67D0329D-9943-4638-9B20-0C9597AC678D}"/>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70D9CD30-79BA-426E-AE75-085047A29525}"/>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395D615F-757D-4AA5-9951-EC74EDBC5F75}"/>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8E429890-B250-42ED-8C09-531EDD433F48}"/>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EFEE4B4-784C-4422-9A37-F730D4A31B48}"/>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11F53212-C090-43D7-AC15-872349D71D30}"/>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575A5A08-93EA-45AB-B086-705E5984E05E}"/>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43CB3D73-FAC7-4CD9-9201-0BDEC84EA6D5}"/>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610A1EDC-E44B-46A4-A55E-5BDDCED73439}"/>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CAE6BF8F-0C06-40B0-B403-7B4BB87EA49F}"/>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9B03A6D1-A8D6-44FC-9216-4A783A0B4E76}"/>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F9B7AA8F-DA05-4C7D-83AC-CCD725DBB292}"/>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3E9D02A7-FCA8-41D9-9723-1E2E134013C2}"/>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1EB2D03F-69DB-495A-AABC-85CC52A80661}"/>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CA351823-AEEC-4640-9259-2A506F00A92B}"/>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10F831C-AB5B-478A-B6B6-030EF6287F79}"/>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07C64096-B444-4ABE-B2EE-FF5A5E59A57E}"/>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6B80743F-9C12-4B73-84A1-D4864D2CB1C8}"/>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6CA7B5CF-C467-4446-AD5B-8AE2CF0F3033}"/>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A2A2B28E-9217-425C-AF80-715B168AF9E4}"/>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7C52F551-70FE-4672-8040-4EAD61C551CF}"/>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C7DD990-F5AE-4D05-B2F6-BFBBB4B0B9C4}"/>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51FBF863-D56A-48B3-B151-A25EFB6B2132}"/>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7311D680-6FFA-4B30-AFE1-FD99338DF524}"/>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A804C53A-9D2F-4709-9D00-9FA29BD9DD75}"/>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BBE6DBF2-8958-4870-B770-6AF4A79064FA}"/>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AEECE835-CB23-4BC6-A4DC-C872D0C77EDE}"/>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4B33E132-83DA-4057-A96F-DAF6762FD58B}"/>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63502DBA-0E3C-4D57-B27A-3B9EC915376C}"/>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F1364591-DD27-442B-829C-1992B52088ED}"/>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7AECDB0F-84BC-40BB-AE38-FF7248AAFF91}"/>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1F80E6C-A2EF-4D0B-9579-C819077FBF47}"/>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7C2289A6-0535-47EF-9DDD-784A246ADA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92084674"/>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3FDB3749-6C73-4594-8753-EC32518F3B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6">
            <a:extLst xmlns:a="http://schemas.openxmlformats.org/drawingml/2006/main">
              <a:ext uri="{FF2B5EF4-FFF2-40B4-BE49-F238E27FC236}">
                <a16:creationId xmlns:a16="http://schemas.microsoft.com/office/drawing/2014/main" id="{48E4EC87-1FAE-4C3F-BF03-169E91704C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작업을 나누지 않은 이유">
            <a:extLst xmlns:a="http://schemas.openxmlformats.org/drawingml/2006/main">
              <a:ext uri="{FF2B5EF4-FFF2-40B4-BE49-F238E27FC236}">
                <a16:creationId xmlns:a16="http://schemas.microsoft.com/office/drawing/2014/main" id="{54E96987-9A82-4694-9D95-B721A3A766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BC133CD-BEA7-4D86-9830-91BEF8896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1040C553-A1A0-42BF-A56B-14506E3443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633BA91A-A576-4AE6-9F21-18E6955A24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85E58755-00E5-4C62-95FC-F764CA32694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E40B48B7-CF77-49BF-9EBA-9241F1A6323D}"/>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7F8C9A0C-6530-434D-9D90-637D9F2918CC}"/>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245DB7C-7DD3-4BAF-BA76-F0526454DE73}"/>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CE5516A7-13C1-4DBF-8D91-EC04460C7C4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E8FFD61F-A3B1-47BD-AD14-11190E14F01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74B78AE2-209C-470F-8C68-DC00A924C8AA}"/>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0D7BDE6-09D4-4C94-95DC-24F5C5E9F149}"/>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F724DBE9-589A-4315-863D-899FBE2886E2}"/>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09321CB1-B9E6-4CAF-8040-2C942EEA9F1F}"/>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EEB02535-B791-4093-BFE0-BCC6627242EE}"/>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A1546CBE-033B-4CD5-9C9F-503FC419CC74}"/>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0BE094B6-B7AA-4291-AE76-C44F576EDBE4}"/>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01343B0D-9757-4599-9972-ED27D7C481D0}"/>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967708CA-04EF-4090-B7E2-0753F65C1BA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C21543A0-6471-4465-8D8A-C3751578DB2F}"/>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B4F35536-9705-48AC-A977-0DF3C6F389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15598557"/>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5B254290-4970-4F98-A64A-6228438EBF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7">
            <a:extLst xmlns:a="http://schemas.openxmlformats.org/drawingml/2006/main">
              <a:ext uri="{FF2B5EF4-FFF2-40B4-BE49-F238E27FC236}">
                <a16:creationId xmlns:a16="http://schemas.microsoft.com/office/drawing/2014/main" id="{CA2AE23F-2E46-4F78-BC2E-E52EAAAF9F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이번 Context와 다시 쓸 지식">
            <a:extLst xmlns:a="http://schemas.openxmlformats.org/drawingml/2006/main">
              <a:ext uri="{FF2B5EF4-FFF2-40B4-BE49-F238E27FC236}">
                <a16:creationId xmlns:a16="http://schemas.microsoft.com/office/drawing/2014/main" id="{82B36F72-D8C1-4198-B236-B20FECA13E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125C9AA8-1E68-4947-BCEA-3809D29C0D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131B74C0-4D61-4E2F-880C-6AA72ACE28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5C842186-7DFA-4AE1-9E47-326D334F6B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6A2EFEBF-6B54-4EEC-8715-5EEB28A1C933}"/>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0B1CFAAC-5E98-44D4-AC4E-165A3A9CDD28}"/>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3FCD0848-B7C3-4EE7-81A9-23ABCA3593D3}"/>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C467E290-078D-4884-BEF5-AE2375318781}"/>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B5F57176-E964-4ED6-94C0-54962772972A}"/>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74DA855B-F11F-46A0-80F7-742905A84CDA}"/>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36B93484-7CAA-4C31-A6BB-67939234B04A}"/>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71C71EC9-F81E-480F-868E-1B8968CA4C70}"/>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06CC394B-1FE9-4184-9188-FD8ACE1A6559}"/>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3D8486D-0F55-49F9-9A0A-26EE8D865991}"/>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E1AEAE6-0DFB-4211-8AC7-37643A191C6E}"/>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AB58068E-DE6C-44B9-BB87-B7AFBACC90C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52A505BD-DF9B-4A9C-8D92-42B173206A9D}"/>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3C2CA1BA-E372-4E46-A5DC-3B2FD161683C}"/>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24995826-F62E-4A4E-87BE-3B47C1FF5CF8}"/>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9C1F314F-0D4B-40AB-B11F-4E2F25C42C6B}"/>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1422DBF3-0AB3-417A-99BF-DD2B8D60D6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EC86E7A9-55B8-4035-91D6-B8CDCA64023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E7A58569-F4C5-40B9-9830-32688C4D6E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7696815"/>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54FF2327-5D1E-4CF0-ACB9-73F64DE5D0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8">
            <a:extLst xmlns:a="http://schemas.openxmlformats.org/drawingml/2006/main">
              <a:ext uri="{FF2B5EF4-FFF2-40B4-BE49-F238E27FC236}">
                <a16:creationId xmlns:a16="http://schemas.microsoft.com/office/drawing/2014/main" id="{6E760587-0677-45F4-8952-0BEC4661E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실제 Demo 지식의 원래 출처">
            <a:extLst xmlns:a="http://schemas.openxmlformats.org/drawingml/2006/main">
              <a:ext uri="{FF2B5EF4-FFF2-40B4-BE49-F238E27FC236}">
                <a16:creationId xmlns:a16="http://schemas.microsoft.com/office/drawing/2014/main" id="{CD3F2435-4EE1-40DE-8A85-CCF6F176AC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DAAB6685-44FE-455B-824F-54374D6F7A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67018996-9E3D-4D6C-BC9A-5B31196982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213CA35D-29CD-44E1-B3A7-D9EDC39D08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901E96F3-5B4B-4BD8-B371-025C3488FF4B}"/>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186431A7-FA2E-4C95-B6D6-33CBF193146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B588F93-C366-4663-A9DD-84E0D5BE493F}"/>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64F0B-DE5B-4D23-95E4-1DB30B0826D0}"/>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5F5B2E9E-DD7D-441B-83DD-113DFD34BA0B}"/>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F83E7C55-1941-4C97-8BB9-901CEE1045C1}"/>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B63F2429-AA5F-4185-9550-D3F72E4219DD}"/>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E31D8AEF-0EE4-4818-9657-26DB780C9676}"/>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3D460A94-E2D6-4307-BB75-A15ED0159CCD}"/>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3410FB9-53CA-4B80-8B57-3D82CA7EA75A}"/>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8ED27509-5D45-4072-9ADC-78F6F5E0C337}"/>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F6571358-668D-4889-AB47-713EF58FF649}"/>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2B584126-B4C2-41F4-B475-8FBBC5E4693B}"/>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A4DE5789-8F20-4BD2-8766-E293CCB21A2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A741A365-2545-40D4-92DE-8429E573C4B0}"/>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476AE07F-40AC-4353-A33C-FCC1F27DDE11}"/>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D41BA6B9-B7DE-4F44-8D29-681FF892CB16}"/>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75D90A7A-066F-4531-93FD-8DE48EAD1632}"/>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139580DD-5D75-40B7-A3B7-257030B8F9A4}"/>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406E0874-D70E-4EB3-B285-6FF36AA04970}"/>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FC72910E-C342-4B68-9010-8E04025CF82C}"/>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EB2B7F58-38B9-4861-80BC-03FD991BF63E}"/>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E8309CF1-BADA-4307-81E8-E3D090FCB38F}"/>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7FB6AE3E-E684-4860-AB41-4A7D4B06E297}"/>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B5717EB8-AFA7-4399-91D9-FBC88276B2C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C9ACE93D-CA07-4C6E-B264-30AA9AB8FDEA}"/>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854861D4-C48D-4685-8799-1DAD2BB981FD}"/>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F867166B-224C-4F15-A1C6-86DE92C519F0}"/>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F42280ED-CC2A-4350-AA49-49812DD350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9227773"/>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FF59BDE1-C63A-4486-96B2-60F1F235A8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9">
            <a:extLst xmlns:a="http://schemas.openxmlformats.org/drawingml/2006/main">
              <a:ext uri="{FF2B5EF4-FFF2-40B4-BE49-F238E27FC236}">
                <a16:creationId xmlns:a16="http://schemas.microsoft.com/office/drawing/2014/main" id="{E0B0DE1B-EAA5-444D-B49A-44D4F1865B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작업에 쓰인 구성의 역할">
            <a:extLst xmlns:a="http://schemas.openxmlformats.org/drawingml/2006/main">
              <a:ext uri="{FF2B5EF4-FFF2-40B4-BE49-F238E27FC236}">
                <a16:creationId xmlns:a16="http://schemas.microsoft.com/office/drawing/2014/main" id="{AF5D7E94-5CD3-435C-8194-12FF16EE93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A7AD96F9-59B8-410A-998D-C97DA8AFA7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0D63B2ED-AC6C-4159-83A2-987B58F0E9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8EB7F8E8-0781-48D0-A4D5-213054C123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5925EBF3-D48F-4B0D-B56A-E653C15022FC}"/>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462DD9B9-C277-4D53-AD84-5C2B5FAEAF8D}"/>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902A9089-7E63-48CF-B7F7-F9F50BDFB439}"/>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D238847A-E11B-4CBB-B92D-1013EA1DAE6C}"/>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A1B4A65F-E08D-45B8-8A61-96845C120C72}"/>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4A943167-C6D2-412A-AF9A-45457555789B}"/>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71599B94-B2DE-4CCE-8E6E-751F6DAA88C0}"/>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F484F3D9-C4FE-45A7-935E-F037A65D5E80}"/>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6A84B29-59BD-4438-9F76-2CDE441590F8}"/>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FC839D62-D013-457A-8DF8-6C958A4A5392}"/>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A5650EE6-86D7-4452-A2FF-D38D4E3B3865}"/>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70D7B282-6E60-48AA-9D86-6BD10550157C}"/>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7D6F5C2A-2DD9-466D-9CA1-6E8E2296C133}"/>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70B8A54B-805E-4461-9316-FF1A161A8674}"/>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AAC1BF54-7FB7-4A37-88FC-D5930313B20F}"/>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BB171375-4CF7-4E38-9E18-944769F91E67}"/>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DAE9F134-C7A7-4A7D-A9DE-EB4621D35CDD}"/>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249CDEB3-0CCC-43A3-9499-83E64F6E26DA}"/>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442FFC25-97B1-4240-A9A5-8A52BD8AA059}"/>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C3234386-045C-4AED-8AC8-AD626BAD1F0C}"/>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ACF5FF84-CB77-483B-AFCD-DC1A8A73B1BA}"/>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35B68AFC-690A-4B2E-8D60-A2A6915FD2FC}"/>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8E532DD0-5075-45B5-9731-8E828726AE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12625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B7941840-4334-4D88-A320-1C18433204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0">
            <a:extLst xmlns:a="http://schemas.openxmlformats.org/drawingml/2006/main">
              <a:ext uri="{FF2B5EF4-FFF2-40B4-BE49-F238E27FC236}">
                <a16:creationId xmlns:a16="http://schemas.microsoft.com/office/drawing/2014/main" id="{0DC44C15-7D21-450E-8EBB-FED59B37B4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함께 작동하는 작업 환경, Harness">
            <a:extLst xmlns:a="http://schemas.openxmlformats.org/drawingml/2006/main">
              <a:ext uri="{FF2B5EF4-FFF2-40B4-BE49-F238E27FC236}">
                <a16:creationId xmlns:a16="http://schemas.microsoft.com/office/drawing/2014/main" id="{61D0D554-25F6-4282-966C-705D8EBCBD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7A43FCDE-BD66-471D-AE00-B4B5E95B9E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068F08B6-EDDB-4112-9572-2C28BBED12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B1CD7DE9-4FBB-4E17-BDDA-76967C3FBB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23DE76A7-6158-4113-9D04-C64A429639F8}"/>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93632834-2B7D-40EB-8C73-14C114E6C773}"/>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99F67C08-4506-49EE-A905-A30D07715873}"/>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7FFECFD2-4472-4E68-952B-CA33AFB95BAA}"/>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DC718B92-1D2E-4DD2-81E1-2DB693E8024B}"/>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8BBCD6F6-6DC4-4663-AF60-EEDF8704A9E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2B119DFC-7380-4B88-9072-C103EC4DCC27}"/>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2B62B7FB-99EB-432B-A8C2-D2B46073CD73}"/>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E1444AFC-784C-4648-BCC7-2B971C151D3F}"/>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1B7B5775-F1BD-4054-9AB8-4F54C011224F}"/>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37397883-9EEC-4DAD-A9D7-34047955F03C}"/>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5A12270-AFFC-475B-BFDC-98BF7253DD7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BD60DEE9-81C1-4716-A73A-43585DE6B14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07A985F4-58F7-4F68-93DF-96EDBAB1DD56}"/>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C8963E17-8F38-41BA-B692-94421FE2A733}"/>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E7DDA7CF-CEDF-406E-8B97-FF5B256DDB0D}"/>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A2EE4421-341C-4739-AC8B-FBDB3E6792B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5B7AA63E-35AB-4173-B300-DCF348AB3E9B}"/>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C91AE65A-617D-49FD-B176-20A911FDEAD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5276F154-212B-4495-9788-C2988EC02829}"/>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17AA9872-68D7-4915-AD67-A93FD7B2ADBB}"/>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784CADF-5622-4BB4-9EE6-F18A43F5701A}"/>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E207A4A-2058-472E-9411-457780C6B35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FB7AEE16-05F0-40BC-A0CA-48763BAE53FC}"/>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AFE9D2AD-3605-4103-9CE5-DA3F1AA26324}"/>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1D372152-648E-435B-B53B-3DFFB677D2A5}"/>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217F7C1C-2338-41C4-A989-29703DFC1EF8}"/>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D4F11298-CE45-4DCD-A58E-0D1EEB00AEB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89878107-5602-4F68-A063-1AD652A0EA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5250175"/>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1F6FF0E4-0EBC-40E5-85C9-6E5FA265D2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71">
            <a:extLst xmlns:a="http://schemas.openxmlformats.org/drawingml/2006/main">
              <a:ext uri="{FF2B5EF4-FFF2-40B4-BE49-F238E27FC236}">
                <a16:creationId xmlns:a16="http://schemas.microsoft.com/office/drawing/2014/main" id="{7B6F5011-1832-448F-9239-69C8A6B11C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같은 저장소여도 실행 조건은 다를 수 있다">
            <a:extLst xmlns:a="http://schemas.openxmlformats.org/drawingml/2006/main">
              <a:ext uri="{FF2B5EF4-FFF2-40B4-BE49-F238E27FC236}">
                <a16:creationId xmlns:a16="http://schemas.microsoft.com/office/drawing/2014/main" id="{42286593-D1BC-4114-9F6E-E1332D6819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6562D34E-7475-4159-9EAD-F7B36DF714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B559A4E-7EDB-44FE-88E1-82D020E605F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E8C4AC21-E0D9-4A2E-AD4F-A507B547E4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EDC64506-03CC-4188-9AC2-D2255839DC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62742762-CF38-44A7-8C60-6C899C5947F6}"/>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E307CBC1-6978-4574-97A6-E3910D070740}"/>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077D7E57-A967-49B2-B79B-FE002BE959D9}"/>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F1936580-24CA-4297-B462-E29A0140C83B}"/>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DB71807C-7B8B-4DD1-BE23-FFA86EFFCDFA}"/>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E9A623E3-9B09-48C4-A0A0-0EFCFB1D84D4}"/>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148F4605-F072-434D-8632-10E2E3B65858}"/>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745B11FC-FA1A-4DD0-8432-B508738C0194}"/>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C7E0D031-A18D-4282-9705-B994E4EC9D27}"/>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2AF54C56-311C-4135-8E5C-AB346288593A}"/>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E3A64F55-593F-4564-AD86-E5DF2BDFBA64}"/>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51016521-5756-49BE-B31E-B2318D5727D3}"/>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C2E50B9C-0F15-4B26-B436-38D49C023AD3}"/>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3B57B592-E6D6-4480-AD5F-36EECB86E30D}"/>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00836BCC-9390-474A-84CB-72A60EEFC32E}"/>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261E5C7D-E687-4FEC-BBC7-D086CF4DABBA}"/>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BC17EE3A-AC6E-4743-A032-4CB47A7EC754}"/>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C741525C-3985-4B84-A9AB-77B545CA43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01135427"/>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3 · 우리 검사 업무에 적용하기">
            <a:extLst xmlns:a="http://schemas.openxmlformats.org/drawingml/2006/main">
              <a:ext uri="{FF2B5EF4-FFF2-40B4-BE49-F238E27FC236}">
                <a16:creationId xmlns:a16="http://schemas.microsoft.com/office/drawing/2014/main" id="{309D04B3-F1DB-4770-B262-EDECD6A41E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72">
            <a:extLst xmlns:a="http://schemas.openxmlformats.org/drawingml/2006/main">
              <a:ext uri="{FF2B5EF4-FFF2-40B4-BE49-F238E27FC236}">
                <a16:creationId xmlns:a16="http://schemas.microsoft.com/office/drawing/2014/main" id="{EE1D1F5B-AAD7-4FD7-ABAF-80A5EE8EA5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의 판단을 C++ 검사에 적용하기">
            <a:extLst xmlns:a="http://schemas.openxmlformats.org/drawingml/2006/main">
              <a:ext uri="{FF2B5EF4-FFF2-40B4-BE49-F238E27FC236}">
                <a16:creationId xmlns:a16="http://schemas.microsoft.com/office/drawing/2014/main" id="{EACC40F8-E5DE-41C3-8F13-5532ECA28F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F93B235A-0F76-41AA-8F62-49D4952DB9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B3E75A71-5980-4EEB-ADC7-136C062DDD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6807144C-91BB-46AC-AF1B-39FC9DFBF6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44B882C4-DC45-4BD5-AD99-8E0ADD2C090D}"/>
              </a:ext>
            </a:extLst>
          </p:cNvPr>
          <p:cNvPicPr>
            <a:picLocks xmlns:a="http://schemas.openxmlformats.org/drawingml/2006/main" noChangeAspect="1"/>
          </p:cNvPicPr>
          <p:nvPr/>
        </p:nvPicPr>
        <p:blipFill>
          <a:blip xmlns:r="http://schemas.openxmlformats.org/officeDocument/2006/relationships" xmlns:a="http://schemas.openxmlformats.org/drawingml/2006/main" r:embed="Rc7e944235dca4226"/>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9A3536CF-5693-4C63-94C0-FD4BEA88D22B}"/>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75340363-1C93-4E23-B333-BC6511A1BDC0}"/>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D7F80B56-7482-40A9-ACBD-52C547CED5AC}"/>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6CF6D50C-D570-4026-AB23-812110EB7A90}"/>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36674036-DA9B-45D5-9783-89AF529A9892}"/>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2B932E4B-4DD2-484A-B91B-0ED6F2C0471E}"/>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5AF17C29-A3FF-4125-8CBE-DED50076B67C}"/>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EA26C082-54FC-4D52-B5A1-156254B7B3AC}"/>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E54499A1-EE29-4C9B-B3FD-E1A0ADD39C48}"/>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9EA5336F-E783-4C0A-808D-6E7666263520}"/>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7B7B7BCB-34C4-415A-8248-BFF806C112D3}"/>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C1565958-07DB-4D89-A840-A3261BF458AE}"/>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A37EE946-7FD9-45C8-95C9-95EF5E0C7A77}"/>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0F3B46C5-C643-40F3-BEB2-60E1A808A241}"/>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577BFEC7-81A1-4398-AE44-750BA97C25BE}"/>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E955C5C2-A1AA-45B7-8BBE-D2A20B8DC0CB}"/>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
            <a:extLst xmlns:a="http://schemas.openxmlformats.org/drawingml/2006/main">
              <a:ext uri="{FF2B5EF4-FFF2-40B4-BE49-F238E27FC236}">
                <a16:creationId xmlns:a16="http://schemas.microsoft.com/office/drawing/2014/main" id="{260AB2AB-A9AA-463D-8E53-10F5A2DF891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5" name="Practical application tip badge">
            <a:extLst xmlns:a="http://schemas.openxmlformats.org/drawingml/2006/main">
              <a:ext uri="{FF2B5EF4-FFF2-40B4-BE49-F238E27FC236}">
                <a16:creationId xmlns:a16="http://schemas.microsoft.com/office/drawing/2014/main" id="{2A351735-8A94-4894-9A7E-CD900FB3C1B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업무 적용</a:t>
            </a:r>
          </a:p>
        </p:txBody>
      </p:sp>
      <p:sp>
        <p:nvSpPr>
          <p:cNvPr id="26" name="Legacy module connection">
            <a:extLst xmlns:a="http://schemas.openxmlformats.org/drawingml/2006/main">
              <a:ext uri="{FF2B5EF4-FFF2-40B4-BE49-F238E27FC236}">
                <a16:creationId xmlns:a16="http://schemas.microsoft.com/office/drawing/2014/main" id="{33EC72C7-38E4-4550-8E53-954B843B03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24978414"/>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필요한 팁 찾아보기">
            <a:extLst xmlns:a="http://schemas.openxmlformats.org/drawingml/2006/main">
              <a:ext uri="{FF2B5EF4-FFF2-40B4-BE49-F238E27FC236}">
                <a16:creationId xmlns:a16="http://schemas.microsoft.com/office/drawing/2014/main" id="{1F894642-2857-4D18-A964-9CAACD1587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팁 찾아보기</a:t>
            </a:r>
          </a:p>
        </p:txBody>
      </p:sp>
      <p:sp>
        <p:nvSpPr>
          <p:cNvPr id="2" name="S73">
            <a:extLst xmlns:a="http://schemas.openxmlformats.org/drawingml/2006/main">
              <a:ext uri="{FF2B5EF4-FFF2-40B4-BE49-F238E27FC236}">
                <a16:creationId xmlns:a16="http://schemas.microsoft.com/office/drawing/2014/main" id="{DF8D35E7-D4B1-48CB-BF64-7B7D00BE13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ACT 3 실무 적용 팁 모아보기">
            <a:extLst xmlns:a="http://schemas.openxmlformats.org/drawingml/2006/main">
              <a:ext uri="{FF2B5EF4-FFF2-40B4-BE49-F238E27FC236}">
                <a16:creationId xmlns:a16="http://schemas.microsoft.com/office/drawing/2014/main" id="{CF6E1A79-EDD6-4F1A-9B8C-A4D1155749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ACT 3 실무 적용 팁 모아보기</a:t>
            </a:r>
          </a:p>
        </p:txBody>
      </p:sp>
      <p:sp>
        <p:nvSpPr>
          <p:cNvPr id="4" name="">
            <a:extLst xmlns:a="http://schemas.openxmlformats.org/drawingml/2006/main">
              <a:ext uri="{FF2B5EF4-FFF2-40B4-BE49-F238E27FC236}">
                <a16:creationId xmlns:a16="http://schemas.microsoft.com/office/drawing/2014/main" id="{95421818-29C2-4322-821C-E922EA0D8B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7">
            <a:extLst xmlns:a="http://schemas.openxmlformats.org/drawingml/2006/main">
              <a:ext uri="{FF2B5EF4-FFF2-40B4-BE49-F238E27FC236}">
                <a16:creationId xmlns:a16="http://schemas.microsoft.com/office/drawing/2014/main" id="{D69E08A6-6C6B-498B-A699-6EAE97EECE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DEC-0087</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5BEEC50E-39FA-4B13-AC22-FC0E832368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0B7321CF-8839-4AEB-A21F-326DECC043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360B43F3-49B3-4000-AC1E-D8483AF010D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5358E34D-5BB6-4BA7-932F-880FC83AAD50}"/>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92745939-A358-44C6-8CA8-1EF0B19885DD}"/>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48FBAA1F-DCD4-4E85-A507-C3F614F91649}"/>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57">
            <a:extLst xmlns:a="http://schemas.openxmlformats.org/drawingml/2006/main">
              <a:ext uri="{FF2B5EF4-FFF2-40B4-BE49-F238E27FC236}">
                <a16:creationId xmlns:a16="http://schemas.microsoft.com/office/drawing/2014/main" id="{951EB92E-996B-4A7B-A4E8-D0DC4E404F7B}"/>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S57</a:t>
            </a:r>
          </a:p>
        </p:txBody>
      </p:sp>
      <p:sp>
        <p:nvSpPr>
          <p:cNvPr id="13" name="테스트 명령을 언제 쓰고 무엇을 판단할까?">
            <a:extLst xmlns:a="http://schemas.openxmlformats.org/drawingml/2006/main">
              <a:ext uri="{FF2B5EF4-FFF2-40B4-BE49-F238E27FC236}">
                <a16:creationId xmlns:a16="http://schemas.microsoft.com/office/drawing/2014/main" id="{2F9B74D4-2E65-4A97-8994-A8B78F80F12E}"/>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명령을 언제 쓰고 무엇을 판단할까?</a:t>
            </a:r>
          </a:p>
        </p:txBody>
      </p:sp>
      <p:sp>
        <p:nvSpPr>
          <p:cNvPr id="14" name="">
            <a:extLst xmlns:a="http://schemas.openxmlformats.org/drawingml/2006/main">
              <a:ext uri="{FF2B5EF4-FFF2-40B4-BE49-F238E27FC236}">
                <a16:creationId xmlns:a16="http://schemas.microsoft.com/office/drawing/2014/main" id="{BD368EC7-D8DE-4577-BF2C-63B5B936B838}"/>
              </a:ext>
            </a:extLst>
          </p:cNvPr>
          <p:cNvSpPr>
            <a:spLocks xmlns:a="http://schemas.openxmlformats.org/drawingml/2006/main" noGrp="1"/>
          </p:cNvSpPr>
          <p:nvPr/>
        </p:nvSpPr>
        <p:spPr>
          <a:xfrm xmlns:a="http://schemas.openxmlformats.org/drawingml/2006/main">
            <a:off x="609600" y="3333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FAC29EA-83EF-4A9C-9C46-B239522649E0}"/>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67">
            <a:extLst xmlns:a="http://schemas.openxmlformats.org/drawingml/2006/main">
              <a:ext uri="{FF2B5EF4-FFF2-40B4-BE49-F238E27FC236}">
                <a16:creationId xmlns:a16="http://schemas.microsoft.com/office/drawing/2014/main" id="{D98920FC-C501-45A4-8C74-519B24C97BC7}"/>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17" name="이번 Context와 다시 쓸 지식">
            <a:extLst xmlns:a="http://schemas.openxmlformats.org/drawingml/2006/main">
              <a:ext uri="{FF2B5EF4-FFF2-40B4-BE49-F238E27FC236}">
                <a16:creationId xmlns:a16="http://schemas.microsoft.com/office/drawing/2014/main" id="{C108DA57-03C7-44D2-8DD4-DD51534A9BCA}"/>
              </a:ext>
            </a:extLst>
          </p:cNvPr>
          <p:cNvSpPr>
            <a:spLocks xmlns:a="http://schemas.openxmlformats.org/drawingml/2006/main" noGrp="1"/>
          </p:cNvSpPr>
          <p:nvPr/>
        </p:nvSpPr>
        <p:spPr>
          <a:xfrm xmlns:a="http://schemas.openxmlformats.org/drawingml/2006/main">
            <a:off x="1714500" y="345757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이번 Context와 다시 쓸 지식</a:t>
            </a:r>
          </a:p>
        </p:txBody>
      </p:sp>
      <p:sp>
        <p:nvSpPr>
          <p:cNvPr id="18" name="">
            <a:extLst xmlns:a="http://schemas.openxmlformats.org/drawingml/2006/main">
              <a:ext uri="{FF2B5EF4-FFF2-40B4-BE49-F238E27FC236}">
                <a16:creationId xmlns:a16="http://schemas.microsoft.com/office/drawing/2014/main" id="{AF32D5D5-0E5A-4E9F-BCD2-3D04BA6DBACA}"/>
              </a:ext>
            </a:extLst>
          </p:cNvPr>
          <p:cNvSpPr>
            <a:spLocks xmlns:a="http://schemas.openxmlformats.org/drawingml/2006/main" noGrp="1"/>
          </p:cNvSpPr>
          <p:nvPr/>
        </p:nvSpPr>
        <p:spPr>
          <a:xfrm xmlns:a="http://schemas.openxmlformats.org/drawingml/2006/main">
            <a:off x="609600" y="4191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7568F3F7-F724-4E57-8814-C2A2F8749211}"/>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72">
            <a:extLst xmlns:a="http://schemas.openxmlformats.org/drawingml/2006/main">
              <a:ext uri="{FF2B5EF4-FFF2-40B4-BE49-F238E27FC236}">
                <a16:creationId xmlns:a16="http://schemas.microsoft.com/office/drawing/2014/main" id="{15F78A62-E29C-4E68-AF8D-CC5D5DD94316}"/>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21" name="밝기 통계의 판단을 C++ 검사에 적용하기">
            <a:extLst xmlns:a="http://schemas.openxmlformats.org/drawingml/2006/main">
              <a:ext uri="{FF2B5EF4-FFF2-40B4-BE49-F238E27FC236}">
                <a16:creationId xmlns:a16="http://schemas.microsoft.com/office/drawing/2014/main" id="{94832228-66E4-4CC4-A861-05B06E00BCFB}"/>
              </a:ext>
            </a:extLst>
          </p:cNvPr>
          <p:cNvSpPr>
            <a:spLocks xmlns:a="http://schemas.openxmlformats.org/drawingml/2006/main" noGrp="1"/>
          </p:cNvSpPr>
          <p:nvPr/>
        </p:nvSpPr>
        <p:spPr>
          <a:xfrm xmlns:a="http://schemas.openxmlformats.org/drawingml/2006/main">
            <a:off x="1714500" y="43148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밝기 통계의 판단을 C++ 검사에 적용하기</a:t>
            </a:r>
          </a:p>
        </p:txBody>
      </p:sp>
      <p:sp>
        <p:nvSpPr>
          <p:cNvPr id="22" name="Legacy module connection">
            <a:extLst xmlns:a="http://schemas.openxmlformats.org/drawingml/2006/main">
              <a:ext uri="{FF2B5EF4-FFF2-40B4-BE49-F238E27FC236}">
                <a16:creationId xmlns:a16="http://schemas.microsoft.com/office/drawing/2014/main" id="{D3E2C1D5-EA03-4D21-904E-1E95D5A1DD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36463403"/>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832B804F-47B7-4E3E-A05F-E5F828065D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4">
            <a:extLst xmlns:a="http://schemas.openxmlformats.org/drawingml/2006/main">
              <a:ext uri="{FF2B5EF4-FFF2-40B4-BE49-F238E27FC236}">
                <a16:creationId xmlns:a16="http://schemas.microsoft.com/office/drawing/2014/main" id="{57BBF968-790F-41DE-A4C3-C84EE300EB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우리 업무에서 먼저 정리할 한 가지">
            <a:extLst xmlns:a="http://schemas.openxmlformats.org/drawingml/2006/main">
              <a:ext uri="{FF2B5EF4-FFF2-40B4-BE49-F238E27FC236}">
                <a16:creationId xmlns:a16="http://schemas.microsoft.com/office/drawing/2014/main" id="{AF664879-0753-401E-929B-06AEFDE55A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7B87C1B8-8449-47FF-BE3F-843001DA2A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252E16B4-E379-4C51-A12A-5A310D5761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AA0D2815-68C6-4FB7-9CB8-B3FF8149A5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0A25DD93-D6FC-406A-A446-0E62244ADFD5}"/>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3B2EC8E7-60B7-4E52-A350-E56A09C883E6}"/>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4107A0D5-FF3C-40C2-AEFF-EBF5499DD65C}"/>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3D75BAF8-F8FB-4626-A2C4-BA938E03CD27}"/>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C2BFD452-0768-43FE-AA9A-F9C19EBE4173}"/>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496F1202-3163-4E20-AD5F-BC8D486854E1}"/>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5F406839-6BE1-471F-A6EC-78E9E0E71F0B}"/>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B82AF8A3-A4C9-45C0-9F2B-0B5C5DBDB2A2}"/>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6FBF628E-A949-49A6-B54B-92FD011BC406}"/>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40EB1E72-95F2-4C60-97D5-68E708280D7A}"/>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2E08569D-FE42-47D0-B3DD-839A4316EE47}"/>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BB55A2F5-046E-4302-8C01-9356B944396E}"/>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FC61B1BE-8A87-4620-9A45-954F7F3C3FA2}"/>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A59F7FD3-860A-4AD0-89E4-8D2B0FD42696}"/>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B56CDB4E-5C18-4A51-B68D-1E80A69ECAFC}"/>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EA6C1BAA-0D39-48A3-B30A-CF11D9ED92AF}"/>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EA607BDA-56A1-4BA1-9D57-DBE86274ACD9}"/>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A5E6CBCA-ADC5-4594-B705-B4221FDE39E3}"/>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506482FB-6DA6-4DDE-ABD7-5FFFA772420C}"/>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987C5CD1-66F0-482F-A66B-6056887076AE}"/>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CCE7CEE7-4DA4-4BB2-BB26-9BFEA8567829}"/>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BA65B6BD-6B07-4A2E-9D55-39A6F461FD42}"/>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C8101789-0B47-457C-B75F-41AAB54F8C20}"/>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A1BAC648-DD1B-4FA8-B132-3BDC1AD5C3BF}"/>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04FBCBEE-5AFF-4601-8A05-6AC34624BFD2}"/>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D3D69739-8E21-475C-A5AF-1909409AB0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26193973"/>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F8D47692-7651-42A5-BCAB-0483EBD702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75">
            <a:extLst xmlns:a="http://schemas.openxmlformats.org/drawingml/2006/main">
              <a:ext uri="{FF2B5EF4-FFF2-40B4-BE49-F238E27FC236}">
                <a16:creationId xmlns:a16="http://schemas.microsoft.com/office/drawing/2014/main" id="{B24D323A-68A3-47C4-96F0-2C1F483708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확인한 성공을 유지하려면">
            <a:extLst xmlns:a="http://schemas.openxmlformats.org/drawingml/2006/main">
              <a:ext uri="{FF2B5EF4-FFF2-40B4-BE49-F238E27FC236}">
                <a16:creationId xmlns:a16="http://schemas.microsoft.com/office/drawing/2014/main" id="{F35998F1-3BB9-4F44-84CD-BA170D9835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5C3F10EA-ADD7-4017-96C8-DE2FAC5B39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BF14AAEC-9ADD-4557-BE17-0B70C8C72B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181163CC-C53F-433C-8843-FBCD8B3EB1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31394EC5-E055-4E8C-A5B9-9B657F1B8BCC}"/>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3525B45C-1266-4881-8BE5-782F289818F1}"/>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C14F787E-9433-440D-BAFB-DEAA8AAFAFF0}"/>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CCA666D6-3E86-4147-B671-FDAA874E21D4}"/>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1AADA088-E3DF-42CC-A177-1769DAF7677B}"/>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606968E2-9407-4F54-A6AD-E6006BC35E68}"/>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381321F1-01BF-4A46-87DD-CD4FCDD67B37}"/>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F171B3AC-A413-458D-8E20-7AC879BCEC8E}"/>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D9183ADE-F206-4137-AB34-856A05D0C6FA}"/>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5C245870-09C5-44FC-9956-57B524688BD3}"/>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649601DC-FF4A-4108-B05F-89728BA61B65}"/>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6C2B7198-B393-4883-8E2C-913512C05511}"/>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EA3088A8-F175-4E12-86BF-95CA456311C1}"/>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17CB719F-00AC-49A4-84F1-DF4ED96F7A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8721173"/>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58F6CA37-599F-4B3B-BDDD-DE114F13F1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76">
            <a:extLst xmlns:a="http://schemas.openxmlformats.org/drawingml/2006/main">
              <a:ext uri="{FF2B5EF4-FFF2-40B4-BE49-F238E27FC236}">
                <a16:creationId xmlns:a16="http://schemas.microsoft.com/office/drawing/2014/main" id="{1EF2C6DC-292D-41C8-9ACC-87DC91065C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처음에는 기준과 재사용 절차가 맞았다">
            <a:extLst xmlns:a="http://schemas.openxmlformats.org/drawingml/2006/main">
              <a:ext uri="{FF2B5EF4-FFF2-40B4-BE49-F238E27FC236}">
                <a16:creationId xmlns:a16="http://schemas.microsoft.com/office/drawing/2014/main" id="{E64CA036-310E-4AA7-937E-F970712AE2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FFB779AE-E702-4EF1-8636-DD909CD8AD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3075FED1-DC2A-405A-8B08-463832103D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E4D933FF-32FE-4266-8572-FB9F2B361D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F1230E5B-CF2A-44CA-9B93-E9FC8C699C92}"/>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ADF522EC-4973-486C-BAAB-C9925074BB87}"/>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FC9E05C7-C5A1-493F-9690-4539C6AD9A17}"/>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B3EE8CE6-1FF4-4013-AA33-3FBA7D5C32A1}"/>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57785C7C-6F10-451A-8F9B-735EB6DAA35C}"/>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C2066F2F-D4FF-46B2-B050-03D1A35D445E}"/>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1B2EE30D-80D8-4134-A5AC-ADED0AB7D909}"/>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8C2A0E52-8D6E-458B-B38F-A59DD9CB748E}"/>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4FE5FE2A-6935-4C98-91A7-38C313250F13}"/>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AB3998C3-CAA8-483A-97C4-E9232A3B2268}"/>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9AFE0206-DC3D-401B-B2D4-BCC3A69A483F}"/>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FF00E33A-73A1-468B-9293-A6EE1DF92A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50682150"/>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E423E851-71AE-4CFD-A5D5-DBD8E8DD5F0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7">
            <a:extLst xmlns:a="http://schemas.openxmlformats.org/drawingml/2006/main">
              <a:ext uri="{FF2B5EF4-FFF2-40B4-BE49-F238E27FC236}">
                <a16:creationId xmlns:a16="http://schemas.microsoft.com/office/drawing/2014/main" id="{A64AC665-E27F-4550-B2C0-6AA8959C3D0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Project는 바뀌고 Workflow는 남았다">
            <a:extLst xmlns:a="http://schemas.openxmlformats.org/drawingml/2006/main">
              <a:ext uri="{FF2B5EF4-FFF2-40B4-BE49-F238E27FC236}">
                <a16:creationId xmlns:a16="http://schemas.microsoft.com/office/drawing/2014/main" id="{988C55E1-7143-4606-80AB-4DD9CDF575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0162E93C-06B2-4A59-B38B-B3B806784A3E}"/>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39E83469-7CF0-45FC-98CF-0C9322103319}"/>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9F5D206F-DB8B-47E9-BB40-0E7820389905}"/>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FDE58E3F-E696-4E0E-BEC2-85135ECADE19}"/>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6134FDF5-A1BE-4969-A355-F9A35139B167}"/>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1A6B62C4-A9EC-46EF-93BF-8B93567E449A}"/>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3BCB3865-3BB0-4781-9637-2A32B666206F}"/>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A2AC43D1-CFB7-4A95-9EC3-D8913E2C4838}"/>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A5273726-4271-4985-942A-6E2757831D5D}"/>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653E9A25-5261-4447-B941-BD7C32B34D7C}"/>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25B20E01-7724-412D-9C36-D4C9C5469503}"/>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9BDD88A9-EAC0-4245-BD3C-1EC2D6A97A9B}"/>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FB29CD8F-64D8-40C1-90FC-A82C86F799E1}"/>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BF4E6FD8-C82E-4CC7-A9A1-68E6182D5C3B}"/>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7D7764DE-11E9-42A6-A54A-7087BCD791AF}"/>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04201E44-608D-4BBA-A249-BFAEC3D98159}"/>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8C37A452-6013-43C3-9D88-516C4DA3058C}"/>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137973EF-21B8-4CDD-AC8A-1EC18646C978}"/>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B9CF9CEA-CFEF-42A2-AFC4-70888AA1700B}"/>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6F58CC2-4FE3-4201-907D-2AA829EBA563}"/>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C21F08A5-E75E-4D16-BCC5-137C30D0A08E}"/>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847D60BD-8CBD-4410-B2A6-C328FA943C1C}"/>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40624CFE-ABA3-4B52-BE46-3108FB68E5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53E511B8-F6CF-4FA0-80CE-83A71CAB2E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399788FE-6C9F-4402-ACF5-9CBC8D8ED1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1D319189-6E9F-4AEA-AE67-26E1BFA7A9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70866950"/>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E983126B-AB34-46C6-A4B6-5EBD9E336F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8">
            <a:extLst xmlns:a="http://schemas.openxmlformats.org/drawingml/2006/main">
              <a:ext uri="{FF2B5EF4-FFF2-40B4-BE49-F238E27FC236}">
                <a16:creationId xmlns:a16="http://schemas.microsoft.com/office/drawing/2014/main" id="{44A8EB1C-C958-45E4-B05E-6471BBED35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이번 요청과 다음 작업의 지침">
            <a:extLst xmlns:a="http://schemas.openxmlformats.org/drawingml/2006/main">
              <a:ext uri="{FF2B5EF4-FFF2-40B4-BE49-F238E27FC236}">
                <a16:creationId xmlns:a16="http://schemas.microsoft.com/office/drawing/2014/main" id="{8CB0AD8F-42BA-4CD8-A577-C3FB3B0CD2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E1666E1F-15B0-42E5-89FA-F949AC1D85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705234F7-DF38-4330-B543-BF95941675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BB27EED4-EDB5-4DAC-BA73-39D71AD7B9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D8F438C2-CA41-489F-817D-250D9A87BDE9}"/>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C0C7103C-66FE-41FB-B9DF-A80DAA334AB0}"/>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D71F9E1F-682C-4DED-B091-70E61172C9C4}"/>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1C5C4DB1-22B8-43BD-A810-DE0835D2DB07}"/>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B2C0A7E1-5CBA-444B-B208-BD00386E92D8}"/>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7E33EC5D-FD72-49EB-BB77-61D6CD8C4014}"/>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FE1A0756-F307-470F-A718-160A438F772E}"/>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C3B0A403-C33C-4B36-BF96-CBCDCFB56204}"/>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13878223-05A5-4FF1-A358-1D6DCB38B559}"/>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68CA08C9-E4BE-4301-95E8-CEF0C73693F7}"/>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9664E5C8-6AAF-432F-9B32-E02E3A212A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57527143"/>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D276408B-DC85-4170-AE5B-A755C59834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9">
            <a:extLst xmlns:a="http://schemas.openxmlformats.org/drawingml/2006/main">
              <a:ext uri="{FF2B5EF4-FFF2-40B4-BE49-F238E27FC236}">
                <a16:creationId xmlns:a16="http://schemas.microsoft.com/office/drawing/2014/main" id="{51FF35C8-9EA5-4025-A6D3-3DF588D3FE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원인을 고르기 전에 확인할 기록">
            <a:extLst xmlns:a="http://schemas.openxmlformats.org/drawingml/2006/main">
              <a:ext uri="{FF2B5EF4-FFF2-40B4-BE49-F238E27FC236}">
                <a16:creationId xmlns:a16="http://schemas.microsoft.com/office/drawing/2014/main" id="{D22ECD24-01CC-4E9F-8C0F-A80F3336F7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B722CD2B-DA48-423E-82C6-318D30C07A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6A127FAD-51F6-4F46-905A-E3EA60EBFA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CC637EB8-E6F4-41A5-BE50-BF332A20B4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6F688672-8033-4F10-97F4-F2D991B87FC2}"/>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631B4F34-536D-4924-9024-2977F79B5D99}"/>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DBD60342-ABDA-473A-B7AE-196F9CE269F7}"/>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5FC99CF4-BC1C-4314-807F-016DEE5DB56B}"/>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2635906C-A767-4925-BB58-3C54C88D7CC5}"/>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01F6831B-0509-4DE6-8937-23E257918A58}"/>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8CFDC067-5037-4AFC-B9ED-0C77B5BC8729}"/>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8FD89856-AA5B-44C2-A186-8753C6B876CA}"/>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7AA75FDF-6C14-4D6B-89C7-E4D097D0250F}"/>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4D8FF48C-8C9E-47F7-9721-8A0E919912E0}"/>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57E6DF58-201A-4051-B65D-F85308C50DB9}"/>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A1EABCE6-257C-4AA3-BBDF-5D83DF3D3B2F}"/>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7A460C02-ECC1-4F44-9CC8-3AA15962832E}"/>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39069AA2-5B09-49F7-B373-A0530F6EB59A}"/>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41A305F1-33E0-4A9F-BDFE-EE8BDB76D219}"/>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38A0347B-EC2A-4CBD-800F-5E35DCC714C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DC43EDBA-1C0E-4E7D-9EC9-3529435A69F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B0206F19-B3C3-4C3F-9076-16440ACDD6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96745930"/>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C4633194-748C-4B39-A56D-0E1BDE4044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0">
            <a:extLst xmlns:a="http://schemas.openxmlformats.org/drawingml/2006/main">
              <a:ext uri="{FF2B5EF4-FFF2-40B4-BE49-F238E27FC236}">
                <a16:creationId xmlns:a16="http://schemas.microsoft.com/office/drawing/2014/main" id="{9A364D82-E592-48C6-A04E-19BFAFF6AB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주어진 정보와 원인 가설을 나눈다">
            <a:extLst xmlns:a="http://schemas.openxmlformats.org/drawingml/2006/main">
              <a:ext uri="{FF2B5EF4-FFF2-40B4-BE49-F238E27FC236}">
                <a16:creationId xmlns:a16="http://schemas.microsoft.com/office/drawing/2014/main" id="{4BEA190F-0BAA-4D13-BD89-90DC992BF6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65D2025A-AB00-493D-8EA5-9304A21398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6F12543C-80B0-40C0-838F-81E0A98EE6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AE086376-1721-4D23-A8DD-E1E1562D04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E22FEAD7-E5F2-4368-A444-57FA8333B195}"/>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8C7C55AD-29B9-4B45-9325-76D4DC989A39}"/>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25F7EAA3-E034-443D-9197-B2539C1EC127}"/>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2D6D6E5-C2A2-4D30-AD87-57E2335CB579}"/>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C4329B3A-7442-4DE9-AC99-92AA74FF273A}"/>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8EB28686-B951-43E8-8F36-803AB7C94D79}"/>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92691965-7365-4757-88C7-7D94C88215F7}"/>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6F235FF1-848E-4F3E-9AD9-006060571D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0193299"/>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FCE32EB9-1E58-46FC-A5AC-30A3795E5F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1">
            <a:extLst xmlns:a="http://schemas.openxmlformats.org/drawingml/2006/main">
              <a:ext uri="{FF2B5EF4-FFF2-40B4-BE49-F238E27FC236}">
                <a16:creationId xmlns:a16="http://schemas.microsoft.com/office/drawing/2014/main" id="{EA2F3C37-21B9-4CD8-809B-08470F98B6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확인한 원인에 맞춰 변경 대상을 고른다">
            <a:extLst xmlns:a="http://schemas.openxmlformats.org/drawingml/2006/main">
              <a:ext uri="{FF2B5EF4-FFF2-40B4-BE49-F238E27FC236}">
                <a16:creationId xmlns:a16="http://schemas.microsoft.com/office/drawing/2014/main" id="{DEFF6B7B-F642-4E6D-90BB-099AE89C0C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40F5B2EF-EB04-485C-A25F-CEBE3525A2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698E3EC1-472E-49CD-8B01-4D06583F74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F79D4357-1BFC-42B5-8F57-2C66938AFF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62DF539D-FBC4-40B1-811A-58FA947371D2}"/>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E3A59461-A998-4929-AE99-46DDF7D3D1AC}"/>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E7D8B388-6998-415C-905A-F90251479A99}"/>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1FCEC092-73BE-4031-BF31-79D6A12AEF6A}"/>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5A770274-1350-419A-B7D0-68110990B469}"/>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92465708-CEAB-4575-9679-641470C42AFE}"/>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C1466867-0F7C-4C59-A175-2D75EAF6CBB0}"/>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2F4582BC-3875-402F-8320-8121225C217B}"/>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AA9B60E-6828-4E26-BF11-03575DBB735A}"/>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DB17C55D-4F9B-4E02-AC72-4F64181BE93F}"/>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8B1BCE7D-97C2-45CF-A098-4C18254315AD}"/>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5AF1718A-B5DE-4E6A-950B-7171D550719D}"/>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92116C38-47A0-4367-8963-E0FC7DA0CF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82425143"/>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AF38B155-26DD-4D2B-ABCA-5F79C927E3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82">
            <a:extLst xmlns:a="http://schemas.openxmlformats.org/drawingml/2006/main">
              <a:ext uri="{FF2B5EF4-FFF2-40B4-BE49-F238E27FC236}">
                <a16:creationId xmlns:a16="http://schemas.microsoft.com/office/drawing/2014/main" id="{EE991B6B-F101-4714-972A-7CE635C962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확인된 범위만 검토하고 갱신한다">
            <a:extLst xmlns:a="http://schemas.openxmlformats.org/drawingml/2006/main">
              <a:ext uri="{FF2B5EF4-FFF2-40B4-BE49-F238E27FC236}">
                <a16:creationId xmlns:a16="http://schemas.microsoft.com/office/drawing/2014/main" id="{8C4D174D-7A5F-4C80-99F7-6C23AB658A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7B503AA2-4BAF-404D-B896-65DC0E68FF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35F97C0D-40B4-442D-B4E5-B9B1D789E6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F49A5586-E8D7-47C3-8E30-5EB65545BC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B9CA394F-825C-4A28-8AD5-D728273E5711}"/>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3DC2DB61-5334-4FEC-87D6-9CA06086D768}"/>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B8C5B1D3-2317-42C4-8C57-EB82CF755FBE}"/>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B50BA946-48EE-4D4E-966D-EA0C996EB70E}"/>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710F02EE-4AA4-4277-B6FE-D46F67A53404}"/>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27C1D6AE-297B-482C-8014-27DB9B16AB4D}"/>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DB0AF796-F19B-4429-816C-E03E246DB45B}"/>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C3F44B89-4EDC-4358-BCCC-AFCF99E3C172}"/>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901FC839-6DCD-4F03-8657-D3E36578121B}"/>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AEEEB37F-BFF5-4E63-92DC-85A18EB139C2}"/>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F1E1DC4E-7F64-4D4F-AB62-144E0DC7C839}"/>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212A69A3-B45E-4FD3-BD50-9FDA0EC98647}"/>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E01AB3AA-8D65-4795-92E0-5A629630618F}"/>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889B829F-F418-4778-AA23-7981E9953A11}"/>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8EDC00B9-E3B7-46D9-85AB-2B1F0AE67886}"/>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3B3C4BD9-E823-4F9A-9EDD-FEE4B5A867FF}"/>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59B99A7B-1D8F-4AF8-9A8E-F042946470EC}"/>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0C20BC78-D446-4C42-9D7F-00C108E54EB7}"/>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4BC6FC8A-1DBD-42A9-8A3F-A99E3D32AB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83961002"/>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A23EFD6F-21A1-4594-9554-38CFD621C8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83">
            <a:extLst xmlns:a="http://schemas.openxmlformats.org/drawingml/2006/main">
              <a:ext uri="{FF2B5EF4-FFF2-40B4-BE49-F238E27FC236}">
                <a16:creationId xmlns:a16="http://schemas.microsoft.com/office/drawing/2014/main" id="{E8A5D45F-1FC7-4CBD-A9D2-CAE74F3057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지침을 고친 뒤, 무엇을 다시 확인할까?">
            <a:extLst xmlns:a="http://schemas.openxmlformats.org/drawingml/2006/main">
              <a:ext uri="{FF2B5EF4-FFF2-40B4-BE49-F238E27FC236}">
                <a16:creationId xmlns:a16="http://schemas.microsoft.com/office/drawing/2014/main" id="{934E021A-0134-41C7-B9C5-26407344BD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50993054-E33B-416F-A630-60C7B5EE9D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2C04C5F1-BC06-4207-8348-9FC4711FDB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42886B07-11B8-491C-BAF1-40522B9A7F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7CCAC0B7-BB12-45DA-94CD-6607F1A967DB}"/>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84201D74-EB41-48FF-A486-D3FFA78BF8AB}"/>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D39575E1-7680-4AF4-8CC8-72A1570FAC97}"/>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662D1107-626A-4FE8-B22C-86E46F1EABB0}"/>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CABD7D02-F621-4D73-B45A-DF5FE5AF1A91}"/>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4B204BF2-154F-4FEB-8129-BF06689F3622}"/>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943EC74C-C6D1-4398-866B-3A6670811C55}"/>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FE1E63D6-5683-45A9-86DF-68A5E85851BA}"/>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549078B1-34B1-46A5-A8A9-5C2B1089E936}"/>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B8DF72A6-1B1B-4D10-A781-9180164B0FC7}"/>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5F289E0D-C841-4C3D-9B51-BE1BB7BB728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D15AEEF8-D675-41FB-A857-9AE4B7AAEB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E3192E2A-98F8-491D-8E2F-07ECEF7EA9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78416676"/>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4219785C-FE7B-493C-AD27-88D96EC915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84">
            <a:extLst xmlns:a="http://schemas.openxmlformats.org/drawingml/2006/main">
              <a:ext uri="{FF2B5EF4-FFF2-40B4-BE49-F238E27FC236}">
                <a16:creationId xmlns:a16="http://schemas.microsoft.com/office/drawing/2014/main" id="{5D4E3E59-0FA5-4F55-8F54-1A7032ADA8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대표 작업은 서로 다른 위험을 확인한다">
            <a:extLst xmlns:a="http://schemas.openxmlformats.org/drawingml/2006/main">
              <a:ext uri="{FF2B5EF4-FFF2-40B4-BE49-F238E27FC236}">
                <a16:creationId xmlns:a16="http://schemas.microsoft.com/office/drawing/2014/main" id="{096D6511-A0AB-4CEF-BC62-B35ECE3EBA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B6F19A23-228D-4191-8FA6-DB781BD477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8B6697A4-BD97-4632-A969-B5C6D6DFB8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DB418A31-BC59-4A21-9B97-C59DA897D4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8E269A93-34C0-4646-8ED1-390D9BC4255C}"/>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A73C1389-28B1-41A9-B408-4D07E89A9687}"/>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40D67480-2F47-4B68-90BF-F8A76965C0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84435119"/>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4D8B25F6-0E82-42EC-93C0-DD54BF38D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85">
            <a:extLst xmlns:a="http://schemas.openxmlformats.org/drawingml/2006/main">
              <a:ext uri="{FF2B5EF4-FFF2-40B4-BE49-F238E27FC236}">
                <a16:creationId xmlns:a16="http://schemas.microsoft.com/office/drawing/2014/main" id="{76507B73-C1F5-4C24-8504-0954D32235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한 작업에 맞춘 규칙,&#10;다른 작업에도 맞을까?">
            <a:extLst xmlns:a="http://schemas.openxmlformats.org/drawingml/2006/main">
              <a:ext uri="{FF2B5EF4-FFF2-40B4-BE49-F238E27FC236}">
                <a16:creationId xmlns:a16="http://schemas.microsoft.com/office/drawing/2014/main" id="{F3E2F073-92B5-4847-B125-0CC40981F5F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AC988353-B16F-4323-89D9-1450F91710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04632AC6-BB06-4A50-8466-BD038FFC7C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902ED0BA-798E-4411-83B0-0994092D9D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629845F3-67EC-406B-8DB2-3B26C95014B2}"/>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3B2392DB-D3A4-43E1-BB4A-6E773FA0CF65}"/>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A40642BB-10BA-4B2E-90C1-3D42016D62DA}"/>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7C06F6C7-D093-4D0B-9122-FE326F5FD508}"/>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740C8C49-347C-4EB7-B0FC-3967FEBBDEB5}"/>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5E6C7B9-2767-45BA-A16A-E04259C3C2D1}"/>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96D49859-B973-4FB7-B479-0272FDA1F56A}"/>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1E5CD614-6BE2-4EE1-951F-51C675A2388B}"/>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5894E032-58E3-4660-B4C2-4EF188007F22}"/>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CA8B26D8-17BA-4762-B64A-3B8C51C72798}"/>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2495AD1A-476A-403D-81F6-64BA1EBD5CF5}"/>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25B0CE9C-39C7-4C14-A54B-ED2386E5E2D5}"/>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EBC620DD-E35D-4864-A39F-D2310169EA80}"/>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31CB8248-C4BD-4362-B61B-6EB0B2BFAA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0366298"/>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73145DBE-780C-4F2D-9F66-EF85C484CB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86">
            <a:extLst xmlns:a="http://schemas.openxmlformats.org/drawingml/2006/main">
              <a:ext uri="{FF2B5EF4-FFF2-40B4-BE49-F238E27FC236}">
                <a16:creationId xmlns:a16="http://schemas.microsoft.com/office/drawing/2014/main" id="{06C66AF7-F806-4F89-AD54-2B17C6B19A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관찰을 시스템 개선으로 잇는 Loop">
            <a:extLst xmlns:a="http://schemas.openxmlformats.org/drawingml/2006/main">
              <a:ext uri="{FF2B5EF4-FFF2-40B4-BE49-F238E27FC236}">
                <a16:creationId xmlns:a16="http://schemas.microsoft.com/office/drawing/2014/main" id="{A0C2D306-AAB1-4004-BBD0-A863DED3F9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53A91DA8-0BCD-4085-A6D4-C1831FC464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6B6C9389-61D7-4673-A08C-2B79BB2E16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91E55FC5-77EF-4A39-A11D-7DCF3FB3EE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0ECB97DD-A343-48CE-868C-3C594B14D6B8}"/>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050FBDDC-0E6D-41A8-8398-8B2D07796225}"/>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865ACABB-168C-4E7A-9071-3B4980EA8E11}"/>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126049F8-539B-4526-86AF-7E7544A9633A}"/>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0641E6B7-B9EB-4CEF-ADC4-848A2C2C8FBD}"/>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310504B8-0CE0-4591-9B3F-AB7FFBA3D913}"/>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34E37B4C-9AA6-4DFA-89B6-4BDE27415B54}"/>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E437B552-FE22-4521-818C-2E9F1D1EE82C}"/>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22185CCA-76F7-421E-8ABC-9DF5ACF232BC}"/>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0D815C5E-0D96-497F-B476-96233ED3D5A3}"/>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6D4885E3-D7D7-413E-9D37-08401E53631E}"/>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665FB73D-13E9-415C-9AA7-299DF04ACF00}"/>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D2BF4750-5E1C-4F7F-9776-96DB3C424082}"/>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1AAEC1FA-0350-49B4-AD5B-43BF77BC5089}"/>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FF3AEFD7-2B75-434E-8D56-9B06078173D6}"/>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A9677D7D-CF71-41FF-BB2A-2995467C9374}"/>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620A6EB3-2DEF-4D3E-A235-6C71C2763375}"/>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0251BDAB-20BC-4F01-BF72-CD950AAB5D16}"/>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2046116E-5E06-4168-B710-ED9D88BDD17F}"/>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29A89851-091B-4EE9-A573-3C229ABAB927}"/>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F2385EAC-C731-4ABB-A6A4-EC99F671CC3C}"/>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A74BDD6A-5EDF-4DC5-A2AF-1886CE025847}"/>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60E28912-54E5-46FF-BFF6-300521A53F95}"/>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1DFC0619-EDEB-442F-9F72-6182EA4FB25F}"/>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3B534076-2FB1-43CA-BCB7-3BCDD95DEB01}"/>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1CA3B08F-23D7-41D2-938B-31292EBEDE9B}"/>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B5BAFD04-D9A6-4C62-BB61-A6CEF3D8F7C2}"/>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6BA97103-A1BA-4770-82C8-013C7ACABF69}"/>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7546CDC7-583B-4D1A-AE19-96F1A225D567}"/>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CF7B5DF4-4A8E-4B6A-AB7E-5A36388146CE}"/>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BC0F345D-2AE9-4327-8D1D-4D76E6D2267C}"/>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A29AA2E3-5553-4367-9A25-4C7B1DD4FEBF}"/>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F0AAE82B-8F6C-49C3-88C7-A734686FB5AF}"/>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E1EA0F71-89C1-48A7-9EB3-58B9E5FBAF5B}"/>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00130351-D96F-4418-BCE8-2BFB0CC0DE5E}"/>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1CE443C3-47AA-42D9-9AC2-504E4FEE79FF}"/>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4FA3355B-6CB0-4245-909B-2ECC795A9498}"/>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E31C46DE-8A95-41CD-9D7C-DB2609F28AE1}"/>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7EDC4489-6F6A-4B27-B972-11BCE8661150}"/>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7955105A-119B-4786-BFD5-C7DA63BC67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4777815"/>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B7AA8279-8262-484A-AFBF-D7ABB8DD77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7">
            <a:extLst xmlns:a="http://schemas.openxmlformats.org/drawingml/2006/main">
              <a:ext uri="{FF2B5EF4-FFF2-40B4-BE49-F238E27FC236}">
                <a16:creationId xmlns:a16="http://schemas.microsoft.com/office/drawing/2014/main" id="{0F8A677F-D9BB-4586-AC6D-2AA4A9CAAC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평가·보고 기준도 개선 대상이다">
            <a:extLst xmlns:a="http://schemas.openxmlformats.org/drawingml/2006/main">
              <a:ext uri="{FF2B5EF4-FFF2-40B4-BE49-F238E27FC236}">
                <a16:creationId xmlns:a16="http://schemas.microsoft.com/office/drawing/2014/main" id="{925F6C56-BD59-4900-8866-B399BF3FEB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801D27CC-B997-47DA-B3BD-6EBDC0B9AE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AE59B5B-B791-4AA6-ADD6-3094C0AA24F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A69FA145-4B08-4D09-8E69-D827C360DE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138A8000-761F-4A9C-B696-4107ED8B67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8601B6A9-9E18-410B-BCAA-D340CC5612B4}"/>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F4CCAA90-03FA-401E-B39D-F857B96A2A04}"/>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49823712-DA09-4B34-9306-1A557ABA1F31}"/>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67960661-D335-461B-831E-B3CC94F6FEA6}"/>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7006899A-C0A9-4F32-BD62-386710BCE88B}"/>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DDACD0E7-291F-4FFA-A3D8-3CDB350A2D44}"/>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FEFD1D85-FBBA-4951-A3E4-354CFA8DF6C7}"/>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64FD8A62-5BC2-4074-B9CE-DD20667A0696}"/>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75EB5559-2D3C-4F62-AF0C-7452F1787B8F}"/>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05BCEA7F-D98E-4D04-B380-1B75E6AA42A8}"/>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CF711E64-8648-4DCE-8680-86416A7D4230}"/>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B51F1379-EBBE-4BBE-AAEA-E2A768220DCB}"/>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ED57A2E3-2C64-4B4E-AF6B-09128374FCF3}"/>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6069F8C4-5F99-4E99-B93B-A490CF404B27}"/>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8352D695-D1BF-4E09-9441-5956CA57D0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61628623"/>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1E8150D4-78DC-40C4-92B0-F0E260F7A7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8">
            <a:extLst xmlns:a="http://schemas.openxmlformats.org/drawingml/2006/main">
              <a:ext uri="{FF2B5EF4-FFF2-40B4-BE49-F238E27FC236}">
                <a16:creationId xmlns:a16="http://schemas.microsoft.com/office/drawing/2014/main" id="{45C22BDB-A97E-449A-BEE2-ABBD136B37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결과 확인과 원인 해석을 따로 기록한다">
            <a:extLst xmlns:a="http://schemas.openxmlformats.org/drawingml/2006/main">
              <a:ext uri="{FF2B5EF4-FFF2-40B4-BE49-F238E27FC236}">
                <a16:creationId xmlns:a16="http://schemas.microsoft.com/office/drawing/2014/main" id="{644C1AF3-BC0E-4E8C-9517-6A459632BE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1CCD8254-B78A-4CD8-A8C4-BE393B6857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42B66E6-0763-45E0-BF2A-A4A0D1024FE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120BE841-3DA3-47D4-88C6-8A225BF5C5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8BF23022-2719-4BC8-8D24-ECA0E98BEE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01923072-139E-4C1F-BE73-14B58C0D9CFA}"/>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DC2643C2-78EB-49B4-9113-64CCF56A7319}"/>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3DEAE778-B0D1-4729-A083-4C8E31173551}"/>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90EF2981-4544-4AC3-8718-5E058DE4BF09}"/>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08CF6D84-72B7-4F64-AD5C-076D9B7B5624}"/>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BBDCC3DF-6E32-4F13-8346-BFCF36227C5B}"/>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1DF93704-CC35-47E3-B966-CECF11EA06BF}"/>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D1C0443C-7382-44ED-AAD2-18A90C3DDE42}"/>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5735EAAA-0011-4370-BBC4-4DB74CBFF0D7}"/>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77AFCA69-B04D-48EF-B04D-7BEBC2E35991}"/>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447AB5DE-85EC-4759-A8DE-520F3FE770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31248803"/>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A52D6331-A526-44D4-AD92-EC6AE68062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9">
            <a:extLst xmlns:a="http://schemas.openxmlformats.org/drawingml/2006/main">
              <a:ext uri="{FF2B5EF4-FFF2-40B4-BE49-F238E27FC236}">
                <a16:creationId xmlns:a16="http://schemas.microsoft.com/office/drawing/2014/main" id="{0CB7F336-32B7-46C7-A399-69809F9266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조사에 남길 기록을 바꿨다">
            <a:extLst xmlns:a="http://schemas.openxmlformats.org/drawingml/2006/main">
              <a:ext uri="{FF2B5EF4-FFF2-40B4-BE49-F238E27FC236}">
                <a16:creationId xmlns:a16="http://schemas.microsoft.com/office/drawing/2014/main" id="{FF035067-F6DA-4762-AEDE-18B1B276E6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9A4868FB-BE95-4198-8DF2-B3EF9D4BDD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A29B291-1FD8-49E8-BE96-0AD5F83AD92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18033C63-1B43-4689-8850-A172FB6246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5014EFE2-FB81-4EB0-AD3D-4DF7C8E931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C3C3A79B-E87D-4314-955D-8E86FCF33E53}"/>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CC330175-72AF-4166-AF9B-195BB8B9DA82}"/>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5354995D-12E7-4D60-B422-7007DD412D0A}"/>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F7AF53E7-544D-45B2-826D-2618B3963B4A}"/>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AAC48328-00EB-4258-9CE7-EF529583FDCF}"/>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CD759EA4-EC20-400E-8923-2599FC36A93E}"/>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8599B558-17D2-4E62-91F7-4FB79CB47A4E}"/>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BDE52779-68CC-4632-94DC-CCC710D6395D}"/>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FDC21996-C4AD-4C4F-BB3C-72BB4FB68106}"/>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FA31C42D-2229-4D9C-B80D-2F1B3D0344D1}"/>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5740EF9D-E6C6-4E87-9733-90DF8C67DBBD}"/>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0EA2CCA8-6A3D-438D-8460-DF38D5053A34}"/>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FE161688-E09E-4CA2-B10F-64271DCF07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12398024"/>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415C44FB-BE87-40EA-AEFF-762B35EA10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0">
            <a:extLst xmlns:a="http://schemas.openxmlformats.org/drawingml/2006/main">
              <a:ext uri="{FF2B5EF4-FFF2-40B4-BE49-F238E27FC236}">
                <a16:creationId xmlns:a16="http://schemas.microsoft.com/office/drawing/2014/main" id="{1D30CB72-58F5-4415-BAB4-D63982D2FF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후속 기록도 원문과 다시 대조했다">
            <a:extLst xmlns:a="http://schemas.openxmlformats.org/drawingml/2006/main">
              <a:ext uri="{FF2B5EF4-FFF2-40B4-BE49-F238E27FC236}">
                <a16:creationId xmlns:a16="http://schemas.microsoft.com/office/drawing/2014/main" id="{90F303EC-120F-4EAE-ACDA-81D9D1CE2C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58F68241-88BD-4AB7-9F89-282430E5FC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4CCCB14-AAE2-4C6D-9DED-4D4C9920CC4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829CF5F5-0757-40E5-9EDA-05BCBE9E91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C025C974-272C-48AE-BE10-877B7C88C2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7124FFD5-FC94-4062-A7E6-311FB702B723}"/>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602F5E31-D6C0-401F-A232-60B68C06BD1E}"/>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7F819D20-BC3C-4C4F-A6FF-622D15635F98}"/>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99C42922-3381-4F77-A09F-1DBE1EDAE439}"/>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6B5EFAFC-D829-49FB-9D1D-4502C3E63EF7}"/>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924B8754-9AA2-4037-BBE2-3C05CE8AB969}"/>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F86C06BE-0F4F-47B1-BBD6-33A9FAC38F8B}"/>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36822D67-A027-4DD2-B209-8BA00E660FE9}"/>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23545B78-17F4-4D94-99AC-84F965F8E932}"/>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A63789B4-961A-4310-9A9D-F875AEAC2CEC}"/>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0DD92E81-CF40-4E83-8C9F-8A6F1A052404}"/>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8451C5F6-6CA5-4AAB-A035-8591C399677B}"/>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08484D90-DE38-47A1-8488-DDA1102523E4}"/>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633227B3-0D85-40B6-9C3D-AED0AE9AE5EA}"/>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71971446-A0DC-4F16-B9AF-3B925E7F67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31583985"/>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DB634A31-6713-408E-A95A-0D4E96DB11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91">
            <a:extLst xmlns:a="http://schemas.openxmlformats.org/drawingml/2006/main">
              <a:ext uri="{FF2B5EF4-FFF2-40B4-BE49-F238E27FC236}">
                <a16:creationId xmlns:a16="http://schemas.microsoft.com/office/drawing/2014/main" id="{81ECA426-EBD3-407C-A95B-B493477677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실제 기록을 Loop의 단계에 대응하면">
            <a:extLst xmlns:a="http://schemas.openxmlformats.org/drawingml/2006/main">
              <a:ext uri="{FF2B5EF4-FFF2-40B4-BE49-F238E27FC236}">
                <a16:creationId xmlns:a16="http://schemas.microsoft.com/office/drawing/2014/main" id="{BA850BE2-7520-4440-B533-903C13CDB5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5A2A487C-7409-4B1F-B592-F6D1DD41E4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5F7F32D-6C39-459D-A813-9061A1E3667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7BD4B092-5CC0-428E-B9CE-6BE86E80AD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E1FF854F-A5A6-4CB2-A7BC-173AA777CE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7B1782F1-9E65-406A-AB02-7864EAE074F6}"/>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D651BE04-F100-4B56-ACF5-BE62F5988F2E}"/>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8415C8C5-BAC9-4E3C-B051-6FAEC0BE524E}"/>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B2D9982B-14D6-4394-9330-AB8AF3F07241}"/>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8A6994B2-86B6-4940-A5F8-FC7820FE9029}"/>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0FC9D808-2902-47D8-B14E-54228F242E39}"/>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94B4B638-A1C6-4F14-B52E-F6E1A95FC9B0}"/>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3AC3B579-CD08-4ADE-AD92-1ABDC383F15B}"/>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DAB9F3E2-072E-43A5-B0F0-60B718904589}"/>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C9A5738A-3DDD-4C51-A593-F97456C08EA8}"/>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5A2D415A-0E4D-49E5-BD0E-FEBE730612BB}"/>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C1382F1B-CC57-4C71-B6D2-E76B14CFD458}"/>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27C731B2-8AF6-4BC8-B7D8-A26F8D677B04}"/>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E2A9C50E-04AE-402E-8467-B37311F50879}"/>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EC3B4A5E-2DC5-4CA1-88E1-B06261F99C41}"/>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80C70DBE-C34F-425E-BF58-8896F8CE47C8}"/>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9367B8E6-5D80-4C82-AE3C-A5D65B898419}"/>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204E46FB-569E-4D2A-932F-A67E5CBED9B6}"/>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2B9E983D-0A92-46CB-AE1C-DF3C842B3FA3}"/>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931E87BB-0629-4CF2-B93C-DD754EF0417E}"/>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E03D1649-022F-4953-B908-98D5279942D0}"/>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F0BF49D5-5D04-4D09-90F6-29900CFF9482}"/>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192797B1-FAF3-4D68-947F-957762088E56}"/>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F0840A19-BDA6-47D4-8D8C-DFF49FBD90EF}"/>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A84E1E6B-1A6D-4484-8CFF-E88D14AB59EB}"/>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BEB56A86-7B9C-4E12-B539-EC11928C424D}"/>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8BAB6EB6-4C34-459D-99E2-F4CC88B90B52}"/>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E6B492D1-6960-4D6E-90FD-0A9EEB42EE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0639003"/>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필요한 팁 찾아보기">
            <a:extLst xmlns:a="http://schemas.openxmlformats.org/drawingml/2006/main">
              <a:ext uri="{FF2B5EF4-FFF2-40B4-BE49-F238E27FC236}">
                <a16:creationId xmlns:a16="http://schemas.microsoft.com/office/drawing/2014/main" id="{1B4F53F4-DB01-496B-913D-B930CD7A69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필요한 팁 찾아보기</a:t>
            </a:r>
          </a:p>
        </p:txBody>
      </p:sp>
      <p:sp>
        <p:nvSpPr>
          <p:cNvPr id="2" name="S92">
            <a:extLst xmlns:a="http://schemas.openxmlformats.org/drawingml/2006/main">
              <a:ext uri="{FF2B5EF4-FFF2-40B4-BE49-F238E27FC236}">
                <a16:creationId xmlns:a16="http://schemas.microsoft.com/office/drawing/2014/main" id="{F4218CCE-299F-4749-BB7C-9B990597B1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ACT 4 실무 적용 팁 모아보기">
            <a:extLst xmlns:a="http://schemas.openxmlformats.org/drawingml/2006/main">
              <a:ext uri="{FF2B5EF4-FFF2-40B4-BE49-F238E27FC236}">
                <a16:creationId xmlns:a16="http://schemas.microsoft.com/office/drawing/2014/main" id="{497D8D6C-C3FE-45D7-BED9-02748F2C01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ACT 4 실무 적용 팁 모아보기</a:t>
            </a:r>
          </a:p>
        </p:txBody>
      </p:sp>
      <p:sp>
        <p:nvSpPr>
          <p:cNvPr id="4" name="">
            <a:extLst xmlns:a="http://schemas.openxmlformats.org/drawingml/2006/main">
              <a:ext uri="{FF2B5EF4-FFF2-40B4-BE49-F238E27FC236}">
                <a16:creationId xmlns:a16="http://schemas.microsoft.com/office/drawing/2014/main" id="{6F37B793-E459-49E6-859D-C8C78C1E65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7">
            <a:extLst xmlns:a="http://schemas.openxmlformats.org/drawingml/2006/main">
              <a:ext uri="{FF2B5EF4-FFF2-40B4-BE49-F238E27FC236}">
                <a16:creationId xmlns:a16="http://schemas.microsoft.com/office/drawing/2014/main" id="{47FEA220-5956-473E-A422-6C5867A770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DEC-0087</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0DB04E0F-EC11-4C6B-915F-5661EC01B5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B98BC737-1972-459C-9605-BE432EBDD8A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20FEF3F8-6832-4952-AD18-906EFBA1D00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36611FBB-ABF3-4661-BD81-E30CCDFF518E}"/>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649B03C-45ED-48E6-8EC7-9679BA3EADAF}"/>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4AE3537-5247-4ED2-AF33-037FE0E1D7D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79">
            <a:extLst xmlns:a="http://schemas.openxmlformats.org/drawingml/2006/main">
              <a:ext uri="{FF2B5EF4-FFF2-40B4-BE49-F238E27FC236}">
                <a16:creationId xmlns:a16="http://schemas.microsoft.com/office/drawing/2014/main" id="{3278983E-0AA6-4B58-965F-61D772617C4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S79</a:t>
            </a:r>
          </a:p>
        </p:txBody>
      </p:sp>
      <p:sp>
        <p:nvSpPr>
          <p:cNvPr id="13" name="원인을 고르기 전에 확인할 기록">
            <a:extLst xmlns:a="http://schemas.openxmlformats.org/drawingml/2006/main">
              <a:ext uri="{FF2B5EF4-FFF2-40B4-BE49-F238E27FC236}">
                <a16:creationId xmlns:a16="http://schemas.microsoft.com/office/drawing/2014/main" id="{345CC019-86ED-415D-910F-410A06245483}"/>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34AE6439-13BE-4198-8031-C512E606FAB6}"/>
              </a:ext>
            </a:extLst>
          </p:cNvPr>
          <p:cNvSpPr>
            <a:spLocks xmlns:a="http://schemas.openxmlformats.org/drawingml/2006/main" noGrp="1"/>
          </p:cNvSpPr>
          <p:nvPr/>
        </p:nvSpPr>
        <p:spPr>
          <a:xfrm xmlns:a="http://schemas.openxmlformats.org/drawingml/2006/main">
            <a:off x="609600" y="3333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46C72D6-BE4A-40A3-9B39-9F93B5C19384}"/>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83">
            <a:extLst xmlns:a="http://schemas.openxmlformats.org/drawingml/2006/main">
              <a:ext uri="{FF2B5EF4-FFF2-40B4-BE49-F238E27FC236}">
                <a16:creationId xmlns:a16="http://schemas.microsoft.com/office/drawing/2014/main" id="{FCCB1118-B840-43B9-8C3B-1FD9B8098577}"/>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S83</a:t>
            </a:r>
          </a:p>
        </p:txBody>
      </p:sp>
      <p:sp>
        <p:nvSpPr>
          <p:cNvPr id="17" name="지침을 고친 뒤, 무엇을 다시 확인할까?">
            <a:extLst xmlns:a="http://schemas.openxmlformats.org/drawingml/2006/main">
              <a:ext uri="{FF2B5EF4-FFF2-40B4-BE49-F238E27FC236}">
                <a16:creationId xmlns:a16="http://schemas.microsoft.com/office/drawing/2014/main" id="{9F9ABFD4-C2F9-4B88-9E35-5358689467C2}"/>
              </a:ext>
            </a:extLst>
          </p:cNvPr>
          <p:cNvSpPr>
            <a:spLocks xmlns:a="http://schemas.openxmlformats.org/drawingml/2006/main" noGrp="1"/>
          </p:cNvSpPr>
          <p:nvPr/>
        </p:nvSpPr>
        <p:spPr>
          <a:xfrm xmlns:a="http://schemas.openxmlformats.org/drawingml/2006/main">
            <a:off x="1714500" y="345757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Legacy module connection">
            <a:extLst xmlns:a="http://schemas.openxmlformats.org/drawingml/2006/main">
              <a:ext uri="{FF2B5EF4-FFF2-40B4-BE49-F238E27FC236}">
                <a16:creationId xmlns:a16="http://schemas.microsoft.com/office/drawing/2014/main" id="{FD13CABA-13AB-4DFD-A193-805B853458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559518369"/>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69193C8D-4FDF-4EF4-BCE3-F2E42A29EF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93">
            <a:extLst xmlns:a="http://schemas.openxmlformats.org/drawingml/2006/main">
              <a:ext uri="{FF2B5EF4-FFF2-40B4-BE49-F238E27FC236}">
                <a16:creationId xmlns:a16="http://schemas.microsoft.com/office/drawing/2014/main" id="{ED2C4F5F-EF8F-4420-A588-61C0F6B3C3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Project와 환경이 바뀌면&#10;검증도 다시 본다">
            <a:extLst xmlns:a="http://schemas.openxmlformats.org/drawingml/2006/main">
              <a:ext uri="{FF2B5EF4-FFF2-40B4-BE49-F238E27FC236}">
                <a16:creationId xmlns:a16="http://schemas.microsoft.com/office/drawing/2014/main" id="{BFD3C451-582C-4F5D-B090-86C37E5A25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FDBFA34F-FA46-4DC0-A900-5F2B54584C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EF194142-0A79-4D55-8D01-4A3AF43F39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3D9912B3-8C19-4DAA-8C52-2D7846D64A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4CD1E278-2452-496D-98E5-613FADD3C8A7}"/>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B980964F-4202-47F8-812B-B509DAA021EB}"/>
              </a:ext>
            </a:extLst>
          </p:cNvPr>
          <p:cNvPicPr>
            <a:picLocks xmlns:a="http://schemas.openxmlformats.org/drawingml/2006/main" noChangeAspect="1"/>
          </p:cNvPicPr>
          <p:nvPr/>
        </p:nvPicPr>
        <p:blipFill>
          <a:blip xmlns:r="http://schemas.openxmlformats.org/officeDocument/2006/relationships" xmlns:a="http://schemas.openxmlformats.org/drawingml/2006/main" r:embed="R3faf858e03564f70"/>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F0B647FB-1EE5-42D2-BE88-B5D12A249314}"/>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28777707-59D2-41E5-B381-531366E2284E}"/>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3AD0D735-6870-4339-9A47-4BCCC2F0B188}"/>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08F4EA33-FE07-4664-83AD-8D6DDD7D1FF6}"/>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B4A97FCD-98DE-4B87-AC65-9EABA1F63ADF}"/>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A682ADBF-89A6-498D-BA4D-77CE1A6C956E}"/>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F6B4DD64-E4F7-434F-B077-888848F5EA18}"/>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9907E1C1-8EBA-4DF7-BE94-3D2900BA5E2F}"/>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FD81B9FC-3CE6-46D0-B107-89963535FD36}"/>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BC6EAD8E-C852-4503-BBA6-E1FF1DD8A148}"/>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F23F1863-48C2-4F9E-BF05-97454E70F103}"/>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7C771562-0924-4127-AAFB-4EA11B6A4790}"/>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EE56BEC2-4D8B-4273-AB0E-9AE9220C087C}"/>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A656E75F-4A26-4999-88CA-7F8EAA54A751}"/>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04338BF0-F883-4379-A2A5-444953E929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47785127"/>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FEC9705D-2A03-4795-AE18-DA91084FB0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94">
            <a:extLst xmlns:a="http://schemas.openxmlformats.org/drawingml/2006/main">
              <a:ext uri="{FF2B5EF4-FFF2-40B4-BE49-F238E27FC236}">
                <a16:creationId xmlns:a16="http://schemas.microsoft.com/office/drawing/2014/main" id="{78A4AB36-1EE6-43AF-84F8-CCD1EE4D57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문제에 맞춰, 일하는 방식을 넓혔다">
            <a:extLst xmlns:a="http://schemas.openxmlformats.org/drawingml/2006/main">
              <a:ext uri="{FF2B5EF4-FFF2-40B4-BE49-F238E27FC236}">
                <a16:creationId xmlns:a16="http://schemas.microsoft.com/office/drawing/2014/main" id="{D7F8E52F-1685-4633-BDC4-D18C1A54CB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2CBA1E82-E313-4E27-BF08-65E32C4ABA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07B19396-0628-4314-99AE-3114B3AD1E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DEF4A335-1A3F-411F-8CDE-BB3D16121D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BAEAB754-8045-423F-9A86-7E4030C01A41}"/>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80D90647-5235-4BD0-A062-BB5B01C7B389}"/>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221AB845-71C2-4B4C-872A-4EFF714AAF34}"/>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EA053C38-216E-4F44-88BB-BE8690C0C195}"/>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42CCC3F8-E18D-438D-8A90-6DE5FD3A95B2}"/>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1E6F9559-F383-41E0-92E1-E4EADFE795A5}"/>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FEE8494D-CA7F-479D-8734-18973EC52B1D}"/>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39F7D442-909C-47D7-9826-363590214842}"/>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FF3F3355-9B50-45CF-9145-5BA284CD4AAC}"/>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E6CD22DA-C0DC-4A20-AE21-E10749C0429A}"/>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5D0A5BEE-DB5D-428A-AEE5-74081DF21CB9}"/>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1158FD74-EA96-4F5B-910C-D495ECB187DA}"/>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9CCE01D9-0762-497B-8F88-953D11630D1C}"/>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8E7338AF-5F94-4657-8BFE-BB1744F5E253}"/>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B914BD04-8F6A-4DBC-90DE-78900E5BB556}"/>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39552FEA-3672-487C-97E3-7E3FC421FAAB}"/>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5A1D5527-01DA-4039-A224-8E2030D01693}"/>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5DD7F550-56C4-4471-AEC7-FE3E2C6A5740}"/>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BC0A5ACD-F583-416A-B53C-C1282DC7F480}"/>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23332179-069F-4CFA-976B-A2150C8594AE}"/>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4512E657-0F08-4EC1-BC9C-3A8E25229B52}"/>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8730ED34-1C1D-4218-A3C9-2999D8B97759}"/>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2CF59AA1-319A-4028-BBB5-327432A3AA87}"/>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46F5A5D3-5F4D-48D8-9A02-E7FB098E5960}"/>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CF536744-A31C-4050-B4B8-D098ABEFC37C}"/>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888E7263-5541-448A-A948-755DBC771FA1}"/>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B0593F4F-999A-48B3-9F2B-23E5B76D4B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89825734"/>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AEA4097E-0545-48E6-8022-ABEDBDD540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95">
            <a:extLst xmlns:a="http://schemas.openxmlformats.org/drawingml/2006/main">
              <a:ext uri="{FF2B5EF4-FFF2-40B4-BE49-F238E27FC236}">
                <a16:creationId xmlns:a16="http://schemas.microsoft.com/office/drawing/2014/main" id="{41993D24-CEE2-4EF1-8D49-3BE0E276AE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실제 Demo는 문제에 맞춰 바뀌었다">
            <a:extLst xmlns:a="http://schemas.openxmlformats.org/drawingml/2006/main">
              <a:ext uri="{FF2B5EF4-FFF2-40B4-BE49-F238E27FC236}">
                <a16:creationId xmlns:a16="http://schemas.microsoft.com/office/drawing/2014/main" id="{1B3681D4-5BB8-49B4-9EF8-04DC5174C5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821A9319-6BE6-4AC3-BD2A-491C2F9275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F2EA13B6-E3B9-43C0-B584-4981360505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DB0FFC91-F07D-4B1C-B73B-F2D27C75EF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7731FE24-64DF-4EB8-9EBC-CD7B5C58BA36}"/>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213492E3-4E8C-450C-A91D-C41726877797}"/>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45448F49-A802-48BA-AF5A-3F59A2C8D7BB}"/>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E415B738-8FFC-4343-B2E2-081289C2A566}"/>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69DFD5F6-CDA2-410D-B7B2-0ECC35150699}"/>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AD60129E-8F99-40EA-BBF3-5B90B2007BA4}"/>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DEC205DE-EA41-4C94-809C-B27F2C9FB379}"/>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EA05FBA3-4731-4739-AAF6-7C69FFD5DD9C}"/>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70D6CB3C-D847-41E9-BA4C-0B2A181556AC}"/>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DB24B1CD-4F54-4BB4-8C86-252CA4BE83F6}"/>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188A1D21-EB54-4B33-AD76-BA629D18C533}"/>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8435ECAC-C53B-4B6C-A302-3A6A224FCC9E}"/>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B15585A7-1A5B-4083-9FB5-F2C04178F012}"/>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472FB31D-C90F-4A3D-93A2-67BC88225AD8}"/>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F3923025-1B13-42D7-B23A-DFAC3BBF31FE}"/>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DA4830B7-4181-451E-A711-3BB520E013D0}"/>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44318BE0-DF86-48E0-A429-F3E83357D095}"/>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E2B8EBC7-468B-4A03-BD4F-E30974B11477}"/>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6C8B9A1F-5D0F-402D-B371-329003323645}"/>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9DE3AC2D-1162-485D-8680-C9193002D1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45438152"/>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41C5A8E4-3A8E-4F5C-A866-6E879D0B3C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96">
            <a:extLst xmlns:a="http://schemas.openxmlformats.org/drawingml/2006/main">
              <a:ext uri="{FF2B5EF4-FFF2-40B4-BE49-F238E27FC236}">
                <a16:creationId xmlns:a16="http://schemas.microsoft.com/office/drawing/2014/main" id="{44BF7F4A-FE80-490C-9BD6-CF6DD42293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이번 문제에 필요한 구성만 선택했다">
            <a:extLst xmlns:a="http://schemas.openxmlformats.org/drawingml/2006/main">
              <a:ext uri="{FF2B5EF4-FFF2-40B4-BE49-F238E27FC236}">
                <a16:creationId xmlns:a16="http://schemas.microsoft.com/office/drawing/2014/main" id="{9965F795-5B8B-49C9-ACF7-A9CD24AFE3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5C404FE9-D810-4114-9D97-7422639F4F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F1FC532A-8CFE-4893-BD16-06043D5308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8DA34E46-8A1A-4696-87A8-66A53A849F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9FCAB465-B144-4FCD-ABFE-BED0F77B7FC4}"/>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236F7B35-BA08-43D6-A1D1-657D7309ECF1}"/>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51F97D99-2B12-4FE7-A6B4-97675EBCEF49}"/>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33B558E0-40F6-43C4-8D8E-2B9AE6BA05C2}"/>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1550E7A6-1AE6-4E22-971D-F341AE593C4E}"/>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D6B42444-30BE-4777-8EF7-B1DBB0A9C915}"/>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C4DE1129-AF97-40D0-B14B-C6B03D9BE852}"/>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8573FAE4-5AA7-4715-A613-302D29F516A8}"/>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1BC3213A-452A-489D-8E11-61B8B21AF7D0}"/>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F7A03910-CECD-4B7E-A155-38E4DE4ED380}"/>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CCD00152-1E36-44D8-AC09-F416D420799A}"/>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6D5F6A9B-114F-4CC3-B7DF-8D91BACAE0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648331329"/>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E080ADB0-63C4-48F3-9578-FFD4F15F2B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97">
            <a:extLst xmlns:a="http://schemas.openxmlformats.org/drawingml/2006/main">
              <a:ext uri="{FF2B5EF4-FFF2-40B4-BE49-F238E27FC236}">
                <a16:creationId xmlns:a16="http://schemas.microsoft.com/office/drawing/2014/main" id="{78656A8B-AC54-4C9C-B196-BC33DDA654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결과를 수용할지는 사람이 판단한다">
            <a:extLst xmlns:a="http://schemas.openxmlformats.org/drawingml/2006/main">
              <a:ext uri="{FF2B5EF4-FFF2-40B4-BE49-F238E27FC236}">
                <a16:creationId xmlns:a16="http://schemas.microsoft.com/office/drawing/2014/main" id="{68ACE448-14E2-4F27-A821-D476AE0513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AF918EEA-F6DB-4EFE-9CDA-8BE87E7E59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0BB17701-C8C7-463F-A40F-1E32F7B5B9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C8D9860F-9A2B-42D2-B877-295564B986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95893BB0-5835-409F-8EDC-47021CB3247A}"/>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61FE8E52-3115-4ADA-AFAA-D9D824ECFD56}"/>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08194509-50A4-4CDE-A989-A1E8BFEDA5B3}"/>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A0FE3410-EF0C-42C6-8FBA-0CB368608CDB}"/>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C625F223-4037-4731-9FD4-861B556F3738}"/>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D605F232-712F-4767-B939-58F1916EF12A}"/>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670E1C99-DDAF-4A8F-8CCC-1F4E03AC51A9}"/>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60F56ED7-89C6-4AAC-BFFA-637C9E6855D7}"/>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CC61EBCA-5422-490F-8BDC-98F9020ED21A}"/>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B5B4ED7E-6279-43AF-8694-5BE28620D349}"/>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DDE1C303-D324-44DF-8A18-7BD137DAEA7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DABD1420-5F09-44A0-A9E0-10F99849CCBF}"/>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58182E52-0120-4797-821E-E441BA5C0C17}"/>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9E18B7E1-7B06-4F93-B9FC-06752E4024E5}"/>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C032F79-FC2C-4020-BD4D-6A32494D6CB9}"/>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5CFB7070-FD1C-443B-9F2C-28083D23EBA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84375E1D-CEC1-4D05-BB56-DF8F17BFE072}"/>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066CEA41-B592-42A7-B637-96924C2400B7}"/>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00DE3985-ADFB-410F-8559-1C99DC415D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823513066"/>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439CA798-237A-474E-BD12-3D790D4B7B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8">
            <a:extLst xmlns:a="http://schemas.openxmlformats.org/drawingml/2006/main">
              <a:ext uri="{FF2B5EF4-FFF2-40B4-BE49-F238E27FC236}">
                <a16:creationId xmlns:a16="http://schemas.microsoft.com/office/drawing/2014/main" id="{4617A5DA-9F3C-4848-B6E4-4A25F2DA1E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AI가 일할 조건과 확인 경로를 설계한다">
            <a:extLst xmlns:a="http://schemas.openxmlformats.org/drawingml/2006/main">
              <a:ext uri="{FF2B5EF4-FFF2-40B4-BE49-F238E27FC236}">
                <a16:creationId xmlns:a16="http://schemas.microsoft.com/office/drawing/2014/main" id="{98AEB50C-8961-4656-BE05-7C01D4759B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F7EEB572-3A23-4294-A17F-3097406355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F9BE9E76-1207-42A8-B1F1-737410B789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005F33FE-3FD7-49BB-A9A0-1BFF28AAD1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68312809-4C61-4F45-9420-9FB88547E46A}"/>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73D72F86-281C-4AA9-BD56-E8DB5FA288C7}"/>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735CDB12-3EC9-4E75-B7B8-87EB3F01D2B9}"/>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9153F624-45FB-4785-B43A-AA09F44EE5D5}"/>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9B82F9DD-91F3-4937-A63C-FF5D334D8A97}"/>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207E7B88-B38B-4798-A536-B64B1B16EF61}"/>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1D7C08BC-31E4-4F68-B5E2-374A13881509}"/>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BFB777EB-321F-44FA-98FA-341B743A670F}"/>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9723D735-3159-407C-AFFF-E03A5256F88E}"/>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4EED4D41-6116-4F49-BE02-9FFA257BE9B4}"/>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ECAAE992-1729-42A8-8EA4-3EC4BF117428}"/>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27FE8D20-E2AC-4A2C-BE8A-E28730BF0C6D}"/>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DF4E64EF-0B63-427F-BCF4-9E69E2F975F4}"/>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987DD1ED-69C3-4492-A510-3D5AE433DD92}"/>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E61A1CDF-8137-4699-AA8C-12BCF188BB21}"/>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DA178A50-51D7-4D3C-9077-7A1B546FC0C6}"/>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A36386BE-DF6F-412F-977B-4D0B03CB8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2222651"/>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A6B9F233-06AB-44C7-A734-11D1705445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99">
            <a:extLst xmlns:a="http://schemas.openxmlformats.org/drawingml/2006/main">
              <a:ext uri="{FF2B5EF4-FFF2-40B4-BE49-F238E27FC236}">
                <a16:creationId xmlns:a16="http://schemas.microsoft.com/office/drawing/2014/main" id="{BF1FB385-DF20-45B1-A685-CDEBA4B525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모델·플랫폼이 바뀌면 Harness도 다시 본다">
            <a:extLst xmlns:a="http://schemas.openxmlformats.org/drawingml/2006/main">
              <a:ext uri="{FF2B5EF4-FFF2-40B4-BE49-F238E27FC236}">
                <a16:creationId xmlns:a16="http://schemas.microsoft.com/office/drawing/2014/main" id="{07EF889E-0B6B-40A6-A133-FAA0F2B554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C7DB8CC1-A3C7-4D1B-9B1C-12934A612E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9A748A02-9E13-40E0-BFAE-DD2F9AF11B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D4305804-0A27-456D-9F17-0A9388DDFB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C8D27FD9-D1F5-4A52-8EE3-41BF8D51370E}"/>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A67CCC06-79B5-45E3-9520-5FABC6FFD939}"/>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C3EC0C22-4A7B-4161-9C71-9EB7F11DC800}"/>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4951C682-300E-46B9-A9CC-8DDA646D35A6}"/>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429AFA6-12D8-480A-BBD0-90F49EA38A25}"/>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7021A12B-0FA1-4F3B-ADD9-F77D9E3A406A}"/>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EF1E673B-CA31-47AE-9CC9-E17768B77EFD}"/>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DB2B45AA-9F08-4D7D-BC04-C33CE6C57A99}"/>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54F1FC09-61B2-4294-982A-5B18BE9EAC53}"/>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468A613F-8777-4918-ADBE-A7067BB23BDE}"/>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B3CD1019-43E5-4C2B-B13F-9CC01E684240}"/>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2256C9EE-8074-4A97-AD8A-A156B5B74D5F}"/>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44D3E94-980D-4E31-81D0-E5293DCEE0C3}"/>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07FA0CD0-31FF-4F4F-A8D7-449B7D5FC21C}"/>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80CEF610-30DC-4F8D-8079-06E6914C800E}"/>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B390FD2C-6383-4E21-8CF5-ED652531BD35}"/>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3F9B8ADD-BCCB-436C-82B4-68F347396055}"/>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75AF36EF-1280-4FBD-8D13-105FB127ED84}"/>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1A1CFC66-043F-4B67-915F-620CF8439956}"/>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296B45F0-6BD0-4DA2-8462-DB80506C9863}"/>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5F1019B8-3253-41D3-8EEA-BE6E0C9B9F33}"/>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44639FC3-44DD-4E69-9CD2-286921957BC3}"/>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9450D9BD-6C2E-4E6C-8C5F-E2D77DC579ED}"/>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4AD0B888-501F-458A-9C21-D3C2667FA114}"/>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C4673FD3-4671-4A88-A6B0-66C4CAAC1E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45769983"/>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79C47EF8-00D9-40BA-8789-6242F943B7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0">
            <a:extLst xmlns:a="http://schemas.openxmlformats.org/drawingml/2006/main">
              <a:ext uri="{FF2B5EF4-FFF2-40B4-BE49-F238E27FC236}">
                <a16:creationId xmlns:a16="http://schemas.microsoft.com/office/drawing/2014/main" id="{3FC33045-27E5-469F-80CF-CEFFB492F1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무엇을 남기고, 무엇을 덜어낼까?">
            <a:extLst xmlns:a="http://schemas.openxmlformats.org/drawingml/2006/main">
              <a:ext uri="{FF2B5EF4-FFF2-40B4-BE49-F238E27FC236}">
                <a16:creationId xmlns:a16="http://schemas.microsoft.com/office/drawing/2014/main" id="{1936A1F6-C481-4685-8AF7-31A11DC863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E8CD669B-81DC-47C9-8A59-F1570FC2D3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45BAEA4C-60CF-46C2-964A-96C97EF6AF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A535B70D-E6A6-42B8-9610-BBB60FF672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F7543F91-DE04-40B3-910F-54EDE2C0C8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2034CC39-6BA6-4A78-AAA8-631DEE1BE4F8}"/>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691D13FA-4FB1-437C-9DFA-D0BC1A1E8A7A}"/>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CA1CD975-1E96-416B-BCE4-418BE254E861}"/>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D55EA0C9-A933-45BF-8C4C-AC9F80C1915C}"/>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3C97A25C-70CA-4AD7-9E83-EE258EAE43D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2CEE0D83-7317-47EC-866F-14BF703E9586}"/>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705B656D-5E9A-401D-89E8-E7ADFE9A41AB}"/>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88453846-8735-4BCD-BF54-ED10E510321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5BBF01AB-C940-445F-8F5E-C4B3B438DAC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8730D066-7B16-42F2-958D-FA260AF64999}"/>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15BFC5C7-9F2A-49E9-8F55-9EAB3232E9DC}"/>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35C0AA36-E0B0-4142-BB0E-7F22B310D5E2}"/>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8A8C41A7-AA74-42C1-8398-F73D6A325166}"/>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6770F38-7A48-420B-BDC0-DEC75D568CF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15B969-724F-4EF1-B45E-26E54F2AFC0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77695EEF-730D-4DF3-89BF-04138547B9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04080523"/>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E2065984-DC0E-4C27-B9DB-5CE64A9903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1">
            <a:extLst xmlns:a="http://schemas.openxmlformats.org/drawingml/2006/main">
              <a:ext uri="{FF2B5EF4-FFF2-40B4-BE49-F238E27FC236}">
                <a16:creationId xmlns:a16="http://schemas.microsoft.com/office/drawing/2014/main" id="{22F66823-607A-43D1-97B4-B618A0D9C6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덜어낸 뒤에도 필요한 일을 하는가?">
            <a:extLst xmlns:a="http://schemas.openxmlformats.org/drawingml/2006/main">
              <a:ext uri="{FF2B5EF4-FFF2-40B4-BE49-F238E27FC236}">
                <a16:creationId xmlns:a16="http://schemas.microsoft.com/office/drawing/2014/main" id="{931A4FB4-79B7-4662-A0E8-0AB9F4A759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39C90874-1100-4268-83CF-F4EB8A064C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CDA2DB80-8A48-431C-829E-B926CD17E6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FCD7CDF4-39CE-4C0E-9334-8B90414A72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ABB86A9A-A967-4C3F-9122-9C12DDB26C8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42E280FC-45C3-41EC-AF76-47963B26C0B6}"/>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00F8D943-CFE2-4DF2-977B-7B19E3FC868D}"/>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0AEA863E-A0FA-4EE8-8A50-35EB5FC2F622}"/>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360F54A9-9E2C-4839-A76A-51F8D51CD03F}"/>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887B53F2-1E22-4180-9633-CA45F0A5A1E4}"/>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149F420F-F0B2-4604-BA18-4FB7FE22ED61}"/>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B05D8DFA-D927-4AB5-8872-DF414819CB9E}"/>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DA44C68B-F71D-442B-953E-42814399EB70}"/>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EA133AF6-B958-42BC-8727-7196D49A45A9}"/>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ABF21B1A-DEB1-416C-933B-99E4936C90AD}"/>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843B8776-7C04-4DAC-B021-39CFC1F41E52}"/>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F5CC311B-D71E-4958-B173-F5B7EAA30985}"/>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3605391F-C3C1-4AB2-99E9-DA05A51BFC9A}"/>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4B5A5B47-E56D-4B05-BBD3-B0BB383C2652}"/>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5E7455B-0124-4D94-B18F-C04185B6787D}"/>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DF94A3F5-CAC2-4B38-BF05-A26434C55382}"/>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4D2AD956-16F3-4FF2-B795-70ED6299FD76}"/>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81D17A7-9C56-4B85-839C-7743D44F5E7B}"/>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D4DC662B-CC9E-4F72-8160-F23914234516}"/>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8776917E-6904-4E6D-931E-775D229D48FB}"/>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19231CFB-404A-4653-921A-D2A035F484C3}"/>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D2216A24-157D-48EA-A660-1FECE6E5294A}"/>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AE193ED6-4B6F-4000-A91C-A64492CE6888}"/>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202AF31C-A192-4E80-A0B8-525B80A0D837}"/>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1E308A4-1D67-4CE4-9BC2-68C70ECA3682}"/>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BEC95756-D68C-4FF3-91C9-0D297D1B49F4}"/>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FDFA95F-9D4D-4DF8-AB62-3CAEAE46971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8F06909D-51A7-40C2-8165-5F74CCDC2E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C8846F5E-4BCD-4E8D-9578-5B48FAE957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59182268"/>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F49C49D1-AD55-4EB4-BBE8-F42620C795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02">
            <a:extLst xmlns:a="http://schemas.openxmlformats.org/drawingml/2006/main">
              <a:ext uri="{FF2B5EF4-FFF2-40B4-BE49-F238E27FC236}">
                <a16:creationId xmlns:a16="http://schemas.microsoft.com/office/drawing/2014/main" id="{E22DCF18-3DC2-45C4-95C7-BE9E47ED89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내 업무에서는 무엇이 반복해서 막힐까?">
            <a:extLst xmlns:a="http://schemas.openxmlformats.org/drawingml/2006/main">
              <a:ext uri="{FF2B5EF4-FFF2-40B4-BE49-F238E27FC236}">
                <a16:creationId xmlns:a16="http://schemas.microsoft.com/office/drawing/2014/main" id="{86E6D65E-DC2A-46ED-9F9F-37B2A5FD1F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038EF231-E235-4275-BBBC-7162E5B9DE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D6F87F5B-B7D7-42B8-9832-60AF4C0854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89BD005D-6264-4933-AF37-AC6CB39AC9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F31AD42C-5FD3-4BBE-88BF-3B7E1CAD183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1C7ADDDB-EFD8-4DD4-BF0A-E74980C46062}"/>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2ADB556-3C97-409E-89AE-F75398A62F9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10018988-0F6B-416D-87D7-3B8429F6000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ACFE7B21-58C3-4044-A7CB-9ABDD986AD9D}"/>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B5BA6631-E053-4A79-B478-3246F2A782DA}"/>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A0B7FDF-C906-400B-B6A6-070D1AE2C8A2}"/>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95933F8C-6414-4BB9-BA4A-7F6EC660DA5F}"/>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6A5E96CE-0F75-42C3-BF81-0E1083A764FC}"/>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508E9553-1BDE-4B2A-A0B8-2F2F5449A1B9}"/>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2B93268F-C857-42E6-A980-F449EDD16988}"/>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1DD88B96-97D2-4293-A614-88EDA04C2641}"/>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21A3B9-8BC7-4811-B147-4C4E44BD963F}"/>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C9B07183-B94D-455A-98B5-9274F25B2CFE}"/>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309E06C6-EABF-4394-A911-110DA4E04C4B}"/>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0D9FE385-DFCD-4EA3-A297-BF839693186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7BCC4391-F938-47CA-816C-6C2183D8572C}"/>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84BE1C7F-CB4F-4289-A993-4C982C60A3BE}"/>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92722106-F367-49A9-AF84-5429B866B951}"/>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78B5F8A5-9E1D-4241-BD49-3A6812BF3753}"/>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85C7FC16-4081-43D8-A154-AEFE8E0B0897}"/>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091131C9-78D0-4212-AAF3-D4CF0B91D1D4}"/>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DD4D477-E913-49EB-B286-0D6A84962833}"/>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FDC8078-5539-47C8-9DDA-BF7BB31C6202}"/>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A8731FE8-6276-4BF4-9736-B6FE24DC28F3}"/>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F51450CD-3631-4B8C-8A8E-D4182FD2E669}"/>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62F11218-8D44-471E-8B1F-EA96843518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43344330"/>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E0B47A81-631C-4F06-ADD3-18D496F47A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03">
            <a:extLst xmlns:a="http://schemas.openxmlformats.org/drawingml/2006/main">
              <a:ext uri="{FF2B5EF4-FFF2-40B4-BE49-F238E27FC236}">
                <a16:creationId xmlns:a16="http://schemas.microsoft.com/office/drawing/2014/main" id="{425606E5-3154-411F-BC44-0BFB0FF0EC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고른 문제에서, 다음 행동 하나로">
            <a:extLst xmlns:a="http://schemas.openxmlformats.org/drawingml/2006/main">
              <a:ext uri="{FF2B5EF4-FFF2-40B4-BE49-F238E27FC236}">
                <a16:creationId xmlns:a16="http://schemas.microsoft.com/office/drawing/2014/main" id="{A6E7713F-0B1F-4397-B6FC-E58862A439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87590786-6C4C-4A9E-AE67-BB5E9919AC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923836A4-AD0A-4EFF-873F-7750FC9BEF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E1176743-E7E7-4BC9-9047-0A2FF9F169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1C00A24-6512-49FD-A5EA-40648F423EEE}"/>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D58EA4A5-8807-40E9-8B41-1BE2F9D93A02}"/>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C1A4F0DC-3B96-48A8-A571-EA864CA4997D}"/>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40D0B62-DBF7-4A6D-95BC-0D85ED1849B6}"/>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311A5ADD-4861-4E0A-B654-D3169DC9E7D6}"/>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797E4E5C-C361-46E3-8577-8C8D8015D9BC}"/>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7788C10A-3B34-446D-8580-007325D65A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336F3C5A-65EC-4756-8D30-E07038418A51}"/>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1546A2CC-97D4-4BB6-8992-443B601817D5}"/>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72D83BCB-AB81-474D-A255-1BD6B393FEF9}"/>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6553536-C05A-4249-BAC3-6A79F866D0F2}"/>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0D2B12E-1120-4DED-B4E9-783595CF0EC0}"/>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E5C6E923-FFDD-4DC9-BB57-384B1182CA6A}"/>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952D0017-DC6B-4EEA-8645-26A1F3AA1998}"/>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FA26C4B-33F9-4ED4-8EB3-921B4682BA52}"/>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50BD2237-70A8-463B-A4CC-A0F137EBABA7}"/>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D669FCD5-A432-4EB7-B0F3-C815C74C4F7E}"/>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ABE16755-C497-440D-A564-C63D7FAB9902}"/>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B2427BB-ACA8-4156-ACC1-83CE33C6F5E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E06ECAF9-BFAF-46C9-9C2C-C958DC7973E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0D472653-0D2B-429D-8FA9-8BE4774241F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D5BDD8FA-A7F3-4F87-BAC7-4E9D98BEB397}"/>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0F5F704D-0322-46DC-978A-5C39B2620213}"/>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47C87AAD-80EF-4BEE-976A-B2C3AB41B73F}"/>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D8335BF5-6AB6-4C8B-B150-82559C2285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81449108"/>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필요한 팁 찾아보기">
            <a:extLst xmlns:a="http://schemas.openxmlformats.org/drawingml/2006/main">
              <a:ext uri="{FF2B5EF4-FFF2-40B4-BE49-F238E27FC236}">
                <a16:creationId xmlns:a16="http://schemas.microsoft.com/office/drawing/2014/main" id="{6F1A18B6-5429-4ED4-8F43-3D7885D4C2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필요한 팁 찾아보기</a:t>
            </a:r>
          </a:p>
        </p:txBody>
      </p:sp>
      <p:sp>
        <p:nvSpPr>
          <p:cNvPr id="2" name="S104">
            <a:extLst xmlns:a="http://schemas.openxmlformats.org/drawingml/2006/main">
              <a:ext uri="{FF2B5EF4-FFF2-40B4-BE49-F238E27FC236}">
                <a16:creationId xmlns:a16="http://schemas.microsoft.com/office/drawing/2014/main" id="{92EF53E7-DC45-4BBC-B69A-006B2EFF24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ACT 5 실무 적용 팁 모아보기">
            <a:extLst xmlns:a="http://schemas.openxmlformats.org/drawingml/2006/main">
              <a:ext uri="{FF2B5EF4-FFF2-40B4-BE49-F238E27FC236}">
                <a16:creationId xmlns:a16="http://schemas.microsoft.com/office/drawing/2014/main" id="{0FB284C9-9A8E-4E44-A232-0530FA8AE4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ACT 5 실무 적용 팁 모아보기</a:t>
            </a:r>
          </a:p>
        </p:txBody>
      </p:sp>
      <p:sp>
        <p:nvSpPr>
          <p:cNvPr id="4" name="">
            <a:extLst xmlns:a="http://schemas.openxmlformats.org/drawingml/2006/main">
              <a:ext uri="{FF2B5EF4-FFF2-40B4-BE49-F238E27FC236}">
                <a16:creationId xmlns:a16="http://schemas.microsoft.com/office/drawing/2014/main" id="{5E28517E-E58E-4299-B238-AB496CDD8F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7">
            <a:extLst xmlns:a="http://schemas.openxmlformats.org/drawingml/2006/main">
              <a:ext uri="{FF2B5EF4-FFF2-40B4-BE49-F238E27FC236}">
                <a16:creationId xmlns:a16="http://schemas.microsoft.com/office/drawing/2014/main" id="{3EAABD8F-FCA1-450C-B341-2E9BDB9DD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DEC-0087</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404B0E84-9CD9-4E65-B2A8-3105982886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1720F28B-A831-4D6B-BAB6-114CF82273D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2F76718E-F870-479E-8EDB-F0656292957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45A98204-EF5C-4DBE-B6AD-2D3B7F07E812}"/>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0BBCFCDB-55D8-48A8-B623-8C7A062A660B}"/>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F788DED5-4137-41FD-8AFA-E13AF7B104D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00">
            <a:extLst xmlns:a="http://schemas.openxmlformats.org/drawingml/2006/main">
              <a:ext uri="{FF2B5EF4-FFF2-40B4-BE49-F238E27FC236}">
                <a16:creationId xmlns:a16="http://schemas.microsoft.com/office/drawing/2014/main" id="{FF5479D1-D251-4ED7-8A3E-B2C4E2726995}"/>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S100</a:t>
            </a:r>
          </a:p>
        </p:txBody>
      </p:sp>
      <p:sp>
        <p:nvSpPr>
          <p:cNvPr id="13" name="무엇을 남기고, 무엇을 덜어낼까?">
            <a:extLst xmlns:a="http://schemas.openxmlformats.org/drawingml/2006/main">
              <a:ext uri="{FF2B5EF4-FFF2-40B4-BE49-F238E27FC236}">
                <a16:creationId xmlns:a16="http://schemas.microsoft.com/office/drawing/2014/main" id="{B1E8CB17-3802-4FF6-A3BF-25210597999F}"/>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14" name="">
            <a:extLst xmlns:a="http://schemas.openxmlformats.org/drawingml/2006/main">
              <a:ext uri="{FF2B5EF4-FFF2-40B4-BE49-F238E27FC236}">
                <a16:creationId xmlns:a16="http://schemas.microsoft.com/office/drawing/2014/main" id="{510883F9-3628-45A5-A561-8C6646365DA8}"/>
              </a:ext>
            </a:extLst>
          </p:cNvPr>
          <p:cNvSpPr>
            <a:spLocks xmlns:a="http://schemas.openxmlformats.org/drawingml/2006/main" noGrp="1"/>
          </p:cNvSpPr>
          <p:nvPr/>
        </p:nvSpPr>
        <p:spPr>
          <a:xfrm xmlns:a="http://schemas.openxmlformats.org/drawingml/2006/main">
            <a:off x="609600" y="3333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80906CF-48E0-4745-8DDE-79EDB1FFCE18}"/>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101">
            <a:extLst xmlns:a="http://schemas.openxmlformats.org/drawingml/2006/main">
              <a:ext uri="{FF2B5EF4-FFF2-40B4-BE49-F238E27FC236}">
                <a16:creationId xmlns:a16="http://schemas.microsoft.com/office/drawing/2014/main" id="{C92263B2-E39E-4ED5-B33A-78CBDDBAED43}"/>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S101</a:t>
            </a:r>
          </a:p>
        </p:txBody>
      </p:sp>
      <p:sp>
        <p:nvSpPr>
          <p:cNvPr id="17" name="덜어낸 뒤에도 필요한 일을 하는가?">
            <a:extLst xmlns:a="http://schemas.openxmlformats.org/drawingml/2006/main">
              <a:ext uri="{FF2B5EF4-FFF2-40B4-BE49-F238E27FC236}">
                <a16:creationId xmlns:a16="http://schemas.microsoft.com/office/drawing/2014/main" id="{25AB8815-48CD-4DE8-A2C4-D62509CA9301}"/>
              </a:ext>
            </a:extLst>
          </p:cNvPr>
          <p:cNvSpPr>
            <a:spLocks xmlns:a="http://schemas.openxmlformats.org/drawingml/2006/main" noGrp="1"/>
          </p:cNvSpPr>
          <p:nvPr/>
        </p:nvSpPr>
        <p:spPr>
          <a:xfrm xmlns:a="http://schemas.openxmlformats.org/drawingml/2006/main">
            <a:off x="1714500" y="345757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18" name="Legacy module connection">
            <a:extLst xmlns:a="http://schemas.openxmlformats.org/drawingml/2006/main">
              <a:ext uri="{FF2B5EF4-FFF2-40B4-BE49-F238E27FC236}">
                <a16:creationId xmlns:a16="http://schemas.microsoft.com/office/drawing/2014/main" id="{7126D482-FE0F-428F-AD50-C0C24EEF2D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741519456"/>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7BF13FF9-6168-4CBA-95CE-641A01F4FE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05">
            <a:extLst xmlns:a="http://schemas.openxmlformats.org/drawingml/2006/main">
              <a:ext uri="{FF2B5EF4-FFF2-40B4-BE49-F238E27FC236}">
                <a16:creationId xmlns:a16="http://schemas.microsoft.com/office/drawing/2014/main" id="{C02FEA15-6CF4-4DEF-A27F-034426817E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Q&amp;A와 교육 마무리">
            <a:extLst xmlns:a="http://schemas.openxmlformats.org/drawingml/2006/main">
              <a:ext uri="{FF2B5EF4-FFF2-40B4-BE49-F238E27FC236}">
                <a16:creationId xmlns:a16="http://schemas.microsoft.com/office/drawing/2014/main" id="{D41D009F-5508-4953-A56B-B678E41C34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858538B0-641A-4758-9F73-8F17B8BC58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8A3EBA68-0105-47DA-99E7-BA0A764D56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081B9EFD-EF9C-4CEB-9E82-85C7C949E4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D5043E1-7308-480B-887E-29BD86B169C5}"/>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44112702-838A-4C5F-ADA7-1C8BB5F7A7CF}"/>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B6A612E1-DF3B-4152-8532-CBBE7E9E4B25}"/>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D8F33E1E-495A-4FD6-8F12-AEB6EECF6876}"/>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F73B54E0-59D7-45B9-A915-568249C4CB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188772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2026-10-25T08:38:47.5910000Z</dcterms:created>
  <dcterms:modified xsi:type="dcterms:W3CDTF">2026-10-25T08:38:47.5910000Z</dcterms:modified>
</coreProperties>
</file>