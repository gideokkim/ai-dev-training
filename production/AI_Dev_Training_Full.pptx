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77f83c76c194aac" /><Relationship Type="http://schemas.openxmlformats.org/officeDocument/2006/relationships/extended-properties" Target="/docProps/app.xml" Id="R94a6d2f3d0b9471d" /><Relationship Type="http://schemas.openxmlformats.org/officeDocument/2006/relationships/officeDocument" Target="/ppt/presentation.xml" Id="R044febbc457243ce" /></Relationships>
</file>

<file path=ppt/presentation.xml><?xml version="1.0" encoding="utf-8"?>
<p:presentation xmlns:p="http://schemas.openxmlformats.org/presentationml/2006/main">
  <p:sldMasterIdLst>
    <p:sldMasterId xmlns:r="http://schemas.openxmlformats.org/officeDocument/2006/relationships" id="2147483648" r:id="Rbeb07111f03e42a8"/>
  </p:sldMasterIdLst>
  <p:notesMasterIdLst>
    <p:notesMasterId xmlns:r="http://schemas.openxmlformats.org/officeDocument/2006/relationships" r:id="Rd7e567abc4cd48a1"/>
  </p:notesMasterIdLst>
  <p:sldIdLst>
    <p:sldId xmlns:r="http://schemas.openxmlformats.org/officeDocument/2006/relationships" id="256" r:id="R13dbb664f2944958"/>
    <p:sldId xmlns:r="http://schemas.openxmlformats.org/officeDocument/2006/relationships" id="257" r:id="Ra3dc23b4789f4e42"/>
    <p:sldId xmlns:r="http://schemas.openxmlformats.org/officeDocument/2006/relationships" id="258" r:id="R07a6de3a396c4760"/>
    <p:sldId xmlns:r="http://schemas.openxmlformats.org/officeDocument/2006/relationships" id="259" r:id="R9837ec59353549db"/>
    <p:sldId xmlns:r="http://schemas.openxmlformats.org/officeDocument/2006/relationships" id="260" r:id="R2f2e8e7287ba4d4a"/>
    <p:sldId xmlns:r="http://schemas.openxmlformats.org/officeDocument/2006/relationships" id="261" r:id="R1cd8b5a329ea411f"/>
    <p:sldId xmlns:r="http://schemas.openxmlformats.org/officeDocument/2006/relationships" id="262" r:id="R5b786a1ef1ad4c17"/>
    <p:sldId xmlns:r="http://schemas.openxmlformats.org/officeDocument/2006/relationships" id="263" r:id="R784453510ee74930"/>
    <p:sldId xmlns:r="http://schemas.openxmlformats.org/officeDocument/2006/relationships" id="264" r:id="R7e38b2bced9c49c1"/>
    <p:sldId xmlns:r="http://schemas.openxmlformats.org/officeDocument/2006/relationships" id="265" r:id="Rf46846811c9c4a9a"/>
    <p:sldId xmlns:r="http://schemas.openxmlformats.org/officeDocument/2006/relationships" id="266" r:id="R0c61714fffdd424f"/>
    <p:sldId xmlns:r="http://schemas.openxmlformats.org/officeDocument/2006/relationships" id="267" r:id="R1c3ef62f92d14a59"/>
    <p:sldId xmlns:r="http://schemas.openxmlformats.org/officeDocument/2006/relationships" id="268" r:id="R6e6e33e41be94813"/>
    <p:sldId xmlns:r="http://schemas.openxmlformats.org/officeDocument/2006/relationships" id="269" r:id="Re69e1216c0b041d1"/>
    <p:sldId xmlns:r="http://schemas.openxmlformats.org/officeDocument/2006/relationships" id="270" r:id="R403253d5c50c4010"/>
    <p:sldId xmlns:r="http://schemas.openxmlformats.org/officeDocument/2006/relationships" id="271" r:id="Rf9fa312480484eaa"/>
    <p:sldId xmlns:r="http://schemas.openxmlformats.org/officeDocument/2006/relationships" id="272" r:id="Rd4b2a0f0f46d4db8"/>
    <p:sldId xmlns:r="http://schemas.openxmlformats.org/officeDocument/2006/relationships" id="273" r:id="Rf579d790c0fe4ae8"/>
    <p:sldId xmlns:r="http://schemas.openxmlformats.org/officeDocument/2006/relationships" id="274" r:id="R956b198060734369"/>
    <p:sldId xmlns:r="http://schemas.openxmlformats.org/officeDocument/2006/relationships" id="275" r:id="R14dd371a6b334633"/>
    <p:sldId xmlns:r="http://schemas.openxmlformats.org/officeDocument/2006/relationships" id="276" r:id="R3da8e9cecc1a45dd"/>
    <p:sldId xmlns:r="http://schemas.openxmlformats.org/officeDocument/2006/relationships" id="277" r:id="Re453d51284dd4fc0"/>
    <p:sldId xmlns:r="http://schemas.openxmlformats.org/officeDocument/2006/relationships" id="278" r:id="R7099182082594a6e"/>
    <p:sldId xmlns:r="http://schemas.openxmlformats.org/officeDocument/2006/relationships" id="279" r:id="Rb09e8966f3d84c4a"/>
    <p:sldId xmlns:r="http://schemas.openxmlformats.org/officeDocument/2006/relationships" id="280" r:id="R831b52b4c1564149"/>
    <p:sldId xmlns:r="http://schemas.openxmlformats.org/officeDocument/2006/relationships" id="281" r:id="Rae633b7ab0424a2e"/>
    <p:sldId xmlns:r="http://schemas.openxmlformats.org/officeDocument/2006/relationships" id="282" r:id="R1b26afcb31484b5a"/>
    <p:sldId xmlns:r="http://schemas.openxmlformats.org/officeDocument/2006/relationships" id="283" r:id="Race0c3d46af44030"/>
    <p:sldId xmlns:r="http://schemas.openxmlformats.org/officeDocument/2006/relationships" id="284" r:id="Rfc33971011a1419d"/>
    <p:sldId xmlns:r="http://schemas.openxmlformats.org/officeDocument/2006/relationships" id="285" r:id="Ra15ae40880254e0f"/>
    <p:sldId xmlns:r="http://schemas.openxmlformats.org/officeDocument/2006/relationships" id="286" r:id="R35b6a5f32ee64c5c"/>
    <p:sldId xmlns:r="http://schemas.openxmlformats.org/officeDocument/2006/relationships" id="287" r:id="R33c15462a87b4e71"/>
    <p:sldId xmlns:r="http://schemas.openxmlformats.org/officeDocument/2006/relationships" id="288" r:id="R1cad985d30c84f1e"/>
    <p:sldId xmlns:r="http://schemas.openxmlformats.org/officeDocument/2006/relationships" id="289" r:id="Raa3d706f462c44fb"/>
    <p:sldId xmlns:r="http://schemas.openxmlformats.org/officeDocument/2006/relationships" id="290" r:id="Rc20500088b5a4fb8"/>
    <p:sldId xmlns:r="http://schemas.openxmlformats.org/officeDocument/2006/relationships" id="291" r:id="Rc772cd171bba484a"/>
    <p:sldId xmlns:r="http://schemas.openxmlformats.org/officeDocument/2006/relationships" id="292" r:id="Rde87c47a70e34391"/>
    <p:sldId xmlns:r="http://schemas.openxmlformats.org/officeDocument/2006/relationships" id="293" r:id="R191f619b465f48db"/>
    <p:sldId xmlns:r="http://schemas.openxmlformats.org/officeDocument/2006/relationships" id="294" r:id="Rf453c1df25c644e9"/>
    <p:sldId xmlns:r="http://schemas.openxmlformats.org/officeDocument/2006/relationships" id="295" r:id="Rd0c91c8eac1b44dc"/>
    <p:sldId xmlns:r="http://schemas.openxmlformats.org/officeDocument/2006/relationships" id="296" r:id="R4ae6b468fdc44dc6"/>
    <p:sldId xmlns:r="http://schemas.openxmlformats.org/officeDocument/2006/relationships" id="297" r:id="R06cfc1f4f19c44b8"/>
    <p:sldId xmlns:r="http://schemas.openxmlformats.org/officeDocument/2006/relationships" id="298" r:id="R327a238613c44fc4"/>
    <p:sldId xmlns:r="http://schemas.openxmlformats.org/officeDocument/2006/relationships" id="299" r:id="Rfcf6874b0a8d4db8"/>
    <p:sldId xmlns:r="http://schemas.openxmlformats.org/officeDocument/2006/relationships" id="300" r:id="Rdf8d69df8b8d4451"/>
    <p:sldId xmlns:r="http://schemas.openxmlformats.org/officeDocument/2006/relationships" id="301" r:id="Rd7b6d42c8cf64cf7"/>
    <p:sldId xmlns:r="http://schemas.openxmlformats.org/officeDocument/2006/relationships" id="302" r:id="R21a505398a3e49cd"/>
    <p:sldId xmlns:r="http://schemas.openxmlformats.org/officeDocument/2006/relationships" id="303" r:id="R7f1bc81504bf4fd9"/>
    <p:sldId xmlns:r="http://schemas.openxmlformats.org/officeDocument/2006/relationships" id="304" r:id="R772c7719260848ec"/>
    <p:sldId xmlns:r="http://schemas.openxmlformats.org/officeDocument/2006/relationships" id="305" r:id="R6093752f708d4a50"/>
    <p:sldId xmlns:r="http://schemas.openxmlformats.org/officeDocument/2006/relationships" id="306" r:id="R94bb3c67a1094a64"/>
    <p:sldId xmlns:r="http://schemas.openxmlformats.org/officeDocument/2006/relationships" id="307" r:id="Rc51edf0e866a46d5"/>
    <p:sldId xmlns:r="http://schemas.openxmlformats.org/officeDocument/2006/relationships" id="308" r:id="Re6cd5253908d469a"/>
    <p:sldId xmlns:r="http://schemas.openxmlformats.org/officeDocument/2006/relationships" id="309" r:id="Ra286ce449f0a449f"/>
    <p:sldId xmlns:r="http://schemas.openxmlformats.org/officeDocument/2006/relationships" id="310" r:id="R4ade60ce4e8341c3"/>
    <p:sldId xmlns:r="http://schemas.openxmlformats.org/officeDocument/2006/relationships" id="311" r:id="Ref6de1d7721243e5"/>
    <p:sldId xmlns:r="http://schemas.openxmlformats.org/officeDocument/2006/relationships" id="312" r:id="R5e798bad472b4e2b"/>
    <p:sldId xmlns:r="http://schemas.openxmlformats.org/officeDocument/2006/relationships" id="313" r:id="R67629eabc9874d1f"/>
    <p:sldId xmlns:r="http://schemas.openxmlformats.org/officeDocument/2006/relationships" id="314" r:id="R7ca51746bd504d69"/>
    <p:sldId xmlns:r="http://schemas.openxmlformats.org/officeDocument/2006/relationships" id="315" r:id="R80454e49c26d40c5"/>
    <p:sldId xmlns:r="http://schemas.openxmlformats.org/officeDocument/2006/relationships" id="316" r:id="R3a8046090ef74724"/>
    <p:sldId xmlns:r="http://schemas.openxmlformats.org/officeDocument/2006/relationships" id="317" r:id="R0ea51387d59d4980"/>
    <p:sldId xmlns:r="http://schemas.openxmlformats.org/officeDocument/2006/relationships" id="318" r:id="Rea313373c7824295"/>
    <p:sldId xmlns:r="http://schemas.openxmlformats.org/officeDocument/2006/relationships" id="319" r:id="Ra1c5528b2d0e4316"/>
    <p:sldId xmlns:r="http://schemas.openxmlformats.org/officeDocument/2006/relationships" id="320" r:id="R8911e967c1da4e66"/>
    <p:sldId xmlns:r="http://schemas.openxmlformats.org/officeDocument/2006/relationships" id="321" r:id="R9ac0e25a7776404c"/>
    <p:sldId xmlns:r="http://schemas.openxmlformats.org/officeDocument/2006/relationships" id="322" r:id="Rbee97499bc214f7e"/>
    <p:sldId xmlns:r="http://schemas.openxmlformats.org/officeDocument/2006/relationships" id="323" r:id="R9393981b5f8042c3"/>
    <p:sldId xmlns:r="http://schemas.openxmlformats.org/officeDocument/2006/relationships" id="324" r:id="Rdc5c8e49c67541ff"/>
    <p:sldId xmlns:r="http://schemas.openxmlformats.org/officeDocument/2006/relationships" id="325" r:id="R67080106a8fa43bf"/>
    <p:sldId xmlns:r="http://schemas.openxmlformats.org/officeDocument/2006/relationships" id="326" r:id="R1b0366b71c8a402c"/>
    <p:sldId xmlns:r="http://schemas.openxmlformats.org/officeDocument/2006/relationships" id="327" r:id="Reb9fb9976daa4662"/>
    <p:sldId xmlns:r="http://schemas.openxmlformats.org/officeDocument/2006/relationships" id="328" r:id="R36120190731442bb"/>
    <p:sldId xmlns:r="http://schemas.openxmlformats.org/officeDocument/2006/relationships" id="329" r:id="R7d37a7f5c40c4797"/>
    <p:sldId xmlns:r="http://schemas.openxmlformats.org/officeDocument/2006/relationships" id="330" r:id="R5383d41f606041fc"/>
    <p:sldId xmlns:r="http://schemas.openxmlformats.org/officeDocument/2006/relationships" id="331" r:id="Rfc402da85b034b5a"/>
    <p:sldId xmlns:r="http://schemas.openxmlformats.org/officeDocument/2006/relationships" id="332" r:id="R905d938a827e4b0d"/>
    <p:sldId xmlns:r="http://schemas.openxmlformats.org/officeDocument/2006/relationships" id="333" r:id="R3165261df7104d32"/>
    <p:sldId xmlns:r="http://schemas.openxmlformats.org/officeDocument/2006/relationships" id="334" r:id="R7becc6429f56438b"/>
    <p:sldId xmlns:r="http://schemas.openxmlformats.org/officeDocument/2006/relationships" id="335" r:id="R0310caf5c3424c91"/>
    <p:sldId xmlns:r="http://schemas.openxmlformats.org/officeDocument/2006/relationships" id="336" r:id="R6da4e473a0f94c75"/>
    <p:sldId xmlns:r="http://schemas.openxmlformats.org/officeDocument/2006/relationships" id="337" r:id="Rcbe0589f03b74b02"/>
    <p:sldId xmlns:r="http://schemas.openxmlformats.org/officeDocument/2006/relationships" id="338" r:id="Re20c0f193b5e440d"/>
    <p:sldId xmlns:r="http://schemas.openxmlformats.org/officeDocument/2006/relationships" id="339" r:id="Raef8000f75ed45e7"/>
    <p:sldId xmlns:r="http://schemas.openxmlformats.org/officeDocument/2006/relationships" id="340" r:id="Rff29ddfeb4034b10"/>
    <p:sldId xmlns:r="http://schemas.openxmlformats.org/officeDocument/2006/relationships" id="341" r:id="R8a4b74b2b0e44e77"/>
    <p:sldId xmlns:r="http://schemas.openxmlformats.org/officeDocument/2006/relationships" id="342" r:id="R63ad89fc12b3463e"/>
    <p:sldId xmlns:r="http://schemas.openxmlformats.org/officeDocument/2006/relationships" id="343" r:id="Re969687e7c484d05"/>
    <p:sldId xmlns:r="http://schemas.openxmlformats.org/officeDocument/2006/relationships" id="344" r:id="R344d14640bc74856"/>
    <p:sldId xmlns:r="http://schemas.openxmlformats.org/officeDocument/2006/relationships" id="345" r:id="R5896fd13c0ce418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1660ddb990345ee" /><Relationship Type="http://schemas.openxmlformats.org/officeDocument/2006/relationships/slideMaster" Target="/ppt/slideMasters/slideMaster1.xml" Id="Rbeb07111f03e42a8" /><Relationship Type="http://schemas.openxmlformats.org/officeDocument/2006/relationships/notesMaster" Target="/ppt/notesMasters/notesMaster1.xml" Id="Rd7e567abc4cd48a1" /><Relationship Type="http://schemas.openxmlformats.org/officeDocument/2006/relationships/presProps" Target="/ppt/presProps.xml" Id="R4010fd3d63ba44e9" /><Relationship Type="http://schemas.openxmlformats.org/officeDocument/2006/relationships/tableStyles" Target="/ppt/tableStyles.xml" Id="R444f1edc2dae4059" /><Relationship Type="http://schemas.openxmlformats.org/officeDocument/2006/relationships/slide" Target="/ppt/slides/slide1.xml" Id="R13dbb664f2944958" /><Relationship Type="http://schemas.openxmlformats.org/officeDocument/2006/relationships/slide" Target="/ppt/slides/slide2.xml" Id="Ra3dc23b4789f4e42" /><Relationship Type="http://schemas.openxmlformats.org/officeDocument/2006/relationships/slide" Target="/ppt/slides/slide3.xml" Id="R07a6de3a396c4760" /><Relationship Type="http://schemas.openxmlformats.org/officeDocument/2006/relationships/slide" Target="/ppt/slides/slide4.xml" Id="R9837ec59353549db" /><Relationship Type="http://schemas.openxmlformats.org/officeDocument/2006/relationships/slide" Target="/ppt/slides/slide5.xml" Id="R2f2e8e7287ba4d4a" /><Relationship Type="http://schemas.openxmlformats.org/officeDocument/2006/relationships/slide" Target="/ppt/slides/slide6.xml" Id="R1cd8b5a329ea411f" /><Relationship Type="http://schemas.openxmlformats.org/officeDocument/2006/relationships/slide" Target="/ppt/slides/slide7.xml" Id="R5b786a1ef1ad4c17" /><Relationship Type="http://schemas.openxmlformats.org/officeDocument/2006/relationships/slide" Target="/ppt/slides/slide8.xml" Id="R784453510ee74930" /><Relationship Type="http://schemas.openxmlformats.org/officeDocument/2006/relationships/slide" Target="/ppt/slides/slide9.xml" Id="R7e38b2bced9c49c1" /><Relationship Type="http://schemas.openxmlformats.org/officeDocument/2006/relationships/slide" Target="/ppt/slides/slide10.xml" Id="Rf46846811c9c4a9a" /><Relationship Type="http://schemas.openxmlformats.org/officeDocument/2006/relationships/slide" Target="/ppt/slides/slide11.xml" Id="R0c61714fffdd424f" /><Relationship Type="http://schemas.openxmlformats.org/officeDocument/2006/relationships/slide" Target="/ppt/slides/slide12.xml" Id="R1c3ef62f92d14a59" /><Relationship Type="http://schemas.openxmlformats.org/officeDocument/2006/relationships/slide" Target="/ppt/slides/slide13.xml" Id="R6e6e33e41be94813" /><Relationship Type="http://schemas.openxmlformats.org/officeDocument/2006/relationships/slide" Target="/ppt/slides/slide14.xml" Id="Re69e1216c0b041d1" /><Relationship Type="http://schemas.openxmlformats.org/officeDocument/2006/relationships/slide" Target="/ppt/slides/slide15.xml" Id="R403253d5c50c4010" /><Relationship Type="http://schemas.openxmlformats.org/officeDocument/2006/relationships/slide" Target="/ppt/slides/slide16.xml" Id="Rf9fa312480484eaa" /><Relationship Type="http://schemas.openxmlformats.org/officeDocument/2006/relationships/slide" Target="/ppt/slides/slide17.xml" Id="Rd4b2a0f0f46d4db8" /><Relationship Type="http://schemas.openxmlformats.org/officeDocument/2006/relationships/slide" Target="/ppt/slides/slide18.xml" Id="Rf579d790c0fe4ae8" /><Relationship Type="http://schemas.openxmlformats.org/officeDocument/2006/relationships/slide" Target="/ppt/slides/slide19.xml" Id="R956b198060734369" /><Relationship Type="http://schemas.openxmlformats.org/officeDocument/2006/relationships/slide" Target="/ppt/slides/slide20.xml" Id="R14dd371a6b334633" /><Relationship Type="http://schemas.openxmlformats.org/officeDocument/2006/relationships/slide" Target="/ppt/slides/slide21.xml" Id="R3da8e9cecc1a45dd" /><Relationship Type="http://schemas.openxmlformats.org/officeDocument/2006/relationships/slide" Target="/ppt/slides/slide22.xml" Id="Re453d51284dd4fc0" /><Relationship Type="http://schemas.openxmlformats.org/officeDocument/2006/relationships/slide" Target="/ppt/slides/slide23.xml" Id="R7099182082594a6e" /><Relationship Type="http://schemas.openxmlformats.org/officeDocument/2006/relationships/slide" Target="/ppt/slides/slide24.xml" Id="Rb09e8966f3d84c4a" /><Relationship Type="http://schemas.openxmlformats.org/officeDocument/2006/relationships/slide" Target="/ppt/slides/slide25.xml" Id="R831b52b4c1564149" /><Relationship Type="http://schemas.openxmlformats.org/officeDocument/2006/relationships/slide" Target="/ppt/slides/slide26.xml" Id="Rae633b7ab0424a2e" /><Relationship Type="http://schemas.openxmlformats.org/officeDocument/2006/relationships/slide" Target="/ppt/slides/slide27.xml" Id="R1b26afcb31484b5a" /><Relationship Type="http://schemas.openxmlformats.org/officeDocument/2006/relationships/slide" Target="/ppt/slides/slide28.xml" Id="Race0c3d46af44030" /><Relationship Type="http://schemas.openxmlformats.org/officeDocument/2006/relationships/slide" Target="/ppt/slides/slide29.xml" Id="Rfc33971011a1419d" /><Relationship Type="http://schemas.openxmlformats.org/officeDocument/2006/relationships/slide" Target="/ppt/slides/slide30.xml" Id="Ra15ae40880254e0f" /><Relationship Type="http://schemas.openxmlformats.org/officeDocument/2006/relationships/slide" Target="/ppt/slides/slide31.xml" Id="R35b6a5f32ee64c5c" /><Relationship Type="http://schemas.openxmlformats.org/officeDocument/2006/relationships/slide" Target="/ppt/slides/slide32.xml" Id="R33c15462a87b4e71" /><Relationship Type="http://schemas.openxmlformats.org/officeDocument/2006/relationships/slide" Target="/ppt/slides/slide33.xml" Id="R1cad985d30c84f1e" /><Relationship Type="http://schemas.openxmlformats.org/officeDocument/2006/relationships/slide" Target="/ppt/slides/slide34.xml" Id="Raa3d706f462c44fb" /><Relationship Type="http://schemas.openxmlformats.org/officeDocument/2006/relationships/slide" Target="/ppt/slides/slide35.xml" Id="Rc20500088b5a4fb8" /><Relationship Type="http://schemas.openxmlformats.org/officeDocument/2006/relationships/slide" Target="/ppt/slides/slide36.xml" Id="Rc772cd171bba484a" /><Relationship Type="http://schemas.openxmlformats.org/officeDocument/2006/relationships/slide" Target="/ppt/slides/slide37.xml" Id="Rde87c47a70e34391" /><Relationship Type="http://schemas.openxmlformats.org/officeDocument/2006/relationships/slide" Target="/ppt/slides/slide38.xml" Id="R191f619b465f48db" /><Relationship Type="http://schemas.openxmlformats.org/officeDocument/2006/relationships/slide" Target="/ppt/slides/slide39.xml" Id="Rf453c1df25c644e9" /><Relationship Type="http://schemas.openxmlformats.org/officeDocument/2006/relationships/slide" Target="/ppt/slides/slide40.xml" Id="Rd0c91c8eac1b44dc" /><Relationship Type="http://schemas.openxmlformats.org/officeDocument/2006/relationships/slide" Target="/ppt/slides/slide41.xml" Id="R4ae6b468fdc44dc6" /><Relationship Type="http://schemas.openxmlformats.org/officeDocument/2006/relationships/slide" Target="/ppt/slides/slide42.xml" Id="R06cfc1f4f19c44b8" /><Relationship Type="http://schemas.openxmlformats.org/officeDocument/2006/relationships/slide" Target="/ppt/slides/slide43.xml" Id="R327a238613c44fc4" /><Relationship Type="http://schemas.openxmlformats.org/officeDocument/2006/relationships/slide" Target="/ppt/slides/slide44.xml" Id="Rfcf6874b0a8d4db8" /><Relationship Type="http://schemas.openxmlformats.org/officeDocument/2006/relationships/slide" Target="/ppt/slides/slide45.xml" Id="Rdf8d69df8b8d4451" /><Relationship Type="http://schemas.openxmlformats.org/officeDocument/2006/relationships/slide" Target="/ppt/slides/slide46.xml" Id="Rd7b6d42c8cf64cf7" /><Relationship Type="http://schemas.openxmlformats.org/officeDocument/2006/relationships/slide" Target="/ppt/slides/slide47.xml" Id="R21a505398a3e49cd" /><Relationship Type="http://schemas.openxmlformats.org/officeDocument/2006/relationships/slide" Target="/ppt/slides/slide48.xml" Id="R7f1bc81504bf4fd9" /><Relationship Type="http://schemas.openxmlformats.org/officeDocument/2006/relationships/slide" Target="/ppt/slides/slide49.xml" Id="R772c7719260848ec" /><Relationship Type="http://schemas.openxmlformats.org/officeDocument/2006/relationships/slide" Target="/ppt/slides/slide50.xml" Id="R6093752f708d4a50" /><Relationship Type="http://schemas.openxmlformats.org/officeDocument/2006/relationships/slide" Target="/ppt/slides/slide51.xml" Id="R94bb3c67a1094a64" /><Relationship Type="http://schemas.openxmlformats.org/officeDocument/2006/relationships/slide" Target="/ppt/slides/slide52.xml" Id="Rc51edf0e866a46d5" /><Relationship Type="http://schemas.openxmlformats.org/officeDocument/2006/relationships/slide" Target="/ppt/slides/slide53.xml" Id="Re6cd5253908d469a" /><Relationship Type="http://schemas.openxmlformats.org/officeDocument/2006/relationships/slide" Target="/ppt/slides/slide54.xml" Id="Ra286ce449f0a449f" /><Relationship Type="http://schemas.openxmlformats.org/officeDocument/2006/relationships/slide" Target="/ppt/slides/slide55.xml" Id="R4ade60ce4e8341c3" /><Relationship Type="http://schemas.openxmlformats.org/officeDocument/2006/relationships/slide" Target="/ppt/slides/slide56.xml" Id="Ref6de1d7721243e5" /><Relationship Type="http://schemas.openxmlformats.org/officeDocument/2006/relationships/slide" Target="/ppt/slides/slide57.xml" Id="R5e798bad472b4e2b" /><Relationship Type="http://schemas.openxmlformats.org/officeDocument/2006/relationships/slide" Target="/ppt/slides/slide58.xml" Id="R67629eabc9874d1f" /><Relationship Type="http://schemas.openxmlformats.org/officeDocument/2006/relationships/slide" Target="/ppt/slides/slide59.xml" Id="R7ca51746bd504d69" /><Relationship Type="http://schemas.openxmlformats.org/officeDocument/2006/relationships/slide" Target="/ppt/slides/slide60.xml" Id="R80454e49c26d40c5" /><Relationship Type="http://schemas.openxmlformats.org/officeDocument/2006/relationships/slide" Target="/ppt/slides/slide61.xml" Id="R3a8046090ef74724" /><Relationship Type="http://schemas.openxmlformats.org/officeDocument/2006/relationships/slide" Target="/ppt/slides/slide62.xml" Id="R0ea51387d59d4980" /><Relationship Type="http://schemas.openxmlformats.org/officeDocument/2006/relationships/slide" Target="/ppt/slides/slide63.xml" Id="Rea313373c7824295" /><Relationship Type="http://schemas.openxmlformats.org/officeDocument/2006/relationships/slide" Target="/ppt/slides/slide64.xml" Id="Ra1c5528b2d0e4316" /><Relationship Type="http://schemas.openxmlformats.org/officeDocument/2006/relationships/slide" Target="/ppt/slides/slide65.xml" Id="R8911e967c1da4e66" /><Relationship Type="http://schemas.openxmlformats.org/officeDocument/2006/relationships/slide" Target="/ppt/slides/slide66.xml" Id="R9ac0e25a7776404c" /><Relationship Type="http://schemas.openxmlformats.org/officeDocument/2006/relationships/slide" Target="/ppt/slides/slide67.xml" Id="Rbee97499bc214f7e" /><Relationship Type="http://schemas.openxmlformats.org/officeDocument/2006/relationships/slide" Target="/ppt/slides/slide68.xml" Id="R9393981b5f8042c3" /><Relationship Type="http://schemas.openxmlformats.org/officeDocument/2006/relationships/slide" Target="/ppt/slides/slide69.xml" Id="Rdc5c8e49c67541ff" /><Relationship Type="http://schemas.openxmlformats.org/officeDocument/2006/relationships/slide" Target="/ppt/slides/slide70.xml" Id="R67080106a8fa43bf" /><Relationship Type="http://schemas.openxmlformats.org/officeDocument/2006/relationships/slide" Target="/ppt/slides/slide71.xml" Id="R1b0366b71c8a402c" /><Relationship Type="http://schemas.openxmlformats.org/officeDocument/2006/relationships/slide" Target="/ppt/slides/slide72.xml" Id="Reb9fb9976daa4662" /><Relationship Type="http://schemas.openxmlformats.org/officeDocument/2006/relationships/slide" Target="/ppt/slides/slide73.xml" Id="R36120190731442bb" /><Relationship Type="http://schemas.openxmlformats.org/officeDocument/2006/relationships/slide" Target="/ppt/slides/slide74.xml" Id="R7d37a7f5c40c4797" /><Relationship Type="http://schemas.openxmlformats.org/officeDocument/2006/relationships/slide" Target="/ppt/slides/slide75.xml" Id="R5383d41f606041fc" /><Relationship Type="http://schemas.openxmlformats.org/officeDocument/2006/relationships/slide" Target="/ppt/slides/slide76.xml" Id="Rfc402da85b034b5a" /><Relationship Type="http://schemas.openxmlformats.org/officeDocument/2006/relationships/slide" Target="/ppt/slides/slide77.xml" Id="R905d938a827e4b0d" /><Relationship Type="http://schemas.openxmlformats.org/officeDocument/2006/relationships/slide" Target="/ppt/slides/slide78.xml" Id="R3165261df7104d32" /><Relationship Type="http://schemas.openxmlformats.org/officeDocument/2006/relationships/slide" Target="/ppt/slides/slide79.xml" Id="R7becc6429f56438b" /><Relationship Type="http://schemas.openxmlformats.org/officeDocument/2006/relationships/slide" Target="/ppt/slides/slide80.xml" Id="R0310caf5c3424c91" /><Relationship Type="http://schemas.openxmlformats.org/officeDocument/2006/relationships/slide" Target="/ppt/slides/slide81.xml" Id="R6da4e473a0f94c75" /><Relationship Type="http://schemas.openxmlformats.org/officeDocument/2006/relationships/slide" Target="/ppt/slides/slide82.xml" Id="Rcbe0589f03b74b02" /><Relationship Type="http://schemas.openxmlformats.org/officeDocument/2006/relationships/slide" Target="/ppt/slides/slide83.xml" Id="Re20c0f193b5e440d" /><Relationship Type="http://schemas.openxmlformats.org/officeDocument/2006/relationships/slide" Target="/ppt/slides/slide84.xml" Id="Raef8000f75ed45e7" /><Relationship Type="http://schemas.openxmlformats.org/officeDocument/2006/relationships/slide" Target="/ppt/slides/slide85.xml" Id="Rff29ddfeb4034b10" /><Relationship Type="http://schemas.openxmlformats.org/officeDocument/2006/relationships/slide" Target="/ppt/slides/slide86.xml" Id="R8a4b74b2b0e44e77" /><Relationship Type="http://schemas.openxmlformats.org/officeDocument/2006/relationships/slide" Target="/ppt/slides/slide87.xml" Id="R63ad89fc12b3463e" /><Relationship Type="http://schemas.openxmlformats.org/officeDocument/2006/relationships/slide" Target="/ppt/slides/slide88.xml" Id="Re969687e7c484d05" /><Relationship Type="http://schemas.openxmlformats.org/officeDocument/2006/relationships/slide" Target="/ppt/slides/slide89.xml" Id="R344d14640bc74856" /><Relationship Type="http://schemas.openxmlformats.org/officeDocument/2006/relationships/slide" Target="/ppt/slides/slide90.xml" Id="R5896fd13c0ce41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0605c275b68425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fbfb492cf9d428d" /><Relationship Type="http://schemas.openxmlformats.org/officeDocument/2006/relationships/notesMaster" Target="/ppt/notesMasters/notesMaster1.xml" Id="R7ff8f0ed817a40f4" /></Relationships>
</file>

<file path=ppt/notesSlides/_rels/notesSlide2.xml.rels>&#65279;<?xml version="1.0" encoding="utf-8"?><Relationships xmlns="http://schemas.openxmlformats.org/package/2006/relationships"><Relationship Type="http://schemas.openxmlformats.org/officeDocument/2006/relationships/slide" Target="/ppt/slides/slide2.xml" Id="R695785a993e64f8e" /><Relationship Type="http://schemas.openxmlformats.org/officeDocument/2006/relationships/notesMaster" Target="/ppt/notesMasters/notesMaster1.xml" Id="Rde2ad38b607b4245" /></Relationships>
</file>

<file path=ppt/notesSlides/_rels/notesSlide3.xml.rels>&#65279;<?xml version="1.0" encoding="utf-8"?><Relationships xmlns="http://schemas.openxmlformats.org/package/2006/relationships"><Relationship Type="http://schemas.openxmlformats.org/officeDocument/2006/relationships/slide" Target="/ppt/slides/slide3.xml" Id="R13c803b4e4fa4f27" /><Relationship Type="http://schemas.openxmlformats.org/officeDocument/2006/relationships/notesMaster" Target="/ppt/notesMasters/notesMaster1.xml" Id="R4519d2af39014733" /></Relationships>
</file>

<file path=ppt/notesSlides/_rels/notesSlide4.xml.rels>&#65279;<?xml version="1.0" encoding="utf-8"?><Relationships xmlns="http://schemas.openxmlformats.org/package/2006/relationships"><Relationship Type="http://schemas.openxmlformats.org/officeDocument/2006/relationships/slide" Target="/ppt/slides/slide4.xml" Id="R68bf87f026a346ea" /><Relationship Type="http://schemas.openxmlformats.org/officeDocument/2006/relationships/notesMaster" Target="/ppt/notesMasters/notesMaster1.xml" Id="R5ae4f435c0b74e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0f2b41810534caa" /><Relationship Type="http://schemas.openxmlformats.org/officeDocument/2006/relationships/notesMaster" Target="/ppt/notesMasters/notesMaster1.xml" Id="Rd2a48385ec7d4c17" /></Relationships>
</file>

<file path=ppt/notesSlides/_rels/notesSlide6.xml.rels>&#65279;<?xml version="1.0" encoding="utf-8"?><Relationships xmlns="http://schemas.openxmlformats.org/package/2006/relationships"><Relationship Type="http://schemas.openxmlformats.org/officeDocument/2006/relationships/slide" Target="/ppt/slides/slide6.xml" Id="Rcf112793a0724a31" /><Relationship Type="http://schemas.openxmlformats.org/officeDocument/2006/relationships/notesMaster" Target="/ppt/notesMasters/notesMaster1.xml" Id="R0379de69ff2643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bc6fa42bdab544b0" /><Relationship Type="http://schemas.openxmlformats.org/officeDocument/2006/relationships/notesMaster" Target="/ppt/notesMasters/notesMaster1.xml" Id="R474c7ec7f16d4c97" /></Relationships>
</file>

<file path=ppt/notesSlides/_rels/notesSlide8.xml.rels>&#65279;<?xml version="1.0" encoding="utf-8"?><Relationships xmlns="http://schemas.openxmlformats.org/package/2006/relationships"><Relationship Type="http://schemas.openxmlformats.org/officeDocument/2006/relationships/slide" Target="/ppt/slides/slide8.xml" Id="Rc8c096480a8e4833" /><Relationship Type="http://schemas.openxmlformats.org/officeDocument/2006/relationships/notesMaster" Target="/ppt/notesMasters/notesMaster1.xml" Id="R64d3ca2314c7451c" /></Relationships>
</file>

<file path=ppt/notesSlides/_rels/notesSlide9.xml.rels>&#65279;<?xml version="1.0" encoding="utf-8"?><Relationships xmlns="http://schemas.openxmlformats.org/package/2006/relationships"><Relationship Type="http://schemas.openxmlformats.org/officeDocument/2006/relationships/slide" Target="/ppt/slides/slide9.xml" Id="R68a642c2dd9e49f8" /><Relationship Type="http://schemas.openxmlformats.org/officeDocument/2006/relationships/notesMaster" Target="/ppt/notesMasters/notesMaster1.xml" Id="R00abb992304b4a9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6a28092d204428" /><Relationship Type="http://schemas.openxmlformats.org/officeDocument/2006/relationships/notesMaster" Target="/ppt/notesMasters/notesMaster1.xml" Id="Rcdbd78ae505448f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5087cb256794fe0" /><Relationship Type="http://schemas.openxmlformats.org/officeDocument/2006/relationships/notesMaster" Target="/ppt/notesMasters/notesMaster1.xml" Id="R368796aafd5e4c9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da1fa313991450c" /><Relationship Type="http://schemas.openxmlformats.org/officeDocument/2006/relationships/notesMaster" Target="/ppt/notesMasters/notesMaster1.xml" Id="R05a16273ca6b483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7200fc7f0eb401e" /><Relationship Type="http://schemas.openxmlformats.org/officeDocument/2006/relationships/notesMaster" Target="/ppt/notesMasters/notesMaster1.xml" Id="R09316c30b2754e9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1305db8c6e8467c" /><Relationship Type="http://schemas.openxmlformats.org/officeDocument/2006/relationships/notesMaster" Target="/ppt/notesMasters/notesMaster1.xml" Id="Rcb954f3047c94a2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98911a459c44d0d" /><Relationship Type="http://schemas.openxmlformats.org/officeDocument/2006/relationships/notesMaster" Target="/ppt/notesMasters/notesMaster1.xml" Id="Rb90293e7c7664ed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05a8c8bb5554b66" /><Relationship Type="http://schemas.openxmlformats.org/officeDocument/2006/relationships/notesMaster" Target="/ppt/notesMasters/notesMaster1.xml" Id="R391309ad8349454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71a4e81a85b418c" /><Relationship Type="http://schemas.openxmlformats.org/officeDocument/2006/relationships/notesMaster" Target="/ppt/notesMasters/notesMaster1.xml" Id="R028611b657a44ba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03819d3656b444c" /><Relationship Type="http://schemas.openxmlformats.org/officeDocument/2006/relationships/notesMaster" Target="/ppt/notesMasters/notesMaster1.xml" Id="Rdbffeda366114ab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0706e884b064e18" /><Relationship Type="http://schemas.openxmlformats.org/officeDocument/2006/relationships/notesMaster" Target="/ppt/notesMasters/notesMaster1.xml" Id="Rbf87ab8d8b89447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daebc582c4e42f8" /><Relationship Type="http://schemas.openxmlformats.org/officeDocument/2006/relationships/notesMaster" Target="/ppt/notesMasters/notesMaster1.xml" Id="Re50e5a0bb57a4a1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ef9370af4e64d89" /><Relationship Type="http://schemas.openxmlformats.org/officeDocument/2006/relationships/notesMaster" Target="/ppt/notesMasters/notesMaster1.xml" Id="R19a5f7f50480413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4e4c7b277024675" /><Relationship Type="http://schemas.openxmlformats.org/officeDocument/2006/relationships/notesMaster" Target="/ppt/notesMasters/notesMaster1.xml" Id="Rd456902950f34ce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82c784b2c274079" /><Relationship Type="http://schemas.openxmlformats.org/officeDocument/2006/relationships/notesMaster" Target="/ppt/notesMasters/notesMaster1.xml" Id="R6f4160bd2d514fe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7bedc353ece47c4" /><Relationship Type="http://schemas.openxmlformats.org/officeDocument/2006/relationships/notesMaster" Target="/ppt/notesMasters/notesMaster1.xml" Id="R61d6c364edc9432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8ed648e7b2d453a" /><Relationship Type="http://schemas.openxmlformats.org/officeDocument/2006/relationships/notesMaster" Target="/ppt/notesMasters/notesMaster1.xml" Id="R51a3d3e35bef406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ca58a22ddc946ea" /><Relationship Type="http://schemas.openxmlformats.org/officeDocument/2006/relationships/notesMaster" Target="/ppt/notesMasters/notesMaster1.xml" Id="R27e0a20716f740b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cea4ffabcd64947" /><Relationship Type="http://schemas.openxmlformats.org/officeDocument/2006/relationships/notesMaster" Target="/ppt/notesMasters/notesMaster1.xml" Id="Rd539ddef10fe424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6b75a3e992048fe" /><Relationship Type="http://schemas.openxmlformats.org/officeDocument/2006/relationships/notesMaster" Target="/ppt/notesMasters/notesMaster1.xml" Id="Rdefb6ee2511a4b6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c524927b83544d5" /><Relationship Type="http://schemas.openxmlformats.org/officeDocument/2006/relationships/notesMaster" Target="/ppt/notesMasters/notesMaster1.xml" Id="Rbd44bed2a8404e4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6a026ae141e4bf9" /><Relationship Type="http://schemas.openxmlformats.org/officeDocument/2006/relationships/notesMaster" Target="/ppt/notesMasters/notesMaster1.xml" Id="Rd3e5db9c868f455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c1dc9b9c2ff4623" /><Relationship Type="http://schemas.openxmlformats.org/officeDocument/2006/relationships/notesMaster" Target="/ppt/notesMasters/notesMaster1.xml" Id="Rfb623e21248649d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4d5ce4ddb28467d" /><Relationship Type="http://schemas.openxmlformats.org/officeDocument/2006/relationships/notesMaster" Target="/ppt/notesMasters/notesMaster1.xml" Id="R27fae0c880114c9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fe351cdc9364519" /><Relationship Type="http://schemas.openxmlformats.org/officeDocument/2006/relationships/notesMaster" Target="/ppt/notesMasters/notesMaster1.xml" Id="R512e0780199244c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558628fb0504f5f" /><Relationship Type="http://schemas.openxmlformats.org/officeDocument/2006/relationships/notesMaster" Target="/ppt/notesMasters/notesMaster1.xml" Id="Rcbbcb0db2e7f47d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89a6e283e3a4995" /><Relationship Type="http://schemas.openxmlformats.org/officeDocument/2006/relationships/notesMaster" Target="/ppt/notesMasters/notesMaster1.xml" Id="R5541f523e2f7445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2db542cfc434ca4" /><Relationship Type="http://schemas.openxmlformats.org/officeDocument/2006/relationships/notesMaster" Target="/ppt/notesMasters/notesMaster1.xml" Id="R02be1b9e6c8a4b4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661a832be8f4679" /><Relationship Type="http://schemas.openxmlformats.org/officeDocument/2006/relationships/notesMaster" Target="/ppt/notesMasters/notesMaster1.xml" Id="R15920b37e01f45d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2eaa5d64b754587" /><Relationship Type="http://schemas.openxmlformats.org/officeDocument/2006/relationships/notesMaster" Target="/ppt/notesMasters/notesMaster1.xml" Id="R943930c33712431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ab6a0ae49e74a7f" /><Relationship Type="http://schemas.openxmlformats.org/officeDocument/2006/relationships/notesMaster" Target="/ppt/notesMasters/notesMaster1.xml" Id="Rc38804b3f30a496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aa79067b2f84a24" /><Relationship Type="http://schemas.openxmlformats.org/officeDocument/2006/relationships/notesMaster" Target="/ppt/notesMasters/notesMaster1.xml" Id="R8a56d3c82dde462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3948ceff0274e8d" /><Relationship Type="http://schemas.openxmlformats.org/officeDocument/2006/relationships/notesMaster" Target="/ppt/notesMasters/notesMaster1.xml" Id="Rf0d36266ebd04e9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1bc3752a171455b" /><Relationship Type="http://schemas.openxmlformats.org/officeDocument/2006/relationships/notesMaster" Target="/ppt/notesMasters/notesMaster1.xml" Id="R6ec20c670cef4f7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5de258a8a3e45d7" /><Relationship Type="http://schemas.openxmlformats.org/officeDocument/2006/relationships/notesMaster" Target="/ppt/notesMasters/notesMaster1.xml" Id="Raa530e06991948d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42fec47489b40b0" /><Relationship Type="http://schemas.openxmlformats.org/officeDocument/2006/relationships/notesMaster" Target="/ppt/notesMasters/notesMaster1.xml" Id="R0176c1a403184bf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03d5f6786e74eda" /><Relationship Type="http://schemas.openxmlformats.org/officeDocument/2006/relationships/notesMaster" Target="/ppt/notesMasters/notesMaster1.xml" Id="Ra1a0c34d92c44a5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d1ad408c5ca4363" /><Relationship Type="http://schemas.openxmlformats.org/officeDocument/2006/relationships/notesMaster" Target="/ppt/notesMasters/notesMaster1.xml" Id="R6320204c0c74481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85b8d9241a041a9" /><Relationship Type="http://schemas.openxmlformats.org/officeDocument/2006/relationships/notesMaster" Target="/ppt/notesMasters/notesMaster1.xml" Id="Rfeddd31f31f4487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ab1be807af740c0" /><Relationship Type="http://schemas.openxmlformats.org/officeDocument/2006/relationships/notesMaster" Target="/ppt/notesMasters/notesMaster1.xml" Id="R32bc7a5be3bd4f2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ba0a33b82494245" /><Relationship Type="http://schemas.openxmlformats.org/officeDocument/2006/relationships/notesMaster" Target="/ppt/notesMasters/notesMaster1.xml" Id="R25894c79b675400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74e939a759046a9" /><Relationship Type="http://schemas.openxmlformats.org/officeDocument/2006/relationships/notesMaster" Target="/ppt/notesMasters/notesMaster1.xml" Id="R1e7db3882baf4e5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e04218dd4f342ff" /><Relationship Type="http://schemas.openxmlformats.org/officeDocument/2006/relationships/notesMaster" Target="/ppt/notesMasters/notesMaster1.xml" Id="R7ffb677a1f1c4f7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ff3c5bb634945ae" /><Relationship Type="http://schemas.openxmlformats.org/officeDocument/2006/relationships/notesMaster" Target="/ppt/notesMasters/notesMaster1.xml" Id="R6555a088fe90410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82ef76d7efc4f6d" /><Relationship Type="http://schemas.openxmlformats.org/officeDocument/2006/relationships/notesMaster" Target="/ppt/notesMasters/notesMaster1.xml" Id="R289da5e63c6d4f0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feeb51db13d421f" /><Relationship Type="http://schemas.openxmlformats.org/officeDocument/2006/relationships/notesMaster" Target="/ppt/notesMasters/notesMaster1.xml" Id="R60e8fc2f55e44273"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b3e22eca03d4979" /><Relationship Type="http://schemas.openxmlformats.org/officeDocument/2006/relationships/notesMaster" Target="/ppt/notesMasters/notesMaster1.xml" Id="R36e07531136545f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ca873878d164b1e" /><Relationship Type="http://schemas.openxmlformats.org/officeDocument/2006/relationships/notesMaster" Target="/ppt/notesMasters/notesMaster1.xml" Id="R14289898f237485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096fd060be24985" /><Relationship Type="http://schemas.openxmlformats.org/officeDocument/2006/relationships/notesMaster" Target="/ppt/notesMasters/notesMaster1.xml" Id="R4c7b97bc2f2c41e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8105eceffea41a3" /><Relationship Type="http://schemas.openxmlformats.org/officeDocument/2006/relationships/notesMaster" Target="/ppt/notesMasters/notesMaster1.xml" Id="Rf41ac763dfd545f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113aeb6c6b94be4" /><Relationship Type="http://schemas.openxmlformats.org/officeDocument/2006/relationships/notesMaster" Target="/ppt/notesMasters/notesMaster1.xml" Id="R40fb1811bdb8424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8b4ef2fd6e44a14" /><Relationship Type="http://schemas.openxmlformats.org/officeDocument/2006/relationships/notesMaster" Target="/ppt/notesMasters/notesMaster1.xml" Id="R847870c0917e4ddd"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369a4c74d10444a" /><Relationship Type="http://schemas.openxmlformats.org/officeDocument/2006/relationships/notesMaster" Target="/ppt/notesMasters/notesMaster1.xml" Id="Rdfb9a64ad9d446a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f7870db4cc64e1b" /><Relationship Type="http://schemas.openxmlformats.org/officeDocument/2006/relationships/notesMaster" Target="/ppt/notesMasters/notesMaster1.xml" Id="R47ed9603e1d64ff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d2baeb753a644c0" /><Relationship Type="http://schemas.openxmlformats.org/officeDocument/2006/relationships/notesMaster" Target="/ppt/notesMasters/notesMaster1.xml" Id="Reedba63713734c7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06e6b232002f4de9" /><Relationship Type="http://schemas.openxmlformats.org/officeDocument/2006/relationships/notesMaster" Target="/ppt/notesMasters/notesMaster1.xml" Id="R9d4fd00245d3458a"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afbaee82d5c14aee" /><Relationship Type="http://schemas.openxmlformats.org/officeDocument/2006/relationships/notesMaster" Target="/ppt/notesMasters/notesMaster1.xml" Id="R47513b5e925045d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04f04ffa92b7449f" /><Relationship Type="http://schemas.openxmlformats.org/officeDocument/2006/relationships/notesMaster" Target="/ppt/notesMasters/notesMaster1.xml" Id="R1ebbbb32c1204735"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05744f9ae8e47b4" /><Relationship Type="http://schemas.openxmlformats.org/officeDocument/2006/relationships/notesMaster" Target="/ppt/notesMasters/notesMaster1.xml" Id="R282dee256700414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801bca4f20f49c4" /><Relationship Type="http://schemas.openxmlformats.org/officeDocument/2006/relationships/notesMaster" Target="/ppt/notesMasters/notesMaster1.xml" Id="R15c881868c5b404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b0fb273d6644ad7" /><Relationship Type="http://schemas.openxmlformats.org/officeDocument/2006/relationships/notesMaster" Target="/ppt/notesMasters/notesMaster1.xml" Id="R924f05c2b0ed4daf"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af274c06426b4f27" /><Relationship Type="http://schemas.openxmlformats.org/officeDocument/2006/relationships/notesMaster" Target="/ppt/notesMasters/notesMaster1.xml" Id="R2135809800d543b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ca597d718a214fae" /><Relationship Type="http://schemas.openxmlformats.org/officeDocument/2006/relationships/notesMaster" Target="/ppt/notesMasters/notesMaster1.xml" Id="R22babc99aeff44a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5bc0255ec384494d" /><Relationship Type="http://schemas.openxmlformats.org/officeDocument/2006/relationships/notesMaster" Target="/ppt/notesMasters/notesMaster1.xml" Id="Ra485b1c93cc04841"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3795277d32944ec" /><Relationship Type="http://schemas.openxmlformats.org/officeDocument/2006/relationships/notesMaster" Target="/ppt/notesMasters/notesMaster1.xml" Id="Rddb9ce32fd314f99"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44fb6dcf6c814c5b" /><Relationship Type="http://schemas.openxmlformats.org/officeDocument/2006/relationships/notesMaster" Target="/ppt/notesMasters/notesMaster1.xml" Id="Ra80810bda6354dc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a4981fc50f746e8" /><Relationship Type="http://schemas.openxmlformats.org/officeDocument/2006/relationships/notesMaster" Target="/ppt/notesMasters/notesMaster1.xml" Id="Refa9f47fe99d458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caf0f1ec9ad449eb" /><Relationship Type="http://schemas.openxmlformats.org/officeDocument/2006/relationships/notesMaster" Target="/ppt/notesMasters/notesMaster1.xml" Id="R7cb5347c92ed4a0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6fd38448d3944a00" /><Relationship Type="http://schemas.openxmlformats.org/officeDocument/2006/relationships/notesMaster" Target="/ppt/notesMasters/notesMaster1.xml" Id="R3f3928074d7743b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33953e7e4fa045fd" /><Relationship Type="http://schemas.openxmlformats.org/officeDocument/2006/relationships/notesMaster" Target="/ppt/notesMasters/notesMaster1.xml" Id="Rd2551b5187204aa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8a13dcb6681742a4" /><Relationship Type="http://schemas.openxmlformats.org/officeDocument/2006/relationships/notesMaster" Target="/ppt/notesMasters/notesMaster1.xml" Id="Rb385a958b8234e84"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7aadbf1bf5d04101" /><Relationship Type="http://schemas.openxmlformats.org/officeDocument/2006/relationships/notesMaster" Target="/ppt/notesMasters/notesMaster1.xml" Id="R342861609598480e"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c6346b13e6a4e44" /><Relationship Type="http://schemas.openxmlformats.org/officeDocument/2006/relationships/notesMaster" Target="/ppt/notesMasters/notesMaster1.xml" Id="R04e420bb00d5448b"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c8ce1964ffc64432" /><Relationship Type="http://schemas.openxmlformats.org/officeDocument/2006/relationships/notesMaster" Target="/ppt/notesMasters/notesMaster1.xml" Id="Rf4d14349429b4577"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e928e677afbe41bd" /><Relationship Type="http://schemas.openxmlformats.org/officeDocument/2006/relationships/notesMaster" Target="/ppt/notesMasters/notesMaster1.xml" Id="Rb1b2d2c66c304a24"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48fdd6bb6e874a90" /><Relationship Type="http://schemas.openxmlformats.org/officeDocument/2006/relationships/notesMaster" Target="/ppt/notesMasters/notesMaster1.xml" Id="R763fafb698d8488a"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56060be0e3ee4103" /><Relationship Type="http://schemas.openxmlformats.org/officeDocument/2006/relationships/notesMaster" Target="/ppt/notesMasters/notesMaster1.xml" Id="R8c30c828301c4c09"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0686bb957e5148f5" /><Relationship Type="http://schemas.openxmlformats.org/officeDocument/2006/relationships/notesMaster" Target="/ppt/notesMasters/notesMaster1.xml" Id="R1c96c74e8ad147d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38c6d91d7254f65" /><Relationship Type="http://schemas.openxmlformats.org/officeDocument/2006/relationships/notesMaster" Target="/ppt/notesMasters/notesMaster1.xml" Id="R1abf602ae9a54c04"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bc6047f3e6f44d6e" /><Relationship Type="http://schemas.openxmlformats.org/officeDocument/2006/relationships/notesMaster" Target="/ppt/notesMasters/notesMaster1.xml" Id="R6b421d0159044e69"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b983b97285fa4f00" /><Relationship Type="http://schemas.openxmlformats.org/officeDocument/2006/relationships/notesMaster" Target="/ppt/notesMasters/notesMaster1.xml" Id="Rb2acbfdc31ed448b"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6491e42f47584b20" /><Relationship Type="http://schemas.openxmlformats.org/officeDocument/2006/relationships/notesMaster" Target="/ppt/notesMasters/notesMaster1.xml" Id="R7675deec00d24f2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한 번의 사용에서 확인된 것</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S34에서 본 기록을 회수한 뒤 두 열의 수명을 비교한다. 왼쪽은 다음 작업에서 바뀔 목표, 오른쪽은 여러 작업에서 다시 참고할 사실이다. S31의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S32–S34.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Task에는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611dd0cdfd4bf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875c09f3a0f4c5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1b858df4ac4404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0db746e7c6a4de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32c007cd16a437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3b13ab5da7424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7D8F46-8FE5-4455-9AA5-F97D0C3E68B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50F29B3-8904-4310-B67D-0FA52129954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615A6CB-5DC9-471C-B0D8-7C99680CD9C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BC0B52-0A1B-40FE-A899-0E751B64CBE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CE9053E-8D99-43CB-8EF2-A9FCBF074AB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37FAA3F-31C8-4834-81B7-9C4C57D93FB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ACC4666-13F3-49DD-8809-0C24984A32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B952D25-4396-4BCE-B849-D7B5786F542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704D9F-3535-4EC7-9EB5-3A611C5E3D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1DDE12D-3188-4DB6-9FED-F9312103853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97451369894f9f" /><Relationship Type="http://schemas.openxmlformats.org/officeDocument/2006/relationships/slideLayout" Target="/ppt/slideLayouts/slideLayout1.xml" Id="R86938d13707b4b93" /><Relationship Type="http://schemas.openxmlformats.org/officeDocument/2006/relationships/slideLayout" Target="/ppt/slideLayouts/slideLayout2.xml" Id="R5bab3ad45cd84d9a" /><Relationship Type="http://schemas.openxmlformats.org/officeDocument/2006/relationships/slideLayout" Target="/ppt/slideLayouts/slideLayout3.xml" Id="Rf7b2f488c7cd4e52" /><Relationship Type="http://schemas.openxmlformats.org/officeDocument/2006/relationships/slideLayout" Target="/ppt/slideLayouts/slideLayout4.xml" Id="Rb31b515ae3e24653" /><Relationship Type="http://schemas.openxmlformats.org/officeDocument/2006/relationships/slideLayout" Target="/ppt/slideLayouts/slideLayout5.xml" Id="Rd05d67b094314235" /><Relationship Type="http://schemas.openxmlformats.org/officeDocument/2006/relationships/slideLayout" Target="/ppt/slideLayouts/slideLayout6.xml" Id="R4471943046ec440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6938d13707b4b93"/>
    <p:sldLayoutId xmlns:r="http://schemas.openxmlformats.org/officeDocument/2006/relationships" id="2147483650" r:id="R5bab3ad45cd84d9a"/>
    <p:sldLayoutId xmlns:r="http://schemas.openxmlformats.org/officeDocument/2006/relationships" id="2147483651" r:id="Rf7b2f488c7cd4e52"/>
    <p:sldLayoutId xmlns:r="http://schemas.openxmlformats.org/officeDocument/2006/relationships" id="2147483652" r:id="Rb31b515ae3e24653"/>
    <p:sldLayoutId xmlns:r="http://schemas.openxmlformats.org/officeDocument/2006/relationships" id="2147483653" r:id="Rd05d67b094314235"/>
    <p:sldLayoutId xmlns:r="http://schemas.openxmlformats.org/officeDocument/2006/relationships" id="2147483654" r:id="R4471943046ec440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815568d57714494" /><Relationship Type="http://schemas.openxmlformats.org/officeDocument/2006/relationships/image" Target="/ppt/media/image.png" Id="R5c152de922944ca2" /><Relationship Type="http://schemas.openxmlformats.org/officeDocument/2006/relationships/notesSlide" Target="/ppt/notesSlides/notesSlide1.xml" Id="Rc9324d0dae7c4c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ec46e507da24a7b" /><Relationship Type="http://schemas.openxmlformats.org/officeDocument/2006/relationships/notesSlide" Target="/ppt/notesSlides/notesSlide2.xml" Id="Rc8d3031de7c548b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f1bd7a363f24bb0" /><Relationship Type="http://schemas.openxmlformats.org/officeDocument/2006/relationships/notesSlide" Target="/ppt/notesSlides/notesSlide3.xml" Id="R31458f144003465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d17862556aa421e" /><Relationship Type="http://schemas.openxmlformats.org/officeDocument/2006/relationships/image" Target="/ppt/media/image2.png" Id="Reb8c3bb8f517432d" /><Relationship Type="http://schemas.openxmlformats.org/officeDocument/2006/relationships/notesSlide" Target="/ppt/notesSlides/notesSlide4.xml" Id="R01f91b12388b43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c1baa78a9e547a1" /><Relationship Type="http://schemas.openxmlformats.org/officeDocument/2006/relationships/notesSlide" Target="/ppt/notesSlides/notesSlide5.xml" Id="Rd81c1c51432242b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d99d7aa463c47d5" /><Relationship Type="http://schemas.openxmlformats.org/officeDocument/2006/relationships/notesSlide" Target="/ppt/notesSlides/notesSlide6.xml" Id="Rac11c069a6e941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eb4c6c6b61a4aac" /><Relationship Type="http://schemas.openxmlformats.org/officeDocument/2006/relationships/image" Target="/ppt/media/image3.png" Id="R6e5c7504942b4efd" /><Relationship Type="http://schemas.openxmlformats.org/officeDocument/2006/relationships/notesSlide" Target="/ppt/notesSlides/notesSlide7.xml" Id="Ra2159fcf2d6a4b5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e7da79f2ec44855" /><Relationship Type="http://schemas.openxmlformats.org/officeDocument/2006/relationships/notesSlide" Target="/ppt/notesSlides/notesSlide8.xml" Id="R2cd0424d2e284a2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e25b17768694246" /><Relationship Type="http://schemas.openxmlformats.org/officeDocument/2006/relationships/image" Target="/ppt/media/image4.png" Id="Re5914374f95f40c0" /><Relationship Type="http://schemas.openxmlformats.org/officeDocument/2006/relationships/image" Target="/ppt/media/image5.png" Id="R3d3639b738e2409b" /><Relationship Type="http://schemas.openxmlformats.org/officeDocument/2006/relationships/image" Target="/ppt/media/image6.png" Id="Rae8ddc144ddb430f" /><Relationship Type="http://schemas.openxmlformats.org/officeDocument/2006/relationships/notesSlide" Target="/ppt/notesSlides/notesSlide9.xml" Id="R97f09528277b411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32f162af274439b" /><Relationship Type="http://schemas.openxmlformats.org/officeDocument/2006/relationships/notesSlide" Target="/ppt/notesSlides/notesSlide10.xml" Id="R5e8d8a0faba8441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0cf17aea92c47df" /><Relationship Type="http://schemas.openxmlformats.org/officeDocument/2006/relationships/image" Target="/ppt/media/image7.png" Id="Rc4556a789b7741c2" /><Relationship Type="http://schemas.openxmlformats.org/officeDocument/2006/relationships/image" Target="/ppt/media/image8.png" Id="R73ec2b9209984cd2" /><Relationship Type="http://schemas.openxmlformats.org/officeDocument/2006/relationships/image" Target="/ppt/media/image9.png" Id="R86507b2704a54fc1" /><Relationship Type="http://schemas.openxmlformats.org/officeDocument/2006/relationships/notesSlide" Target="/ppt/notesSlides/notesSlide11.xml" Id="R87f42f4d012b4bb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a5283e2f0f24d8f" /><Relationship Type="http://schemas.openxmlformats.org/officeDocument/2006/relationships/image" Target="/ppt/media/image10.png" Id="Rc0872bbf198447ee" /><Relationship Type="http://schemas.openxmlformats.org/officeDocument/2006/relationships/notesSlide" Target="/ppt/notesSlides/notesSlide12.xml" Id="Rdcb622f292ba492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46a821cc5e843cd" /><Relationship Type="http://schemas.openxmlformats.org/officeDocument/2006/relationships/image" Target="/ppt/media/image11.png" Id="Red2da7e672ac4691" /><Relationship Type="http://schemas.openxmlformats.org/officeDocument/2006/relationships/notesSlide" Target="/ppt/notesSlides/notesSlide13.xml" Id="R10e40cd8dadc430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e46aaf16ea942e2" /><Relationship Type="http://schemas.openxmlformats.org/officeDocument/2006/relationships/notesSlide" Target="/ppt/notesSlides/notesSlide14.xml" Id="Rdf7b466cc2c541e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ea9147ee90c4b03" /><Relationship Type="http://schemas.openxmlformats.org/officeDocument/2006/relationships/notesSlide" Target="/ppt/notesSlides/notesSlide15.xml" Id="Rbff6c6f37e7a4f3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c5308ecf7254efb" /><Relationship Type="http://schemas.openxmlformats.org/officeDocument/2006/relationships/notesSlide" Target="/ppt/notesSlides/notesSlide16.xml" Id="Rafa4e6d212d4410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08b37ef895a4cdd" /><Relationship Type="http://schemas.openxmlformats.org/officeDocument/2006/relationships/notesSlide" Target="/ppt/notesSlides/notesSlide17.xml" Id="Raadc55eebda24b7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816d45419c84526" /><Relationship Type="http://schemas.openxmlformats.org/officeDocument/2006/relationships/notesSlide" Target="/ppt/notesSlides/notesSlide18.xml" Id="R71397d33ab6044f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b3e31ccbffe4852" /><Relationship Type="http://schemas.openxmlformats.org/officeDocument/2006/relationships/notesSlide" Target="/ppt/notesSlides/notesSlide19.xml" Id="R6eaf9a0d17e5493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bdeca42b0ad47d8" /><Relationship Type="http://schemas.openxmlformats.org/officeDocument/2006/relationships/notesSlide" Target="/ppt/notesSlides/notesSlide20.xml" Id="R57dc6d553ee14f2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79fcec400e2465c" /><Relationship Type="http://schemas.openxmlformats.org/officeDocument/2006/relationships/notesSlide" Target="/ppt/notesSlides/notesSlide21.xml" Id="Rfd0d9236491b40d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0b481942da34cee" /><Relationship Type="http://schemas.openxmlformats.org/officeDocument/2006/relationships/notesSlide" Target="/ppt/notesSlides/notesSlide22.xml" Id="R84f5ffd682c7435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232665a8a3a4dd1" /><Relationship Type="http://schemas.openxmlformats.org/officeDocument/2006/relationships/notesSlide" Target="/ppt/notesSlides/notesSlide23.xml" Id="R57772a86785948f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61cbd2f79d94d6d" /><Relationship Type="http://schemas.openxmlformats.org/officeDocument/2006/relationships/notesSlide" Target="/ppt/notesSlides/notesSlide24.xml" Id="Rac7ff22197834d3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9006b1e476e4836" /><Relationship Type="http://schemas.openxmlformats.org/officeDocument/2006/relationships/notesSlide" Target="/ppt/notesSlides/notesSlide25.xml" Id="Rfda5dd3161a7419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91109f96f1d4267" /><Relationship Type="http://schemas.openxmlformats.org/officeDocument/2006/relationships/notesSlide" Target="/ppt/notesSlides/notesSlide26.xml" Id="Re1f04137df074f9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8dd796a43974bb2" /><Relationship Type="http://schemas.openxmlformats.org/officeDocument/2006/relationships/notesSlide" Target="/ppt/notesSlides/notesSlide27.xml" Id="R9d43269523e44f4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c4ee4bee3de4f5e" /><Relationship Type="http://schemas.openxmlformats.org/officeDocument/2006/relationships/notesSlide" Target="/ppt/notesSlides/notesSlide28.xml" Id="R56e0cfe702444cb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24e0cac19434b9e" /><Relationship Type="http://schemas.openxmlformats.org/officeDocument/2006/relationships/notesSlide" Target="/ppt/notesSlides/notesSlide29.xml" Id="Rca0f2d06e3b24ee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6aca588dbb84832" /><Relationship Type="http://schemas.openxmlformats.org/officeDocument/2006/relationships/notesSlide" Target="/ppt/notesSlides/notesSlide30.xml" Id="R4a02075fe90f426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0d9fa6e153c43eb" /><Relationship Type="http://schemas.openxmlformats.org/officeDocument/2006/relationships/notesSlide" Target="/ppt/notesSlides/notesSlide31.xml" Id="Rfea749a95221470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111e32dc010461f" /><Relationship Type="http://schemas.openxmlformats.org/officeDocument/2006/relationships/notesSlide" Target="/ppt/notesSlides/notesSlide32.xml" Id="Ra0d55f395a0342d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d33fab971b04f9f" /><Relationship Type="http://schemas.openxmlformats.org/officeDocument/2006/relationships/notesSlide" Target="/ppt/notesSlides/notesSlide33.xml" Id="Rdd6d4d3e2e4a493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98718d65a5f4f5b" /><Relationship Type="http://schemas.openxmlformats.org/officeDocument/2006/relationships/notesSlide" Target="/ppt/notesSlides/notesSlide34.xml" Id="Rb8bc398f019b4a8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a8443c6d315948ee" /><Relationship Type="http://schemas.openxmlformats.org/officeDocument/2006/relationships/notesSlide" Target="/ppt/notesSlides/notesSlide35.xml" Id="Ra4fc733ae2874a0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a8d9831bf054d2b" /><Relationship Type="http://schemas.openxmlformats.org/officeDocument/2006/relationships/notesSlide" Target="/ppt/notesSlides/notesSlide36.xml" Id="Rd511258cd14c41d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335636cb2454ddc" /><Relationship Type="http://schemas.openxmlformats.org/officeDocument/2006/relationships/notesSlide" Target="/ppt/notesSlides/notesSlide37.xml" Id="R5d09d36302b3461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5803797276b94900" /><Relationship Type="http://schemas.openxmlformats.org/officeDocument/2006/relationships/notesSlide" Target="/ppt/notesSlides/notesSlide38.xml" Id="R21f4098463a0425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522e7c98ef247d1" /><Relationship Type="http://schemas.openxmlformats.org/officeDocument/2006/relationships/notesSlide" Target="/ppt/notesSlides/notesSlide39.xml" Id="Rd6566b603b354a4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c34161d220904e3a" /><Relationship Type="http://schemas.openxmlformats.org/officeDocument/2006/relationships/notesSlide" Target="/ppt/notesSlides/notesSlide40.xml" Id="R142409cfd6244b3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7b0ac52172c4544" /><Relationship Type="http://schemas.openxmlformats.org/officeDocument/2006/relationships/notesSlide" Target="/ppt/notesSlides/notesSlide41.xml" Id="R4cac2edaaf40446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b1a21807e98946bc" /><Relationship Type="http://schemas.openxmlformats.org/officeDocument/2006/relationships/notesSlide" Target="/ppt/notesSlides/notesSlide42.xml" Id="R3e7b4067b7414ab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6e8a4cb49e6f4262" /><Relationship Type="http://schemas.openxmlformats.org/officeDocument/2006/relationships/notesSlide" Target="/ppt/notesSlides/notesSlide43.xml" Id="Rbb08ba4c6ecb4c1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a16274c2e534909" /><Relationship Type="http://schemas.openxmlformats.org/officeDocument/2006/relationships/notesSlide" Target="/ppt/notesSlides/notesSlide44.xml" Id="Re22dde64bc6c486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ca5e9ed2dea64e0c" /><Relationship Type="http://schemas.openxmlformats.org/officeDocument/2006/relationships/notesSlide" Target="/ppt/notesSlides/notesSlide45.xml" Id="Rbcee3d48272347d7"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d63bcd000ce9414f" /><Relationship Type="http://schemas.openxmlformats.org/officeDocument/2006/relationships/notesSlide" Target="/ppt/notesSlides/notesSlide46.xml" Id="R308dd3a61232445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b2f2953132cb45bc" /><Relationship Type="http://schemas.openxmlformats.org/officeDocument/2006/relationships/image" Target="/ppt/media/image12.png" Id="R4e9b1087f8dd4e70" /><Relationship Type="http://schemas.openxmlformats.org/officeDocument/2006/relationships/image" Target="/ppt/media/image13.png" Id="Rd89fc1622a5f429c" /><Relationship Type="http://schemas.openxmlformats.org/officeDocument/2006/relationships/image" Target="/ppt/media/image14.png" Id="R9495e853a4024dab" /><Relationship Type="http://schemas.openxmlformats.org/officeDocument/2006/relationships/image" Target="/ppt/media/image15.png" Id="R7e1573b2f9eb4536" /><Relationship Type="http://schemas.openxmlformats.org/officeDocument/2006/relationships/notesSlide" Target="/ppt/notesSlides/notesSlide47.xml" Id="R45323afffe5c4e4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0a1fe4196211426b" /><Relationship Type="http://schemas.openxmlformats.org/officeDocument/2006/relationships/notesSlide" Target="/ppt/notesSlides/notesSlide48.xml" Id="R8e82a38e30304b5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a10e7d4345d94d58" /><Relationship Type="http://schemas.openxmlformats.org/officeDocument/2006/relationships/notesSlide" Target="/ppt/notesSlides/notesSlide49.xml" Id="R4eef6bc13e0f440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cdab0f4ed9374f03" /><Relationship Type="http://schemas.openxmlformats.org/officeDocument/2006/relationships/notesSlide" Target="/ppt/notesSlides/notesSlide50.xml" Id="Rd6cf6176c18a49e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7ccd43427b524bd5" /><Relationship Type="http://schemas.openxmlformats.org/officeDocument/2006/relationships/notesSlide" Target="/ppt/notesSlides/notesSlide51.xml" Id="R5b767e1091564b5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41f829fe157840f7" /><Relationship Type="http://schemas.openxmlformats.org/officeDocument/2006/relationships/notesSlide" Target="/ppt/notesSlides/notesSlide52.xml" Id="R47c76fc2f88448ac"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6f0ee877366c4251" /><Relationship Type="http://schemas.openxmlformats.org/officeDocument/2006/relationships/notesSlide" Target="/ppt/notesSlides/notesSlide53.xml" Id="R73c8ad2a1c7946f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58acae3b21394aff" /><Relationship Type="http://schemas.openxmlformats.org/officeDocument/2006/relationships/notesSlide" Target="/ppt/notesSlides/notesSlide54.xml" Id="R1a8ac2f03c004e47"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452eceaac5ff4173" /><Relationship Type="http://schemas.openxmlformats.org/officeDocument/2006/relationships/chart" Target="/ppt/slides/charts/chart1.xml" Id="R9711b7d45a694afc" /><Relationship Type="http://schemas.openxmlformats.org/officeDocument/2006/relationships/notesSlide" Target="/ppt/notesSlides/notesSlide55.xml" Id="R66f1570f5b8d44b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7fc114b87bd4f34" /><Relationship Type="http://schemas.openxmlformats.org/officeDocument/2006/relationships/notesSlide" Target="/ppt/notesSlides/notesSlide56.xml" Id="Ra3858cf310a04db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276fc3a4a0bf4b27" /><Relationship Type="http://schemas.openxmlformats.org/officeDocument/2006/relationships/notesSlide" Target="/ppt/notesSlides/notesSlide57.xml" Id="R9934ec661763455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7fc2d0f94abe46a8" /><Relationship Type="http://schemas.openxmlformats.org/officeDocument/2006/relationships/notesSlide" Target="/ppt/notesSlides/notesSlide58.xml" Id="R1c63aac4410143f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b3f940dd81a247b5" /><Relationship Type="http://schemas.openxmlformats.org/officeDocument/2006/relationships/notesSlide" Target="/ppt/notesSlides/notesSlide59.xml" Id="Ra565490c4a7d485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199ae8733f24314" /><Relationship Type="http://schemas.openxmlformats.org/officeDocument/2006/relationships/notesSlide" Target="/ppt/notesSlides/notesSlide60.xml" Id="R9e9e0b5f4c7f4a6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d2d5e7c7e96e4ded" /><Relationship Type="http://schemas.openxmlformats.org/officeDocument/2006/relationships/notesSlide" Target="/ppt/notesSlides/notesSlide61.xml" Id="R5a4e567852ef4e9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b1dfb61829ab408f" /><Relationship Type="http://schemas.openxmlformats.org/officeDocument/2006/relationships/notesSlide" Target="/ppt/notesSlides/notesSlide62.xml" Id="R35b7b7b4d0c14d3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b1f47067f5a54382" /><Relationship Type="http://schemas.openxmlformats.org/officeDocument/2006/relationships/image" Target="/ppt/media/image16.png" Id="R5c00e02bf39c4d07" /><Relationship Type="http://schemas.openxmlformats.org/officeDocument/2006/relationships/notesSlide" Target="/ppt/notesSlides/notesSlide63.xml" Id="R1a5daa4b92d24692"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e9eebb91ab974f63" /><Relationship Type="http://schemas.openxmlformats.org/officeDocument/2006/relationships/notesSlide" Target="/ppt/notesSlides/notesSlide64.xml" Id="R297f990c0d7a4e8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af7995e9d2654e02" /><Relationship Type="http://schemas.openxmlformats.org/officeDocument/2006/relationships/notesSlide" Target="/ppt/notesSlides/notesSlide65.xml" Id="R01d5aa0459064e6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42f4ec00ba2147b0" /><Relationship Type="http://schemas.openxmlformats.org/officeDocument/2006/relationships/notesSlide" Target="/ppt/notesSlides/notesSlide66.xml" Id="R71e375741e894717"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bc290b54adbf4c95" /><Relationship Type="http://schemas.openxmlformats.org/officeDocument/2006/relationships/notesSlide" Target="/ppt/notesSlides/notesSlide67.xml" Id="R96cbf5c6135a4b2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36a126110db54226" /><Relationship Type="http://schemas.openxmlformats.org/officeDocument/2006/relationships/notesSlide" Target="/ppt/notesSlides/notesSlide68.xml" Id="Rf0c65eb4b6424baf"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7c14d30548814ebd" /><Relationship Type="http://schemas.openxmlformats.org/officeDocument/2006/relationships/notesSlide" Target="/ppt/notesSlides/notesSlide69.xml" Id="R43c411cdd15f41d4"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757aaaa5bfdb49d1" /><Relationship Type="http://schemas.openxmlformats.org/officeDocument/2006/relationships/notesSlide" Target="/ppt/notesSlides/notesSlide70.xml" Id="R0833bc62ef8e443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e96b86198b754168" /><Relationship Type="http://schemas.openxmlformats.org/officeDocument/2006/relationships/notesSlide" Target="/ppt/notesSlides/notesSlide71.xml" Id="R0a6d20ac26ca4e19"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f4ee10727ffc4b89" /><Relationship Type="http://schemas.openxmlformats.org/officeDocument/2006/relationships/notesSlide" Target="/ppt/notesSlides/notesSlide72.xml" Id="R8ce943cbf5b14d77"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73524f02f0d841f1" /><Relationship Type="http://schemas.openxmlformats.org/officeDocument/2006/relationships/notesSlide" Target="/ppt/notesSlides/notesSlide73.xml" Id="R6eae5dcd004146af"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68cb0f3dd5a7442f" /><Relationship Type="http://schemas.openxmlformats.org/officeDocument/2006/relationships/notesSlide" Target="/ppt/notesSlides/notesSlide74.xml" Id="Re56dffb97a6c4d1d"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8b94e5f4306b4e44" /><Relationship Type="http://schemas.openxmlformats.org/officeDocument/2006/relationships/notesSlide" Target="/ppt/notesSlides/notesSlide75.xml" Id="R592fcf83254a44c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63432aa31b1e423f" /><Relationship Type="http://schemas.openxmlformats.org/officeDocument/2006/relationships/notesSlide" Target="/ppt/notesSlides/notesSlide76.xml" Id="R93ff739ada704980"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d07e2e59dccc4495" /><Relationship Type="http://schemas.openxmlformats.org/officeDocument/2006/relationships/notesSlide" Target="/ppt/notesSlides/notesSlide77.xml" Id="R3f63a75384934624"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eae5d7aed15c416e" /><Relationship Type="http://schemas.openxmlformats.org/officeDocument/2006/relationships/notesSlide" Target="/ppt/notesSlides/notesSlide78.xml" Id="R2d0358f6099f48b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6bf76e06b82e4fd0" /><Relationship Type="http://schemas.openxmlformats.org/officeDocument/2006/relationships/notesSlide" Target="/ppt/notesSlides/notesSlide79.xml" Id="Ra016922f0ca641f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20c2a83ecc504335" /><Relationship Type="http://schemas.openxmlformats.org/officeDocument/2006/relationships/notesSlide" Target="/ppt/notesSlides/notesSlide80.xml" Id="Rc12ebb678a0440e6"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67e9eb2e29f34e99" /><Relationship Type="http://schemas.openxmlformats.org/officeDocument/2006/relationships/notesSlide" Target="/ppt/notesSlides/notesSlide81.xml" Id="Rfb196df6000142f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b284fdcd34df4af8" /><Relationship Type="http://schemas.openxmlformats.org/officeDocument/2006/relationships/image" Target="/ppt/media/image17.png" Id="R7b6adc9ae7f74f64" /><Relationship Type="http://schemas.openxmlformats.org/officeDocument/2006/relationships/notesSlide" Target="/ppt/notesSlides/notesSlide82.xml" Id="Ra8a446fdceef4ab3"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d3ae252dcf6b4597" /><Relationship Type="http://schemas.openxmlformats.org/officeDocument/2006/relationships/notesSlide" Target="/ppt/notesSlides/notesSlide83.xml" Id="R3ee7366193d3485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0cd3b2d15cc54a8f" /><Relationship Type="http://schemas.openxmlformats.org/officeDocument/2006/relationships/image" Target="/ppt/media/image18.png" Id="Re12fd68b93b2468d" /><Relationship Type="http://schemas.openxmlformats.org/officeDocument/2006/relationships/image" Target="/ppt/media/image19.png" Id="Rbb4bac8dceda419f" /><Relationship Type="http://schemas.openxmlformats.org/officeDocument/2006/relationships/image" Target="/ppt/media/image20.png" Id="R4a3779dcc1784f6f" /><Relationship Type="http://schemas.openxmlformats.org/officeDocument/2006/relationships/notesSlide" Target="/ppt/notesSlides/notesSlide84.xml" Id="Rdc9490894d2a4334"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e2a9527307414843" /><Relationship Type="http://schemas.openxmlformats.org/officeDocument/2006/relationships/notesSlide" Target="/ppt/notesSlides/notesSlide85.xml" Id="R46b5956ed9d14e5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756ebcfa1b5849a3" /><Relationship Type="http://schemas.openxmlformats.org/officeDocument/2006/relationships/notesSlide" Target="/ppt/notesSlides/notesSlide86.xml" Id="R9c683c9ae31c4e64"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88534e22ee334145" /><Relationship Type="http://schemas.openxmlformats.org/officeDocument/2006/relationships/notesSlide" Target="/ppt/notesSlides/notesSlide87.xml" Id="R18ce54f0f4e04cef"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2f51552a7de24f7f" /><Relationship Type="http://schemas.openxmlformats.org/officeDocument/2006/relationships/notesSlide" Target="/ppt/notesSlides/notesSlide88.xml" Id="Rc56fd66c3fb14796"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1e6b53288a814d8d" /><Relationship Type="http://schemas.openxmlformats.org/officeDocument/2006/relationships/notesSlide" Target="/ppt/notesSlides/notesSlide89.xml" Id="R0a59f9a217c34401"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6e55fb52a3c3488a" /><Relationship Type="http://schemas.openxmlformats.org/officeDocument/2006/relationships/notesSlide" Target="/ppt/notesSlides/notesSlide90.xml" Id="R5a3345200ea5420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931BFAB-08AE-4D2C-9115-3912BCA359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3687BCA5-BB23-40A7-9DBF-4378C2F291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4D7D7237-15CE-434C-8D3D-8CE98366D3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A04C4816-C917-41C9-BDC2-BF78C847EF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D952FA46-D841-44A3-9A21-A07BA491D4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F490DBF7-13EF-4A44-A40A-5B63C8AE30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2083F164-7A2E-4589-8100-EAC798FBC83A}"/>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79D3357D-5ACA-42E7-A848-1518BE19FE58}"/>
              </a:ext>
            </a:extLst>
          </p:cNvPr>
          <p:cNvPicPr>
            <a:picLocks xmlns:a="http://schemas.openxmlformats.org/drawingml/2006/main" noChangeAspect="1"/>
          </p:cNvPicPr>
          <p:nvPr/>
        </p:nvPicPr>
        <p:blipFill>
          <a:blip xmlns:r="http://schemas.openxmlformats.org/officeDocument/2006/relationships" xmlns:a="http://schemas.openxmlformats.org/drawingml/2006/main" r:embed="R5c152de922944ca2"/>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266DB30C-B918-465E-8C75-6DB3FCD36C9D}"/>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08BA51BB-A54A-4A6D-A27C-B30E793B5911}"/>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2D727827-5CBF-450A-BBD5-51FA62523ACE}"/>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BF444CDA-1128-4F44-A5D9-9BF7722E27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0500355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9FAE7A05-BF07-4D52-89CA-91B8AD717B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9C3C1B33-EF8F-42A7-A56D-609CA70237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290C711F-8A48-495E-8749-4BD6C0EC19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435D1B9D-34D0-407C-8AEF-B8651B2C95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FD8DC4E4-5F88-493D-A763-82A802A19D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FA8BDB17-0F59-4EC8-BE74-DE2878898B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55400897-48EA-42EE-BE35-56006528255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1128513F-0B70-44F2-BBDA-50ABB1AD5C2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05E75A2F-2EB6-4A0F-B782-27BC36B6A01C}"/>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45BE53D5-1605-4505-9CEB-D1006264B0B9}"/>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F0A5FAD-8389-4C29-9FDB-AD0DEB317C2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547165FC-03E3-4EEC-9BDD-A1395E7F3252}"/>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45D1A7A4-8DBE-4062-AACA-A111EA46122D}"/>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9BCA46FA-A14A-44BD-8DEA-B2737A44F29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3AC8689-8518-42CA-A8F7-D4D5E756FE29}"/>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6AD7D06-8A0F-4CFE-B098-32921E9253B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15B6371E-0701-4A5C-8477-AFB835790168}"/>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F34491AA-5817-4EF2-BBBE-B987309C7A2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174DB81A-2DF0-4FEB-8497-412EA1873EA9}"/>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11E9D088-530D-4F4C-8D92-4D99FA253FEC}"/>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926F9F5-EE6A-4ACB-AFAA-2D82E2E5A78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CD28A75B-29D7-4DAD-9136-F6DA99F90DC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E25FCC9E-E98E-4B1C-BAC4-B46E6445945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55A51FB0-F320-419B-A72B-B0EDABDB337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B115D0FA-1391-4108-BAFA-9A00FA7B14C0}"/>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F9478385-8EAC-4182-BBBD-1EF56EA7FFB9}"/>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61025C2D-AA62-4FDE-914B-CC02BE51537C}"/>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6FFE33FF-E20E-4A4F-92B2-92745F17D515}"/>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8C9C3B7B-D3D7-4F4D-8876-CFB208F69F7F}"/>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CD0B375-F3FF-4403-9FC4-82AA0659405C}"/>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A8E59EC5-9F83-409F-B538-3160F3D82D14}"/>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6975983A-173E-498E-84CD-F80444CC6573}"/>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BA64FD22-7BD3-438B-9589-329B47DC121A}"/>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7A0B6E63-0152-4AA2-BDB6-F9D8671B0B8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79707F28-14F8-487F-8446-5803B89C79B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253E339-EE84-4E83-B83B-630E4792AD0B}"/>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670C8B82-F54D-4622-A734-DA13F296340A}"/>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1B539305-2036-420B-8124-CB0E7B60C6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4348025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951BD737-9363-4767-B4A3-8360919E5B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4343833B-E985-46BC-B3E9-A19C82A944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4813FA0F-3A8B-43E9-9C67-867B60C981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1138723D-4D6F-44E2-859A-8F8353961F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F7F65AE0-57FF-418B-B40A-EA4373A6B3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F14EAC6E-56F2-40F8-ACB0-F7373000A6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CD970802-31D1-4B9C-9A9A-11A8D993803F}"/>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486A935D-5BB3-48CB-B54F-1F0B03D5705B}"/>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96AF305B-FCF3-4961-BE39-4856449CFC80}"/>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CE26CB7E-454C-4BE5-818D-ADF81D8061A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75A882B7-08AA-459D-924E-22F855F6E737}"/>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C2EE4039-4E34-4499-ADC4-73AA08D89F72}"/>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2C309281-CC3E-4B52-8E47-92A4BB264A36}"/>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064B07B9-CEE2-4727-ADA4-EB5153C387D5}"/>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6E27574F-B1E8-48A2-B065-DF81FCB420B4}"/>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7B5BF879-D5B9-46EA-8DDE-8ADE0CA34E03}"/>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3AB67312-0A9A-4468-95D2-0D4A1116C765}"/>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8E5B31D0-1E60-4D23-BFA5-03F70DAA4E8C}"/>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56F68CA4-22AD-401E-AD50-FC8404FA33D3}"/>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3130F1A6-D081-45E9-B0D4-1537F22816A8}"/>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C56C904-6F32-4DD9-9CC8-4E8CDDB1DF1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7BB97438-01CA-4C94-93C8-186D655A9BF4}"/>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5C5C7FEA-CFF9-4097-AA47-F792C0275F1B}"/>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475F3122-4034-4CB4-832C-291D246E282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CB81838D-B435-4ED7-BB86-71A88EE0D2D6}"/>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D52E161A-C392-41A7-BC29-8DAC427AA7D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E914CBE5-7F50-4168-979A-29EBEB920EC6}"/>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5C01ADB2-82D3-443F-B362-E4DFE386C09C}"/>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6A3F6263-183E-4D55-8942-894FF0CBEF70}"/>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025341AA-A44E-449B-A34B-125781D95F3F}"/>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04EED182-2FC1-4C6C-93FB-03538C87A84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2B2C5DD7-EB2C-45CB-8668-6BFCC10B0C29}"/>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52133D90-50CA-40A7-995E-D87F435EE5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40090511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84845C79-30A7-4006-A535-99D78CD4A4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700CB7DE-F473-41DC-B669-C9FD50F95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65583642-1D0C-4126-B133-1FFB8CEBA2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66C317A4-B3D3-4CF5-B5E6-E60E915FD9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02BFCC43-D415-49D5-A6B9-A504AD6BD5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3CCFACF5-4C2E-4A8A-A197-33B4168C2E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6E59B97F-F3FA-4DDB-9610-6406611B952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55BF3F71-F9E1-4D75-B3CF-9EB13F63EDA8}"/>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914DC22A-18B6-41B7-B352-626B9465B64B}"/>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76CCF637-B842-45C6-A0C8-5A5A99A5926A}"/>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EFC27DE6-9295-496E-8D6B-826E34A7FFC5}"/>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221CC99B-EF8D-4C93-81CC-392CDE67EB11}"/>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9A719A5F-E060-466F-BB02-860735FFCAE1}"/>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3B861EBB-34DD-41B7-BEE9-A814C1565F43}"/>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B8F4C4F9-0127-4CD3-B20A-332C83DB140B}"/>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B634B19-CD7D-44E7-ADAD-059578357764}"/>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B0EAF21B-EA78-40B3-92C1-B16634645869}"/>
              </a:ext>
            </a:extLst>
          </p:cNvPr>
          <p:cNvPicPr>
            <a:picLocks xmlns:a="http://schemas.openxmlformats.org/drawingml/2006/main" noChangeAspect="1"/>
          </p:cNvPicPr>
          <p:nvPr/>
        </p:nvPicPr>
        <p:blipFill>
          <a:blip xmlns:r="http://schemas.openxmlformats.org/officeDocument/2006/relationships" xmlns:a="http://schemas.openxmlformats.org/drawingml/2006/main" r:embed="Reb8c3bb8f517432d"/>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F93A18AC-CFB1-4029-A923-C772379DD7C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12EF056B-CF6B-4BFB-B5CA-2CFC9F6AA5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075204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8AC9DA5D-D06A-48AF-BE5E-16C5C579A0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FA682384-5F6A-483F-BB3C-F59D652D9D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56F87894-F8C0-48A3-B0B2-3DBF355D6F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89F33D33-64E4-4FCF-87B7-9DE397FE18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6810C6D3-B1B8-418B-94FC-1EECC22715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F4619608-1325-4C21-BFCF-CD58F6F952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F390E480-9A19-4DD6-A7E9-64B8D69AB45B}"/>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3244FC87-79EB-4D2B-B586-8469F975811B}"/>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DA9A7EBD-C957-4955-BFF0-782DCE97FB6C}"/>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2A618BC5-8740-4F7C-AFA1-5C39BB9D6701}"/>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97D0300F-B5CB-48A8-A309-602BF6C3CE22}"/>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C488C4AD-357C-4033-B7F1-71E60A6513ED}"/>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EAAF4F6B-CFB1-49BE-9AD8-BE46FA210896}"/>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65CA9BBA-24CD-4F35-99CA-27D87EE9C494}"/>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1C10FFC5-80BD-4A16-BF2B-E204ED1C5965}"/>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2C1C26E7-B32D-46EE-A50B-B4DD2DBB675C}"/>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33DCFCA5-BACE-4511-B441-A2B5678D3CAA}"/>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1DDBFF56-FC72-4F9C-9CD7-F7748B764089}"/>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4E245EC6-3491-41D1-8D2A-47F2CDCC2C00}"/>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6ABE2A8D-8E59-4C1B-B493-7537DF8D74C2}"/>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95F6E941-9DF1-4B79-8B0A-14DA7513714A}"/>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26598AB1-9F98-47E8-B608-46CDC062127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B4B44CF5-8D23-448A-9B78-AAE7A2F326A5}"/>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86C6E7CA-C163-45BF-A10B-2820014BC488}"/>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E6A324CB-FE01-4CEE-A3CD-AD557044EB1F}"/>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B09185ED-80C4-4D2A-8EC2-C35183B7561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CDD3E515-A745-4C7E-B8A9-4DDC95EFE753}"/>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B0CF4A5C-E2CE-4A2C-A055-1870635647D5}"/>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55901791-A061-4428-B62A-ED2B3D8D3886}"/>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5CE17C46-9DA7-44B2-8993-F1AA9DF8664E}"/>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5151E87B-8252-47F0-A333-5B8369CCE546}"/>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7E571873-80FF-4B14-AB49-80CF640B6461}"/>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F05BF0CE-9719-407D-B0E0-62A8D5C7FBB3}"/>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0FB3FD01-C7CC-4D18-96CD-2AFDA63CDF14}"/>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95FA9333-5222-4D78-90AD-A97435BF2255}"/>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50DC8418-9DA7-4A4C-BC4B-31B8636CAB87}"/>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1BFD1216-0DE9-41D4-A072-24BEFC5A9167}"/>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693AC7C8-F3D6-407E-94F6-4F09161F3035}"/>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83E528E5-C7B9-4FE5-AAA6-19F960D9B780}"/>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B504BBA0-17EB-4DB2-A8FA-A27524003709}"/>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71083022-7C22-4F4F-8C9A-DE31D3A2863C}"/>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CE412CAC-FECE-4922-864F-6BD1C608C3B4}"/>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D2915675-B3A0-42B3-91CF-C67DD7449261}"/>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56AA32A7-6E8D-466D-ACC2-47403038243B}"/>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FD70DEFF-33CD-41EB-B24E-6B9701B835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8763011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9A06FB54-53A4-4603-88E7-E001EA4CCB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3D007353-FF27-4A6C-B505-92F3A26845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738329CE-6DC4-43CE-82F0-3A279741F0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C64A9493-1E4E-47B7-9032-C8373DF0BF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EBE0A05F-7CC8-43BC-895F-AB7F951EF4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587D3BFE-80B6-4206-BF6E-1AE94E016C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8B2892B3-0BB5-4DA4-A181-7146BDC6FB7C}"/>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A9C6B083-805E-418D-87D4-88A431A6C6DA}"/>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6A0ECB40-CDC0-4E15-9BF0-A32AF5CD100B}"/>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31D2825F-890A-49F5-8A7E-086D6876AC27}"/>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3E831DB6-BF6D-4E2F-92C3-A21A76A5BC63}"/>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C94EE8CB-B033-484D-8164-94D37009F0B1}"/>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BDAE938E-91A0-40F4-8CA1-664FBB87A848}"/>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87947675-026D-4AA6-8DF1-89E4600E5C51}"/>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8E930643-2847-4A5F-94BB-0C8CDDA084F9}"/>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2BE6C809-D03A-4324-B012-D6E3945962A5}"/>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D5BB384E-9418-4AE8-A786-BFB912C63CB3}"/>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A7F5EF75-8A3E-466B-8A47-535A5E6B195A}"/>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230060A6-55CC-454B-A173-2C047E170655}"/>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024C9FAF-0A06-43AE-B78E-401E6B7117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3892523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2E2BFDB1-1833-49D1-9C54-FAC3EB7E07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68CE2ADB-F604-47F9-8462-E4FCE33C3F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EDBFF9FF-2559-445D-AE18-D897B9574CD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A4E2C184-CEFA-4323-89FF-9860203D5D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BEE856D3-C86D-44C1-87E6-194691F23A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6282C818-8A27-47D1-A3DF-F0F6CDE173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D8C33D5F-EFEB-4A15-915D-47D3CB904583}"/>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068E7280-3584-4DC1-866C-18245A43B391}"/>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DDD551CC-DA62-474B-9221-907996B78577}"/>
              </a:ext>
            </a:extLst>
          </p:cNvPr>
          <p:cNvPicPr>
            <a:picLocks xmlns:a="http://schemas.openxmlformats.org/drawingml/2006/main" noChangeAspect="1"/>
          </p:cNvPicPr>
          <p:nvPr/>
        </p:nvPicPr>
        <p:blipFill>
          <a:blip xmlns:r="http://schemas.openxmlformats.org/officeDocument/2006/relationships" xmlns:a="http://schemas.openxmlformats.org/drawingml/2006/main" r:embed="R6e5c7504942b4efd"/>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FADA907C-1A52-4C38-91A5-D0B6D6E9665E}"/>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7DBDCFDB-8536-4216-BB19-43D9D57D2044}"/>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F0D2C8C4-7581-4E75-AC20-D5BCBBFF166E}"/>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7777F0F2-C698-43EA-B5AB-9ABB977A34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9961900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28795CE2-F649-43A5-9070-F64DC6595D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418D48BF-1E34-40A0-986A-31A6646C75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879E7F6D-F9AB-406B-AD81-EE629DD3A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07B22616-33A7-4587-B97A-17B91FA347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70B12EE8-FD50-44D3-AED7-44CC7DD45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2AF49B1C-26C2-4898-8004-2CD69FFC26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C265A508-FDE5-4E66-A39F-400EA491C7E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076FFAAE-6BBA-4C92-8840-D93F8B69F066}"/>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806890DA-5D9E-4CFE-B7FF-7E1D8093519F}"/>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87615329-1F2C-4AB7-B8C0-7089603D04DC}"/>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289C5584-D1A0-4BCF-9788-348F440A5ACD}"/>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F2EB7AE4-691E-4489-842A-2B0EF0704826}"/>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5729E382-26F7-40BA-8CB9-0176E20CE80D}"/>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C0C41FA2-91DA-4E6B-AE4C-A5944C52DBCD}"/>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245F7264-42EE-43CD-B7C6-A777E5DC0A25}"/>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61E606EB-2CAD-4999-9BC2-12E6D2A09C89}"/>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4F54B1EF-90DB-470F-B798-AD13986E0F04}"/>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886CEAE1-29B6-4BC6-9961-A1ED9E8CB840}"/>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8D2E3093-B973-4880-9797-8634A3088796}"/>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6749E909-3270-41F3-986F-3C6EE7FA1CA6}"/>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87ADECFA-27C7-4933-8400-7EA0ED977179}"/>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652B0F71-DB23-4B5B-AEAC-C95CE477A7EE}"/>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4707895D-F92B-40EB-8E59-2ADE38476FFC}"/>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3DB43698-2384-4E91-BCC3-0162DC91D979}"/>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2B2DEA83-829B-4C80-B3A9-544F3EAA826D}"/>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C642AA0E-54EE-4D34-BE90-43081AC6ADBC}"/>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A6DC6276-F5EC-4B62-B51A-9B09CDD45224}"/>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6592E262-D72F-440A-A9E9-95DE1BCF93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6724220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0A101B0E-E57A-4266-B589-D02DE90CB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3B3BB8D5-F329-421C-8707-9ECF11FF90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F031EB4C-7A30-4A15-AE47-7DA87916F8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85981727-AC63-4A2D-B94C-0DBA6335D5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CAD446F4-18DC-44D0-B31C-7185F6C8E4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0DD0760F-7D4F-4745-8DD5-FBD1949D05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D50777FE-D717-4B98-8FBD-CA7B011141DE}"/>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3467A468-1650-41C2-B4F6-3BD1E5EC4661}"/>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1310DE56-AF94-4282-A76D-5DB40ED8F42A}"/>
              </a:ext>
            </a:extLst>
          </p:cNvPr>
          <p:cNvPicPr>
            <a:picLocks xmlns:a="http://schemas.openxmlformats.org/drawingml/2006/main" noChangeAspect="1"/>
          </p:cNvPicPr>
          <p:nvPr/>
        </p:nvPicPr>
        <p:blipFill>
          <a:blip xmlns:r="http://schemas.openxmlformats.org/officeDocument/2006/relationships" xmlns:a="http://schemas.openxmlformats.org/drawingml/2006/main" r:embed="Re5914374f95f40c0"/>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011875AC-1F1F-46E6-A731-4B2704919A69}"/>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D7FC2BED-046F-4EC0-98AD-2BBF71AEBE8F}"/>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83513C56-91B1-446E-A16D-E10E6CDC12E0}"/>
              </a:ext>
            </a:extLst>
          </p:cNvPr>
          <p:cNvPicPr>
            <a:picLocks xmlns:a="http://schemas.openxmlformats.org/drawingml/2006/main" noChangeAspect="1"/>
          </p:cNvPicPr>
          <p:nvPr/>
        </p:nvPicPr>
        <p:blipFill>
          <a:blip xmlns:r="http://schemas.openxmlformats.org/officeDocument/2006/relationships" xmlns:a="http://schemas.openxmlformats.org/drawingml/2006/main" r:embed="R3d3639b738e2409b"/>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3BFA14AD-4FEE-4548-9B0D-5C9667B656B6}"/>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F5CC88D3-B27F-49DC-B896-5368F169C891}"/>
              </a:ext>
            </a:extLst>
          </p:cNvPr>
          <p:cNvPicPr>
            <a:picLocks xmlns:a="http://schemas.openxmlformats.org/drawingml/2006/main" noChangeAspect="1"/>
          </p:cNvPicPr>
          <p:nvPr/>
        </p:nvPicPr>
        <p:blipFill>
          <a:blip xmlns:r="http://schemas.openxmlformats.org/officeDocument/2006/relationships" xmlns:a="http://schemas.openxmlformats.org/drawingml/2006/main" r:embed="Rae8ddc144ddb430f"/>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E39446FB-E8E2-495C-AC2A-63D288B6CF5D}"/>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78E91FA2-6B79-441C-8173-AB9F28F30AA1}"/>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0B7B5BF9-F80B-44CB-8E40-A43C2D76B345}"/>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6FE97F2-1CF1-4843-B9A0-6D5A97686D5C}"/>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9B89E949-56C1-4564-8B52-11C05734FF9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CA7ED12-6843-40D3-A9E2-CE7352A75CE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EB7E3C27-410C-4C21-B939-B818E62C3D7C}"/>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09F1DFF2-7F0C-4760-951C-E3C8CE8A1B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1182841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C682813-562D-40E1-B148-29810772F8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D3921992-7D1F-445B-BD6F-CFE457EA4C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AC8BFFFF-BCB8-4DFD-B539-DC27317D39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77C3E267-B9D3-4143-95B3-3FA684E4AA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B2210529-8855-47B8-BFF4-CAB6FA66B9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CCED9FB8-4557-461F-9071-BBDF1E09FA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DBA0DBDC-CA65-448D-A680-73D2DBC63C1F}"/>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47531F0C-51F6-493A-A6BF-6B776885EB06}"/>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F3B9375-118E-487E-B64A-0FC84F2540A3}"/>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C32A86E3-49BB-4547-BA43-698146971325}"/>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36C6BA92-7633-48D0-A8C5-E4608309517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28ED74B1-F95D-4A8A-BD5B-47C1A2325060}"/>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B36D3165-F3DB-4297-8096-7B0094EC5B8E}"/>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6006D85-9DD7-48BF-B5BD-A161274D6356}"/>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843E6AC9-8768-441D-AB0D-2C85B4EB942E}"/>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225E93E7-511C-4D34-A314-B677B76BEF51}"/>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3DC93614-C5FC-4290-AC36-4844E95A05D8}"/>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C692D461-2BB6-4922-876C-8190BB3F07E7}"/>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FAAA84C-D785-4997-B3E7-8694B5DCA88E}"/>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52B78802-B13A-4DA2-9C5D-753974DEDBE1}"/>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775C8B0C-3540-4EDB-AD75-B294AE4BD9B6}"/>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58D70BDD-4920-4906-829F-908390791A4A}"/>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2F1CA1D3-7548-4773-81BB-F9C62FCEB8B5}"/>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1CBD3CB3-B67D-4F4F-9AD9-1FC8F519D2DB}"/>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454B0965-1E9E-4372-878A-A6A161F12337}"/>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3EF29FDB-8775-4B18-929A-4A6AFDE916F9}"/>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A9CA5E57-5C02-4522-B97A-1425F5B1489B}"/>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ABCB287A-E3EC-460E-B045-228631ADA23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C4F2E6E-4415-4899-9517-A60F647040BB}"/>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C76F7A79-2F17-4250-AB74-20316D898751}"/>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BAB14D6C-8D67-4B31-B421-25F2FAD9AA57}"/>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A38B8766-3206-4356-AE98-1FDB84DAE622}"/>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B919541F-1369-4F86-B5BC-E6F55755B1C1}"/>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A9197E7E-DB3E-4005-A1DB-F98DB88552C2}"/>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F7FBFBA7-F916-4DF5-AE94-C6C7AED505F2}"/>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396F1492-ABDC-4DB6-8AA0-50012CF78963}"/>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2AA189D3-BCA4-4FD4-9627-AD622888B3D6}"/>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1BCDC53-D062-4CE6-B17F-0E24429E6232}"/>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69E46A85-850C-4553-85E7-DDC8C95508F1}"/>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5A56281E-26D7-4072-B37E-A6D85A6C3FDE}"/>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A389CA02-6553-4224-B8DB-FCDB8597E7E1}"/>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5F9AB27A-0353-4FEF-A45A-348A55BA8A97}"/>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41E967F-F97B-4AB6-AA88-34B411B5C3E0}"/>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5EFFE518-66F2-4384-95FC-6AD765255A95}"/>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2BE7009-D5F1-4B11-8840-52FD54A97EE4}"/>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605FBB53-96AF-40B4-BD0C-C893EC59AC97}"/>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B252F36D-F0D4-4D6F-9185-A91AD2204560}"/>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55BA8B57-3DD2-4025-848A-556F0F49A7E6}"/>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A869CE45-5FDB-4FD6-90CC-219352FE8F9E}"/>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0DCCE690-BEA0-40F3-8745-B454EC975143}"/>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8030BBEF-3B5F-4E65-B480-B2AB402D1900}"/>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E6206DE8-87BD-47FE-BB56-B72651D59BC9}"/>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6C26D75-1FA9-4C30-B3A9-B213F259419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DD8F068D-20FC-4461-A274-551CA0AA075B}"/>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A60F981B-CD9E-44EC-AC26-A0729686EA6D}"/>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B46D9D4B-5FEA-46BB-BF40-9EA0FE22BD79}"/>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12E73157-88F4-4CA4-9A84-460326938EFE}"/>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0622C656-1EAE-487C-B630-ADD39D0A441D}"/>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DCA0EB6C-4B37-42EF-9BFD-D103BF6F9781}"/>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6DB5D95D-C6BC-4C1F-B20D-C16420D47A29}"/>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4C30FA6B-6E3A-473B-BFAF-04EE9148DA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3694926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2B0E1A6-9CED-4BCE-B914-40F448CAE3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0607D7B9-BE36-4812-853B-E6BB657870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0E2A3B3B-29BD-487D-B88A-35A809C752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E10A6420-8C80-4C60-9E6E-0127C002D1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88F3A8F6-CAD8-4D02-AB21-DB1A4271A6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9A3A10C6-5AD5-4F8D-A657-11F51E451F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DA211D1A-2DE2-4A7B-A425-A086E2D88C5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D5888D52-99F8-4DE9-8DCA-9B490FA1E23C}"/>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8AC8A658-387A-4FC2-9796-5D6F8D6DB037}"/>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5920C86-3573-4CCD-8E87-F654EDFFE8DB}"/>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FEEEB15A-24FA-4E4A-A400-091412F93667}"/>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33C9DEC-C0E7-490F-9525-2C5B811C9098}"/>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29218F65-6905-4FCD-B15C-0C6E58D65DB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DD7628D-4D13-4F3E-BEC3-49E7A763D6A0}"/>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B4C6E456-94A4-439D-A0FE-1B8B9B84C82A}"/>
              </a:ext>
            </a:extLst>
          </p:cNvPr>
          <p:cNvPicPr>
            <a:picLocks xmlns:a="http://schemas.openxmlformats.org/drawingml/2006/main" noChangeAspect="1"/>
          </p:cNvPicPr>
          <p:nvPr/>
        </p:nvPicPr>
        <p:blipFill>
          <a:blip xmlns:r="http://schemas.openxmlformats.org/officeDocument/2006/relationships" xmlns:a="http://schemas.openxmlformats.org/drawingml/2006/main" r:embed="Rc4556a789b7741c2"/>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273E3009-7EC6-44D7-92AE-991091FB4CA5}"/>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BB086566-00BD-4833-895D-2B1EF6219458}"/>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6CD3A220-DE3C-44F5-B4B0-58D1EB45CB9B}"/>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825FDB25-04A2-419A-8D81-F2D596E23CC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0D5ACC94-B3E8-49AD-9229-5DAD1BEE213C}"/>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B1A06EA7-47F5-45B7-8500-6E74C39432FA}"/>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889A0085-716E-4740-8476-83000F3FDAEA}"/>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72623C2-B422-4725-8813-88349976109E}"/>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CB12C280-242D-4A86-AEC6-6A36D46315CD}"/>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0CBFF552-ABF9-40BB-A154-A59C50BC298F}"/>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4C40709A-3818-47FF-A86A-78DB98D1B6A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42A24866-AE6C-4656-94C3-00BE6A1F7752}"/>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13B16B72-B06E-4647-B17E-457BBA3A5B8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EA00FD9-DF1E-4557-8122-0CA77F680329}"/>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D62F980B-6F2E-4D0B-8D66-C9C8294941E7}"/>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29091A62-C64B-4106-8D57-813923C4FE10}"/>
              </a:ext>
            </a:extLst>
          </p:cNvPr>
          <p:cNvPicPr>
            <a:picLocks xmlns:a="http://schemas.openxmlformats.org/drawingml/2006/main" noChangeAspect="1"/>
          </p:cNvPicPr>
          <p:nvPr/>
        </p:nvPicPr>
        <p:blipFill>
          <a:blip xmlns:r="http://schemas.openxmlformats.org/officeDocument/2006/relationships" xmlns:a="http://schemas.openxmlformats.org/drawingml/2006/main" r:embed="R73ec2b9209984cd2"/>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BD93732D-D10D-4A7E-8965-5FF966F49EEC}"/>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F43D36-D6B1-4C5B-B219-9EA3A79FE183}"/>
              </a:ext>
            </a:extLst>
          </p:cNvPr>
          <p:cNvPicPr>
            <a:picLocks xmlns:a="http://schemas.openxmlformats.org/drawingml/2006/main" noChangeAspect="1"/>
          </p:cNvPicPr>
          <p:nvPr/>
        </p:nvPicPr>
        <p:blipFill>
          <a:blip xmlns:r="http://schemas.openxmlformats.org/officeDocument/2006/relationships" xmlns:a="http://schemas.openxmlformats.org/drawingml/2006/main" r:embed="R86507b2704a54fc1"/>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CC9D8B10-377E-4826-9412-9D596D11A9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5744319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DD658F83-B938-4E0E-84C5-15CB69E9D5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3F6FBBD9-1FBC-4BFE-8EEF-F2FE659557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797EF0EC-6315-4743-A84B-6F5DC6CABA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8747B39A-7350-45E9-8EFD-9524FBEAE9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9BD4019B-B9BD-4B53-8B91-7D72D6D890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58BDFE42-06C7-40CD-9F5B-9B0BAFF78D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DEE12BE7-C993-4118-A78E-711A00C7A40C}"/>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D4F0A31B-9459-4B90-ACDC-19C79111CFDA}"/>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78BF586A-B799-4FA8-BDF8-4343A1DB5B1B}"/>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ED071C6-EC8E-41B3-9D10-9401B73947F5}"/>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BBFFE2D-0128-4B43-8302-C7D6F830576D}"/>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9B99A0CD-F508-4F69-A6B2-4771FA202253}"/>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387E3235-2ABB-4CFA-AD7E-30F9112ED8F3}"/>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95C6675-C33D-46A0-90F3-2D2AC03385A5}"/>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6801659-5DA8-4FC5-9B52-15D47559764B}"/>
              </a:ext>
            </a:extLst>
          </p:cNvPr>
          <p:cNvPicPr>
            <a:picLocks xmlns:a="http://schemas.openxmlformats.org/drawingml/2006/main" noChangeAspect="1"/>
          </p:cNvPicPr>
          <p:nvPr/>
        </p:nvPicPr>
        <p:blipFill>
          <a:blip xmlns:r="http://schemas.openxmlformats.org/officeDocument/2006/relationships" xmlns:a="http://schemas.openxmlformats.org/drawingml/2006/main" r:embed="Rc0872bbf198447ee"/>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F4FFAE40-C95E-47E2-8391-BC449B7998F2}"/>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9A1C9A48-96CA-42B0-B438-D80CD87189A8}"/>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665BBABE-03A9-4478-8EE5-1EE82E85466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D1E16FB8-7B98-4A4D-B7C5-DD82E7E16CE3}"/>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5F1E2353-D0BB-41E1-8917-CDD9E63FCA1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A0609B5E-E531-47D5-A348-07F338195DA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745FF226-E9D2-4A7C-A949-00C5C71950BA}"/>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5D915AC-933E-4EC0-9063-B143495686E0}"/>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F79880AE-21B8-4B51-9503-549FE8C7EE85}"/>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57AE1BD8-0BB8-4DAE-AE2D-D11B37672CB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EF6D9CE2-A2E6-4CFB-825A-FCE90AA93173}"/>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B426D168-EDEF-4455-B1C8-B8155205C12E}"/>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DCAB932D-0D31-4031-A580-55A898A0B0EC}"/>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15154D62-429E-4EAF-A36B-60D744CDC315}"/>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C3AEC4D6-4A7B-4E97-97BD-8A81277514C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8B827701-83C3-47E0-824E-349D46FFCBDA}"/>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1677F9A5-3665-4BC9-BB69-20E337BF2365}"/>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B658F595-A931-455A-BF79-0293FC1D808C}"/>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BBD7F676-79AF-46B1-8ECB-C1518C54C15C}"/>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E8D45354-4A05-496C-8F95-44029A409726}"/>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68FF1D16-9194-4626-85CA-79A573653C8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81D99073-1AFE-4AE4-BA03-CC02CD52064D}"/>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D79945-2F09-48B5-8408-CD0E3C30C435}"/>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7E8A6533-6DEC-410D-BFA8-4EA4BF155972}"/>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FB7F5045-FA03-4AC9-B84F-304122B9B79B}"/>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1870C5DA-5C41-4B53-B120-040047A575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897290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02B23DB6-1CC6-4D5C-8237-1470680515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FF4CF0C7-8510-41AA-8C33-8079798BB8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629D0F1C-554A-4CAE-A296-F329546BEC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51F6BDC5-D4B8-47AF-88EF-57C2EB5623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0017E083-CE7E-4CF8-9DF2-FED24550BD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55AE808B-30E1-4B99-88A4-A3B6855FCE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1282605F-CA4B-491D-BD02-F8272114FECE}"/>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51842EB6-CCC1-4316-8E03-0D26E99FEC41}"/>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F9D9D092-AD8C-489A-84D1-847C7C57BFE4}"/>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4A72F06-9E12-4473-B101-D3B5F6BDC73C}"/>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D191DDF5-2CB3-42F6-B2A4-44456058FA95}"/>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853E37F0-1FB5-4337-AB07-7857B8933C63}"/>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09EB6846-4FD8-44D9-87D0-F2DD59FBD2A7}"/>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DB4AE217-BC41-47DE-A961-20B5556C3D5A}"/>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1F4DB56A-B72A-404A-8ADB-BFD7BC34A89E}"/>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6CF2A977-A355-497A-8D0A-9CC2EE448200}"/>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366B5B23-C13B-41EA-AC5F-1358A3D5E8C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7D5D1D75-51B2-40AC-8486-B6F4011E8766}"/>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A321EDA2-9456-4BD0-8416-968B1DD81864}"/>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7B491EC6-4F3D-486E-B758-15DD5767FD14}"/>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C20DD6FE-CC44-4330-9404-BCB89F89302C}"/>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5BB1AEB3-BFE3-4338-86A5-5F0C53809A79}"/>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D0000F0-F0DE-4B08-B712-EE472343D88A}"/>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BAF95494-7214-4E68-A347-7A2DA9B826AD}"/>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F1B0A65C-4529-4C4E-B0A2-7AFA9DE41CEE}"/>
              </a:ext>
            </a:extLst>
          </p:cNvPr>
          <p:cNvPicPr>
            <a:picLocks xmlns:a="http://schemas.openxmlformats.org/drawingml/2006/main" noChangeAspect="1"/>
          </p:cNvPicPr>
          <p:nvPr/>
        </p:nvPicPr>
        <p:blipFill>
          <a:blip xmlns:r="http://schemas.openxmlformats.org/officeDocument/2006/relationships" xmlns:a="http://schemas.openxmlformats.org/drawingml/2006/main" r:embed="Red2da7e672ac4691"/>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144BE02C-DE05-4CCC-85E9-1F0E2727BAC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B8D12CF-F951-472F-B83F-7B591C43E743}"/>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92A0BD11-9A15-4126-81BD-6777F7340FF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EDA1625-0384-44BD-B63F-C924078DE03F}"/>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8089AA6C-A52D-43DF-A26C-DC73BF312AC0}"/>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05802FD4-7414-4375-AA44-9205D150B0A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13861655-3A67-4490-9A72-6E5AAE4C705B}"/>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7644AA4E-4547-4867-8179-A23AB3B6299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C067EBF6-3FCD-483B-8052-9706DAC727D1}"/>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710523A3-F355-4493-A297-EDF63AC14578}"/>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E1D04C9F-ADAD-4816-87BC-566EA53BB817}"/>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D4FD708-5F8A-4D08-8AFE-56D1C5639EDE}"/>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5EA93289-D178-4FB9-847C-7D7264402BB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11823D4E-61DA-4C66-9560-62F4C905CE9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47C3072A-0E4A-416F-92D1-59E11E6BE506}"/>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E4128643-60E4-463A-9CA5-C4E121F87301}"/>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350E9B76-0A89-4DED-8C34-10F034ED85D8}"/>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19508244-F9BD-4A5D-B6CC-3A26C484CF5C}"/>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4CDEA941-FDD9-4933-BDE8-B6AF09B4FD6B}"/>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D0703A48-6D14-47A3-B37E-61295DAB91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67226231"/>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2D5EA872-A9C8-4534-BA4A-E80643A9E1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45BA26D5-7A2D-4598-A692-C8EFE28B93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0EAC8944-C7E8-4863-A8F4-7CF50311A7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65D3C1B7-2D45-4281-9CDD-4D68F5B0FC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7BEDBB3B-17F4-4B7E-A91E-140D0D87B0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8EDFAB70-9114-4F26-865E-F3D279C5A9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3C00AAFF-8E47-444F-AB97-262F2C6B6930}"/>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DF763CF7-AE60-4CCD-83E6-11614A9D372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8C6EDB87-2FD3-46E0-B583-383DFDD57D3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DB6C7AE9-89B0-4462-BC44-2716ECB5A40C}"/>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4D0E2A60-EA6C-488D-B1A1-2B3524F7104B}"/>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D77D93C8-592A-4493-94DB-B5C666A355A0}"/>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0D076624-A810-4BD9-B769-CAE28495959B}"/>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BDB42072-5E0E-4EE2-B53D-A9E2CE0F99AC}"/>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17E2173B-1118-4604-AB4D-1C1C5F45F0A9}"/>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CD22841-71E1-4D3C-B180-F3FB24651C65}"/>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F926F046-605E-4EFA-8B3E-A41E37071D22}"/>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F3285977-8AB7-4617-8908-A0E884FF7352}"/>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F5A17E3A-C662-4ADA-A5A6-CC505021AFD5}"/>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26D4930-C4A8-45D1-B272-10160363F1E7}"/>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3BF1A19-A044-427A-B05C-4804E7BA461C}"/>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0A0A3FAC-4453-415D-9698-3527C8912E5B}"/>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47B4BF87-FA6D-4D1D-BBEF-87D158626C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37383756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A54E4D69-D9FB-4793-B2BB-A9E58A7CB0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CCFC8595-D5BB-4529-8B36-D5BC7C04F5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F64879AC-5E0F-4BD1-A50C-B52DEE5D7F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8E2940C-CEFB-449F-83E9-C9CB5EBEAD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002529AE-754D-4B65-A345-12B36A44CF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4F6A5C55-F2CF-43CB-8EE6-61E3F2E3D1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0B9660DA-080F-4C97-B111-683AA352B503}"/>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02DE5A69-BA09-43CD-912A-45DDFAB5FE6C}"/>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60BE087D-56E4-4866-9827-BB4303DCF244}"/>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20217337-BCF4-464B-82DB-7BB4E7D50E4C}"/>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F264349E-0C38-42D5-8682-05DF55BA3E10}"/>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C917C05-A75E-4230-AE2A-3A86571B42DC}"/>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1C8CEA7B-230A-4347-AE02-0F4F26A0C787}"/>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61F64A1E-5895-4F81-A9CA-814D65B72BDF}"/>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E5937B97-0F28-40FB-934F-E1F62EDFC5FF}"/>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82400E8E-540D-4982-9283-C6A9DFC19276}"/>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B99ED42D-8B07-48A7-A193-D9405E227402}"/>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707A3BED-568B-437C-8D12-A2245E138B85}"/>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23758B70-12C5-46ED-B652-D83F443B237A}"/>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2C297713-3157-43D5-AF76-BF5099CCC488}"/>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848B6E00-B8D3-4940-8662-3C4DCC4E52E4}"/>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A0362849-5C37-4E49-B6F3-BA43D319CEB9}"/>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218A2F8F-FBD1-43F0-83BB-BDE728292BEE}"/>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E86AAA0D-CAFC-49C6-9590-20CB9DA0EBD2}"/>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416C0D6C-7CDA-4C7A-BF48-A984854391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59190550"/>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8DB12CBC-34EF-4F12-9D9D-36636E39CC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E6858865-215A-4AFF-A4E3-44134592C2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93F340F2-8BC3-4787-BD97-9F84A6AE00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3320B79F-E851-46D1-8B9C-A71448FDCF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5382EA16-DAA5-4D31-AA6E-CEA7DB8B17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FD1A85A9-894A-435F-B5DB-A92DF97F5D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E8063637-DFF2-4531-9D62-EA9FA678276C}"/>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2E95E270-5DF9-4DFB-A186-9FDD30F82DDE}"/>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1DB47FC8-97FF-4FFA-95EC-70AA02DAD273}"/>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9788CDB9-1C57-4868-B2E9-5BB3B3BCDBC9}"/>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759B2C8A-5739-4904-A2C3-42D78E3C1C50}"/>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AA711002-FB77-4DAB-86F1-9206F388DC40}"/>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82BDC096-0A05-4DFE-A8E0-87C4B11DEB53}"/>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D7AFB78C-4C8C-4294-B8AF-B147C1EAC87E}"/>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923E4DED-8852-45CD-BD4A-327138C072C3}"/>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54300B3B-4998-4314-B460-8EAEA3F6793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36EEB46C-9EE1-4916-B929-A633E72F6334}"/>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8D92764B-4F1B-4CD8-ABED-45B40B1D5125}"/>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876D502B-5043-4C1F-80B3-A19B7B905C97}"/>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A9D430D-2E87-49F7-9291-45579A622DB1}"/>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016186CE-0670-4155-804C-3516BDDE81B4}"/>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CCB4799F-F3A6-4300-A3E7-F5EAB3E31684}"/>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AB0BA15-CFA3-4EA0-9084-F0F4479820D3}"/>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C66F58D4-3F93-4459-8C24-16391FE9E237}"/>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0C10ACC8-0012-4384-8A83-4FF4F090858D}"/>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A3A5170C-A8EF-4C99-94E6-41A9017C65BE}"/>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6804FF6-928B-49C9-A774-89C06AA6B0CB}"/>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32413B28-1B11-44E8-93F5-A04712A3246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6872B891-A1D0-4967-BA11-076F79846C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854965744"/>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DF0BE777-9B9E-4C9E-84DC-1FD1D50996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C100B28A-C1BC-452A-AEC6-910C505D2C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F8DFE785-B699-48C4-8E48-57A9303F92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290BF858-7D0D-4E88-A360-6421A499E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CD35B283-3683-4C01-B9C5-15B91D26D4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46946057-EFA0-41F9-A33E-B3714037B8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52294270-2DD6-4125-9369-FFD4C036BDA5}"/>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6D53B952-5B49-4D7E-824A-24D09B8EA896}"/>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BDF645C-9864-439B-97DE-08BBF175EC79}"/>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6D78292-7FAF-48DB-AF10-4DA6484FFEAC}"/>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D14FCC6B-0EF1-495A-B8C4-27B3276002DF}"/>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0AC06CA0-4573-4057-9328-E7CBB7BB2D6E}"/>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60E870A-0A83-4DAE-B95C-281877CBF59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819CBDA1-F595-407F-8268-1B3A4C1FA53A}"/>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9E408DF0-074A-4B0B-BB79-BB157BB97D43}"/>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EB3AF62C-C30D-4D25-A7A1-ACFC4D530AC5}"/>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01A0694-E306-42E3-BE27-56FE4828AD8D}"/>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8759A690-2EA5-4EC1-A86E-E18AC900D57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B39E7B94-FDBF-48D9-A327-28698014334D}"/>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F0567DC-130C-442E-AF11-62F9C7990765}"/>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CDFCA998-C07B-4851-92C0-AC038541C2F2}"/>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D7E39DE-E593-4F01-920A-4FB143C06998}"/>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EB90C7DA-7CC0-4D60-AC49-D91DD642C6EF}"/>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EA195BA3-7AEF-48D3-BDA8-09C21B0DF24A}"/>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FDE3D464-E002-4E8F-BFBB-A20D393626BC}"/>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C230D7FA-937F-4D6A-8FB9-8885FB90125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D708BC7-77D2-459D-8401-A1AA22CC1BB8}"/>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3A838D01-FFBF-45B1-9CA7-7A449C30DA58}"/>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E9557E23-CEB9-4BE9-8BB4-9959503C2986}"/>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3194EB16-700E-4E91-ADAF-D809C4CD84DF}"/>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C0D39E45-7A24-45DF-81C1-D17DF08C461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904B0D52-98CC-49AF-8E6E-6E73CB86CFD6}"/>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B453BAB8-5588-4F4D-9F47-42974B8CB2F4}"/>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C9ABDAEA-2126-43E5-9783-4E0C1ABF2E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34212921"/>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26F07080-414E-4C13-B3E1-80D8D8BAEF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ADA34846-9E1E-4891-8699-91371BAA62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AFE0CF0C-61A4-47ED-9AC1-B72699C6C5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D957EFAD-F581-4C5C-AA81-9ACF689048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2F087A0A-88F9-490A-B217-0B07F28B64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89FCB1BB-2C52-452B-B36D-C740D06A6A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FE869B4B-3052-4ED3-9CF7-F8F57715BAB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0D2600B7-F242-4218-922C-DD0210D37AB3}"/>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4C2A9427-3E59-4560-91FE-CC5D70A6D109}"/>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AE3F966-40BC-4111-BF9F-B079D8A8D14E}"/>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F4E476A1-3A2D-4986-8189-92DF8481F7A7}"/>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0771060-8A13-4527-9B8F-647DC5DD3CBB}"/>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29D4D80A-9A16-4FEE-8007-C06186A49229}"/>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C44C31C-BCAD-4989-8E79-3526395F3020}"/>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D8C14EDE-10C8-4D7F-954F-1136849EF2B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3586A804-59DB-48DA-A5A0-C26B4D95FE70}"/>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DD489C53-9CBE-4123-93A8-2330B6A5027C}"/>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C15A75C8-9078-4441-939F-5499AFBD6C2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24ABABDB-26CB-4062-8037-BD19A39DF0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55933222"/>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D3C6A3F-0360-422F-818F-A0419E6719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DD0901F0-CBCB-485F-99BE-68EA7265FB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C451EAF4-B6B8-4961-9B81-32F2D91400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80C2D887-83E6-40D2-AF31-B01156A0A4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FDF0B322-8FE0-4688-9B88-C10BAFBCF8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AE5F174C-4CB7-416E-AC31-C1A4DA0D59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81F46DE0-AF27-4457-9526-C00BD1A776DD}"/>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24DC96FC-C4A4-4A7C-99FD-096202667F01}"/>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1AFEE351-834A-4DB1-A460-C445C7773996}"/>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24070D04-AFBC-4219-AF50-B2326B914F7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D57098C5-9179-400B-B364-C0E9DECB8D6B}"/>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C62C56C3-C9F4-48BF-9024-CF3FC22A3B80}"/>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C00EF344-B285-4ECA-AC8F-8DB2A8515FBA}"/>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7C61F826-FA03-46A4-B26E-20B29CF535D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C5E9DAC5-2262-4059-B25A-3B7493AB9D4E}"/>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383E7790-D461-4F82-A019-5B3E536A6DFF}"/>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ACB427DE-583F-4117-8786-7E32A667B777}"/>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0222A8DA-F9B4-468E-9FC4-658B832F9B4E}"/>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1046E53D-7689-43F9-A349-40BBCE20E07E}"/>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1C01D95B-4705-49E1-B698-875FFE29AB0C}"/>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177931EF-21C7-489A-A813-22FAD38ADE38}"/>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2FE8910C-7A20-4AB4-AEA2-2814050E0BA9}"/>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8C256C6-D962-498E-9562-08C9C344EF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6129997"/>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82FDE553-0467-4C1A-BD51-B655A0F829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C65B672F-4586-4E8C-9809-870FA2CA22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B62E5E83-0DFA-4D18-A457-6F7A30ED52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1115838A-1D8A-45CD-9FAC-F7B7B3C6D8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5FEE4B74-23D8-4B2F-8EC8-60C7D36C1B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2C185A9F-BE13-4387-9146-357C015D93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0881A9D9-7FB0-44BE-B6C9-16CD247D5F90}"/>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205C3CA4-41C7-42E2-8C8A-00B0F1018743}"/>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5C082C07-5E61-4A1A-84F2-C5AD26E9D36D}"/>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775C47B8-CBB6-4E07-BC91-76846755349B}"/>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99C5F1D4-D7BC-43C7-A53E-D614BA65B98D}"/>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EB1F30CF-56E2-4A79-A83B-F11FD71D5A78}"/>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34CD18FB-C3C2-4D1C-A365-BF3B3864E98D}"/>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C0E1D3A6-D966-4499-B6A0-BE1375EE7A93}"/>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BED44326-ABE1-49F3-8053-0416E152D822}"/>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6A6A2496-5359-4F52-8CB5-FEB03DC21A62}"/>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BDDE7787-1D95-48E4-8E4D-8BA8DAEAF5E8}"/>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0B141545-E238-4878-80B6-A273AA0088AB}"/>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6418B06-CEA4-431E-8188-23D94D2053B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ADF4485E-F0DB-4CED-9FE5-5E3E10433588}"/>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C2E877AF-6881-480A-A68F-32683EA236BD}"/>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7508B5A0-92FE-4488-AE94-C064A2290B1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538A8D07-EDC5-4A8D-879A-0318DD637F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339591413"/>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2F2304D6-81C2-4A79-998A-A229B6C847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AFC7F9DE-F5A2-4136-8A79-B9000ECBF8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5847436E-59AD-4FFE-8B8D-FA0F27B6A9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DAB86C4A-4A5A-4047-BE69-16B9BD5BB5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2C214529-4A75-4552-B018-10532DC9EB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EC01B6E2-A66D-4AF9-A8E3-41E04C1B3F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6CE2D578-D9EE-4752-A89F-858A763E0037}"/>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C3DD9A23-1000-464A-A55E-8BB0DC27E6C1}"/>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968303AA-C0F5-45C2-972B-511858437B55}"/>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1EBD98BB-DEA3-40AC-9300-702A395FFAA7}"/>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FF807F17-6A2E-4150-A89C-C839969D9C13}"/>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DECDE97E-1F36-45D7-9291-0CC3DBAAB3E7}"/>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6E5B29A0-13A1-41E8-864E-4875F79F4122}"/>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0FC21BB1-297E-40CB-8FFC-DFFC7323479A}"/>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1E94251D-A3C2-4503-829C-103FB5458A72}"/>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2A17676B-BBD6-41CF-93DE-A104E2E1D045}"/>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8870FA54-1F22-4BDD-8C33-25DA9957BA4F}"/>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52964B09-F090-4F4F-A9B6-7C4E31F57D3C}"/>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D8B1588-1AAC-4246-A5C8-0DD29C7D5B85}"/>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639DDDEE-C7F3-43C9-8017-ACFE74B1853C}"/>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3A85FFB3-5DD8-44A5-A18D-BFCDA81D8039}"/>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C2AB2F8F-9848-4C88-ADAF-636F03E4C2A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D9836DA0-2EA2-4BB5-B56E-0A0F1408F4FC}"/>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E50FE3DB-3BE0-4356-A7CF-12D111B4FD7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369AED89-2F42-45C1-AA70-8E6214C3A135}"/>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F2DEBE6C-0FE6-406A-B70A-3665BBFDBAF0}"/>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7884E792-F8EF-49BE-B857-1669D9E62E6A}"/>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440EE45-CD02-4782-875D-1FCFE8266F8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A302D57-1464-4C6C-820E-73403CB3E5EF}"/>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FCF9935-4083-46D5-A8F6-2D57E40D969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91518B3B-A5B7-4F27-99FD-C2F5EBA2B84F}"/>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5D75CF4D-4971-48CE-8229-A72BB8DB5593}"/>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A99FCD57-98E1-4C5C-8BDF-3C9356CEF181}"/>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679E7B7C-0B7A-4572-AA65-777C196CF88E}"/>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D2150E68-1FBA-4D8A-8335-81AA086A6F54}"/>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9D4715C4-CBCB-4166-ABF6-8900E772AD4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171770B5-A64B-497F-B990-DC7518676B0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3EE34A3C-472F-4D55-96C3-93F716163EC6}"/>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53F9B444-3544-40F3-A4C7-E78C0A491DE2}"/>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AF04BEE8-E380-487C-B319-DE8FF1120D47}"/>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44581595-A578-4F8C-A76F-BF971F606E73}"/>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3E2F311B-13DD-4EAC-A8ED-1BDDF80F0FB7}"/>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73E129C2-E9D6-4395-9B84-76479A1E94E3}"/>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415C398-E693-46CF-AEEA-01DE0700C6E6}"/>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EA0657F0-EC24-42E3-A15F-552DCE23E491}"/>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0E3685D9-6AF0-498C-86FE-CCACB650EC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7122051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44B35333-87D4-4C3D-AF66-1E3BC2B7FF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E767A2B9-1D8E-4567-8B6A-C217803BB0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6AFDE469-26DD-419E-9A80-A5BDFD9788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B203682-5BA2-480B-A87B-C9DBBFBF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E20DD71A-63CB-4FED-92E5-FD46B14A1C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C1D17968-7C90-41A2-AE10-A0F4A08AD0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45DCA1B3-F46D-4627-BD8D-0FE2A4ACDDF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3219E0C-55F7-4EAC-8A5B-6C7F3E41B35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739BBE48-172F-49C3-9CD1-48448566F00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F762D348-994A-406C-875C-DD94A66ACDA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7FA9568-3A60-473A-B5B1-0D10CDD5BF1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C315976-379D-4EDE-A31F-C04BC36910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8C734A61-DACA-464D-B2A2-2D61B0E0542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615DB291-44B3-4D74-90F2-F3965C3F8DC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572083A5-C2DC-4F95-AE87-0D0F849E3F3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F6737562-5BE5-41B9-AE2E-C53D3C6C93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D8D34193-A69E-488E-B7C1-40308A204B9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F2EC53CF-5056-4FCE-B6E9-1B3FC83D2E5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C488C9-73FE-46A9-9903-5B299970399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5989BFFE-619F-4AC4-9054-94676B010E7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5C3D3F57-7244-481C-BB84-37A7B67D55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2876096"/>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DDD61FDE-FC03-4AC1-AC85-D8EA37BDF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0ABE29E9-5484-4DFE-A209-02163C1EDB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CFC3C7CC-655A-4F5C-9F84-3BBD949D6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610FB8D1-3903-479F-B660-0CAA25CFF2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589F2B1E-5835-4CB1-9099-45E61C0ED6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6261BBAE-C492-4A19-8D80-6B67A13055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670DD1E5-3638-4633-A586-8E1DEB98F54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630E420-3220-44A6-AF24-60C70D11E19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225CCD70-04B8-4448-A9C7-73EF296B768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76A3F98F-8364-4135-BBDE-65AD72544DC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25B218A-E850-4A1A-A4E5-C7D1CF38DC3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C56B5F6-9EBB-443A-81E6-A433FDD75ED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3ECE148E-257A-416D-B1B0-20EB42A923C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AAED6A14-EE4B-4CD1-8ACD-16ACD0F37F1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78A8F8F6-B38B-49A0-B4F8-91F893443CE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84C0E093-5FF3-4670-A724-09E5FA6C551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CCC488B4-EA62-4A93-8E29-D3DD0E5C563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C37B4725-08FB-4F7E-A1E9-001F421412A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A59A3EB-7982-4267-B15E-D02660AED45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7FABB07D-0988-425D-B4F9-EC7AFC44827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D0A1C0EB-7CC7-4239-8B22-6C61F43F22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13446063"/>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AEAE19C1-5D1C-42CB-9C55-47853B74A9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6231C7EB-358D-4D31-B9EF-17647A1697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DDFC6B9C-B815-40B0-B8AF-4F65983D47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59629CCE-B830-4649-A428-60FD6A9CDD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D111397D-C16C-4341-96B1-A95E994208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94D2BE71-6017-49B8-B71A-54DE35CD0A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B7777F51-5AAC-4A05-A1B1-B8FDA9459CE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6F1F07E-EFCC-4B03-801A-6743E267794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C268C383-E49E-46CE-87C8-DA24328EB47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401CCDDB-7BE6-49BD-AD03-B994688F511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83F7186-25D2-4A4D-AE24-60F1836EDAC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EDB8D71-4708-486E-80F6-E7E0DC3D902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D5896C2E-9A3E-4F8B-8274-A6B361FE4E4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EA433BC3-E53B-4157-A385-59A7B289227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18259F0E-432A-4A6F-A753-5BA6DAE7F19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407499DD-ACC8-4DA9-9B76-14DF57E0986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A1774EFE-C731-4A45-8837-F0DFEF58BD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CFF025C5-AA4D-4B5A-897E-AE81024A25C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A230ADFE-86ED-4F7F-B4ED-6BFB6F9FD5E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6EE79B7C-B7E4-42F5-8FDF-8C494B70FD4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01E2F583-B569-4C89-88BF-F01F46640A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0563043"/>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5092DBB2-C5D3-41FB-98E5-47A7B9A3C7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852BF1A2-0F31-4851-94F1-D1A9DE229E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B6C517FF-94FF-4939-95EC-CE465A9758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6A50CB29-68BD-481C-AB54-5F141B3BAD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E8613C2F-4CBE-4321-AEC6-6F21FB7642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6469C754-3885-4B22-874C-6EE8DB7E90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EB6A5B49-60AB-49FE-A881-A670DCF0B5E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75A6891-4E59-4F95-9179-D8374C245BF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54DD1D9E-6F70-4E4C-9625-137AF98EE0A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3C1264D9-21FB-496E-BF61-7704758B5AE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F3A4687-5198-4742-AFBA-E9276576471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E3E56F7-C543-4B22-B9EC-17726FF2003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4989CB86-3F4D-4537-821F-DE75B70845A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75680AA7-16E1-4D74-B13B-2A87B5F8B56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0D3A997B-998D-4D23-8FFC-98EDCA8189C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6EAE40E6-D5F8-409D-A452-49E639B042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4BF7C73D-8B50-43DF-A44F-58BED4C1AFC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7AF55B92-3669-411B-BCD6-AB64A54856C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BA1DA935-0FEB-422F-B389-592D0972B53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D28B3CEE-D738-47E8-94A3-52338CAC285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ECB7110F-460E-4D74-96E8-DB46B163CB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25902413"/>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DCB9207B-E69C-4F38-BB18-D4B1FB2CCA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4737B592-74BC-4BF1-9583-A8B3233C3C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2DA4F55C-7F49-4DA3-B6EC-39C3F7CED9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A3A4E2A4-65F9-4845-A09C-FD0C65E609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91D3E0CB-3B03-4B6B-81B7-A11D24C557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625688C9-F6F4-4F86-BF74-7C7A43719E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EB761EA7-8507-4684-ADD5-D12175A2CBD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C522D5B-4885-450D-BA86-DAE3404928F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0E3AF8CA-4BD9-4263-A656-B2DAE724D6A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7F47405E-A050-4CF4-878F-8D0D1CCA059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909A369-A825-4071-A8AF-AB105F357BD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B529C0A-2E59-402F-94B3-7FEBCAB1F56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9DDAC871-22F3-411E-AEC6-434A518F9F1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EDF74E7D-02DC-48AA-B02A-68522974B1D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09032AFD-F7B9-4D63-B52F-F1CDB7FC5A7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AE770945-8E1B-4C5A-8E02-B3D19D1CB37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74E39D4-386C-43E8-A422-4304B776347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87E2E3AE-5136-46EC-8CFF-D82A4192DE6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C4DC7978-4046-4AE3-96FD-49B62BAD075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4E0EA8F3-827C-4DF2-886D-C50C0734D99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57F5EC1F-A4CE-44B3-8925-F88361387D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44002380"/>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AADE5959-3264-4D6E-A0C9-AE2FA50F0D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788489F4-8F2F-4D65-887C-FE5D5DBA14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FB6CF4E3-CC79-4B03-9C39-08E6B99DB4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48ADBA9-EA2E-4D10-87D2-934FB1EF6A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3D7A4454-E71D-4955-942E-2AC6128A2D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14AFEEB1-9DA7-4703-AD0D-BE0601C214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50C1E60C-DC4D-4A01-A860-45335B57DD1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88144D8-D7D8-4422-95A6-FB14D97679A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091A1245-A16D-4224-A67A-0B5DF1C652C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774C12CB-DA3F-4C47-946E-0A4FCD91611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0BBDB2D-873B-492F-BF25-966021A5C05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5278797-5D28-4AFC-BFE5-F3865AF4F3E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BC55860-E226-4F07-9279-389213D21F1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1B5A2101-2CB4-4B8C-B0F6-1BF8D46A563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5DC2A5D2-1213-4D99-9B22-1DEC7AB2A46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25E3E6B3-7212-4532-BD31-DABAEFAE18A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F35AFD76-F97D-48B9-BFEE-0D7F1F81A7C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F93BC141-B41B-48BB-880C-FC5BA49FD58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AB74CE69-8B28-431A-96E6-7C78EB7215B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727B4C62-857D-471A-9620-6F8D22AB8E9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2075A1CB-7A14-44AD-82BD-D7B90A6A38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71333122"/>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2CE777C6-1131-473A-ACC7-D8A938F71F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223D9192-652C-4E4E-BA1D-28B5951CC2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26907C56-E2F6-4633-9CF6-D6C564689F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6417CCB9-39DB-43F3-A702-2D27773952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4CAEBA9C-A3EC-4781-B0FA-EB48AFE6D7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45359F93-5940-4359-A63D-2E768428D9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0824A5FE-DD8C-4F8D-93C1-33B89E163B4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C01641D-4551-406E-938B-5A53BFE3A7B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182ADB1C-2E0A-49CE-AA71-2964320EBFA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CCD365D2-86CC-4132-A8E0-F40FAAD4703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1D41B46-B977-4819-B9A1-D5F182BDECA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70CFEF6-C79F-4FA3-973C-92022F0F0E1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036FC7FB-0EB3-4A33-A6CC-98E6FD117FC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ECECDA9-D1CE-4E68-93D4-24C48C69A36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763AD1E3-02E1-4C27-8574-91E1ECA8138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280C320C-D75B-4207-9534-61A26F32041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B9B65CF0-68DB-439F-A5B0-A6F74BEBD7E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FDAD4492-969E-4F7A-B6AB-CD21EEE62A9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79AF1DBB-FCF9-4CFB-AB36-ED572FEF211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79D729F1-AD6E-4473-A53D-5C847ECE39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77A6988A-A415-49E4-8E35-19FD0A98A7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98469321"/>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3E7ED03B-8F6B-4EF3-884D-6E7AB960B8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1D460B43-832B-4C01-9BB3-EE6532EF04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37051E2C-ED5C-45AF-9594-F25DE0268A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CA5A2878-54CF-4283-9D53-5E7FBCD75E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3240A4F3-5E1A-4D39-B09D-47302C79AA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D07CFD01-0FC0-4E3D-83AF-665C90F9FE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06DAE6A6-4ABD-46B6-B09F-6BB66128330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2057A25-9867-475E-8730-AE9C480C4F9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2295C80F-AABE-49B3-89B1-1A33B81D94C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13468DFB-609B-452E-AB2D-10A2A7B3D05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D390FC0-C4A2-4474-8A61-EB1EFC4C756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44DDC2-751E-4AA7-B8E2-EFBC69DC43E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DB51E8E6-1D69-440F-991D-05B198CD695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FD67CFBD-2A24-4EAD-AF5C-DEE7901D3AA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3C4C0717-3E81-4788-988B-53E3C01E88E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C44104C8-EFF8-4669-A1DC-40F102D80DE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C0F5F2D0-60A3-41B9-B70A-89C071AAF12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3F3C0D0F-99A9-494F-8C9B-08CC1FB20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F89C0012-B115-44E7-B212-ADC2912D5E2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994BECA9-E7F3-4C62-B534-F9B3209B1FB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8BAEA68C-B525-4213-B948-06581509F3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4184510"/>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0785862-43B1-4220-8D76-129BC35EBD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EC46ABC0-4A7E-49C3-A9ED-74C66843B3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585689A7-C50D-4AC4-98D7-A9C800BBCC7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B8BD6520-5541-48B8-A37C-83C5911380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3A136BC6-3F1F-4673-BDB6-BAC9CA0CA4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008D19EF-D65D-4DE9-B56F-47CCCCCBCE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F9AACAEB-D3C4-4815-B5B7-183CE882D007}"/>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4C13B5D3-1A03-4E91-9FE3-BA6F917B873B}"/>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3C7A99CF-2B90-44AA-B948-FD63BA4B62C8}"/>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F3D41740-845B-4845-8618-60608B321A40}"/>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E883BE18-CD01-476D-B46F-B488B11650B3}"/>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AEC3D2D-E7D7-4ECE-9A11-7F629E95B396}"/>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94291E7-473B-4D3D-9DEC-3D02DE9DC6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3464917"/>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B41A64D7-D9FE-414B-9B81-1BCEF939DD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62F62E18-8D91-435E-B9C6-C0BF2077D7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C96F788A-ABFA-4CBF-9F92-621D5E9BC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7D41D69B-FE4A-4317-9BCC-2B0CDA7E15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4272ACF9-CD00-4690-8148-9572BA291D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6DBDD2D0-CAEC-47F8-A989-F823C2AF7B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5846ECF7-B83B-451E-8CFC-9AFF90AF5918}"/>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C07583FE-DAC9-4DB4-BF81-F16E03B28FA3}"/>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DD6C1184-BA5F-4B41-9865-832FE65906C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45342003-B4D4-4125-8AA7-7976758A859D}"/>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371E67DD-173D-4033-9B56-1EAF22FC90E6}"/>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41748947-547F-4857-9957-D49C794566CE}"/>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42A351C0-5952-44AE-8DF8-F868E02C83F5}"/>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12F3BD7B-BF61-4C3F-B7A2-6B8BC6791B77}"/>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9AE14033-3092-44EE-8ECB-481A8F37AC30}"/>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E96F1A5B-1EED-44AA-9CA4-E0D87544BC3C}"/>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D0A45A4B-E1D2-4E36-A428-9BCC0FD64F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29169085"/>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8346FD3D-BA48-48A9-9A0A-E561ACD5D1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8EE2F980-0124-4C9A-B553-801F01B321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8199754B-112B-4005-9118-DBFD66F957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ED7F0526-A0D1-4971-B77E-F614FA8D1A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1E082458-68FB-4211-8D57-20366C2182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832D798B-BB13-4130-A525-7FD0D0A8C8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99AAC28A-FBE9-41B8-81E2-FB80CDFFF7A6}"/>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10F1C96B-123A-4001-A57C-156C6C5B71E0}"/>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CDD009F-2DE4-41FD-AD1B-7EFE5107866B}"/>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D556665-CCDC-4B98-9E16-9933E5C4E256}"/>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B44BB84-A064-4326-8E3C-A386F0977BA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1362E449-BD72-4BF4-8F5C-E10D32471E93}"/>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3E833F72-5454-4ABD-B316-66DC2147FA03}"/>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CAE29D88-4552-42C5-8C0F-38B251E16784}"/>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8C46FF7-A2B5-43BD-9538-8F31F5D5D84D}"/>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0EB17C6-52C7-4A11-9349-4BFEA7964483}"/>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7A5FB634-854F-4139-86D7-305C9C33373A}"/>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A1D482C7-4A77-4C23-BBD1-572EBD05B92B}"/>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CE25CA8-429E-4703-A18D-A9CB97B4B2B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BA013AF-6887-4FA8-A455-5081190A7072}"/>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5927D74-BFE0-456B-81BC-56B23619F8D9}"/>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AD75EEA1-4719-4D55-B2F2-3332757DF7F3}"/>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44A65289-4EF5-46F4-B787-48B8EC2516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57825245"/>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22B6530-2E19-472D-9AC1-D8F44BCCAA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0EAA8E8C-D955-43B3-A20A-6691129302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3B68A61C-AFE7-4A4B-8704-2929CF62C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FBF472D-06D3-421F-864A-315AC808D1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2F915CC3-AD73-4E20-9207-4452D64F2D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D0E965D0-3D4E-42D6-9C2D-F35764CBBB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9189A494-85AC-4B8E-ABA8-3CE9D45341DE}"/>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C491C5DE-B4C0-46EC-B651-E9AC9D14EAB4}"/>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8627EAF6-F3D8-4E0A-A040-1E1F75B9F6D3}"/>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BF5C560A-3492-4907-A211-A122CD17BE31}"/>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A5B1F21-B8B9-44F5-92CB-4795583F618A}"/>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4FE1C6EA-50F9-4AB4-84E0-91E41AC29712}"/>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87B5205D-3402-4CBD-BAC8-F35D8FE59B5C}"/>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B28BE13D-E9B6-44B6-8F23-ABC747E61A77}"/>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8CF0D69E-E668-4EFC-B460-27F2AD4D5429}"/>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C6AF944A-0116-481A-8831-D73B65EC7778}"/>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EE6E004C-B916-47A0-B0FC-72C4099309F5}"/>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3D01E407-F1B5-4A9A-B437-632DDCC5AD0B}"/>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DD8029CD-7203-4412-BF42-D485BDFFAC8F}"/>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0214DC3-2F6D-4BCD-88D0-8C27FE27C531}"/>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F56004AC-2643-43D2-8E70-72A01E17E90F}"/>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239D3C79-94E9-43CC-B046-6F78FFCBA49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72F219D2-26B5-4918-866F-D50D1F17BD3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9FDC7C4A-38CA-44BA-8B40-8A7BDFE9F71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719AB538-C8EF-42F0-BB50-D1883C8445A6}"/>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72BDF916-C0C5-4743-B55D-917CF29341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3487928"/>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8EC1ADB1-96A9-4A38-BC42-5FE7D7570E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34">
            <a:extLst xmlns:a="http://schemas.openxmlformats.org/drawingml/2006/main">
              <a:ext uri="{FF2B5EF4-FFF2-40B4-BE49-F238E27FC236}">
                <a16:creationId xmlns:a16="http://schemas.microsoft.com/office/drawing/2014/main" id="{1D37FADC-3F8B-4522-90E9-E74A2076C5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한 번의 사용에서 확인된 것">
            <a:extLst xmlns:a="http://schemas.openxmlformats.org/drawingml/2006/main">
              <a:ext uri="{FF2B5EF4-FFF2-40B4-BE49-F238E27FC236}">
                <a16:creationId xmlns:a16="http://schemas.microsoft.com/office/drawing/2014/main" id="{D4A946AF-F4B7-4466-AB6A-33C936B30F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447E1030-61DE-44C6-ACDE-2351A5CE67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28EBB2C5-BDBB-4F9C-B342-4E7E58E20C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FF4E713E-4824-4E53-B7A6-9857B1F2E0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A4F5231C-047D-4BAA-8654-F46816E07E4C}"/>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960CAF0B-0901-4C88-B232-832C1BDD8859}"/>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7BB45C4B-954D-4F19-8513-8E4F1C7FF770}"/>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8C9E7E77-75EF-4D95-AD9E-A5741492821D}"/>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80B25560-9ACE-4851-8B9C-E870EC77050D}"/>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84F9127B-63A8-4635-B22C-FADCDC97EBC1}"/>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2A5906C8-C899-4FFC-944C-75BD380F360B}"/>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ED106D0D-24B1-4B0D-8402-DC21A4E8C602}"/>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3C755170-8DE4-4FFC-A781-94F18EE50D71}"/>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E850B080-B2C5-427A-81EC-0AC5FF70BED5}"/>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C6CB5EA9-48D9-4587-9D0C-BA3B2679498D}"/>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3AE12B7E-3CD0-416E-9B96-D86A8090C34E}"/>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C0FD5BFF-A1AF-450E-8C67-1C1D8CA3B01D}"/>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86942EF-8EBB-4E25-B1CA-79E1883ED331}"/>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4B82680-DF31-4585-BA49-812622DB51A5}"/>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E6CCEC14-438C-4278-A3FD-C08F64581852}"/>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4298D864-07B3-4327-A326-5B5FE319CC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0368856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4086A4C0-D309-4F02-8FD2-DCB6219709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D2A552C1-69AA-4E82-BDEE-B55CE4CF07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6F7C184A-E3C4-4A58-88C7-1F9009734E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0F0AAB5A-8039-41B2-998E-985E93177F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8AB6C4CE-BB7E-4540-A51A-EAC14D85C0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DE9F4038-5F3A-4B68-86AC-E96B7A8812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08D8FD08-A252-4C25-90DC-0F483275D67B}"/>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C8468D2C-3F8B-42CC-9F10-388A1EF88473}"/>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CBA8260B-3A72-4C6A-8229-965396663BBC}"/>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85E08616-9757-4B40-9899-AC0F2EAA68E5}"/>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EAEE450-C0F5-42FB-A61B-229929D8DAE7}"/>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C432BEA6-D599-4951-B066-32A1B27C7D35}"/>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6CFFED16-1DBB-4DFE-8C77-7BBB79A3B9B2}"/>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917F1695-F54B-4694-A59A-D5F9B76018E5}"/>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DFA8D4E1-5FCD-488E-95F0-ADDB9318ED35}"/>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5EC92418-B7B8-45E1-877C-3A5BC3832EF9}"/>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A2A3B166-01AA-4FBB-AB31-6CA30A7A98F2}"/>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8686F47E-A5BC-46C1-9D8B-873530EE9020}"/>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CF135BBA-A405-458B-939D-9AD3A9453FB1}"/>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06486AEA-9C40-4B58-A043-5A778064DB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0284709"/>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23B070FF-5B5B-40D2-88D6-352F48B33D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FFA6367E-6E58-408F-995F-F9D260F5E1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F80D538E-6656-4375-A3F5-CD6BC4B005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1E2ED63-B4CE-4F5C-8B4B-876C454FF7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C9CBC834-A65E-42A8-AC0F-9D565C03ED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27489382-225C-4D20-9BDD-163D73B04A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3099A405-5273-4675-89CB-35AE43DC84D3}"/>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3A69D034-ADF6-4D8A-8706-761D9B908F5B}"/>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3690C3C5-C616-4AA5-8BD0-172354DF766B}"/>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54AFEFE9-BEED-4722-AFF5-975B6325E899}"/>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5506B672-8A80-4C4C-B939-CC3D0E5C27CD}"/>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CF9CF603-8A92-4407-BB88-7465A71F8400}"/>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4EB03C08-B8AB-47D5-9C94-218920A644AE}"/>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61306768-8FDC-4B97-B115-D971D64CDC8B}"/>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E1C1393D-377D-42DA-BF0C-25457763217A}"/>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485686A8-40A6-4040-92EF-533199D33007}"/>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9D965E4D-94E7-466C-B728-D066C8D4D79F}"/>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8FECC106-5298-4D87-AEB8-30313A76B928}"/>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F39AC6EB-8C0B-4990-90CC-10404E13A65B}"/>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1449C319-ADC5-48AF-A306-E87CE6A49C88}"/>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75C1D80F-A892-43A2-8FA4-E861049CB43C}"/>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A9ED7CD8-27EC-408C-A278-DE40BA1F78CF}"/>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35FD2A68-87F1-4D5A-A594-D148C4FC9DE1}"/>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4862D3E9-59DC-4568-A020-C6B3533D921F}"/>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122A84CD-C9CC-40FF-8237-CC98F49047F9}"/>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994813D9-65AB-4557-93D8-2D630B4197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09841171"/>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893C8211-DA6C-487F-8D82-0D205BBA99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6B928F51-E8B0-4E9D-BA96-54A065BEC6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Task에는 불필요한 정보">
            <a:extLst xmlns:a="http://schemas.openxmlformats.org/drawingml/2006/main">
              <a:ext uri="{FF2B5EF4-FFF2-40B4-BE49-F238E27FC236}">
                <a16:creationId xmlns:a16="http://schemas.microsoft.com/office/drawing/2014/main" id="{FA95A5A7-AFC4-4C79-9FCD-D4A205DCB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F4C8B7F1-AEBB-40AA-8A84-809A4E3D4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27812CE7-18BA-45EE-B805-4613025CAD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A988DE5A-8C6D-4EF5-B9E3-FD2BE3C330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C96B92EB-BF6F-479E-BF51-714CCFCB31B1}"/>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A64E576F-2992-4465-8E8E-10689337AC0D}"/>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82469CFA-0307-49F6-8272-85C5C044C7BB}"/>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C52A8076-55B0-4EE2-80F5-55B69A3B4C0F}"/>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552B7A8-4C22-4400-AC6F-E0EFDC6E69FA}"/>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1EC29589-5E6A-44F7-8198-FB385EAA7ED0}"/>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883979CF-5DD0-42DD-964F-08DFD64150D3}"/>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BD622E7D-16DF-4354-8897-727764115018}"/>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009E3E56-5AD7-47EB-8065-C9D47CF2F4EA}"/>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B2897D4C-E75B-4553-B31D-3A55D7AF0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4894451"/>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0591F38A-A38D-4901-8FD1-D17731CA2D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E5BFE8F0-AE06-4F29-95A3-AAB387A849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A7E13F05-8AB4-4FD5-8A72-8A14B9C6B1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4C2DED15-A9E9-4696-8027-87CA108BF3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24C8BA3D-E133-4C46-B0BD-D63B34A87A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F3CEBCCA-9EC9-46C2-B0A6-91BB434A7B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3C0BFF11-B2B2-439C-B546-A6D7D1DED007}"/>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73194F01-4F72-48FD-AAC5-26D97474DBAD}"/>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194B94EF-D3AF-4BD3-90B8-1417123008C6}"/>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382E4BA1-183D-4DB4-8D83-37BB22715E72}"/>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FD415F5D-5EE4-4344-9423-077497C519DF}"/>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DFAFFE57-CFDA-48F2-9F3A-2ACC895BA0EB}"/>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D401F3D6-707E-4661-B5B9-D5DECECA30EC}"/>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91A7BFFE-3F16-4128-81AD-D83C22FE9876}"/>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E1FF8345-8133-4F4B-BDED-604AAD263E77}"/>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008B2A52-A98A-4D2D-B551-2A00B2EFAC25}"/>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CB154D10-3EC7-42FD-8F55-3D04EBFEEBAC}"/>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F3FCC627-DF2C-46EE-9541-6E0AF5E75621}"/>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59C3A6D9-360B-4C6C-ACBB-6388622A0B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5702375"/>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A11CE260-E148-48E1-AD68-00DB16643E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16141CCF-8671-49C8-954A-144A65F2CD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F7A33103-5DF6-4C7D-B227-A0F9D01D76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77324512-F639-49F6-A4B5-74893B55D7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E9A2EA26-1CB1-49E0-8455-89AB764216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24275B9A-9BE3-46AE-AF4C-2EF6AC4B94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2E090158-5E8F-48A7-8C11-D8DDAA4C591D}"/>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8EA2EC85-1759-40D7-BCE2-FC519936B593}"/>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8DEEDEB1-8C7A-4463-9335-C24E1C6983AF}"/>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80302ADC-FA44-4B4E-852E-2881EB8BF079}"/>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7623BCB7-58F7-4DEE-942F-05A2481E322C}"/>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B5483895-86E3-492B-8211-E4BBDE36EF5D}"/>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8EC9E6D6-F984-4446-B58C-35410706DC1C}"/>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DCBA82B8-EA39-47E5-ACEC-797BA19AFCE7}"/>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3C9717E-E074-46B8-8EC3-48E1D196C6FE}"/>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67036986-96C1-4440-B589-276E2788FAF6}"/>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ADC485A-156C-4EDB-A5D7-86EAA22ABC12}"/>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E64E12A5-DE0A-4A32-AACD-9DA03ABAB9C9}"/>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B5BDED7-5C52-4517-BC21-6583D61ECFEB}"/>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71A33F4-589D-4CF2-B62C-0E83045EBB4E}"/>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26794972-0456-419F-981B-04B7BEA2CC38}"/>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DE921AE7-9A2E-4CD5-9FEE-8558B99BF059}"/>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3336724A-38E3-4198-B02F-5D59658FA5B2}"/>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62D9306-7651-4292-B62D-F20386747F18}"/>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4CE9718-03C8-4CF1-8F07-51D522102205}"/>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BCB3C97C-118A-4B3F-A345-800DEDCB8941}"/>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195ECFBA-66EF-4796-994E-6C58546D2EEA}"/>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85F24010-DA1D-422E-81FD-C66B9FD00C01}"/>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A4D2393D-B54D-41A7-909A-3BBF8F76A2B0}"/>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75B21FDC-176A-4C13-9792-7EFB93129C46}"/>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AE0FB251-0CFD-495B-A375-6528DCB1FB86}"/>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09DF4506-5EA0-463A-B770-160DC0253341}"/>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8D5DC751-0DE2-49C7-8B69-2ACA7E32A768}"/>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7F235993-8887-46A2-BACE-50AD2ACD7F61}"/>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83DF6C9F-0A6A-4F48-B254-9BCCD806291C}"/>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A7D0C178-057C-41AE-8741-84CD0BBB7176}"/>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BDDC6BAF-383E-4AC0-AFEC-F0D1E0C633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27734813"/>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DAE4E281-41A9-4927-94B5-D725EB1790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9851F3D7-8310-4F4A-800E-94CB7AB0C7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C7F1A98E-AFA0-4CFB-86AE-24A05F33BA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645B9B63-DDF6-4A99-87BF-73A71F44BE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040E5B8B-75C0-42EB-8879-8173FE26BE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69F06647-E17A-454C-9E22-9A7C22D0C5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0A2A5AB9-68D0-43FA-916B-5DFABE9B5064}"/>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B6E5FFAC-894F-4C28-9062-7427AF19DC27}"/>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2FE67FEB-C1E2-4C26-BF43-9694770CDBFE}"/>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4F97D3E0-F529-41B6-A1D9-468311509C09}"/>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669A4E23-84EC-4DF3-B178-E9DAD439C361}"/>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77C6D8B-6CDA-4DF3-9C71-2C7920DEB05E}"/>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DD636476-A90C-4EF4-9904-E660ECA41F1C}"/>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84337043-63AE-4A62-A988-BC4F114CFD56}"/>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C8BEB65D-889B-4CD4-8C9C-9BC67F71ABC4}"/>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BAC2F8E-14BC-4122-AA5E-BDC1D9D587AF}"/>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DC9CA4F5-0483-4187-88CE-9B8A52EF6082}"/>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F78AD289-C7AA-4C3D-A94B-AC6B6C1D9935}"/>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47C629B4-0D22-44CC-8370-65DE31723398}"/>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CA92B55C-167A-4E0D-B253-A73D2D3185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3058027"/>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E6FD5BE9-9D31-4727-B666-7A06A975A3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6969C690-6651-4F24-8A64-034709ABDD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4503B8F4-83E8-4E98-8A26-DEDF195A2D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CD7AE37A-BAEA-41DC-BD5E-76978D803B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83D1A84E-CCB2-4590-9670-82B5B331D0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EBA241CA-987D-4140-99ED-9CB5528537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C55F3810-993B-45F1-839C-4FB3EB205B51}"/>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E50044F8-0ED7-4433-95F4-2F9C30ED7978}"/>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4BBBEA3C-3AF2-4B67-A570-29A8A4F68463}"/>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A729C1BD-6EC5-45F9-9A81-D131B178EBA5}"/>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EA9BA055-635C-49CA-9B20-F9D6414AB069}"/>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B35FB126-3057-42CB-8434-4A01E9480CE0}"/>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CB578B2F-A060-4D14-BB5B-C4D33797A1D7}"/>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2401D61F-4F0C-44A4-8CA1-9BF2F384CED1}"/>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3F70DDBF-8A15-4625-BDBB-3424D099B1DD}"/>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4C7A000F-48F9-42F2-ADF2-4B9ABCDE9747}"/>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1B4AE905-DF7B-4786-8212-11A228B15286}"/>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BFBA4A04-EA6A-4631-BEC3-079D9EF62DB6}"/>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0C022FAC-3B9C-498F-9FD8-3C74C923EC94}"/>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EF229523-4D4D-4444-8078-3192860468C2}"/>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D9028490-54F0-4C68-895C-295EF0AF3F8B}"/>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E69FE818-CC26-4369-A6B9-3FBDE7A65C43}"/>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49E7B346-4641-4609-9335-7CB6A1C644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37134100"/>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924038CA-5E83-4F78-B7EA-792B67F2DC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CB44934D-F569-4B48-8D15-A36A54D5E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ABB3A01A-037D-4E12-BF48-EB2D2E1060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1E940680-03A5-44AD-BBA1-2400D83DC8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02F4AB9E-537E-45B4-BF44-AAC9F7A0F9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105617E1-5890-49E4-AB16-C92695066E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49372F82-AC21-42B9-B029-A9142DEEE981}"/>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0787E00E-9B12-4DAA-BD4C-80608BACBE7F}"/>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09B44116-D2DE-41BD-A1CF-1496D2D7A4DB}"/>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A4E92DE3-4D11-44FE-BEDD-4DB16A1189D5}"/>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78D33D6C-F9F3-4F41-B24B-33149AB0D915}"/>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FDE892EF-1B98-4785-A361-2245A37C0339}"/>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CB0B8B94-65E5-49DB-B7E9-66D0C6B82811}"/>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A0A7E14A-8674-47A2-8A52-5E6B5212D66B}"/>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AFEC1151-9DBC-4A94-80E4-30B9F88549ED}"/>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6454ECE6-8232-4798-A4C1-7D3E4DF4E696}"/>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7CF18388-18E8-4A16-A7B2-BB5128271909}"/>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6561EF7D-6AD9-4BB2-859B-F66BB93469E4}"/>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A0C514C3-1120-4EAE-BAD9-4F06DC976B36}"/>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6132283F-315B-4B2E-8C75-182A5228C73F}"/>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2D7BA612-730D-4B2C-844E-12E6BF2CB6C6}"/>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A1C5125F-B8AE-4BD0-AA5C-F55B305825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60750733"/>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FBBFE620-038F-438A-999C-674A2700B8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0090CF4C-91A3-4A73-A583-E118AAEC23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B0B71275-956C-4023-9486-77BBF00430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F21BA3-7886-4549-86F3-C2BFBC2DFB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E297847F-E18C-4A47-963B-DBF9182E20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3CD4E87E-C481-40BF-876D-503E48FA83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91A6CDDF-CB32-4629-932B-FE1EE5A32D9B}"/>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9001F28B-D440-4BD0-9F45-0EC5A57BCA3F}"/>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91E2388F-6F6D-4F78-9552-26F1248A3DF9}"/>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98BE55E-C745-4AC4-B4A4-3767DEA4D472}"/>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386686B5-56F2-4287-941B-2A072CA6850F}"/>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897B0D17-1576-4283-9BCF-D37FE7A58409}"/>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30D962F2-38F9-4CCA-9B83-21DF5C47B41D}"/>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462429BA-44E0-4EE5-B737-8974031511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97178917"/>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F5A92244-3B7D-45FF-B7B2-D2433C7A0D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2F6E2B2F-47F9-4FB9-9114-0904CFDCC6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158311B4-7AC8-414B-A57A-EFFE990FC2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603C9AC0-A22D-4C79-A601-3C053D721E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D6EE86C0-D2C6-454E-BAA4-63FD671E5B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0EA8F36D-3B8C-4F9D-BC9B-AE68764723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DA37A078-CFA9-4B93-A676-97D244512D5A}"/>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AB5C878F-2363-4C3E-9871-4B7B18D28637}"/>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B5659245-88A0-453D-A0BC-1944EEC5BD30}"/>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66D3C561-B639-40EA-82E1-9033C86645FE}"/>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80663AE8-FE4F-43BF-8C61-868DDF55FB0A}"/>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F5B4BAA3-EAE3-4367-A772-EEC531DD610C}"/>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DDAD2013-7655-4C39-A16E-094D5AD5F126}"/>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F49853E4-6539-4F93-B807-785EBBB3D00B}"/>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F076C13E-C777-4E16-8E18-A59D200C34D2}"/>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4A73AEC4-D8A7-40E9-8DF0-8BCF53B6394A}"/>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38D4D268-6806-45E4-87BF-908722CD2A33}"/>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46F283FA-D68F-4D4C-AAE0-33161532E56A}"/>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F59D6450-54C8-4CD7-9FFC-B251C4DCBC20}"/>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C051F8C0-777F-4988-920A-480693F95BF7}"/>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7F37E0CD-D7D9-4C95-AB88-3009C8967F39}"/>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82E8BC1E-EE88-48D3-B785-9484DB984FF7}"/>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909BBA92-A5A3-42EC-9867-14B73AC29979}"/>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71CF3880-4510-498B-8DCB-44BBB00A63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81191999"/>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5F7A47DA-0E2F-410E-A32C-DE29B4F5ED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3E5FDD05-C49C-4261-8ED6-41D8921811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BC29B4C9-5F71-4679-81AB-267ECE2D24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5D4180BB-DE22-496B-9AB0-18A8C83233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3EA110A8-3DDA-45AC-8857-C6E541D5D7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36C730BE-0FA1-4EFB-83D0-BDCC48A93F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5286D262-7C2C-4E99-BD00-642F968AAF29}"/>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3CD64717-55BA-4784-A728-1BA4946CB164}"/>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5E6261F2-734B-4BD3-AC74-3CCAC41296CE}"/>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47A1FE4F-5264-458D-A166-5B6B6ECE44FA}"/>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BCE55E6C-F289-445B-A30F-0E32D7904438}"/>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46FB9DAE-F1B2-4E31-ADEE-DE7CF556ED14}"/>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8E58B3CA-BBE5-4434-BFB8-92FF2DF8ACEA}"/>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C7F7F1FE-5BEA-4B3B-B05B-2D878F7E9537}"/>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7DE04F1C-D605-4B69-ADD8-886B0435AA72}"/>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14C22DA4-1DCE-4915-9978-AE5604384172}"/>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76BA902C-3848-40D8-BA8A-2BBA4617B8C2}"/>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6C05412C-724E-4B47-9163-397A079561A6}"/>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AFA00F6F-BAC6-4D4A-AFC8-E1CC4BBD4C73}"/>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9923ABCA-B5C0-4E14-BD8D-5B89EDAF87CF}"/>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25EE4BAA-05F4-460D-B8CA-A19D0DE5CAE3}"/>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96EAB05F-7BC4-4E89-BDCB-DCB72B3B6779}"/>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F2B13420-1E5D-4023-B2CC-7C1216105309}"/>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3B114012-9311-47DB-93E9-02BD2B5674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5870513"/>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AA48A517-B07A-4F28-AED8-B04FDBB535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D0BD1FAB-0FAD-493D-9DA3-0C81C021C7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1B5459B4-D707-4965-8F73-96E008290F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A51727EC-19C6-4417-A48F-8A700F77E4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5526EBB1-E999-4C47-A917-6C3069E58E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C00BEBEF-B855-4E08-BC5A-892793A182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9C665CD0-8018-4875-B0FF-E04D455C35FA}"/>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DB90DDAC-5146-4723-A4C7-C3A0AA75FF77}"/>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B20A790F-E14D-4E99-9A3F-87F7004D3B11}"/>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7B89F6C-62CB-49A7-9FEF-8D287994B33F}"/>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BD80D44F-9EB2-42C7-92C0-8D468D63F7E6}"/>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C71C33FE-BF40-4590-8579-4FE7820C03E8}"/>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7A7B75B1-3C50-4FC8-A220-A9815DFB1135}"/>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63B982B9-C290-4050-9FC2-A983033E9C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66245372"/>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DA0EE805-066C-4484-B75F-83CA0F54CB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1D45F97B-5CC1-421A-A50F-60037D7265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50F4C066-CC57-4B29-8018-013F39C849D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E29D7C93-AC98-4016-AF3F-F327B2137F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79C0A645-F413-46DC-B219-5C70AB1CAD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BEA56A31-23F0-4DD9-8287-F853E03A60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ED403D3D-9584-454E-8F5D-B48D630B8B67}"/>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555F20AD-D97F-4BC5-91CA-FA99862E43FF}"/>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EDA76D2B-3800-45F6-B44F-9D6308F70B5A}"/>
              </a:ext>
            </a:extLst>
          </p:cNvPr>
          <p:cNvPicPr>
            <a:picLocks xmlns:a="http://schemas.openxmlformats.org/drawingml/2006/main" noChangeAspect="1"/>
          </p:cNvPicPr>
          <p:nvPr/>
        </p:nvPicPr>
        <p:blipFill>
          <a:blip xmlns:r="http://schemas.openxmlformats.org/officeDocument/2006/relationships" xmlns:a="http://schemas.openxmlformats.org/drawingml/2006/main" r:embed="R4e9b1087f8dd4e70"/>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FD7A09DF-8C46-4C9B-B241-467D60C5AEF2}"/>
              </a:ext>
            </a:extLst>
          </p:cNvPr>
          <p:cNvPicPr>
            <a:picLocks xmlns:a="http://schemas.openxmlformats.org/drawingml/2006/main" noChangeAspect="1"/>
          </p:cNvPicPr>
          <p:nvPr/>
        </p:nvPicPr>
        <p:blipFill>
          <a:blip xmlns:r="http://schemas.openxmlformats.org/officeDocument/2006/relationships" xmlns:a="http://schemas.openxmlformats.org/drawingml/2006/main" r:embed="Rd89fc1622a5f429c"/>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632ACC2D-0793-4BE3-BA1B-D324FBEA787B}"/>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105663B7-D8ED-42AD-AFA2-D6595D2B882B}"/>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FFA9B85F-9109-43D6-AE43-974FBC4ED131}"/>
              </a:ext>
            </a:extLst>
          </p:cNvPr>
          <p:cNvPicPr>
            <a:picLocks xmlns:a="http://schemas.openxmlformats.org/drawingml/2006/main" noChangeAspect="1"/>
          </p:cNvPicPr>
          <p:nvPr/>
        </p:nvPicPr>
        <p:blipFill>
          <a:blip xmlns:r="http://schemas.openxmlformats.org/officeDocument/2006/relationships" xmlns:a="http://schemas.openxmlformats.org/drawingml/2006/main" r:embed="R9495e853a4024dab"/>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B852A8AC-CC8E-4FC1-A59C-9E0CBD3B62B1}"/>
              </a:ext>
            </a:extLst>
          </p:cNvPr>
          <p:cNvPicPr>
            <a:picLocks xmlns:a="http://schemas.openxmlformats.org/drawingml/2006/main" noChangeAspect="1"/>
          </p:cNvPicPr>
          <p:nvPr/>
        </p:nvPicPr>
        <p:blipFill>
          <a:blip xmlns:r="http://schemas.openxmlformats.org/officeDocument/2006/relationships" xmlns:a="http://schemas.openxmlformats.org/drawingml/2006/main" r:embed="R7e1573b2f9eb4536"/>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73ABECF1-23A6-4AB4-82B1-82EE6E5D6AEF}"/>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328083AA-5543-4B03-ACFB-6A3A13D4711B}"/>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2FECCAC1-3DA2-4BBE-BCE8-BB12D37DC5F8}"/>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E5508D48-C983-42D2-9DD8-0A20DDB41FD6}"/>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CAC6EDDD-EE73-4FE2-BEA1-C11810D76897}"/>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A4CE6690-1336-46F9-8EF6-F221EE81D6ED}"/>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E18B1FBA-23CE-401F-ADFD-5E9232A91060}"/>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F7F62013-1554-48DD-AE32-EAEBF53A5AD7}"/>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0113E48C-1715-48D1-81C8-981CCA275D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680914996"/>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ED177CE9-50B5-4A98-A599-3DC0C4D2F2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C6EB662A-C27A-411E-81C7-2CBA23346C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DD1BB17A-3589-486D-BCC1-7E4550011A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FA4C6EE4-7D22-45F8-ACBA-F37E6AE331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2DB36EE9-9064-4CA9-8DD4-F33F5A92C7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B3EF43B1-ED98-416E-81C2-ED573FEE36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7BCE073A-E5AB-4688-A6ED-8965CF605BB0}"/>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75AEA44E-B9C5-4CB6-B257-51C1B49B836B}"/>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1DED5601-1269-4F8A-8C27-6056C88320EE}"/>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8841219-D975-4F4B-929A-CE6F4A894C73}"/>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C7487A6F-F36C-4A41-A40A-0095561EC4C7}"/>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CFFE3D37-347F-4DED-9021-7BBB7B8D9890}"/>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A35D3DE8-5028-4B24-9CE4-C4A01420DC4A}"/>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7A015A12-B581-43A8-A1D3-A03BD81A264A}"/>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7815023C-FD5F-4A39-8B5C-B98AEE365388}"/>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70F0FB2A-CD31-4AA1-A616-05A6077ECB21}"/>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7AFE9E02-A0AF-4FEE-9105-BE1643EDA314}"/>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904A5EFC-5906-469C-A887-62CFE06C38BD}"/>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14BBC580-12BE-4D3C-98B9-2F5B573958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40850911"/>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4CFEA00D-B4A8-4250-8FAC-0C87BE046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CB5CD073-232F-4ADA-9140-C9040B6CDB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C7D488A4-8825-4CA7-88F5-9EAE4F8A74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8E7FC2C4-5027-4BDA-8C91-6D107A7242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D4CE94A9-F65D-4D8B-888A-861AD6D269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F06502AD-520A-4B4A-82E0-98030108AD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C4E1CECD-E9E8-4DF4-B70D-2674AEFC5D67}"/>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E3BE28F3-3E7B-4F39-84C1-89A209536355}"/>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886DD59E-C8CC-4358-BC08-9A9C1179630C}"/>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61EC082A-571C-4A53-8C17-07D282D4085B}"/>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E89CB6BB-F413-466C-900B-1B10E2126627}"/>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DA254432-1BB0-4888-99FB-DF57927D4AEE}"/>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2EB561C0-6A88-49A2-BE67-5CB43EBA4ABF}"/>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FBE71624-94EA-4773-8644-01E2DEB4D649}"/>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9312DC6A-924D-4976-AF17-26BF093C15C9}"/>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054B1E63-7868-4DA2-88EB-8F557FE6E642}"/>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8C6BDBAC-132A-48C4-AD03-2930559C0184}"/>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14D110A8-58B8-4DC6-9CBA-275A73ADB0E5}"/>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C091B5EF-1AF6-4F2D-9D5E-6593BA0AC3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8389054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5A7E1BE0-5549-466A-B663-E9C86B95B6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4CC7F9A8-1BDB-455C-BFA7-42FBB7C68D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A770EA48-6C7D-4438-8B35-B098F967C4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1249674C-523D-4DE6-B302-EE58C5E0E8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26B8E052-0FFF-4F24-97E5-FF83B9FB9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F703B838-4E50-4528-ACC0-AACF7E76F9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A7B10D8B-307A-4340-88B1-12276BC6363A}"/>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4DA9DDDF-CB90-4E9B-AE97-7CE9A8A58FD2}"/>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E2273EE3-F8AC-4C6D-8A95-E03522E002C3}"/>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0E3D0FB-77FC-4FAC-97C2-37EE5DF100AB}"/>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6D3FF0DD-B62D-401E-895C-68B1E4A2EB00}"/>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62D5696C-6278-4F61-AB58-C45D4883F0A9}"/>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C543F503-B617-40A9-B523-2EAD81F01907}"/>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ECAE0573-674E-4598-AFF1-7848F70BC99E}"/>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45F06F0E-02D2-4F52-9282-8223C6DC2182}"/>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A43070BD-1369-46CE-B3EC-CDFD930C6C00}"/>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5CE33A37-C79E-4E6C-BB46-6BB3E4E05196}"/>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F6E41D41-C735-46B7-BE4B-6384A95409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69198762"/>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FAE7D2D5-A4D6-44FD-8160-31AF3E1BDB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4A178369-8A66-47D0-8C1E-D111D101F7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CC9AF679-DF19-40FE-8E98-B4F53EB164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15FD9D36-DAF2-4E51-BB96-84A6A88F8F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E4F36A34-CBF2-4DC0-9BBE-32438BF4E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5CF5E03A-0BD6-44D2-8FBD-C47D9EEDF8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E6F1D12F-F7D3-4654-B64D-1D79D1B106B8}"/>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4492F503-9C14-4E64-8628-98BAE2BDB64B}"/>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64E8AA83-4614-4546-A49A-1FEDD14B89AA}"/>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56967800-BD39-4C6B-B665-6D9B7B3DF936}"/>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7EA3A11E-4BB0-4328-8A06-7E6060049183}"/>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3F1E4C57-7209-40F9-BA7D-D95B3AAE1788}"/>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2FCB6508-DC57-40C2-88E3-3379F937C92B}"/>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44CBBBF3-9674-4C42-92F7-DD11B83739BA}"/>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2B875B44-809B-4184-B0B6-CA537DBD5F64}"/>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C8C229E6-4620-40BA-9098-86150FA02E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3725285"/>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C88D85EE-608D-4C0C-918C-8B546C575F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F7D1A1DE-968B-43AB-96CF-A3CA788793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C2531CF7-71A9-416D-87C4-E1F0044B0F4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4AA54268-C183-42E8-8755-974D1EFC82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1997415C-7E91-4E37-AFCC-4AE085DD88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205296A5-E419-4D1A-80BD-15BC43B7F4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C42F3E5D-2A9D-4390-9995-4467209FD954}"/>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C88879BA-D656-4E3F-AFA9-23E3098EEC9F}"/>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98B5E3EA-76DF-48BC-80A4-EF26613864B2}"/>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43E4E1A7-6770-4110-928B-ED10FBC22F43}"/>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CF35DEF2-5CA1-4DA3-85F5-67546E1B3084}"/>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BCB9FEBB-911C-47B2-8C05-AAD807DC947A}"/>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49B39865-9DD6-4CB7-A46A-456B6464744E}"/>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FBFFD845-5E83-4B18-BEB0-C314B5EC5ECD}"/>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2542214B-1FE1-46B8-ACC4-F56D85B5A5A8}"/>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7D45F089-81B0-4572-B702-07CC810A460D}"/>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07A50396-F4EE-4956-BB95-67922B73F97A}"/>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2F88C643-67F2-4061-B567-31092D6A28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56544213"/>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AFAFD315-D4DF-4E46-AD2A-8C6248D11F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9F771ED6-D274-4C55-A1AA-F9D8E96E08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7795AFE8-B141-4811-9880-4D165AEFC6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AE528C8F-3B28-4F6B-9304-5D6CDED960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F6C0920D-225D-4C7F-B254-1C2728AF5B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3AF40132-0F30-4455-B0A5-C09328A4BB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8FE8B8D6-58C1-4E8C-B5AE-2959EDF94F2F}"/>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50D0F702-28ED-4E84-88CE-B51CECDA8563}"/>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833D6983-8AF1-4EE9-A189-8D7123E5F3E6}"/>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FE0C87B9-2E5D-4CB3-9342-9DD57FC6F729}"/>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DCB470EF-8606-4FE4-A2C2-CFDFB7A42AB9}"/>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0AE135EF-5A9D-4804-9121-1F19F10EB363}"/>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6E11338D-F948-4E85-B1E7-CA447C4CF1B3}"/>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91F3A767-EE5D-411D-8D1A-FD3250E05C94}"/>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9AB0117A-07D0-40CF-B61B-F26840D213DD}"/>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53852A60-1909-41B6-9628-CDE2A76B4D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2118401184"/>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978C79C4-A54A-40B8-896F-8944A8B510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A5AB9508-4808-45F8-A532-D0279F334D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B58E3D31-A4A7-4BB4-8586-937E307D20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E8D38EDB-5EA6-4136-838E-A9C40729C7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D3F2C4E4-1DCD-4F43-ADE5-B2C45FD119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13628A7A-FF52-420E-82E4-BC9C8C957D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0FC9BC41-6E35-4D8E-B465-A4DD35D1AD6A}"/>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BE25C966-B478-4238-93CD-1CC353C041DA}"/>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14289E45-7A60-4A75-A422-58347EEA863B}"/>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48432469-515B-402B-BEB2-36CDEDB9BF96}"/>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F89ECE9E-FCF2-4C63-8F97-EF1721CF299D}"/>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A553545C-D957-4EFD-B892-BC27E51BF8A4}"/>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248DF118-9DAC-40B2-98D0-AE684C896789}"/>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CA0EE8A4-B863-444D-A5D7-6526ED7BC81F}"/>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246F5BF8-3109-4FB6-B8AF-050B90D0C033}"/>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91D93831-D12B-46E2-B182-7FC25A6DFEF5}"/>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1815378C-79A3-466E-AAE0-23775427E827}"/>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14431117-7FFE-4ED1-B7CA-45812C484EBA}"/>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EE44C247-D1B3-4CCC-94CC-45DD5F550B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4994075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226D0FD8-36B4-418E-81AF-3CCA848DF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4C4B1E66-4721-49D2-B8C5-561B56D2B7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AC4E8140-20A9-46DB-9222-8E48DEDEAA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02BFB52B-6940-4AAF-91FC-AF82ECD8B7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442068C2-E7FA-44A7-A6E0-2C32E7E727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668E1E0B-A00B-4E2A-998D-05301FB503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AD1FF51C-25E5-461B-B9BA-05DAAA80279A}"/>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07737685-C4A0-4A9F-9BA6-B49005EC97B7}"/>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29BFD79E-2402-45A6-B7DC-5188D5A0EB10}"/>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5BB4E5B8-DF4D-46D2-8662-B76D374E510B}"/>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9711b7d45a694afc"/>
          </a:graphicData>
        </a:graphic>
      </p:graphicFrame>
      <p:sp>
        <p:nvSpPr>
          <p:cNvPr id="11" name="">
            <a:extLst xmlns:a="http://schemas.openxmlformats.org/drawingml/2006/main">
              <a:ext uri="{FF2B5EF4-FFF2-40B4-BE49-F238E27FC236}">
                <a16:creationId xmlns:a16="http://schemas.microsoft.com/office/drawing/2014/main" id="{57E5E5E2-F243-41C2-B3E2-9D011F928772}"/>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96183971-B84D-44E8-9DEB-B9E813368F59}"/>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2BDD8E9F-0D8F-4097-8211-737863D0483E}"/>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4CDEDAEE-95D1-46D5-B91F-C9E21B94B89D}"/>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F3F8F1E0-418E-448B-AFE8-EDB233559339}"/>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74C42C0A-A085-4270-8979-06969F7BF403}"/>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7E91BC0A-CFC6-4BE9-93D8-D84FD23C7557}"/>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D8CDF2D1-B3D2-4172-9EC2-8F171DC1840D}"/>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7D3805FD-B87E-4B49-9262-0285090305BB}"/>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9817BD1F-9F1C-4699-9E9D-2A7A5C31F6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22174193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A99D3326-4444-4BBF-AEE5-C2F2A84AC5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7A99AD1B-F4A7-4459-8A40-7F70B74BC4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423A4866-7734-46B9-91F9-5EC98BF232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AF133510-B046-4D4A-939E-056D151052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A54CA57F-C0DF-4226-92C8-A7AF8EBEA1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86B2DB3F-3C1C-47FA-A62A-99DEF75E3A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0646E928-25E6-4976-8B71-3193DF099982}"/>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009F1AEC-CECF-4E01-9C58-CD4448AB043B}"/>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7EC0CFC9-7309-49F9-B4B9-BAFDE6DAA99C}"/>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A115587F-513E-42BE-9174-07AF8A3158C9}"/>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2B3AD1-5A78-4094-B6CD-3052C2A22545}"/>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C188C0F3-4EA8-45F4-9C31-25C58FAD5569}"/>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FD3114E2-E21E-4E4C-809C-F457F9EEE875}"/>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26837465-A524-41E4-9A2A-B740E54D0E5E}"/>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11097FB-1C9B-4016-B3AA-3D0A0A145E11}"/>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A8D90B7A-27FC-471B-BC25-CE42E7041FEF}"/>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698EBFE4-61CD-4383-B916-31B0C2119101}"/>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7FEC4FD4-D191-42A3-9A05-5105C95BAF8D}"/>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38EDF2D2-0306-40B7-A43E-0BB490D19502}"/>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5900F8E0-BBBC-4D45-9915-4990C73F7808}"/>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9FB9A2A9-8818-4728-A692-BE3AD1026A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69374746"/>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3253C3A8-814D-4588-A1DD-8F579A059C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7BA1B560-307C-4912-94FC-A9C2BF3EB1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5990971B-A0A6-4BF3-83D5-EBC0D865E5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8A3C577F-F667-4678-BA89-2A904B238C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9565FDD6-59D7-4165-BD17-677A37F32D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7649CF1B-1DEF-4189-8259-F72979B33B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DC47B2AE-9F6C-4044-8F67-7075CAD9B464}"/>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DD4A3DF8-8ED4-4BA6-A75D-5D2B1EE43147}"/>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17188A07-8448-4F9E-A3DE-09B3370B0923}"/>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3312CF4E-757A-48DD-A848-D66266C74A6E}"/>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557593B9-A9A6-4A86-84BF-1D3189F69DC4}"/>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C17981E3-13D3-428F-B554-D6C718160DF9}"/>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6A1B3D17-31D5-436E-9E80-FABD28020586}"/>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4DC901E6-A36C-4CC4-B8AD-0CD59EA000C2}"/>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FC775F31-7569-4B59-94CA-CD80446A13A2}"/>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59CD07EF-F14A-429F-8A5D-AFE79A651E92}"/>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925A52B0-25CA-4815-9ABE-8EE8E65FB49A}"/>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97439A03-C0E5-464E-AB24-2C5BFA273758}"/>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86BE743B-49AF-4580-8F3B-E789C034DE4C}"/>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403C5952-01C5-4931-926E-D3D4ADA48BF2}"/>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3A47E861-CCFE-4365-B864-1C0CB8ECFA60}"/>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87411AB1-46B4-4858-99FA-2CE4B7A1E1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45098720"/>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7C204380-DCA0-46D5-8A8C-8552D61419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0E004350-EACA-499D-ADC1-091B155C84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A6B68421-2683-49F1-A2FA-3EBFC56978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8E32591D-0D9D-4650-BF51-25FADA5909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0074D808-DD1D-4591-A853-38649B8926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EDA47AC4-8315-48D8-AF14-CA1DF25910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05FE589C-B596-46AF-9BA4-CE56E6BAFD88}"/>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3FAB5874-4B41-49DE-B730-A13AFB810849}"/>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6F7013A3-3061-4509-A60D-FBD155D25612}"/>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52717992-C069-4914-BD96-5AE1FF500302}"/>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EC385381-E071-45A9-9687-E82C75898054}"/>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D38E7182-B6BF-4D47-8E57-076F58819669}"/>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D3D6526B-C481-4788-AF64-12DE70A4FA18}"/>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76512D12-9005-4374-A70F-B6E6FFB00E1B}"/>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2ED8F5CB-BEE6-4ADD-94E0-17CF70369A38}"/>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81DC90DB-16E1-4F1C-8E68-0572CD934134}"/>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ECB185AC-C95C-4464-AE53-F2469263C678}"/>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6CF6020B-9912-4388-A538-156B189FC1BB}"/>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F2A1948A-1563-47C8-89B5-835191825762}"/>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806EB886-E01D-4549-B326-3E0A90C069A4}"/>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C069F618-E9E1-4B04-B25D-43B8716891BB}"/>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F353BB2E-6184-485D-A985-71F2E93FD1E2}"/>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701FEC41-1086-4EE4-8380-558DF930271B}"/>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DC005493-2EE4-4ECA-A119-5EA96A258B39}"/>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FFFE0A4D-8DFD-4C4B-8F8E-AAAC8376D0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3967690"/>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37042F09-45D2-4F8E-9A08-F7C0724671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79562258-4BC0-4CD8-81DA-516A9BDBF2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96F49018-FE8F-4D84-9D86-54072D929E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9A53A4ED-F380-44A1-BC92-105B18D7A6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02B0FF4C-C213-411B-B53D-F4BF3E0A24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8C0EA511-E3D1-4862-9ABE-3D5F53D217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378B5026-B585-4681-B6FA-77BBA4AA221A}"/>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E4117899-F24B-44DE-BD78-773DD2839ED7}"/>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70A29205-CD4B-4D56-9FCB-D598A50B283B}"/>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9066220D-26E2-4513-A9C0-B837134C3469}"/>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9BB0EE78-2173-48C4-8E3E-2262F3830065}"/>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7CE2B96A-8F5C-46AD-B823-1906A7918544}"/>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A5C53287-5002-4B4E-B4D1-96BD22ADF37C}"/>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570570C4-DCD9-4670-9AFE-DB66E300D46A}"/>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428EC8E8-DF75-4A88-BFC5-473C61721403}"/>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4E317F60-7983-4E0B-8FC1-D2AAED8710CD}"/>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7B0CEC43-707B-4518-8B9C-9C4533AE8C3B}"/>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6ACD3232-70F5-4280-A0D4-730B076AF1C4}"/>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8FC8FBD3-557B-45BE-A38E-444E5014037D}"/>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0B2DD22A-4496-42E9-AD67-C1951BD8C748}"/>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C6DFB66D-76C7-4FDE-AF21-A5C450DFD728}"/>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57DCD48C-BFEC-45A1-B9ED-70165EC49CB0}"/>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B7732216-CF80-478E-98F6-AA26B36B52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7677490"/>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69ACAA55-6B09-4E56-9663-9C4E92A41A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E2BCC4AF-6DFF-4135-8A4D-E48C8D8DDA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81A4099B-A8AF-4E4F-A868-EF632092F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6E7D4586-3112-4172-B2FB-ED77435A7E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8798D7AE-E313-4C81-B560-63217CB7EE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FD2EF223-E692-4EC7-8768-03D845C88D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17DE1797-589B-4FDE-AC41-76442F89A46D}"/>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A9BADD8F-C697-4EDE-9A3C-9B0B0B995992}"/>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4EA9FACC-D40C-4D1B-BA97-1D67BEA90A6F}"/>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442BBC37-AA9B-4574-AEBD-2C41008A6039}"/>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A419C87B-B8AF-49EC-A8C1-262EFDC9A85C}"/>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1B450D4A-DCC7-4297-963F-3A0AF6903828}"/>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2D5E15C5-D53D-4A58-A38E-0A2FD1B1AFC9}"/>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F5A255D5-A614-43F6-B1F7-E68764AA8674}"/>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B5E330F5-1D6D-4FB3-BA7A-9F9481891B17}"/>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91378B3F-0CB9-4186-B8D0-54D01214145B}"/>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A7408561-00F4-4F75-BB3C-6329733F9298}"/>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DC3FD7C7-4760-4D69-9A5A-7EC1824B2FD9}"/>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264B2526-4B4A-4021-8FB9-9A2F21AE7935}"/>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39AC5515-0115-4B47-946B-F45E8C4AC678}"/>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05F4B5C0-A90F-4342-AB68-E841D8C6588A}"/>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CEB57081-5DF2-438C-8A67-C8A566309EB1}"/>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ACE305ED-17CC-4372-A9FE-565195097884}"/>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1C6EFD65-C501-49E8-94D8-16C30D9395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245863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0D81D62B-6B12-48F2-92AD-365B3E2190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F9C8D908-902C-4570-AD8B-D593C1573A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490E9CB8-5336-4AA7-B71D-D72D4BF2A3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8B0494EB-204F-4FBB-81D2-2E4F31D297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A1715C1D-AD54-4F95-B96D-F2E9E78BC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F69C4C8B-5EBF-4148-9933-304354A615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7C82B11A-FD69-4CB6-888C-1113F7FBBDDF}"/>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B5DFA443-917F-4DB4-A787-191A3507804B}"/>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B4218B9C-D3AB-4E2A-8317-03F6D3EE12FE}"/>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82E2A7C5-56CE-4BC8-85D6-F25E3BE3E947}"/>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13F1BF34-CBC3-4941-8D56-A91DA201B6A3}"/>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896DE32E-73B9-4E11-BBD0-233A9CC98C46}"/>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EE41A9C-4B31-4859-A1DA-A7B047568739}"/>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FF2CA7C-41A8-402D-A8C4-649963CFE710}"/>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FD260310-7F33-4E8C-8C80-086966CA405E}"/>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C4708AD1-6826-4A8D-A707-5BBE1CF90653}"/>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A8B255F1-0E11-477C-BD78-9A1C55F79EEB}"/>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A19F05C4-5EED-44CB-A566-F1F64E829A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280493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3598596C-B9BF-4F0C-9BD8-7ABFC460A1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96219E07-5BB5-4EC5-8745-9D2E77BE2A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6EB8DEF5-ABC2-4E73-B58F-C0E83EA4D9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E648CD2D-3979-42AD-ABD5-7797D2DE20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346D634-D8E7-42BD-B422-7004629D4AF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2EC0BF24-1195-4DBF-B1E4-58D9078A87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AFFDC81F-73C5-4B6C-B759-A39A9E2DFF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00D395F9-863A-48D0-AA7F-3B6518F6C5E3}"/>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605DE346-98FB-4A5C-9631-459AAFCA8821}"/>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5D3F7A8C-248F-4DD4-813E-7BC64B2EE092}"/>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349A8763-1F28-4EC6-AE23-91CD3F603FD3}"/>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998C0F62-BD95-4F36-AE51-CF50400D0DE8}"/>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949BB750-AEA1-4701-BA7C-CB65786E5D22}"/>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8CCB0FAC-6008-45AD-937F-82A7013977D3}"/>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BC6056AF-116E-41C4-A467-844F236EBC48}"/>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40AA5EDF-B300-4A99-BC55-9CA348BD63FC}"/>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9F0BAF47-DBE4-484B-8DC3-6B331553086E}"/>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01B3E864-BC82-4A6E-B439-608CD42CF225}"/>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BF0AAD6F-5486-42E5-B1E1-53BA465AF03F}"/>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AD9579D5-B373-4DBA-81D9-F7AA6DC215F4}"/>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2D5071FE-37E6-47F5-8C91-4E6F7B4AFADA}"/>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062FAA40-584B-41C7-9C73-F8ACB09D25F3}"/>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8D6AABC2-A000-42CA-8B78-06850C6453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4545918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DBC686F9-3B37-4283-8613-C97B103DEB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5E51D389-BDE5-4E2F-8D81-F04EBD27DC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9DA881F6-C637-49D2-A1AA-B96B92F497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8909792A-0766-45F7-801F-0F70E56690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0D408B73-2114-447D-B194-9E043A6340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F497E975-AFAD-4383-BCF5-CB3D21DCD5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9EBB7B8E-3EF3-432A-AD42-B75B9005FE66}"/>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FFD556DE-9DFC-4A76-999E-5B0F14320640}"/>
              </a:ext>
            </a:extLst>
          </p:cNvPr>
          <p:cNvPicPr>
            <a:picLocks xmlns:a="http://schemas.openxmlformats.org/drawingml/2006/main" noChangeAspect="1"/>
          </p:cNvPicPr>
          <p:nvPr/>
        </p:nvPicPr>
        <p:blipFill>
          <a:blip xmlns:r="http://schemas.openxmlformats.org/officeDocument/2006/relationships" xmlns:a="http://schemas.openxmlformats.org/drawingml/2006/main" r:embed="R5c00e02bf39c4d07"/>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4DD7FCA1-0870-4BE6-BDA3-3625C5888FDA}"/>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F16E83A0-A9FC-4B50-AA04-26A6AA92B6D6}"/>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A7D4313D-8D61-4AF3-839C-A611DFBC61B8}"/>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B4991254-83BF-4BB6-A7C6-667025852BDC}"/>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5C6D8ADD-5F0A-4BF9-8562-6949C781CBED}"/>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0069E4EC-737B-4F4A-A5A7-2DBCA33FD80A}"/>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32D4A721-6E61-4F34-B1A2-710802BC744E}"/>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483D5B18-C70B-4B59-BE27-EC001BAF6F6E}"/>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11DB63F4-5E1D-4625-8F87-A57235DF7E0A}"/>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895CEAA5-9D55-4F71-BC57-8DA2C9ABC95A}"/>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FC3C34AA-2C47-4C1B-B5BE-9C8087F8B98E}"/>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6978112F-5C6B-42B9-960B-3472FAF0CE4B}"/>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35F77420-0C17-4911-87BA-1C6F46095177}"/>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7D6B775A-04F7-40E3-9F10-841DE3B383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98798004"/>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876B7D8E-A679-43E5-973F-856190AA5D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A41B825F-5EB1-44A7-A7C6-73B029EE56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003F3A43-9235-4CD2-A4B8-9FB349AE07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2E0D8D05-4FC8-49AC-94EE-8A355FBF3E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ECDDF079-E435-49D1-A662-527CB82608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280AA2B4-D794-496B-875F-B0A93C77EB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3739BD5B-6CA2-49E6-B163-F4DBB77AF95F}"/>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6A0B1B9D-6E4B-427C-AAB0-8CE6FA467C82}"/>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4C44E80D-C849-46C9-97B1-2152C3762833}"/>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8E92A27E-F9FB-4D57-A563-85B9A4F56F0D}"/>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D76E0DB7-065F-4194-8AB1-FC9CEBDC00D6}"/>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64C8D27B-06ED-45FB-BA02-B78D177855CE}"/>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EAF29F11-0B26-46E8-B283-3B77FB4DDD6B}"/>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5FC687E4-D493-4212-965D-678AB5A948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2827689"/>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9AE67F02-B63E-43F8-9B27-3985D1D91B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30C26DEB-3154-42F5-94A4-6BD23EF5D6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01600E9B-2911-479F-9FF8-5ECB20DA3B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F11959FE-429B-4B45-978F-F3BFE04171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2B4028E1-9B4B-4BB5-8472-B564AFD85F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F72EBF1D-F3F3-4952-8605-F7A4347602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4FCF7061-3DB3-44F6-8C3D-7A49E8A2DED9}"/>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61132A59-CAAB-47AF-9B84-71A533F1C38F}"/>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EFE29E6D-DC19-4FF5-8DC1-DEE220B28227}"/>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DEC5CA91-1BF8-44DC-9DA5-2ED80D7FFE5A}"/>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577B5DD8-DE75-459F-8460-D45C962AEF58}"/>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2DF0FAF2-5266-4A1A-AB9C-D80444084FD8}"/>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7CAD7503-0577-44EB-AE9F-2F021373F0AF}"/>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3DB6C8A5-177F-4B52-BE56-3A847C3DBDD1}"/>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AF5B4CD3-567B-4FD7-B6CB-CDC3831614DB}"/>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F9F2637C-D59D-42EB-9361-21083738E750}"/>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15C104C2-2C71-491E-92BE-D6E0C56EA642}"/>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8D49A4A6-C4E3-46D4-8F6F-ED26423FDA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63514024"/>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EB4BDFC6-8C18-40BB-83A1-4D2AFA623C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DA8211E0-B3E1-42AD-8E83-418A1E73EE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F90F51CB-49A3-4D4E-9678-84BFF160EF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E5E48B98-5AD7-452A-A983-2BAA8F36E1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01233E02-E887-42F8-96D6-77B4DB0D41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4243245D-EC65-487C-B954-7C62DF94B7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77036ADB-4DA0-4493-A7DB-4FECC0C021E1}"/>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C7889274-1F01-4DC0-8680-E9DF826A17E4}"/>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443D35D0-AB30-46B3-A28B-63E8FAD7F242}"/>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AD0B18B9-C343-441C-9B4A-20A24600994F}"/>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9F745B3-E444-4115-829F-84DCB455D021}"/>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3304C7C4-6452-406E-A51D-CA4EA555B47C}"/>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B0659D9B-CE5D-4F42-86E3-E9EC2E878398}"/>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A18A5526-FB52-4A9D-8A23-08AB0BF0255A}"/>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0BAA58D9-BCFD-44EB-BF45-3FDB7D1AF96A}"/>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40FECB54-024C-4B32-86EB-C984DB7E37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56658114"/>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1F23E0B4-AABC-477D-9BC5-F2BCB004AF8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82C36812-5B7F-455E-8499-6295F37DD8B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800DFA9B-6211-4455-8570-DF8FF8DF1F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7B010F39-6E13-47F9-9B25-A34F47DD090A}"/>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E45320EA-36AA-4877-B06A-B9BE4D82EACF}"/>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CDF50C28-F5BC-43F7-9973-13A39E116926}"/>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C9135665-B55D-4A8C-979B-AE477AB4E061}"/>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5EC7897B-BF7B-4270-8B71-DE0E3E758DFB}"/>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B53E614F-65A9-4A12-A9CD-7363AE660B4B}"/>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0F939B53-BE9C-4405-9B3E-166804991218}"/>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83EA46EC-0F85-4F8E-89BA-8D1D1A563707}"/>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5019A170-C82A-41A0-89EB-EF63F0BE6EC8}"/>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29ECF65C-2B4C-4CA0-A722-36C0E1B6041B}"/>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6B6953AE-A200-4DE8-A3B7-C1E923C3B4DA}"/>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A36BE28C-45D7-4D53-B07B-62D75223F2D4}"/>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99F9555D-4E89-482A-8F87-C01DF2C49C7B}"/>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D1C06D6B-927E-4FAE-8130-741D69D1A703}"/>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FCEBEBB6-B170-4242-B95F-FAE843CF55AB}"/>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5E5A13A4-D12E-4ABA-B9A7-02362D6CCF13}"/>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28EABDDA-4860-4CD2-92EC-DFC4ACBC95B0}"/>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F3F5FB2D-511F-4CA7-9A4A-5D6FFA77C3B0}"/>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ACF67723-E4FE-4167-B24C-1E42222430BF}"/>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2BF8428-9F62-4636-98FC-CFAE8D80B982}"/>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13A0A84F-63C2-45E4-9EAE-745730C26A56}"/>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74F06634-2BA2-4775-8606-B07B06CD82F7}"/>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85FC4E7F-96C6-47C9-AAEC-4C13CA18F5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8D3A5E2E-D8E1-4001-9681-9C1A6EE2F3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098BFDD6-087E-43CF-A397-8985CC22EC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80AE6D74-E230-4D1F-BE68-0308FF8EAD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80822998"/>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45565317-DB51-4F21-B7C2-7157F009C6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7E291D50-270D-4BBA-A969-2B51C67456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3468948B-DC8E-4FA5-BE1B-E677020D1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587EF79E-3759-4E07-B293-A4DB5BF6A3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808AB7F9-1AA6-4AE4-8491-ADC7A07499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C9D39627-79E2-43BE-91FC-4E4BC81A46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9D1496D9-6036-409F-95A0-21D7B52AB051}"/>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6440CC86-0414-4B37-8C44-5CFAB53CE81D}"/>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F666826E-2292-4150-AD97-EDADDFE9B6F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04BCFDED-6A2B-4020-8A15-7FD6FB0588DA}"/>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E5A6A28E-DA63-446F-966B-2355DD914E91}"/>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CCF43D7B-86CC-48AD-9B69-07F72575AE9D}"/>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6B5EA439-22EF-4E80-9D6F-E9218BC4E1E2}"/>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0FFEC5CB-C4A2-4CA0-8434-02D25569B1E1}"/>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53B02CEE-2044-40C2-AE24-8BB4F99760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91345331"/>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E83C81B3-D9FA-459A-89C6-78833735E8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001B47C8-0F33-45E8-BBCB-5C91827AFC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C43BBA28-8D03-434D-B257-5D00ADA2E3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276320F0-42A4-4B0A-90C8-D05AD18C0B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D0B82D29-7F10-45C8-A537-D23717B90C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7E6D199B-4373-44FC-AFDB-CD7D9792BF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64B14067-0C98-4CF0-B051-9D2A88DA663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39B43569-4DCA-40C9-A01D-F6CFEB0570E7}"/>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0C65FA9D-93E7-4970-87DE-47094EDD0849}"/>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4B3FA09B-0FEA-418A-B9C4-89C8043AB008}"/>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7EEE26DA-B506-4901-A44B-DA963F63B603}"/>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A724ABED-2DC6-4C51-BE7C-4DCBA13795A1}"/>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FF63E1A4-CDCF-4618-AE50-67776002A4A8}"/>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398BA871-0321-4BC8-B598-F2A1784EF01B}"/>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C32D0193-1C22-4E0E-B5CD-C6F772722293}"/>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7AF7BDC8-DE65-4742-840C-6A4FBA52E475}"/>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ECD33915-D7F5-443D-83A0-0BB711A7EB26}"/>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BEEFEC0C-B16E-4C11-89A9-55F8BC0074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71822222"/>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32570D87-59C6-41ED-96CE-B764E1E66A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BEB24FD8-74F2-44CD-A811-D0E68ACD37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EEDEB253-60A2-4B7D-A56B-532695D16E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4B8D7593-C9F3-4DC2-87B1-BE8556C576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96BFD843-28E4-44B3-9EA7-48B9B83D2A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2C499EF8-2140-4114-9CEE-964FFB3B52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9EE9B0FB-FF78-4323-B078-5E9A3C8F39F7}"/>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DD289FC4-92D6-4762-B834-AAD620835B60}"/>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D8C2A407-8CDC-42C4-BC99-1CA9F2743224}"/>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4B3E0D83-34FC-4D46-A664-06441F5C3B42}"/>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D171E023-5B32-419D-88E2-6821302B71E7}"/>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F27BEFC3-45B5-40E4-B99B-330B6DEBFA5E}"/>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0368F0A6-970C-4440-AB7D-93D675370031}"/>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0E7CB91F-1328-460B-B3D1-A3FD5531C365}"/>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C8350B3C-E891-4619-8F5F-93FCFCF663DE}"/>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A9707B54-A4CD-425D-BEE3-E1C7F2D15783}"/>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6F79DBE3-E5D5-4585-8C0A-BD9959576151}"/>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F05A417F-1E9B-4783-B14B-A6A95740A181}"/>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809F6C4D-BC23-4B0E-ACDC-86D426D9211F}"/>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66800C67-826E-43FC-ACC5-6DFEA0754F2F}"/>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BC38D935-19F8-40B4-A9A9-AE9EBCE6938E}"/>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FFA1DAEE-C13F-438E-9672-5AE7699040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04409552"/>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EC7E365A-8C25-442A-B8B0-383DB15037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94EA2E1A-8665-4BC0-A3BA-F6D944EF65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F358680E-B364-41E4-BED6-EE0A23C67E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6728C8CB-52BB-4389-8D97-2BFAC67A37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60224DB0-FDE2-4B9D-81C8-7B059259ED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90DD8731-9BF7-45BD-915F-186DCB8F8C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44C21D0F-0386-490F-8A48-B58E980A9E98}"/>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D3DD32F9-2553-4DCA-B1CF-712C844FCD3A}"/>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525CCA34-FB79-43FE-B0CA-06C6CD41EF59}"/>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39F33E1-0621-4C70-B14F-7A7996C33F3B}"/>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F1D1F42C-9F1F-4FFB-B502-265A021DBD7C}"/>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81914F69-518E-47AD-9646-A17080579741}"/>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9B5DAB26-FDF6-49E4-B646-3A4D4222F85D}"/>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A583338D-A382-40E2-A18C-ADF36E8BDB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35051112"/>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404F1E73-A729-401E-9EE7-8D37B6EBE3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2A45F343-84A7-44EC-BD2D-0C6A37F8B4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89812CC3-FF28-4F40-A945-FEAFCA417B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709732D2-185C-47ED-B389-5E5F3BAD09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8874C661-B038-4AB5-8B2E-34D12D46E2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5C5658FC-FB11-4AE6-B8EC-A95C4B4BE3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D5E45261-AF7A-49EA-83A7-CA7D80D99F23}"/>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8BF7078A-23A6-466F-9D4D-ABF6199D2ABF}"/>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70D078E3-44C4-47AD-B24A-00EF37EBAE17}"/>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2480B5AF-EF39-45DA-A23D-2183DD14872D}"/>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7511D2C0-98C6-467A-8DA3-8C66D0B34DF3}"/>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AD7E0720-A92B-4A2D-8C73-DD54D0DCA9AE}"/>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43B7CB86-7299-4E53-A471-7784B7EF709E}"/>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8D14AE71-820D-4676-9EBA-1DA8C7CD3334}"/>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CCAA6569-523C-4F5D-A265-820746681B28}"/>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FF1A3E64-3242-4AE5-8FB3-B1212A1CF1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31267680"/>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9550624E-1A78-41BE-B9DD-9F9C97D6D5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83557BA5-9720-40F9-9E10-7FDBE80F98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FEF2E152-541A-473D-8A7F-8FD240A79F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D4AE425A-17EF-4597-AD31-063D77AEBE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B474241B-9179-4A2A-85A8-E7F7757FDB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E8EA8FFA-A3AA-4736-AB40-91BDFDFB62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D3091065-563D-47D4-868C-2729F9350694}"/>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1748382B-3891-438E-B456-7A89FDE2E341}"/>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37431869-5BC8-48F8-A156-9998ADD105BB}"/>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8918E71-9976-44C5-924C-68FD69D0C055}"/>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C05D7055-637F-4345-9D22-85481052AD74}"/>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9F7B6F7E-0FBC-44C1-BFB3-65653078F418}"/>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0D5F31C6-6992-4B6A-A133-96993D736691}"/>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197C480B-B59B-4B3A-9D3E-1BD54E6ACB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29288731"/>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2350C8D9-0E58-47B2-9F34-FF24C366B64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8EDAE357-1106-4526-9C55-24CECD621D6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A9BBEBDA-A040-40BC-88CE-2F3D2CBD60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00B31408-4D13-4DC2-B50F-00A89DC978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911BA620-7790-41EB-84A6-9173EC2A90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83168A58-6D2F-4CFD-9549-BE47976352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DDC39B77-B631-4B49-8D51-5B3893AF0A20}"/>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A9F5F905-0F6D-4CC6-80C8-AD9849048326}"/>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4126B1A3-7839-452B-8471-16EBC32EEAA0}"/>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C717898A-C9E3-4BD5-BA3A-54C3D93EBE49}"/>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5F7725A5-063F-4F9B-A507-7A583F0A4D7E}"/>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4BFDA9EC-DF34-4B77-B29D-FA2C90159DAE}"/>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BAA35878-296C-48E0-A93C-DE943C7C5F0D}"/>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1B458EFE-E8F0-43B8-B2CF-F346F1105CA7}"/>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4F9790A3-7112-4F3A-A958-C7C3B77B0D6E}"/>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6D34E2E9-28ED-428A-8D65-EB4F94897F71}"/>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677C2E18-7028-4ED3-98C7-2A0354BA0227}"/>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1CA5A025-8AE0-46E0-A5C8-C9555AC6DB37}"/>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DEAE7C4B-7711-4781-97DB-8CF6F5403CA4}"/>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9048F6A2-A7D2-48FC-AE09-C52C18825C91}"/>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32974778-901B-475C-A74D-E4BF05315EF2}"/>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6B05BB92-86A7-4C4E-9AD7-738537E5066D}"/>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114CC881-F2BB-418B-A189-703305444BC9}"/>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85A67CB3-A45D-4710-B990-74384E966768}"/>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13E52FC5-1E97-4D06-8E54-3D8308C7F14F}"/>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7E31556E-9302-4D4D-804A-4DDC4C94BB05}"/>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EDB6BD77-267F-493B-B4EB-0D8F81DDFFD4}"/>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CD902E6F-A0F2-42C9-8D0C-A1193792CD7F}"/>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DF71C180-8EF3-48C1-B780-719951C5E131}"/>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BC110C69-84B0-4AFB-A52A-58D4AB491AC4}"/>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7E76E4A6-4803-46B4-ACD3-2652557272D7}"/>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967F0BCC-B32C-4E28-8016-795AC360D618}"/>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684DB26C-1264-4AEA-B609-9B355848C64B}"/>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B1E10503-78FD-4914-B042-E93DB48319EE}"/>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A04F7ED4-82ED-46A0-B9D0-2A63AABC40A5}"/>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76AF4A97-C05B-451E-9678-3B860BC0058B}"/>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171B8CCD-9F2B-4E13-A80E-9D179F7AD6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00605898"/>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314B7CAB-47D5-486A-829B-165C41BE19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859B71C6-F611-4816-87EF-856CB3CE2D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E8702E47-F84B-42BE-81A1-F65CB4FF2CC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575971CC-7E80-47A4-B227-633E0B6024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F8FEC494-4FB0-4304-817D-8F8486185D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31AD8EBF-5857-4658-B643-8CCD77762D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D7C2D62E-2FC7-4B42-B2FF-A5D73E77ED65}"/>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559F4DE7-D149-4693-9C44-1287B36544F1}"/>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A10C756F-4A4E-4425-82F8-1DD9F0E23E51}"/>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DFF99DA4-EADF-4125-A95C-144908878564}"/>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A4BC5AA0-8330-4E1B-9D70-5ECE4C11CBEC}"/>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DF18C202-3FC6-49E3-A4FE-558FA9310CEE}"/>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4C48CB9E-4F7E-437C-899E-319F0699D7D7}"/>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F95B99ED-5E2C-4E5D-9B60-A3B5B89EFCDE}"/>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5D256A9B-6841-46B3-BF85-CC4844F7A356}"/>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6782EFBC-D317-4EFA-849A-C3D219C98059}"/>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0F57BF93-8379-4522-98CD-1C9518546935}"/>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BB72DFA0-3E67-45E8-8B36-346E875AE0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33849971"/>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8A491EA7-0790-4AD1-B0D6-D4FFC94E31C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8793E899-066D-4CC8-BBA9-FBED0A92AAC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2C266DBC-97CD-4A9B-A250-A6D727D06C7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76F251D2-1E29-4BF7-9919-A38C99A31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CE37B517-43BB-43AE-9FDF-E0425EF637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DA1F0481-176F-4A3D-88CA-649267D346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A2DC62AC-552D-40E7-A204-EE154ADCFA61}"/>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FB06FB0A-B3E6-4644-A432-64EAD484AACD}"/>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2DBB6067-4C18-4D45-9D49-B23CB4533C0A}"/>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FA6FCB47-D1A8-417D-871F-6EB64B18928F}"/>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DFE54F1C-D4D7-4363-A668-9A6FC8D47669}"/>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428640A2-BC40-43FB-B6D6-F9942AAD4F73}"/>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5F3DDBE2-908B-434D-BBA8-0D1C7AE324DE}"/>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C465953B-8BDC-4925-9E36-F1AD4C76E40B}"/>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A9151AEC-30EF-4AE1-BFD6-2AE63D8F1EB4}"/>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7B072572-D4AE-412F-A612-5BC302E65AC6}"/>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2193B8E0-417B-4711-AAE7-FBC566364CFA}"/>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ED5CE87A-D75B-435F-BEBE-9462CCD2B88E}"/>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ADAD9ED7-4B7B-4C4C-8E98-E668B0EB0B21}"/>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A9362D43-20F5-469F-B24B-C6072F2101B3}"/>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A1A948B9-7564-4ED0-A86F-74B95D4298DB}"/>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CF811208-2C94-4288-9DBF-EF4C994E902D}"/>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54BB1180-DDAC-4C6F-B20F-0D93BCAE99EB}"/>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5A381B7D-047C-435F-81C6-B0FA80DDD61D}"/>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BB8AAEFC-97C5-469D-B88A-F91D6EB58D67}"/>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8B27C1E9-CDBB-49D6-8B4F-FFBB4940E1DA}"/>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B57318A7-6EAB-428F-AC86-AAAFEB1FBF03}"/>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CC38A29F-CA6B-4FC2-94F1-69942E5B4FBE}"/>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2C3D5972-0293-4BB8-88D5-4EF531D71A4E}"/>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3029318D-5A8B-4100-95C8-04BAF2B3FDB9}"/>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A6C30A6F-669B-4962-81CF-51E388C1C97C}"/>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3881817D-7CE5-4CD4-A62F-AC4A23DEE310}"/>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584E2204-0D43-470C-8C88-7EF11725A2F0}"/>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1BA8D1D6-6167-43FD-927A-2332C2366264}"/>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0BA0859F-B57F-4547-B304-51484E8F1DBC}"/>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7DC63F81-F8E3-496B-9FA7-E96208E55EE5}"/>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356912B1-5D37-4ABC-99BB-56B21D14866D}"/>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C843B503-DE35-46F5-AAAD-4054D02138C5}"/>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7B2B0C37-AB78-4863-BB83-B569CF454927}"/>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5CE0E5A1-4CE5-45A8-A6E7-CF4324AF3B91}"/>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C9D24A6E-36E3-4BA1-994F-17A854455522}"/>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AA20D318-44A8-47A2-B215-055230D285E5}"/>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D4A31EDB-20F8-4F22-87C4-EC0267F33F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147587872"/>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28A28697-13CA-42ED-920D-9F50492D2BF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933AAA99-9300-4186-B416-B199263207C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AFD71FF1-0D42-479F-B49E-FBC4A4BFAB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26CC822A-A6F6-4C76-94EB-10E790A4E0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8F2FD89-2DD7-4E85-AE2F-928AD82E1DC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C8D2554E-D0C4-4C15-8993-AB45E2A8E1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E4CB073F-CBE8-4A5C-A2A4-52905E8EBF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BA765D01-BBA6-40A9-8A2D-EE1A4C6FF777}"/>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A98CB7CD-1F3A-4082-A327-532B7E9A89F8}"/>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2D5919F8-28D6-4EF8-929B-1D44CAE539F2}"/>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BA316F40-9207-4C0E-B183-350FD5C4BE8E}"/>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838D3F77-29B7-4A8A-A9D9-BA94F93E1026}"/>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FE911421-7664-4CDC-9DD3-47A50C0B2B6E}"/>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31B9E12A-5C00-426F-A286-9BFC9A0CB826}"/>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52122392-0FF6-4973-9BCB-7859534065AA}"/>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EF37486D-3721-442D-8427-A4E715200662}"/>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4A1619EC-35E3-4B91-9844-88E2BC6E4776}"/>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2ED302F7-0168-4600-9D7F-16DB0A2DE294}"/>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9F02A8C1-21AC-47FE-A674-8FE574E82725}"/>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9149F844-4D75-4388-B651-824BC9975C4A}"/>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864E39E2-C874-4138-8699-38E5D7F993FC}"/>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C57D51D7-42CA-44A2-AF4A-E1BA91A6796D}"/>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817C5D8F-1598-4BB2-95F7-38694908B240}"/>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ACC19BDA-2955-4622-B108-7BCD830162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27911461"/>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F6E78CEC-40B3-4EE9-AD16-5A418BA2310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5899E64E-9304-4A8D-8A8D-66E46187292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F069FB4D-E832-4494-917E-C303C4543B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10F85ED7-9212-43A8-BA85-32D0FBD08E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C464E8A-09C7-4708-AD33-A83D9AA4571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C059D1B3-0BA4-42DA-B518-1F6E233A2C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F846DDDB-A1AE-48A5-84C3-93BB28EEBF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F99563A2-3327-4266-BC85-015B18283B9C}"/>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93A4CEA8-391B-43AA-B369-C50F5290E6EA}"/>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FB57E3C2-1C22-4FF5-BDBA-89D1E8BD8D45}"/>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5C2537A5-412D-4584-8193-D32E44EDC7B1}"/>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1570681C-C258-4C2D-A10C-A7AC27CB3101}"/>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54A6F164-2BE7-413E-A3AF-1B07DCDEF42A}"/>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DFFA8BE2-348A-4969-A560-B684947FD62E}"/>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8CA033E2-BD4B-48B8-BB36-1D758FC4FDDE}"/>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22F3BAD6-A6AB-4149-8CF8-EB8D14DDFBDB}"/>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6D5AF14A-E273-4CC3-9A63-58A1A4AA11B5}"/>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BD77B408-95F6-4112-B460-ADE2392E1D11}"/>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C1FFADF1-2C7D-42F3-A760-4429195C56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08447269"/>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7EDBC638-279A-4F12-A752-A75AE32C6D8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BFCBA64B-38F7-4886-B3E3-D0F01DFFA63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F202CB78-5C45-4544-A5C7-F457127C39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28DCA892-1F27-4EAE-A4EA-CB4EF7382C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50898F7-523F-4C2F-818C-415978792D4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966B9328-FB9F-46A9-8D41-F29CEDEFD0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ECB3EB3F-32E5-4600-B176-D340FEE2FB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50C04C8F-6C69-4182-A3E0-8BBE3B72A639}"/>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3CBEDE51-7503-4669-B464-3B46786BEC57}"/>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A5B7DA02-B1BE-4668-8538-1D196E4590C5}"/>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96440DC5-9D96-4BFF-9FDB-43290E2CAF54}"/>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022F7553-DFC6-4DE1-8709-D411103B9660}"/>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B037492D-7DF8-4D1F-8A75-01C45427B33E}"/>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D888397-939E-43E0-AB75-0E10434CE31B}"/>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441ADB0F-53F0-4822-83BA-FC9B6EEC1CB3}"/>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B5383AB2-EC31-46F5-8E58-942C11B6F9AD}"/>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3617F0BB-8AFD-45DD-A60D-D4CD50A2A26F}"/>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DABE316-D0EA-438E-89D3-BDC3C326EA15}"/>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74374FEC-68CF-4A08-B125-A083C2CF056A}"/>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F953C609-A9AB-4B29-AC91-CB62082DE436}"/>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39137112-EB95-4CEA-9C94-E56236DD31F5}"/>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E7DB2192-B189-4DFF-A3F7-9F6EE33DA9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8631989"/>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3AB8E27F-ED1D-44FD-9E44-30CD7EB3F8F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6C23D4D3-68AA-4203-9D70-4F3C44B7CD5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A38BE5D0-8D5D-4A7F-8D2C-C1D0FEA75A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957F57EF-2BAB-490D-BD13-CA9F0FF49F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A25CEE4-30E0-4FA9-BEAF-25B796394B4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0FA2D8AA-BA88-4878-A187-A9A2D0292B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33E1953F-2C4E-43D0-8183-4E0DFDEE7C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F70C55B6-8E39-4863-B908-14BF455121CA}"/>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2765A262-2806-4FB7-942A-C0C6D789D393}"/>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5CFC0C9F-7AC7-4E0B-98BF-6EB85663BBA0}"/>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0C74E17E-D84E-4059-97C4-D30CBDAF8909}"/>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AE22076D-6E95-49A5-BBEA-5B9C76EDBB07}"/>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518096C3-79C4-425A-BBE1-D77404675CE4}"/>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9B8359DF-8F57-4F14-B2E0-121DA265EDE0}"/>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A877C8AA-1F1F-4F8B-A2FE-0F616E9F2B9D}"/>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D7D63C91-C172-4E61-AF02-932661E0DB65}"/>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D75CB831-20F0-4211-A539-54C3330F8A44}"/>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38BDBE86-8478-43AD-9693-F9FF3A43E045}"/>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F2302ECD-3878-437D-A598-01692BF96CFB}"/>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9CB58C06-D02E-422F-B28A-AD61F49A6BDA}"/>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B4A11C4B-B94D-4EB1-8A39-3FB61C77C2B8}"/>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629C1C0D-5EA5-4BBC-864F-A28ACA387774}"/>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9758D396-2638-4F86-A696-A13B59358578}"/>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0E03A9B1-703F-4468-B2F0-C9723567E1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85664232"/>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134554CE-314D-4982-BA4C-F1FF36B2DC5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E7E68EB1-47A9-47A0-BC49-458D1E2B08D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08B88381-6D4D-472D-B811-01B73AEFF9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51FFD671-F9E3-4C5C-926A-2C0F3F748E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A407767-A45A-45CF-8D1B-5A64F9A22F7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FA443563-890A-4742-8859-D22F52C30A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A71008C1-AE3F-409A-A1A5-BB6ED18946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F4343364-3B1B-4355-B966-C4D1E9F06B16}"/>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B8EDB8DB-E99B-4FCD-B050-18E9EA981CD5}"/>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82340816-956F-4F35-86F3-554F7DB966DA}"/>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170EE15F-2CAB-43F5-AE16-E4D0853D5447}"/>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31420381-9B56-42A8-8464-00A81E7EAD42}"/>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E5DD21A2-5F50-4548-B103-45048FC87AD7}"/>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A04479F3-80AC-4C94-86D8-A7B64F9BF14E}"/>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B6711307-0916-45E1-AAFD-DE4A03957A3C}"/>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59CDD912-C7CF-4A67-8642-AF69026ED487}"/>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A93D2AAA-20F7-49BF-8340-DFF947BD55D4}"/>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E7C54743-1187-470F-84C3-E9F36BD61855}"/>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47D7D47B-A1FA-49CB-B206-7E934EE075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11195047"/>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98905107-00F9-47D1-9DE3-BAC53E2543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E0B673E1-B15E-4B52-B2BC-73A44B94AC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CE3B2752-446B-4FEF-B1DD-87DBD15B2BC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029B105A-00C8-4915-A4A0-3ADC500307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7C6EAB18-A54A-4BEA-90F2-03982C5477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CC2CC234-F895-41CC-8018-5C1A313A72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0E376B6B-9456-489F-95EF-A04A69274DD6}"/>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E093D9AD-76FC-4D5C-B020-4FF523F3CDCC}"/>
              </a:ext>
            </a:extLst>
          </p:cNvPr>
          <p:cNvPicPr>
            <a:picLocks xmlns:a="http://schemas.openxmlformats.org/drawingml/2006/main" noChangeAspect="1"/>
          </p:cNvPicPr>
          <p:nvPr/>
        </p:nvPicPr>
        <p:blipFill>
          <a:blip xmlns:r="http://schemas.openxmlformats.org/officeDocument/2006/relationships" xmlns:a="http://schemas.openxmlformats.org/drawingml/2006/main" r:embed="R7b6adc9ae7f74f64"/>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7BB4A781-2E92-4CC8-83A6-524F6E8AD128}"/>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5D0592CC-8FE6-47F8-8CD1-55FB34A016B5}"/>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ADE283E5-1831-4F3B-AD3D-C8171877188B}"/>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1C7A3269-AC54-4B9A-A44F-875A8EF067FD}"/>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8EFA0293-6367-45F6-9732-470E9FEE16EF}"/>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EB5F3AC1-C93B-4EB1-B5D2-E16FA15E9C80}"/>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3353004A-A6E8-4A99-91C1-5346BAA3AC10}"/>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FDB8428E-D267-497C-AC88-EC47B13F80CF}"/>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6810019A-E5DC-4940-8537-9506CBF61001}"/>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E9DEEA64-084B-464D-B630-3E4106847EDB}"/>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E9CAF9F2-C50C-4CBE-BC32-6B8734AFEBC0}"/>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0AEAE8AF-079F-4E13-9E6F-23EE44E5E7C6}"/>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61675C8F-2E85-406B-9882-4A111817D872}"/>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73A387FF-2897-4B77-A751-FE3D96A4F4ED}"/>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563EB97D-2E73-430A-9A0A-2FB74E4FEA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38494261"/>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3941EBB9-2F70-4F49-82AC-89BC2FDBB03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4CE7E766-3837-4101-A54E-72462CF9E14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0320172A-F816-4DD4-BAC9-8E2248480A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62E1BA7E-7C6A-4E02-AD65-193B8A85BA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CFB8D98A-03C9-4099-AB3C-90970DE96F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BD27A503-FFEC-45DD-9583-16E5F92C72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692003F9-F82A-4A56-8765-174C87018E9F}"/>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208D852D-5623-405C-B961-983378A9F105}"/>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A580822-6E68-482F-93D9-7095BA59701C}"/>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7010DBFC-9387-4468-8660-AABF1B963179}"/>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850FEFCE-8F7C-41E0-BC79-1F0855EACB84}"/>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CF94F44B-59C5-4E9F-B83E-68FF0A6BC5AB}"/>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4E1E3B64-5375-4F53-B6C7-D7BFD788F746}"/>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E0A4AE96-B86A-4191-898B-4F24F6E13253}"/>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DB65FDF8-77ED-42FE-8341-8DEED580B026}"/>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D388FCD8-24E5-485B-B27B-57479CC82E47}"/>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ADC05CB4-FFC9-4232-84BC-7F4144575A6C}"/>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AE016CF8-B61C-4735-AD85-89EDC5F18B44}"/>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5E158F2D-3C74-4646-83C1-AC670FD8EF24}"/>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4A169F24-E25B-4B46-A172-B73A172B7ED4}"/>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718929D0-AE05-4314-A2C5-F93E373F00F5}"/>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440A4AF0-48C4-4DC8-BDA3-C744FD2A5E43}"/>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A5394AC7-54B2-4016-86EB-1F62C8369692}"/>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55E322EE-B8CE-40C1-993E-1F3FB7D958D8}"/>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48717A87-A639-4B26-B784-149E2129C485}"/>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62DD1D1A-5273-4EB7-9EAC-9B53DA33BBEC}"/>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E1E5EDF6-FA0C-402C-BC59-6BF4252FFE8D}"/>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8BD7AFE9-9B74-49A8-A79D-775243BD4DF6}"/>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EF2915FB-1E94-466D-A7FF-E8EEEB87A5B0}"/>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FDA5F37A-1CE7-4EF7-B732-53FA6B763FA3}"/>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8EE6C7C5-C151-47C3-BF98-B36E2AB96EE5}"/>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AF7A155A-6FCB-4B3C-8C77-72F8188892B4}"/>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63502052-1177-4072-8A22-80E91E2BD5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34384600"/>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83CD3208-484C-431E-8C1E-5461E72EE4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712CE6FA-B1AD-43CD-95E8-311E9C1BDF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06BB58A3-509A-4026-90D6-C0C115179C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2EC8DAED-14D8-4389-9BC0-AE2331BBE8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F0EBDB07-70B7-4F70-AA39-2FAB564A3B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ADDED770-FAB6-4357-947F-08A5F6F152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9C648B34-0B4A-4601-A242-58472508A4C2}"/>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32FAC567-1F24-484B-95B9-ECB524B94A9F}"/>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87896809-B305-46F2-9FF8-29E475DC351B}"/>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F603CF7E-8DA6-4017-9AAE-16FF2DF8D28E}"/>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4C1278C8-805B-4968-BB88-B7E5A58C0986}"/>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B9653D0-4C50-4E26-8A52-ACDF6A6C5943}"/>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E4541B4D-7582-404B-A678-13893710675F}"/>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7F3A6110-7CB2-4C9C-82DD-6E15BFFE7D3A}"/>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79F48DC2-AC30-4647-BCAD-BE1A8AC71016}"/>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EC662F07-FF4D-4DD8-A3C8-1A291F403B5D}"/>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0E7CAAB-6B70-4F32-8419-4FEC89D9B201}"/>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77A96FC8-8627-43D8-AB7A-D81EBAF017A8}"/>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6B29F5E9-86D4-4326-9ADD-E338A105C38C}"/>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6B6A6589-5335-4134-929C-101554799093}"/>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4ED9ACE7-583C-4286-9D72-05D4D95096F1}"/>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977137D-2ACB-4BE7-A7F6-D83AA6D2BCDF}"/>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2720363A-ACB1-41C0-B9DE-78CABB5F0DCD}"/>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D99473D4-1DA6-4EE2-98BD-BA5847CDC995}"/>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C0BB3F8E-79BF-41EF-BCE2-5D4233FE77C7}"/>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62EA2303-CD7F-454B-BA3D-199D88996231}"/>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001EB236-815A-4C7C-AC94-D49C90E47AB3}"/>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23F35E2F-E861-47CB-A0BD-DE3954C258E7}"/>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E145E48E-E9FA-408A-AA41-B49F91161555}"/>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44316EB6-C9FC-4D09-ABF7-211E7FAA4FB0}"/>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01CF46AF-AEAD-459E-A7C1-086041D28AE3}"/>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5C3CEE2B-377B-4301-AD57-EE0C3B42124F}"/>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8CFB93FE-9F0B-4F9C-B654-5A95FFC73F48}"/>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CEC751A0-BDD5-4A16-B4EA-AC9CA9B23F86}"/>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A0745DEA-8C77-435C-B874-74F4BA94E616}"/>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736182A-E154-45E6-BE85-D022874F0732}"/>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309F0851-54C1-4546-BEE2-FC47869BB989}"/>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014BDCE8-3C63-4986-93CB-C036D9C8E42D}"/>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CC05081C-676D-43BE-95BB-AEB3AC48B5DB}"/>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DB9534A9-2526-4BE6-9B2A-508EAA6ABD80}"/>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7A53A21-A9A3-4C1C-AEA1-1156277CACB0}"/>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596F0B2A-B277-4EA0-8FBA-0C5651571B43}"/>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A1E3E784-AF8E-472B-A285-872FBD071A82}"/>
              </a:ext>
            </a:extLst>
          </p:cNvPr>
          <p:cNvPicPr>
            <a:picLocks xmlns:a="http://schemas.openxmlformats.org/drawingml/2006/main" noChangeAspect="1"/>
          </p:cNvPicPr>
          <p:nvPr/>
        </p:nvPicPr>
        <p:blipFill>
          <a:blip xmlns:r="http://schemas.openxmlformats.org/officeDocument/2006/relationships" xmlns:a="http://schemas.openxmlformats.org/drawingml/2006/main" r:embed="Re12fd68b93b2468d"/>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AD7DCF50-DDD8-4F16-A930-C7889D788B05}"/>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06CCAEA4-1927-4F14-8519-96B656A9CF6F}"/>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82A343E1-12C8-4029-8472-86B9F1EB7B4E}"/>
              </a:ext>
            </a:extLst>
          </p:cNvPr>
          <p:cNvPicPr>
            <a:picLocks xmlns:a="http://schemas.openxmlformats.org/drawingml/2006/main" noChangeAspect="1"/>
          </p:cNvPicPr>
          <p:nvPr/>
        </p:nvPicPr>
        <p:blipFill>
          <a:blip xmlns:r="http://schemas.openxmlformats.org/officeDocument/2006/relationships" xmlns:a="http://schemas.openxmlformats.org/drawingml/2006/main" r:embed="Rbb4bac8dceda419f"/>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3FF5469E-A2F2-4666-9E7F-4F7B2A91C7DC}"/>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B1C17F8D-FE5F-4020-BD0A-A48312B452C4}"/>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3A90F983-1AA6-4633-AED2-8F9113093DDB}"/>
              </a:ext>
            </a:extLst>
          </p:cNvPr>
          <p:cNvPicPr>
            <a:picLocks xmlns:a="http://schemas.openxmlformats.org/drawingml/2006/main" noChangeAspect="1"/>
          </p:cNvPicPr>
          <p:nvPr/>
        </p:nvPicPr>
        <p:blipFill>
          <a:blip xmlns:r="http://schemas.openxmlformats.org/officeDocument/2006/relationships" xmlns:a="http://schemas.openxmlformats.org/drawingml/2006/main" r:embed="R4a3779dcc1784f6f"/>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F68F8C0A-AA92-4F9F-BB6A-8403929F6A80}"/>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DD1D7081-9A98-4BAC-AC59-8B223C01BFE6}"/>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5DB3E22B-1F7D-4731-8124-B66474261388}"/>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CBCD3ED8-B9B0-4307-9AB0-DF5867DDAB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14680869"/>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4D01BFA6-2AE2-4AB6-8BC2-D3FFD01DBBC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C93474BD-1E83-4029-B70B-9526D02D4B7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EABBA724-230D-4478-80B3-D3142E9B32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D0C2DBF0-6676-4C50-92CD-20E98B77BC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494C31D6-411E-4242-B324-92E3813212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DAEB6B86-35E1-488E-9B72-69C6EB570E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284DC15C-E31B-4569-81AF-615FBD8BD6D3}"/>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5E6D28FC-58F9-4FDE-B1E6-69E8F03E6D9C}"/>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95473D1F-9405-4DE6-95D0-5906B2764550}"/>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3CF74BE8-4356-47E7-9EA7-734A888F9ACC}"/>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C4B163BF-2E55-4375-A71F-E766880B966E}"/>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3878D936-7725-455A-BDAE-8C60F0CD8C4B}"/>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7C1C403A-9991-48E6-8A84-4C0F879E64F9}"/>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47F3E5A6-82F9-404A-82A3-6D30048C9758}"/>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37936962-BE36-43E0-A453-FBFAB99BE1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406222108"/>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5653066E-4B7D-48C2-B857-8AC797F897F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1C623DBD-312C-48CD-B8B0-A03CA642AD0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FD4BFF3F-84BB-4EF0-8394-7928A73955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6C64BA4B-06F8-465B-95A6-D19749138F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96D9C0A8-F773-4785-BF7C-45B3F67A9A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A56D1DA1-03FE-42ED-9391-88E10EBA6C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1D69136B-63C9-49D0-9DF1-FB7111755F65}"/>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E8A0EAEC-59FE-45CC-8494-4D971DF5BB9C}"/>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D0B5AFD3-EDFE-431C-9C12-415E1A1B889E}"/>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0822DF38-35AF-4AFE-8DE7-4FC8AE6A3ADD}"/>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BF67057D-2DC5-4C58-A931-079493120A4D}"/>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3516DC48-A8CA-47B0-8DCD-C9BC5BBCAC98}"/>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EAED3AAC-AB49-4247-A8B7-FC7FB5517F0C}"/>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84A01C77-DB7C-40EE-984E-CA4769368614}"/>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1E81F763-3D33-43A6-9F57-06BF52CB87F8}"/>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3F436F1F-1784-44CA-B23B-D6BBB4EC51A3}"/>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E9FE925F-8395-4ED2-BA80-1A966EED16A4}"/>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A8590412-0031-432E-993A-4F077629BDF6}"/>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6EA007FA-2C09-4A57-9F81-12B812AC2353}"/>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F561B61D-9FA0-44D8-B97C-8E0624BA91B6}"/>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84DB9620-7731-481B-BC1F-3024891E7454}"/>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3B91A474-63B2-4A48-847E-3F14CC7EB4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883406773"/>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14F39801-8023-4124-93CD-6E11C1A854F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72CCC9B6-9E76-45BF-B692-3E28AA508D6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867D96FA-E133-43E2-9C73-50EF771FE9B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4E7AAA53-CF7A-4338-9477-9E6A07D2DD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DF0D8FFF-A495-4038-A789-6ABBEC9D1F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368678BE-6A8B-4937-8617-C073763237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CFB5179C-BE0A-4817-A15A-0AB5D76E61D1}"/>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F5839F8B-6202-4004-9BF7-B0479101A842}"/>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77CF1572-AB19-4144-AEA2-DA91295341CA}"/>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F43634DF-DAAF-42D7-A5F0-A10314ECDBAE}"/>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0713C680-953D-4420-8F1C-29284A20744A}"/>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5370A2F0-2663-4485-9C81-E681A65C772A}"/>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E750A261-CC68-48DB-AEBC-92A205FDC189}"/>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AFA2E246-4FBD-4CE4-BEF6-D139218C33A9}"/>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CE501471-FF2F-4297-B71B-92F1013C493D}"/>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1963E4A6-1FAC-4A5D-A177-0835DD532D65}"/>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7C770F2E-FE72-4B9B-AF6F-A63FF771B0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0431289"/>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F19E02FC-BA90-42A1-B703-C43D2804C59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6C2A596A-5C2D-4DA5-8BD9-2C011722AD3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701241F2-35BE-4AF3-A76C-62A4003EBB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27B03650-5507-4F73-A181-16A02A858C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C435B204-00A5-4997-9C87-85ACE5C007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DDD50D22-2967-4B42-A90F-AF0DED1386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0F250F74-3609-4902-813E-5AB545227AC8}"/>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77C1B8A2-9F45-469F-BF44-56EDA1F1DBE2}"/>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37CE65DD-F095-431C-89BF-565B643F689D}"/>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ABE5CB3-517B-4A3F-A88C-5AF272ECEB8E}"/>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EEEBF6E0-EA4A-4A8E-BBAE-26464DCCCBF2}"/>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6A155A24-E20F-4211-A78E-6CA03A30FD26}"/>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E6FA6483-0E7E-4737-BDC5-64030C13A645}"/>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F123387-0960-480C-A3C2-23F84E53488C}"/>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3CA3BD00-AB43-4502-A37A-FE56EF73D72D}"/>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2BAE7415-A876-4362-882C-556BEE9D5250}"/>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AB2BB530-6372-48AC-ACD2-4A88098BF6EF}"/>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2DB5DDF5-C1E1-43C4-AB62-2798D08E9FA8}"/>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B39104C5-959A-470C-B649-D682295CFBFF}"/>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9777E830-1F6E-4E94-AA51-464F1660CBF0}"/>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40A5D592-D252-4CE0-A051-309548FFCAFC}"/>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F8329C9F-CA57-49E4-9834-A335FEBE221C}"/>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175A2B92-02BA-4410-9F49-1E2551C1F938}"/>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B382E208-6FA8-4B9E-BB56-AC7633826FEA}"/>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4A9EF12C-C82D-4D48-B89E-BB26FC1E921A}"/>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6398C1A2-EF35-4D29-90FA-51205E0C3FDF}"/>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F7AF5DAB-338D-4798-B11B-64F06C87880F}"/>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7DA56A6E-9298-4E88-B518-4B9CC1897E13}"/>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B7076FEE-B4D8-474F-96DB-38271D0E142E}"/>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B41DFABB-454C-4DEF-854D-A624AC5C81A5}"/>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39AC3AAC-B68F-4AA7-B350-47C67EF48793}"/>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EB0FB3E4-4B26-420A-A84B-825E676ED29A}"/>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75EA733C-970A-4748-B2DC-D9ED6E9E01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56389428"/>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0AF9DA54-520A-4444-8E62-D0BE52E7059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20F5E46C-11AB-46AE-BD26-7A3CB4CBFF7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A13CE25E-26EC-4391-8B94-D73DF2DDF4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1D6BEFC0-CA11-4B68-A490-15F94BD1C2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8AB94BE0-F6E3-4141-9181-A8B4E2D78D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F9D15CD8-4476-430C-A999-07B7FC1705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5AF5DF08-D8D3-4A10-99E2-72A7135210F7}"/>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EEE7CCC6-9487-48F1-A18D-26D9F1BC551C}"/>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E165D41D-C96B-449B-BF85-FAF475D3229D}"/>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AFA0A779-3E79-483B-B170-6789037E0104}"/>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934615DD-CCE5-446B-93F3-6B2478B2F589}"/>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B9E1BDDA-BD80-43C8-843D-D64150D2532B}"/>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2AA0E9D9-5A56-4903-A8F7-4F2D3DBE81DF}"/>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B98AB204-FF2B-4EA4-BA34-7DE31500CB06}"/>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7F4A8DB9-38B2-44F2-9D18-5C829502515A}"/>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40F3A6B9-F6BF-4851-AC29-62D9D01EFF5A}"/>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A82FC4C3-5B0F-41D9-900A-2F1BB9C187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2644700"/>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FB5A34D9-2326-481F-94E8-A6142EC67A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E5560DD6-E214-4C28-8331-AF02C0C756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A45F302B-6F51-4E15-8FFB-AAC1BE114C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D997D736-5993-40D8-B80B-2DE4989C74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51251762-F5D2-4769-9CC3-19B0B8EE52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ECC28326-8B5B-4C90-92A1-A1E8B72018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C7B9E30A-430E-4088-B310-CCCABF62EAEA}"/>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F1D8D18F-E7BA-44AC-B62F-717F1665F771}"/>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AAB8FECC-E9F9-4072-A21F-E68468AE7DE1}"/>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6DCDC236-86EA-4A01-8A84-2C58422B7460}"/>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77D88CE7-BEBE-47F3-9728-60CAD6F169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438429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2026-10-21T14:07:18.6890000Z</dcterms:created>
  <dcterms:modified xsi:type="dcterms:W3CDTF">2026-10-21T14:07:18.6890000Z</dcterms:modified>
</coreProperties>
</file>