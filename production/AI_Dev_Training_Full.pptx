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slides/charts/chart1.xml" ContentType="application/vnd.openxmlformats-officedocument.drawingml.chart+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38eb2c390914cec" /><Relationship Type="http://schemas.openxmlformats.org/officeDocument/2006/relationships/extended-properties" Target="/docProps/app.xml" Id="R3708d8a71bb64de6" /><Relationship Type="http://schemas.openxmlformats.org/officeDocument/2006/relationships/officeDocument" Target="/ppt/presentation.xml" Id="Ra20c46bab0da4955" /></Relationships>
</file>

<file path=ppt/presentation.xml><?xml version="1.0" encoding="utf-8"?>
<p:presentation xmlns:p="http://schemas.openxmlformats.org/presentationml/2006/main">
  <p:sldMasterIdLst>
    <p:sldMasterId xmlns:r="http://schemas.openxmlformats.org/officeDocument/2006/relationships" id="2147483648" r:id="R494ea5bf400a4f64"/>
  </p:sldMasterIdLst>
  <p:notesMasterIdLst>
    <p:notesMasterId xmlns:r="http://schemas.openxmlformats.org/officeDocument/2006/relationships" r:id="Reaa13463e0cd4cc6"/>
  </p:notesMasterIdLst>
  <p:sldIdLst>
    <p:sldId xmlns:r="http://schemas.openxmlformats.org/officeDocument/2006/relationships" id="256" r:id="Rb17ee5e0c7104471"/>
    <p:sldId xmlns:r="http://schemas.openxmlformats.org/officeDocument/2006/relationships" id="257" r:id="R1e2a10f992f44618"/>
    <p:sldId xmlns:r="http://schemas.openxmlformats.org/officeDocument/2006/relationships" id="258" r:id="R68c7f579ee984ec1"/>
    <p:sldId xmlns:r="http://schemas.openxmlformats.org/officeDocument/2006/relationships" id="259" r:id="Rf31c5b79b68d4f99"/>
    <p:sldId xmlns:r="http://schemas.openxmlformats.org/officeDocument/2006/relationships" id="260" r:id="R663f8699dc064aab"/>
    <p:sldId xmlns:r="http://schemas.openxmlformats.org/officeDocument/2006/relationships" id="261" r:id="Rbb1cd14543324040"/>
    <p:sldId xmlns:r="http://schemas.openxmlformats.org/officeDocument/2006/relationships" id="262" r:id="R1cf9ab0421fe4121"/>
    <p:sldId xmlns:r="http://schemas.openxmlformats.org/officeDocument/2006/relationships" id="263" r:id="R8726aa1423834002"/>
    <p:sldId xmlns:r="http://schemas.openxmlformats.org/officeDocument/2006/relationships" id="264" r:id="Rc07be9fefd4c4bf3"/>
    <p:sldId xmlns:r="http://schemas.openxmlformats.org/officeDocument/2006/relationships" id="265" r:id="Rc00fc9292e894203"/>
    <p:sldId xmlns:r="http://schemas.openxmlformats.org/officeDocument/2006/relationships" id="266" r:id="Ra9e088358d6e453c"/>
    <p:sldId xmlns:r="http://schemas.openxmlformats.org/officeDocument/2006/relationships" id="267" r:id="R3b7aa97864ef435d"/>
    <p:sldId xmlns:r="http://schemas.openxmlformats.org/officeDocument/2006/relationships" id="268" r:id="Rf5c7861325074310"/>
    <p:sldId xmlns:r="http://schemas.openxmlformats.org/officeDocument/2006/relationships" id="269" r:id="R6e7a6748c2d24bf0"/>
    <p:sldId xmlns:r="http://schemas.openxmlformats.org/officeDocument/2006/relationships" id="270" r:id="Re190013d823242b8"/>
    <p:sldId xmlns:r="http://schemas.openxmlformats.org/officeDocument/2006/relationships" id="271" r:id="Re3e0f33e019b40f7"/>
    <p:sldId xmlns:r="http://schemas.openxmlformats.org/officeDocument/2006/relationships" id="272" r:id="Rbdb0b520f7004cb4"/>
    <p:sldId xmlns:r="http://schemas.openxmlformats.org/officeDocument/2006/relationships" id="273" r:id="Rd828813597964612"/>
    <p:sldId xmlns:r="http://schemas.openxmlformats.org/officeDocument/2006/relationships" id="274" r:id="R857a965b147c4d28"/>
    <p:sldId xmlns:r="http://schemas.openxmlformats.org/officeDocument/2006/relationships" id="275" r:id="Rfeed165ba1dc44ee"/>
    <p:sldId xmlns:r="http://schemas.openxmlformats.org/officeDocument/2006/relationships" id="276" r:id="R2155e3e7346a4c43"/>
    <p:sldId xmlns:r="http://schemas.openxmlformats.org/officeDocument/2006/relationships" id="277" r:id="Rbbba164858594270"/>
    <p:sldId xmlns:r="http://schemas.openxmlformats.org/officeDocument/2006/relationships" id="278" r:id="R201e231cbc1d4154"/>
    <p:sldId xmlns:r="http://schemas.openxmlformats.org/officeDocument/2006/relationships" id="279" r:id="Re1d73d946cd6477a"/>
    <p:sldId xmlns:r="http://schemas.openxmlformats.org/officeDocument/2006/relationships" id="280" r:id="R37ddf2b25aff434b"/>
    <p:sldId xmlns:r="http://schemas.openxmlformats.org/officeDocument/2006/relationships" id="281" r:id="R2920e8620b864df6"/>
    <p:sldId xmlns:r="http://schemas.openxmlformats.org/officeDocument/2006/relationships" id="282" r:id="Rd54c116b71654502"/>
    <p:sldId xmlns:r="http://schemas.openxmlformats.org/officeDocument/2006/relationships" id="283" r:id="R5b4be6c0a6e244a9"/>
    <p:sldId xmlns:r="http://schemas.openxmlformats.org/officeDocument/2006/relationships" id="284" r:id="Rd36372fd128344a8"/>
    <p:sldId xmlns:r="http://schemas.openxmlformats.org/officeDocument/2006/relationships" id="285" r:id="Rf60f0255f7cb45b7"/>
    <p:sldId xmlns:r="http://schemas.openxmlformats.org/officeDocument/2006/relationships" id="286" r:id="Rf6ba83671bb5491f"/>
    <p:sldId xmlns:r="http://schemas.openxmlformats.org/officeDocument/2006/relationships" id="287" r:id="Rda4fe0ae1dce42f1"/>
    <p:sldId xmlns:r="http://schemas.openxmlformats.org/officeDocument/2006/relationships" id="288" r:id="R7387ad3ff1334a67"/>
    <p:sldId xmlns:r="http://schemas.openxmlformats.org/officeDocument/2006/relationships" id="289" r:id="R3358fdadf31c4970"/>
    <p:sldId xmlns:r="http://schemas.openxmlformats.org/officeDocument/2006/relationships" id="290" r:id="R59bb0773a3a14a70"/>
    <p:sldId xmlns:r="http://schemas.openxmlformats.org/officeDocument/2006/relationships" id="291" r:id="Rb9770f06f59646c5"/>
    <p:sldId xmlns:r="http://schemas.openxmlformats.org/officeDocument/2006/relationships" id="292" r:id="Rd1ebbbfb7bbe4e40"/>
    <p:sldId xmlns:r="http://schemas.openxmlformats.org/officeDocument/2006/relationships" id="293" r:id="R6dd77efd97ce4347"/>
    <p:sldId xmlns:r="http://schemas.openxmlformats.org/officeDocument/2006/relationships" id="294" r:id="R2052ca5402bd4f8c"/>
    <p:sldId xmlns:r="http://schemas.openxmlformats.org/officeDocument/2006/relationships" id="295" r:id="R5fb2b27cecfc4233"/>
    <p:sldId xmlns:r="http://schemas.openxmlformats.org/officeDocument/2006/relationships" id="296" r:id="R917e51aa7b7b4451"/>
    <p:sldId xmlns:r="http://schemas.openxmlformats.org/officeDocument/2006/relationships" id="297" r:id="Rab32cf4f2a604569"/>
    <p:sldId xmlns:r="http://schemas.openxmlformats.org/officeDocument/2006/relationships" id="298" r:id="R17779cdd12f94ec6"/>
    <p:sldId xmlns:r="http://schemas.openxmlformats.org/officeDocument/2006/relationships" id="299" r:id="Rb55e474dc87d4c4b"/>
    <p:sldId xmlns:r="http://schemas.openxmlformats.org/officeDocument/2006/relationships" id="300" r:id="R26ccc09801fb4a1a"/>
    <p:sldId xmlns:r="http://schemas.openxmlformats.org/officeDocument/2006/relationships" id="301" r:id="R78a05a60af324fa6"/>
    <p:sldId xmlns:r="http://schemas.openxmlformats.org/officeDocument/2006/relationships" id="302" r:id="R01cf98967a364608"/>
    <p:sldId xmlns:r="http://schemas.openxmlformats.org/officeDocument/2006/relationships" id="303" r:id="R79c0fe522e304c9b"/>
    <p:sldId xmlns:r="http://schemas.openxmlformats.org/officeDocument/2006/relationships" id="304" r:id="R51fc420ac8c14c42"/>
    <p:sldId xmlns:r="http://schemas.openxmlformats.org/officeDocument/2006/relationships" id="305" r:id="R2a42663b2bef47fa"/>
    <p:sldId xmlns:r="http://schemas.openxmlformats.org/officeDocument/2006/relationships" id="306" r:id="R71682321f74d4096"/>
    <p:sldId xmlns:r="http://schemas.openxmlformats.org/officeDocument/2006/relationships" id="307" r:id="Rd24c1075463d46f6"/>
    <p:sldId xmlns:r="http://schemas.openxmlformats.org/officeDocument/2006/relationships" id="308" r:id="R1cb34928f3d143e8"/>
    <p:sldId xmlns:r="http://schemas.openxmlformats.org/officeDocument/2006/relationships" id="309" r:id="R335957c842db41b9"/>
    <p:sldId xmlns:r="http://schemas.openxmlformats.org/officeDocument/2006/relationships" id="310" r:id="R1fef6cb4c2e34334"/>
    <p:sldId xmlns:r="http://schemas.openxmlformats.org/officeDocument/2006/relationships" id="311" r:id="Rdeeb1723d60b4dd9"/>
    <p:sldId xmlns:r="http://schemas.openxmlformats.org/officeDocument/2006/relationships" id="312" r:id="Rb1e70965de8343ce"/>
    <p:sldId xmlns:r="http://schemas.openxmlformats.org/officeDocument/2006/relationships" id="313" r:id="Rc36c951955d14eec"/>
    <p:sldId xmlns:r="http://schemas.openxmlformats.org/officeDocument/2006/relationships" id="314" r:id="Re92177b97e434d8a"/>
    <p:sldId xmlns:r="http://schemas.openxmlformats.org/officeDocument/2006/relationships" id="315" r:id="Rfc27ccc4b489475d"/>
    <p:sldId xmlns:r="http://schemas.openxmlformats.org/officeDocument/2006/relationships" id="316" r:id="Ra0808cc96d6d477b"/>
    <p:sldId xmlns:r="http://schemas.openxmlformats.org/officeDocument/2006/relationships" id="317" r:id="R2a77788c4c27476b"/>
    <p:sldId xmlns:r="http://schemas.openxmlformats.org/officeDocument/2006/relationships" id="318" r:id="Rcd5aa9a44409406a"/>
    <p:sldId xmlns:r="http://schemas.openxmlformats.org/officeDocument/2006/relationships" id="319" r:id="R6a96ab51d5ea448d"/>
    <p:sldId xmlns:r="http://schemas.openxmlformats.org/officeDocument/2006/relationships" id="320" r:id="Re55e4c51691f4378"/>
    <p:sldId xmlns:r="http://schemas.openxmlformats.org/officeDocument/2006/relationships" id="321" r:id="R5707071e5def4b89"/>
    <p:sldId xmlns:r="http://schemas.openxmlformats.org/officeDocument/2006/relationships" id="322" r:id="R3443fd38471146d1"/>
    <p:sldId xmlns:r="http://schemas.openxmlformats.org/officeDocument/2006/relationships" id="323" r:id="Rf24664f1252f4ad2"/>
    <p:sldId xmlns:r="http://schemas.openxmlformats.org/officeDocument/2006/relationships" id="324" r:id="Ra08b2b62a5ba4382"/>
    <p:sldId xmlns:r="http://schemas.openxmlformats.org/officeDocument/2006/relationships" id="325" r:id="R08691f19bb3a4b9c"/>
    <p:sldId xmlns:r="http://schemas.openxmlformats.org/officeDocument/2006/relationships" id="326" r:id="R7e3981ace11645d5"/>
    <p:sldId xmlns:r="http://schemas.openxmlformats.org/officeDocument/2006/relationships" id="327" r:id="R9b349da7f5d34982"/>
    <p:sldId xmlns:r="http://schemas.openxmlformats.org/officeDocument/2006/relationships" id="328" r:id="Rf55ef82684364440"/>
    <p:sldId xmlns:r="http://schemas.openxmlformats.org/officeDocument/2006/relationships" id="329" r:id="R8f9e6302e69c48d0"/>
    <p:sldId xmlns:r="http://schemas.openxmlformats.org/officeDocument/2006/relationships" id="330" r:id="R46d9b630cd4f4d50"/>
    <p:sldId xmlns:r="http://schemas.openxmlformats.org/officeDocument/2006/relationships" id="331" r:id="R7ca53764823c4319"/>
    <p:sldId xmlns:r="http://schemas.openxmlformats.org/officeDocument/2006/relationships" id="332" r:id="Rc7dcabc1260b457c"/>
    <p:sldId xmlns:r="http://schemas.openxmlformats.org/officeDocument/2006/relationships" id="333" r:id="R6f3dbb8977644cd9"/>
    <p:sldId xmlns:r="http://schemas.openxmlformats.org/officeDocument/2006/relationships" id="334" r:id="R8b040c256b8246d4"/>
    <p:sldId xmlns:r="http://schemas.openxmlformats.org/officeDocument/2006/relationships" id="335" r:id="R85eca51ab7d34f2e"/>
    <p:sldId xmlns:r="http://schemas.openxmlformats.org/officeDocument/2006/relationships" id="336" r:id="R2fa6bf0e9d34447e"/>
    <p:sldId xmlns:r="http://schemas.openxmlformats.org/officeDocument/2006/relationships" id="337" r:id="R8abf77a7945c4947"/>
    <p:sldId xmlns:r="http://schemas.openxmlformats.org/officeDocument/2006/relationships" id="338" r:id="Rfa11e91775a046cb"/>
    <p:sldId xmlns:r="http://schemas.openxmlformats.org/officeDocument/2006/relationships" id="339" r:id="Rd40bb8ac419c476a"/>
    <p:sldId xmlns:r="http://schemas.openxmlformats.org/officeDocument/2006/relationships" id="340" r:id="Rf00843060bac496f"/>
    <p:sldId xmlns:r="http://schemas.openxmlformats.org/officeDocument/2006/relationships" id="341" r:id="R8049f40067b44386"/>
    <p:sldId xmlns:r="http://schemas.openxmlformats.org/officeDocument/2006/relationships" id="342" r:id="R5254c7dc24e5496e"/>
    <p:sldId xmlns:r="http://schemas.openxmlformats.org/officeDocument/2006/relationships" id="343" r:id="Rbbe10c98d1904f45"/>
    <p:sldId xmlns:r="http://schemas.openxmlformats.org/officeDocument/2006/relationships" id="344" r:id="R72817f235dc74822"/>
    <p:sldId xmlns:r="http://schemas.openxmlformats.org/officeDocument/2006/relationships" id="345" r:id="Rd4b95d6bddb74532"/>
    <p:sldId xmlns:r="http://schemas.openxmlformats.org/officeDocument/2006/relationships" id="346" r:id="Re4b9ffc78c2444f4"/>
    <p:sldId xmlns:r="http://schemas.openxmlformats.org/officeDocument/2006/relationships" id="347" r:id="R73378fa7a7ea40cd"/>
    <p:sldId xmlns:r="http://schemas.openxmlformats.org/officeDocument/2006/relationships" id="348" r:id="R15f6bb9e953b4742"/>
    <p:sldId xmlns:r="http://schemas.openxmlformats.org/officeDocument/2006/relationships" id="349" r:id="R6241521389ca4300"/>
    <p:sldId xmlns:r="http://schemas.openxmlformats.org/officeDocument/2006/relationships" id="350" r:id="R459ab2146baa408c"/>
    <p:sldId xmlns:r="http://schemas.openxmlformats.org/officeDocument/2006/relationships" id="351" r:id="Ra0f0160c122d4f1f"/>
    <p:sldId xmlns:r="http://schemas.openxmlformats.org/officeDocument/2006/relationships" id="352" r:id="R214f7a60da1b4bdd"/>
    <p:sldId xmlns:r="http://schemas.openxmlformats.org/officeDocument/2006/relationships" id="353" r:id="Rd7006676592c4ac8"/>
    <p:sldId xmlns:r="http://schemas.openxmlformats.org/officeDocument/2006/relationships" id="354" r:id="Rf95ddefee2d04fd3"/>
    <p:sldId xmlns:r="http://schemas.openxmlformats.org/officeDocument/2006/relationships" id="355" r:id="R2140b52934534af1"/>
    <p:sldId xmlns:r="http://schemas.openxmlformats.org/officeDocument/2006/relationships" id="356" r:id="R5181b99b5ca548cb"/>
    <p:sldId xmlns:r="http://schemas.openxmlformats.org/officeDocument/2006/relationships" id="357" r:id="R8e2eaf468df545e0"/>
    <p:sldId xmlns:r="http://schemas.openxmlformats.org/officeDocument/2006/relationships" id="358" r:id="R970d95c9825444fb"/>
    <p:sldId xmlns:r="http://schemas.openxmlformats.org/officeDocument/2006/relationships" id="359" r:id="R1eacc7c2f905484f"/>
    <p:sldId xmlns:r="http://schemas.openxmlformats.org/officeDocument/2006/relationships" id="360" r:id="R6614aa719dfb4744"/>
    <p:sldId xmlns:r="http://schemas.openxmlformats.org/officeDocument/2006/relationships" id="361" r:id="Rdfd9d702f7aa4397"/>
    <p:sldId xmlns:r="http://schemas.openxmlformats.org/officeDocument/2006/relationships" id="362" r:id="R802609a0570c4ac5"/>
    <p:sldId xmlns:r="http://schemas.openxmlformats.org/officeDocument/2006/relationships" id="363" r:id="Rd80ee004d24a43a7"/>
    <p:sldId xmlns:r="http://schemas.openxmlformats.org/officeDocument/2006/relationships" id="364" r:id="Rd3d0a6645e7348e7"/>
    <p:sldId xmlns:r="http://schemas.openxmlformats.org/officeDocument/2006/relationships" id="365" r:id="Ra808097c796042b0"/>
    <p:sldId xmlns:r="http://schemas.openxmlformats.org/officeDocument/2006/relationships" id="366" r:id="Rded5e821e11a46bf"/>
    <p:sldId xmlns:r="http://schemas.openxmlformats.org/officeDocument/2006/relationships" id="367" r:id="Ra9312dcdf644423d"/>
    <p:sldId xmlns:r="http://schemas.openxmlformats.org/officeDocument/2006/relationships" id="368" r:id="Rcdf96a9a38334e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8e45d33aca4c98" /><Relationship Type="http://schemas.openxmlformats.org/officeDocument/2006/relationships/slideMaster" Target="/ppt/slideMasters/slideMaster1.xml" Id="R494ea5bf400a4f64" /><Relationship Type="http://schemas.openxmlformats.org/officeDocument/2006/relationships/notesMaster" Target="/ppt/notesMasters/notesMaster1.xml" Id="Reaa13463e0cd4cc6" /><Relationship Type="http://schemas.openxmlformats.org/officeDocument/2006/relationships/presProps" Target="/ppt/presProps.xml" Id="R6f5464162ed94dfe" /><Relationship Type="http://schemas.openxmlformats.org/officeDocument/2006/relationships/tableStyles" Target="/ppt/tableStyles.xml" Id="Rf8abab25f27a4ac9" /><Relationship Type="http://schemas.openxmlformats.org/officeDocument/2006/relationships/slide" Target="/ppt/slides/slide1.xml" Id="Rb17ee5e0c7104471" /><Relationship Type="http://schemas.openxmlformats.org/officeDocument/2006/relationships/slide" Target="/ppt/slides/slide2.xml" Id="R1e2a10f992f44618" /><Relationship Type="http://schemas.openxmlformats.org/officeDocument/2006/relationships/slide" Target="/ppt/slides/slide3.xml" Id="R68c7f579ee984ec1" /><Relationship Type="http://schemas.openxmlformats.org/officeDocument/2006/relationships/slide" Target="/ppt/slides/slide4.xml" Id="Rf31c5b79b68d4f99" /><Relationship Type="http://schemas.openxmlformats.org/officeDocument/2006/relationships/slide" Target="/ppt/slides/slide5.xml" Id="R663f8699dc064aab" /><Relationship Type="http://schemas.openxmlformats.org/officeDocument/2006/relationships/slide" Target="/ppt/slides/slide6.xml" Id="Rbb1cd14543324040" /><Relationship Type="http://schemas.openxmlformats.org/officeDocument/2006/relationships/slide" Target="/ppt/slides/slide7.xml" Id="R1cf9ab0421fe4121" /><Relationship Type="http://schemas.openxmlformats.org/officeDocument/2006/relationships/slide" Target="/ppt/slides/slide8.xml" Id="R8726aa1423834002" /><Relationship Type="http://schemas.openxmlformats.org/officeDocument/2006/relationships/slide" Target="/ppt/slides/slide9.xml" Id="Rc07be9fefd4c4bf3" /><Relationship Type="http://schemas.openxmlformats.org/officeDocument/2006/relationships/slide" Target="/ppt/slides/slide10.xml" Id="Rc00fc9292e894203" /><Relationship Type="http://schemas.openxmlformats.org/officeDocument/2006/relationships/slide" Target="/ppt/slides/slide11.xml" Id="Ra9e088358d6e453c" /><Relationship Type="http://schemas.openxmlformats.org/officeDocument/2006/relationships/slide" Target="/ppt/slides/slide12.xml" Id="R3b7aa97864ef435d" /><Relationship Type="http://schemas.openxmlformats.org/officeDocument/2006/relationships/slide" Target="/ppt/slides/slide13.xml" Id="Rf5c7861325074310" /><Relationship Type="http://schemas.openxmlformats.org/officeDocument/2006/relationships/slide" Target="/ppt/slides/slide14.xml" Id="R6e7a6748c2d24bf0" /><Relationship Type="http://schemas.openxmlformats.org/officeDocument/2006/relationships/slide" Target="/ppt/slides/slide15.xml" Id="Re190013d823242b8" /><Relationship Type="http://schemas.openxmlformats.org/officeDocument/2006/relationships/slide" Target="/ppt/slides/slide16.xml" Id="Re3e0f33e019b40f7" /><Relationship Type="http://schemas.openxmlformats.org/officeDocument/2006/relationships/slide" Target="/ppt/slides/slide17.xml" Id="Rbdb0b520f7004cb4" /><Relationship Type="http://schemas.openxmlformats.org/officeDocument/2006/relationships/slide" Target="/ppt/slides/slide18.xml" Id="Rd828813597964612" /><Relationship Type="http://schemas.openxmlformats.org/officeDocument/2006/relationships/slide" Target="/ppt/slides/slide19.xml" Id="R857a965b147c4d28" /><Relationship Type="http://schemas.openxmlformats.org/officeDocument/2006/relationships/slide" Target="/ppt/slides/slide20.xml" Id="Rfeed165ba1dc44ee" /><Relationship Type="http://schemas.openxmlformats.org/officeDocument/2006/relationships/slide" Target="/ppt/slides/slide21.xml" Id="R2155e3e7346a4c43" /><Relationship Type="http://schemas.openxmlformats.org/officeDocument/2006/relationships/slide" Target="/ppt/slides/slide22.xml" Id="Rbbba164858594270" /><Relationship Type="http://schemas.openxmlformats.org/officeDocument/2006/relationships/slide" Target="/ppt/slides/slide23.xml" Id="R201e231cbc1d4154" /><Relationship Type="http://schemas.openxmlformats.org/officeDocument/2006/relationships/slide" Target="/ppt/slides/slide24.xml" Id="Re1d73d946cd6477a" /><Relationship Type="http://schemas.openxmlformats.org/officeDocument/2006/relationships/slide" Target="/ppt/slides/slide25.xml" Id="R37ddf2b25aff434b" /><Relationship Type="http://schemas.openxmlformats.org/officeDocument/2006/relationships/slide" Target="/ppt/slides/slide26.xml" Id="R2920e8620b864df6" /><Relationship Type="http://schemas.openxmlformats.org/officeDocument/2006/relationships/slide" Target="/ppt/slides/slide27.xml" Id="Rd54c116b71654502" /><Relationship Type="http://schemas.openxmlformats.org/officeDocument/2006/relationships/slide" Target="/ppt/slides/slide28.xml" Id="R5b4be6c0a6e244a9" /><Relationship Type="http://schemas.openxmlformats.org/officeDocument/2006/relationships/slide" Target="/ppt/slides/slide29.xml" Id="Rd36372fd128344a8" /><Relationship Type="http://schemas.openxmlformats.org/officeDocument/2006/relationships/slide" Target="/ppt/slides/slide30.xml" Id="Rf60f0255f7cb45b7" /><Relationship Type="http://schemas.openxmlformats.org/officeDocument/2006/relationships/slide" Target="/ppt/slides/slide31.xml" Id="Rf6ba83671bb5491f" /><Relationship Type="http://schemas.openxmlformats.org/officeDocument/2006/relationships/slide" Target="/ppt/slides/slide32.xml" Id="Rda4fe0ae1dce42f1" /><Relationship Type="http://schemas.openxmlformats.org/officeDocument/2006/relationships/slide" Target="/ppt/slides/slide33.xml" Id="R7387ad3ff1334a67" /><Relationship Type="http://schemas.openxmlformats.org/officeDocument/2006/relationships/slide" Target="/ppt/slides/slide34.xml" Id="R3358fdadf31c4970" /><Relationship Type="http://schemas.openxmlformats.org/officeDocument/2006/relationships/slide" Target="/ppt/slides/slide35.xml" Id="R59bb0773a3a14a70" /><Relationship Type="http://schemas.openxmlformats.org/officeDocument/2006/relationships/slide" Target="/ppt/slides/slide36.xml" Id="Rb9770f06f59646c5" /><Relationship Type="http://schemas.openxmlformats.org/officeDocument/2006/relationships/slide" Target="/ppt/slides/slide37.xml" Id="Rd1ebbbfb7bbe4e40" /><Relationship Type="http://schemas.openxmlformats.org/officeDocument/2006/relationships/slide" Target="/ppt/slides/slide38.xml" Id="R6dd77efd97ce4347" /><Relationship Type="http://schemas.openxmlformats.org/officeDocument/2006/relationships/slide" Target="/ppt/slides/slide39.xml" Id="R2052ca5402bd4f8c" /><Relationship Type="http://schemas.openxmlformats.org/officeDocument/2006/relationships/slide" Target="/ppt/slides/slide40.xml" Id="R5fb2b27cecfc4233" /><Relationship Type="http://schemas.openxmlformats.org/officeDocument/2006/relationships/slide" Target="/ppt/slides/slide41.xml" Id="R917e51aa7b7b4451" /><Relationship Type="http://schemas.openxmlformats.org/officeDocument/2006/relationships/slide" Target="/ppt/slides/slide42.xml" Id="Rab32cf4f2a604569" /><Relationship Type="http://schemas.openxmlformats.org/officeDocument/2006/relationships/slide" Target="/ppt/slides/slide43.xml" Id="R17779cdd12f94ec6" /><Relationship Type="http://schemas.openxmlformats.org/officeDocument/2006/relationships/slide" Target="/ppt/slides/slide44.xml" Id="Rb55e474dc87d4c4b" /><Relationship Type="http://schemas.openxmlformats.org/officeDocument/2006/relationships/slide" Target="/ppt/slides/slide45.xml" Id="R26ccc09801fb4a1a" /><Relationship Type="http://schemas.openxmlformats.org/officeDocument/2006/relationships/slide" Target="/ppt/slides/slide46.xml" Id="R78a05a60af324fa6" /><Relationship Type="http://schemas.openxmlformats.org/officeDocument/2006/relationships/slide" Target="/ppt/slides/slide47.xml" Id="R01cf98967a364608" /><Relationship Type="http://schemas.openxmlformats.org/officeDocument/2006/relationships/slide" Target="/ppt/slides/slide48.xml" Id="R79c0fe522e304c9b" /><Relationship Type="http://schemas.openxmlformats.org/officeDocument/2006/relationships/slide" Target="/ppt/slides/slide49.xml" Id="R51fc420ac8c14c42" /><Relationship Type="http://schemas.openxmlformats.org/officeDocument/2006/relationships/slide" Target="/ppt/slides/slide50.xml" Id="R2a42663b2bef47fa" /><Relationship Type="http://schemas.openxmlformats.org/officeDocument/2006/relationships/slide" Target="/ppt/slides/slide51.xml" Id="R71682321f74d4096" /><Relationship Type="http://schemas.openxmlformats.org/officeDocument/2006/relationships/slide" Target="/ppt/slides/slide52.xml" Id="Rd24c1075463d46f6" /><Relationship Type="http://schemas.openxmlformats.org/officeDocument/2006/relationships/slide" Target="/ppt/slides/slide53.xml" Id="R1cb34928f3d143e8" /><Relationship Type="http://schemas.openxmlformats.org/officeDocument/2006/relationships/slide" Target="/ppt/slides/slide54.xml" Id="R335957c842db41b9" /><Relationship Type="http://schemas.openxmlformats.org/officeDocument/2006/relationships/slide" Target="/ppt/slides/slide55.xml" Id="R1fef6cb4c2e34334" /><Relationship Type="http://schemas.openxmlformats.org/officeDocument/2006/relationships/slide" Target="/ppt/slides/slide56.xml" Id="Rdeeb1723d60b4dd9" /><Relationship Type="http://schemas.openxmlformats.org/officeDocument/2006/relationships/slide" Target="/ppt/slides/slide57.xml" Id="Rb1e70965de8343ce" /><Relationship Type="http://schemas.openxmlformats.org/officeDocument/2006/relationships/slide" Target="/ppt/slides/slide58.xml" Id="Rc36c951955d14eec" /><Relationship Type="http://schemas.openxmlformats.org/officeDocument/2006/relationships/slide" Target="/ppt/slides/slide59.xml" Id="Re92177b97e434d8a" /><Relationship Type="http://schemas.openxmlformats.org/officeDocument/2006/relationships/slide" Target="/ppt/slides/slide60.xml" Id="Rfc27ccc4b489475d" /><Relationship Type="http://schemas.openxmlformats.org/officeDocument/2006/relationships/slide" Target="/ppt/slides/slide61.xml" Id="Ra0808cc96d6d477b" /><Relationship Type="http://schemas.openxmlformats.org/officeDocument/2006/relationships/slide" Target="/ppt/slides/slide62.xml" Id="R2a77788c4c27476b" /><Relationship Type="http://schemas.openxmlformats.org/officeDocument/2006/relationships/slide" Target="/ppt/slides/slide63.xml" Id="Rcd5aa9a44409406a" /><Relationship Type="http://schemas.openxmlformats.org/officeDocument/2006/relationships/slide" Target="/ppt/slides/slide64.xml" Id="R6a96ab51d5ea448d" /><Relationship Type="http://schemas.openxmlformats.org/officeDocument/2006/relationships/slide" Target="/ppt/slides/slide65.xml" Id="Re55e4c51691f4378" /><Relationship Type="http://schemas.openxmlformats.org/officeDocument/2006/relationships/slide" Target="/ppt/slides/slide66.xml" Id="R5707071e5def4b89" /><Relationship Type="http://schemas.openxmlformats.org/officeDocument/2006/relationships/slide" Target="/ppt/slides/slide67.xml" Id="R3443fd38471146d1" /><Relationship Type="http://schemas.openxmlformats.org/officeDocument/2006/relationships/slide" Target="/ppt/slides/slide68.xml" Id="Rf24664f1252f4ad2" /><Relationship Type="http://schemas.openxmlformats.org/officeDocument/2006/relationships/slide" Target="/ppt/slides/slide69.xml" Id="Ra08b2b62a5ba4382" /><Relationship Type="http://schemas.openxmlformats.org/officeDocument/2006/relationships/slide" Target="/ppt/slides/slide70.xml" Id="R08691f19bb3a4b9c" /><Relationship Type="http://schemas.openxmlformats.org/officeDocument/2006/relationships/slide" Target="/ppt/slides/slide71.xml" Id="R7e3981ace11645d5" /><Relationship Type="http://schemas.openxmlformats.org/officeDocument/2006/relationships/slide" Target="/ppt/slides/slide72.xml" Id="R9b349da7f5d34982" /><Relationship Type="http://schemas.openxmlformats.org/officeDocument/2006/relationships/slide" Target="/ppt/slides/slide73.xml" Id="Rf55ef82684364440" /><Relationship Type="http://schemas.openxmlformats.org/officeDocument/2006/relationships/slide" Target="/ppt/slides/slide74.xml" Id="R8f9e6302e69c48d0" /><Relationship Type="http://schemas.openxmlformats.org/officeDocument/2006/relationships/slide" Target="/ppt/slides/slide75.xml" Id="R46d9b630cd4f4d50" /><Relationship Type="http://schemas.openxmlformats.org/officeDocument/2006/relationships/slide" Target="/ppt/slides/slide76.xml" Id="R7ca53764823c4319" /><Relationship Type="http://schemas.openxmlformats.org/officeDocument/2006/relationships/slide" Target="/ppt/slides/slide77.xml" Id="Rc7dcabc1260b457c" /><Relationship Type="http://schemas.openxmlformats.org/officeDocument/2006/relationships/slide" Target="/ppt/slides/slide78.xml" Id="R6f3dbb8977644cd9" /><Relationship Type="http://schemas.openxmlformats.org/officeDocument/2006/relationships/slide" Target="/ppt/slides/slide79.xml" Id="R8b040c256b8246d4" /><Relationship Type="http://schemas.openxmlformats.org/officeDocument/2006/relationships/slide" Target="/ppt/slides/slide80.xml" Id="R85eca51ab7d34f2e" /><Relationship Type="http://schemas.openxmlformats.org/officeDocument/2006/relationships/slide" Target="/ppt/slides/slide81.xml" Id="R2fa6bf0e9d34447e" /><Relationship Type="http://schemas.openxmlformats.org/officeDocument/2006/relationships/slide" Target="/ppt/slides/slide82.xml" Id="R8abf77a7945c4947" /><Relationship Type="http://schemas.openxmlformats.org/officeDocument/2006/relationships/slide" Target="/ppt/slides/slide83.xml" Id="Rfa11e91775a046cb" /><Relationship Type="http://schemas.openxmlformats.org/officeDocument/2006/relationships/slide" Target="/ppt/slides/slide84.xml" Id="Rd40bb8ac419c476a" /><Relationship Type="http://schemas.openxmlformats.org/officeDocument/2006/relationships/slide" Target="/ppt/slides/slide85.xml" Id="Rf00843060bac496f" /><Relationship Type="http://schemas.openxmlformats.org/officeDocument/2006/relationships/slide" Target="/ppt/slides/slide86.xml" Id="R8049f40067b44386" /><Relationship Type="http://schemas.openxmlformats.org/officeDocument/2006/relationships/slide" Target="/ppt/slides/slide87.xml" Id="R5254c7dc24e5496e" /><Relationship Type="http://schemas.openxmlformats.org/officeDocument/2006/relationships/slide" Target="/ppt/slides/slide88.xml" Id="Rbbe10c98d1904f45" /><Relationship Type="http://schemas.openxmlformats.org/officeDocument/2006/relationships/slide" Target="/ppt/slides/slide89.xml" Id="R72817f235dc74822" /><Relationship Type="http://schemas.openxmlformats.org/officeDocument/2006/relationships/slide" Target="/ppt/slides/slide90.xml" Id="Rd4b95d6bddb74532" /><Relationship Type="http://schemas.openxmlformats.org/officeDocument/2006/relationships/slide" Target="/ppt/slides/slide91.xml" Id="Re4b9ffc78c2444f4" /><Relationship Type="http://schemas.openxmlformats.org/officeDocument/2006/relationships/slide" Target="/ppt/slides/slide92.xml" Id="R73378fa7a7ea40cd" /><Relationship Type="http://schemas.openxmlformats.org/officeDocument/2006/relationships/slide" Target="/ppt/slides/slide93.xml" Id="R15f6bb9e953b4742" /><Relationship Type="http://schemas.openxmlformats.org/officeDocument/2006/relationships/slide" Target="/ppt/slides/slide94.xml" Id="R6241521389ca4300" /><Relationship Type="http://schemas.openxmlformats.org/officeDocument/2006/relationships/slide" Target="/ppt/slides/slide95.xml" Id="R459ab2146baa408c" /><Relationship Type="http://schemas.openxmlformats.org/officeDocument/2006/relationships/slide" Target="/ppt/slides/slide96.xml" Id="Ra0f0160c122d4f1f" /><Relationship Type="http://schemas.openxmlformats.org/officeDocument/2006/relationships/slide" Target="/ppt/slides/slide97.xml" Id="R214f7a60da1b4bdd" /><Relationship Type="http://schemas.openxmlformats.org/officeDocument/2006/relationships/slide" Target="/ppt/slides/slide98.xml" Id="Rd7006676592c4ac8" /><Relationship Type="http://schemas.openxmlformats.org/officeDocument/2006/relationships/slide" Target="/ppt/slides/slide99.xml" Id="Rf95ddefee2d04fd3" /><Relationship Type="http://schemas.openxmlformats.org/officeDocument/2006/relationships/slide" Target="/ppt/slides/slide100.xml" Id="R2140b52934534af1" /><Relationship Type="http://schemas.openxmlformats.org/officeDocument/2006/relationships/slide" Target="/ppt/slides/slide101.xml" Id="R5181b99b5ca548cb" /><Relationship Type="http://schemas.openxmlformats.org/officeDocument/2006/relationships/slide" Target="/ppt/slides/slide102.xml" Id="R8e2eaf468df545e0" /><Relationship Type="http://schemas.openxmlformats.org/officeDocument/2006/relationships/slide" Target="/ppt/slides/slide103.xml" Id="R970d95c9825444fb" /><Relationship Type="http://schemas.openxmlformats.org/officeDocument/2006/relationships/slide" Target="/ppt/slides/slide104.xml" Id="R1eacc7c2f905484f" /><Relationship Type="http://schemas.openxmlformats.org/officeDocument/2006/relationships/slide" Target="/ppt/slides/slide105.xml" Id="R6614aa719dfb4744" /><Relationship Type="http://schemas.openxmlformats.org/officeDocument/2006/relationships/slide" Target="/ppt/slides/slide106.xml" Id="Rdfd9d702f7aa4397" /><Relationship Type="http://schemas.openxmlformats.org/officeDocument/2006/relationships/slide" Target="/ppt/slides/slide107.xml" Id="R802609a0570c4ac5" /><Relationship Type="http://schemas.openxmlformats.org/officeDocument/2006/relationships/slide" Target="/ppt/slides/slide108.xml" Id="Rd80ee004d24a43a7" /><Relationship Type="http://schemas.openxmlformats.org/officeDocument/2006/relationships/slide" Target="/ppt/slides/slide109.xml" Id="Rd3d0a6645e7348e7" /><Relationship Type="http://schemas.openxmlformats.org/officeDocument/2006/relationships/slide" Target="/ppt/slides/slide110.xml" Id="Ra808097c796042b0" /><Relationship Type="http://schemas.openxmlformats.org/officeDocument/2006/relationships/slide" Target="/ppt/slides/slide111.xml" Id="Rded5e821e11a46bf" /><Relationship Type="http://schemas.openxmlformats.org/officeDocument/2006/relationships/slide" Target="/ppt/slides/slide112.xml" Id="Ra9312dcdf644423d" /><Relationship Type="http://schemas.openxmlformats.org/officeDocument/2006/relationships/slide" Target="/ppt/slides/slide113.xml" Id="Rcdf96a9a38334e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504de884b9493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cea8c8bb9a4570" /><Relationship Type="http://schemas.openxmlformats.org/officeDocument/2006/relationships/notesMaster" Target="/ppt/notesMasters/notesMaster1.xml" Id="R662ace64fac445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d60cb13a444fe6" /><Relationship Type="http://schemas.openxmlformats.org/officeDocument/2006/relationships/notesMaster" Target="/ppt/notesMasters/notesMaster1.xml" Id="Rc1873a7136504a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f802071a004c99" /><Relationship Type="http://schemas.openxmlformats.org/officeDocument/2006/relationships/notesMaster" Target="/ppt/notesMasters/notesMaster1.xml" Id="R7de9138d9be04026" /></Relationships>
</file>

<file path=ppt/notesSlides/_rels/notesSlide4.xml.rels>&#65279;<?xml version="1.0" encoding="utf-8"?><Relationships xmlns="http://schemas.openxmlformats.org/package/2006/relationships"><Relationship Type="http://schemas.openxmlformats.org/officeDocument/2006/relationships/slide" Target="/ppt/slides/slide4.xml" Id="R1c10568bbe2c401c" /><Relationship Type="http://schemas.openxmlformats.org/officeDocument/2006/relationships/notesMaster" Target="/ppt/notesMasters/notesMaster1.xml" Id="R79a5a26a46cd47fa"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7f3dd963904813" /><Relationship Type="http://schemas.openxmlformats.org/officeDocument/2006/relationships/notesMaster" Target="/ppt/notesMasters/notesMaster1.xml" Id="R9222c26ac61742a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f3c06c7aa6543f1" /><Relationship Type="http://schemas.openxmlformats.org/officeDocument/2006/relationships/notesMaster" Target="/ppt/notesMasters/notesMaster1.xml" Id="R173f378d504840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89f1c3039f514bf3" /><Relationship Type="http://schemas.openxmlformats.org/officeDocument/2006/relationships/notesMaster" Target="/ppt/notesMasters/notesMaster1.xml" Id="R8118edb35ce645c5" /></Relationships>
</file>

<file path=ppt/notesSlides/_rels/notesSlide8.xml.rels>&#65279;<?xml version="1.0" encoding="utf-8"?><Relationships xmlns="http://schemas.openxmlformats.org/package/2006/relationships"><Relationship Type="http://schemas.openxmlformats.org/officeDocument/2006/relationships/slide" Target="/ppt/slides/slide8.xml" Id="R2e02a132909941d6" /><Relationship Type="http://schemas.openxmlformats.org/officeDocument/2006/relationships/notesMaster" Target="/ppt/notesMasters/notesMaster1.xml" Id="Re57dfeff1bbd44b9"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855678564a40e6" /><Relationship Type="http://schemas.openxmlformats.org/officeDocument/2006/relationships/notesMaster" Target="/ppt/notesMasters/notesMaster1.xml" Id="R82f3185e43b5483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4406cd59b39488f" /><Relationship Type="http://schemas.openxmlformats.org/officeDocument/2006/relationships/notesMaster" Target="/ppt/notesMasters/notesMaster1.xml" Id="R8a00e39d8d5841c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cfc35a2b59b41bd" /><Relationship Type="http://schemas.openxmlformats.org/officeDocument/2006/relationships/notesMaster" Target="/ppt/notesMasters/notesMaster1.xml" Id="R4b07af186ae7425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adf535b0a9f46ee" /><Relationship Type="http://schemas.openxmlformats.org/officeDocument/2006/relationships/notesMaster" Target="/ppt/notesMasters/notesMaster1.xml" Id="Rf90389c28200440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7b0db5d65f54a29" /><Relationship Type="http://schemas.openxmlformats.org/officeDocument/2006/relationships/notesMaster" Target="/ppt/notesMasters/notesMaster1.xml" Id="R02fdd41380e6423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4d5ca53c2754d5b" /><Relationship Type="http://schemas.openxmlformats.org/officeDocument/2006/relationships/notesMaster" Target="/ppt/notesMasters/notesMaster1.xml" Id="R4e89b207b28941d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d5af8cb10a4f65" /><Relationship Type="http://schemas.openxmlformats.org/officeDocument/2006/relationships/notesMaster" Target="/ppt/notesMasters/notesMaster1.xml" Id="R513f2eded5084d8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908707603c84674" /><Relationship Type="http://schemas.openxmlformats.org/officeDocument/2006/relationships/notesMaster" Target="/ppt/notesMasters/notesMaster1.xml" Id="R96400d0bc4764a9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2ec61220bf44b49" /><Relationship Type="http://schemas.openxmlformats.org/officeDocument/2006/relationships/notesMaster" Target="/ppt/notesMasters/notesMaster1.xml" Id="Rb165ac8c6147421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fdd23696b1044a2" /><Relationship Type="http://schemas.openxmlformats.org/officeDocument/2006/relationships/notesMaster" Target="/ppt/notesMasters/notesMaster1.xml" Id="Ra8b7d8f80ea1412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51e07dfa9044f0b" /><Relationship Type="http://schemas.openxmlformats.org/officeDocument/2006/relationships/notesMaster" Target="/ppt/notesMasters/notesMaster1.xml" Id="Rcfb4a39373bf4a9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4bb431c647d4bb4" /><Relationship Type="http://schemas.openxmlformats.org/officeDocument/2006/relationships/notesMaster" Target="/ppt/notesMasters/notesMaster1.xml" Id="R04b457da07fb463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7c19db4faae4da3" /><Relationship Type="http://schemas.openxmlformats.org/officeDocument/2006/relationships/notesMaster" Target="/ppt/notesMasters/notesMaster1.xml" Id="R85978c14eb89499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10547b0bda84751" /><Relationship Type="http://schemas.openxmlformats.org/officeDocument/2006/relationships/notesMaster" Target="/ppt/notesMasters/notesMaster1.xml" Id="R8f3da76911de48d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986581632ae4cdd" /><Relationship Type="http://schemas.openxmlformats.org/officeDocument/2006/relationships/notesMaster" Target="/ppt/notesMasters/notesMaster1.xml" Id="R2dce98dea42942d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0f50bf529bf400c" /><Relationship Type="http://schemas.openxmlformats.org/officeDocument/2006/relationships/notesMaster" Target="/ppt/notesMasters/notesMaster1.xml" Id="R897cac4c83cc4a4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4947afe660c4a81" /><Relationship Type="http://schemas.openxmlformats.org/officeDocument/2006/relationships/notesMaster" Target="/ppt/notesMasters/notesMaster1.xml" Id="R2aba053aa86b46c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34ee50e5af6460e" /><Relationship Type="http://schemas.openxmlformats.org/officeDocument/2006/relationships/notesMaster" Target="/ppt/notesMasters/notesMaster1.xml" Id="R3b483a93ce8249b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671cbbd9fda4cac" /><Relationship Type="http://schemas.openxmlformats.org/officeDocument/2006/relationships/notesMaster" Target="/ppt/notesMasters/notesMaster1.xml" Id="R4b71e0b16e8944d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a4f06d1bba64426" /><Relationship Type="http://schemas.openxmlformats.org/officeDocument/2006/relationships/notesMaster" Target="/ppt/notesMasters/notesMaster1.xml" Id="R46a2d9b2cb98426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6613cf4a1fa4630" /><Relationship Type="http://schemas.openxmlformats.org/officeDocument/2006/relationships/notesMaster" Target="/ppt/notesMasters/notesMaster1.xml" Id="R5a6b697fc5854e0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f1c3f495f04421f" /><Relationship Type="http://schemas.openxmlformats.org/officeDocument/2006/relationships/notesMaster" Target="/ppt/notesMasters/notesMaster1.xml" Id="R9b4a6b5a70cb405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3f16d55378b49db" /><Relationship Type="http://schemas.openxmlformats.org/officeDocument/2006/relationships/notesMaster" Target="/ppt/notesMasters/notesMaster1.xml" Id="Re44de36cea8040b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23b536186014e7b" /><Relationship Type="http://schemas.openxmlformats.org/officeDocument/2006/relationships/notesMaster" Target="/ppt/notesMasters/notesMaster1.xml" Id="R41073dbbebb8406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0916eef7d7c4934" /><Relationship Type="http://schemas.openxmlformats.org/officeDocument/2006/relationships/notesMaster" Target="/ppt/notesMasters/notesMaster1.xml" Id="Rf483dda378f9432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c22d512eb4646d4" /><Relationship Type="http://schemas.openxmlformats.org/officeDocument/2006/relationships/notesMaster" Target="/ppt/notesMasters/notesMaster1.xml" Id="Rb0a0c2982b4f497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4bc9719f08a4173" /><Relationship Type="http://schemas.openxmlformats.org/officeDocument/2006/relationships/notesMaster" Target="/ppt/notesMasters/notesMaster1.xml" Id="Ra98075670c3c457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2edb5800ee74451" /><Relationship Type="http://schemas.openxmlformats.org/officeDocument/2006/relationships/notesMaster" Target="/ppt/notesMasters/notesMaster1.xml" Id="R98eadd43050046a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6775bbf583f4ee6" /><Relationship Type="http://schemas.openxmlformats.org/officeDocument/2006/relationships/notesMaster" Target="/ppt/notesMasters/notesMaster1.xml" Id="Rfd9f67d97ebe447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569c40f4c544d47" /><Relationship Type="http://schemas.openxmlformats.org/officeDocument/2006/relationships/notesMaster" Target="/ppt/notesMasters/notesMaster1.xml" Id="Ra6ca1a72e80b413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370f77f94874a3d" /><Relationship Type="http://schemas.openxmlformats.org/officeDocument/2006/relationships/notesMaster" Target="/ppt/notesMasters/notesMaster1.xml" Id="R544b076fab17487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6b6223f6e0b41de" /><Relationship Type="http://schemas.openxmlformats.org/officeDocument/2006/relationships/notesMaster" Target="/ppt/notesMasters/notesMaster1.xml" Id="Rde70e7aa4a1c485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cd2631b81e34183" /><Relationship Type="http://schemas.openxmlformats.org/officeDocument/2006/relationships/notesMaster" Target="/ppt/notesMasters/notesMaster1.xml" Id="R5ccb34ea3a4e48c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9d654b60ed948e6" /><Relationship Type="http://schemas.openxmlformats.org/officeDocument/2006/relationships/notesMaster" Target="/ppt/notesMasters/notesMaster1.xml" Id="R7f46efebba1a478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0265327be654d09" /><Relationship Type="http://schemas.openxmlformats.org/officeDocument/2006/relationships/notesMaster" Target="/ppt/notesMasters/notesMaster1.xml" Id="Ra92db6bb20534af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933cdc882aa42d9" /><Relationship Type="http://schemas.openxmlformats.org/officeDocument/2006/relationships/notesMaster" Target="/ppt/notesMasters/notesMaster1.xml" Id="R9dda6683c3ef442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11f51bb590b4fb6" /><Relationship Type="http://schemas.openxmlformats.org/officeDocument/2006/relationships/notesMaster" Target="/ppt/notesMasters/notesMaster1.xml" Id="Rd7e121b73265424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887e42d392e4fa6" /><Relationship Type="http://schemas.openxmlformats.org/officeDocument/2006/relationships/notesMaster" Target="/ppt/notesMasters/notesMaster1.xml" Id="Rb0047a60d68c45e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0b8afaf15b54099" /><Relationship Type="http://schemas.openxmlformats.org/officeDocument/2006/relationships/notesMaster" Target="/ppt/notesMasters/notesMaster1.xml" Id="Rf30c5c56dff144d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24319dfc88349e6" /><Relationship Type="http://schemas.openxmlformats.org/officeDocument/2006/relationships/notesMaster" Target="/ppt/notesMasters/notesMaster1.xml" Id="R43b5033d0589413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c24c7be3d404acb" /><Relationship Type="http://schemas.openxmlformats.org/officeDocument/2006/relationships/notesMaster" Target="/ppt/notesMasters/notesMaster1.xml" Id="Rcb1ca4ad36bc4aa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9a6980195af4ada" /><Relationship Type="http://schemas.openxmlformats.org/officeDocument/2006/relationships/notesMaster" Target="/ppt/notesMasters/notesMaster1.xml" Id="R34921fe7d6144e1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a78a3c75fd24fba" /><Relationship Type="http://schemas.openxmlformats.org/officeDocument/2006/relationships/notesMaster" Target="/ppt/notesMasters/notesMaster1.xml" Id="R61527d4d281141e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658ca1d2c1e4c0a" /><Relationship Type="http://schemas.openxmlformats.org/officeDocument/2006/relationships/notesMaster" Target="/ppt/notesMasters/notesMaster1.xml" Id="R7c8c4c0b054e444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febd010738d4994" /><Relationship Type="http://schemas.openxmlformats.org/officeDocument/2006/relationships/notesMaster" Target="/ppt/notesMasters/notesMaster1.xml" Id="R7e603037c4ca4db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fbad95a29474f1e" /><Relationship Type="http://schemas.openxmlformats.org/officeDocument/2006/relationships/notesMaster" Target="/ppt/notesMasters/notesMaster1.xml" Id="R670edd7fac13469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0666d63f0044c08" /><Relationship Type="http://schemas.openxmlformats.org/officeDocument/2006/relationships/notesMaster" Target="/ppt/notesMasters/notesMaster1.xml" Id="Rffc5b4130d63403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2d3079618a041f1" /><Relationship Type="http://schemas.openxmlformats.org/officeDocument/2006/relationships/notesMaster" Target="/ppt/notesMasters/notesMaster1.xml" Id="Rf71b6f4f240e4ae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a9f307136454eef" /><Relationship Type="http://schemas.openxmlformats.org/officeDocument/2006/relationships/notesMaster" Target="/ppt/notesMasters/notesMaster1.xml" Id="R612e8a80185441f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d2c824e73e0483f" /><Relationship Type="http://schemas.openxmlformats.org/officeDocument/2006/relationships/notesMaster" Target="/ppt/notesMasters/notesMaster1.xml" Id="R43803771c7a144d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e1310a65a1c5498e" /><Relationship Type="http://schemas.openxmlformats.org/officeDocument/2006/relationships/notesMaster" Target="/ppt/notesMasters/notesMaster1.xml" Id="Rdf49922d4e4f41e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1a7925dab1d4701" /><Relationship Type="http://schemas.openxmlformats.org/officeDocument/2006/relationships/notesMaster" Target="/ppt/notesMasters/notesMaster1.xml" Id="Rf1478e7fddc4482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b8cb6e27de749a1" /><Relationship Type="http://schemas.openxmlformats.org/officeDocument/2006/relationships/notesMaster" Target="/ppt/notesMasters/notesMaster1.xml" Id="R32f11ac678a9415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4c8b96793ab46ef" /><Relationship Type="http://schemas.openxmlformats.org/officeDocument/2006/relationships/notesMaster" Target="/ppt/notesMasters/notesMaster1.xml" Id="Re00e5973abe2448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5949cc0347749a8" /><Relationship Type="http://schemas.openxmlformats.org/officeDocument/2006/relationships/notesMaster" Target="/ppt/notesMasters/notesMaster1.xml" Id="Ra0e12e02d7e8409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9fda8fb95b0f41e5" /><Relationship Type="http://schemas.openxmlformats.org/officeDocument/2006/relationships/notesMaster" Target="/ppt/notesMasters/notesMaster1.xml" Id="R7a41d0b6e8b9483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37b0c3445114e03" /><Relationship Type="http://schemas.openxmlformats.org/officeDocument/2006/relationships/notesMaster" Target="/ppt/notesMasters/notesMaster1.xml" Id="R2c939149ffaa4bd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122219df0cd4bac" /><Relationship Type="http://schemas.openxmlformats.org/officeDocument/2006/relationships/notesMaster" Target="/ppt/notesMasters/notesMaster1.xml" Id="Rb91c9de147b946f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544cf739de14d44" /><Relationship Type="http://schemas.openxmlformats.org/officeDocument/2006/relationships/notesMaster" Target="/ppt/notesMasters/notesMaster1.xml" Id="Rb1691336d0b44b0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9b034bc56cf43b6" /><Relationship Type="http://schemas.openxmlformats.org/officeDocument/2006/relationships/notesMaster" Target="/ppt/notesMasters/notesMaster1.xml" Id="Rf583341c74ad475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346b353a86d4433" /><Relationship Type="http://schemas.openxmlformats.org/officeDocument/2006/relationships/notesMaster" Target="/ppt/notesMasters/notesMaster1.xml" Id="Rd8dadc473a31484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ecfffb5b056f489e" /><Relationship Type="http://schemas.openxmlformats.org/officeDocument/2006/relationships/notesMaster" Target="/ppt/notesMasters/notesMaster1.xml" Id="Rea2b913996c548f7"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5932febdc53d41a6" /><Relationship Type="http://schemas.openxmlformats.org/officeDocument/2006/relationships/notesMaster" Target="/ppt/notesMasters/notesMaster1.xml" Id="R505c3f796e3c43e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27c018b776a475c" /><Relationship Type="http://schemas.openxmlformats.org/officeDocument/2006/relationships/notesMaster" Target="/ppt/notesMasters/notesMaster1.xml" Id="R6c64bfeb195043d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1c2451d455c4adb" /><Relationship Type="http://schemas.openxmlformats.org/officeDocument/2006/relationships/notesMaster" Target="/ppt/notesMasters/notesMaster1.xml" Id="Rac4dedfa0d124fc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2df268ee89f44476" /><Relationship Type="http://schemas.openxmlformats.org/officeDocument/2006/relationships/notesMaster" Target="/ppt/notesMasters/notesMaster1.xml" Id="Rcb2387f45ba94059"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c903409c17b4e68" /><Relationship Type="http://schemas.openxmlformats.org/officeDocument/2006/relationships/notesMaster" Target="/ppt/notesMasters/notesMaster1.xml" Id="R53782bf9a7a74b6a"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a2cb92ece71740e5" /><Relationship Type="http://schemas.openxmlformats.org/officeDocument/2006/relationships/notesMaster" Target="/ppt/notesMasters/notesMaster1.xml" Id="R032827f6a5fd4a7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08fc45caf0c7424d" /><Relationship Type="http://schemas.openxmlformats.org/officeDocument/2006/relationships/notesMaster" Target="/ppt/notesMasters/notesMaster1.xml" Id="Rb33aeda4e6464486"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d8969ba220464193" /><Relationship Type="http://schemas.openxmlformats.org/officeDocument/2006/relationships/notesMaster" Target="/ppt/notesMasters/notesMaster1.xml" Id="Rc979a6fd296e4df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47954adf9e694e2e" /><Relationship Type="http://schemas.openxmlformats.org/officeDocument/2006/relationships/notesMaster" Target="/ppt/notesMasters/notesMaster1.xml" Id="R44b9565004b1499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14a7eed5f85b4fd5" /><Relationship Type="http://schemas.openxmlformats.org/officeDocument/2006/relationships/notesMaster" Target="/ppt/notesMasters/notesMaster1.xml" Id="R868ee4ce0dfd48b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31660df918d45d0" /><Relationship Type="http://schemas.openxmlformats.org/officeDocument/2006/relationships/notesMaster" Target="/ppt/notesMasters/notesMaster1.xml" Id="R30d3045c0b27449b"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ce068a3e81df4b3b" /><Relationship Type="http://schemas.openxmlformats.org/officeDocument/2006/relationships/notesMaster" Target="/ppt/notesMasters/notesMaster1.xml" Id="Rc4c503ad75614600"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1fba2bcea4494e58" /><Relationship Type="http://schemas.openxmlformats.org/officeDocument/2006/relationships/notesMaster" Target="/ppt/notesMasters/notesMaster1.xml" Id="Rdacc06e1c595422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28c809b82ead4463" /><Relationship Type="http://schemas.openxmlformats.org/officeDocument/2006/relationships/notesMaster" Target="/ppt/notesMasters/notesMaster1.xml" Id="R6301417ba8804d7e"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1e882d822cf544ab" /><Relationship Type="http://schemas.openxmlformats.org/officeDocument/2006/relationships/notesMaster" Target="/ppt/notesMasters/notesMaster1.xml" Id="Rd40c1646101442af"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4475a9abd7fc40ef" /><Relationship Type="http://schemas.openxmlformats.org/officeDocument/2006/relationships/notesMaster" Target="/ppt/notesMasters/notesMaster1.xml" Id="Rb90b8dd2e7664f8c"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c0ddb735e2774066" /><Relationship Type="http://schemas.openxmlformats.org/officeDocument/2006/relationships/notesMaster" Target="/ppt/notesMasters/notesMaster1.xml" Id="R2efade54b0db4ee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d0a1871f77544ac5" /><Relationship Type="http://schemas.openxmlformats.org/officeDocument/2006/relationships/notesMaster" Target="/ppt/notesMasters/notesMaster1.xml" Id="R087d09a40e7f4b0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cd836c2e6784a4c" /><Relationship Type="http://schemas.openxmlformats.org/officeDocument/2006/relationships/notesMaster" Target="/ppt/notesMasters/notesMaster1.xml" Id="Re333288c9bca4ac4"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bb154910c9ec4eb5" /><Relationship Type="http://schemas.openxmlformats.org/officeDocument/2006/relationships/notesMaster" Target="/ppt/notesMasters/notesMaster1.xml" Id="R0dac64d8c6cf4830"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3b799cba860e4305" /><Relationship Type="http://schemas.openxmlformats.org/officeDocument/2006/relationships/notesMaster" Target="/ppt/notesMasters/notesMaster1.xml" Id="Rea835a576b474e69"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25e99bc362da4fc4" /><Relationship Type="http://schemas.openxmlformats.org/officeDocument/2006/relationships/notesMaster" Target="/ppt/notesMasters/notesMaster1.xml" Id="Rc476cc53674a4e6e"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9be3474059a44917" /><Relationship Type="http://schemas.openxmlformats.org/officeDocument/2006/relationships/notesMaster" Target="/ppt/notesMasters/notesMaster1.xml" Id="R0afa3e48f4654e54"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d05afa88218b4392" /><Relationship Type="http://schemas.openxmlformats.org/officeDocument/2006/relationships/notesMaster" Target="/ppt/notesMasters/notesMaster1.xml" Id="Rb27fadbb8db14f49"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6765e73f99d94c74" /><Relationship Type="http://schemas.openxmlformats.org/officeDocument/2006/relationships/notesMaster" Target="/ppt/notesMasters/notesMaster1.xml" Id="R7cc9e0099dd7481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cee440cd6a0e453f" /><Relationship Type="http://schemas.openxmlformats.org/officeDocument/2006/relationships/notesMaster" Target="/ppt/notesMasters/notesMaster1.xml" Id="R6712282c2e8d4ff6"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7fe2573bcc3b46f0" /><Relationship Type="http://schemas.openxmlformats.org/officeDocument/2006/relationships/notesMaster" Target="/ppt/notesMasters/notesMaster1.xml" Id="Rbe3e92d6ae9f4b89"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1d86c50f880e41e3" /><Relationship Type="http://schemas.openxmlformats.org/officeDocument/2006/relationships/notesMaster" Target="/ppt/notesMasters/notesMaster1.xml" Id="R7f0d87f07325425f"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35d03b8b2c5b4259" /><Relationship Type="http://schemas.openxmlformats.org/officeDocument/2006/relationships/notesMaster" Target="/ppt/notesMasters/notesMaster1.xml" Id="Rc5c13d2d016e45ae"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65e724e2af9543e8" /><Relationship Type="http://schemas.openxmlformats.org/officeDocument/2006/relationships/notesMaster" Target="/ppt/notesMasters/notesMaster1.xml" Id="Rd10fdd5f0a2b4dee"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6363316e4e8e41a2" /><Relationship Type="http://schemas.openxmlformats.org/officeDocument/2006/relationships/notesMaster" Target="/ppt/notesMasters/notesMaster1.xml" Id="Rc0894161cd984072"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784f49487c5940cf" /><Relationship Type="http://schemas.openxmlformats.org/officeDocument/2006/relationships/notesMaster" Target="/ppt/notesMasters/notesMaster1.xml" Id="R23b6afa3c2934dc8"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21d953d558a94c4c" /><Relationship Type="http://schemas.openxmlformats.org/officeDocument/2006/relationships/notesMaster" Target="/ppt/notesMasters/notesMaster1.xml" Id="R1d63494d12354c3d"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32e900a670904567" /><Relationship Type="http://schemas.openxmlformats.org/officeDocument/2006/relationships/notesMaster" Target="/ppt/notesMasters/notesMaster1.xml" Id="Rddcdff48d9c042f6"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e72be9d6700a4a5a" /><Relationship Type="http://schemas.openxmlformats.org/officeDocument/2006/relationships/notesMaster" Target="/ppt/notesMasters/notesMaster1.xml" Id="Re8f466205db44bbe"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7596b515480d440a" /><Relationship Type="http://schemas.openxmlformats.org/officeDocument/2006/relationships/notesMaster" Target="/ppt/notesMasters/notesMaster1.xml" Id="R9be8d76baeb045b5"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2843161a5d764ef2" /><Relationship Type="http://schemas.openxmlformats.org/officeDocument/2006/relationships/notesMaster" Target="/ppt/notesMasters/notesMaster1.xml" Id="R8704ebba20c84793"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02b9af402ec84b07" /><Relationship Type="http://schemas.openxmlformats.org/officeDocument/2006/relationships/notesMaster" Target="/ppt/notesMasters/notesMaster1.xml" Id="R7a1e92ab7d1a4ed2"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866b32a5b12444b5" /><Relationship Type="http://schemas.openxmlformats.org/officeDocument/2006/relationships/notesMaster" Target="/ppt/notesMasters/notesMaster1.xml" Id="R52b0418227424c20"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7c1269da73964cf9" /><Relationship Type="http://schemas.openxmlformats.org/officeDocument/2006/relationships/notesMaster" Target="/ppt/notesMasters/notesMaster1.xml" Id="R835b067a11ab4fa5"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a7d40bd61f654e19" /><Relationship Type="http://schemas.openxmlformats.org/officeDocument/2006/relationships/notesMaster" Target="/ppt/notesMasters/notesMaster1.xml" Id="R69d0c58704544a01"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02409bc1ffe5470a" /><Relationship Type="http://schemas.openxmlformats.org/officeDocument/2006/relationships/notesMaster" Target="/ppt/notesMasters/notesMaster1.xml" Id="R60ac8f1bd18e4478"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b6e66d38134f4d73" /><Relationship Type="http://schemas.openxmlformats.org/officeDocument/2006/relationships/notesMaster" Target="/ppt/notesMasters/notesMaster1.xml" Id="R212ddfcd4b8f46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전체402분이다.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43분·전체402분·Lecture160분이며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전체402분이다.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S70에서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S70에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전체402분이다.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총92분, 전체402분이다.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S63에서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S64–S65로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범위·S63 연결1.5). 지연 시 명령과 테스트 이름을 낭독하지 않고 행별 대응을 짚는다. 조건부 계획, 입력/수행 구분, 단독 효과 미입증은 생략하지 않는다. 6분에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절차는 재사용하고, 답은 근거로 정한다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S62의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S64에서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S64/S61보다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S64 연결0.75. 지연 시 지침 원문과 세 질문을 전부 낭독하지 않는다. 허용된 보류와 실제 결과의 구분은 생략하지 않고3분에 S64으로 이동한다.</a:t>
            </a:r>
          </a:p>
          <a:p xmlns:a="http://schemas.openxmlformats.org/drawingml/2006/main">
            <a:r>
              <a:t/>
            </a:r>
          </a:p>
          <a:p xmlns:a="http://schemas.openxmlformats.org/drawingml/2006/main">
            <a:r>
              <a:t>Fallback: LOCAL STATIC ARTIFACT — production/ACT_3.pptx의 S63, production/preview/act3/S63.png 및 production/preview/full/S63.png.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밝기 통계 계산의 성능 개선 후보</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S63의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S65은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S64에는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S65의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S64, production/preview/act3/S64.png 및 production/preview/full/S64.png.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선택한 변경의 시간·메모리·동작 확인</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한 Agent 조사와 Subagent 역할 분리</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S67의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S67에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S67으로 이동한다.</a:t>
            </a:r>
          </a:p>
          <a:p xmlns:a="http://schemas.openxmlformats.org/drawingml/2006/main">
            <a:r>
              <a:t/>
            </a:r>
          </a:p>
          <a:p xmlns:a="http://schemas.openxmlformats.org/drawingml/2006/main">
            <a:r>
              <a:t>Fallback: LOCAL STATIC ARTIFACT — production/ACT_3.pptx의 S66, production/preview/act3/S66.png 및 production/preview/full/S66.png.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밝기 통계 작업을 나누지 않은 이유</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“S66의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S66에서는 성능·빌드·테스트 조사가 서로 기다리지 않아도 된다고 가정했다. 이제 S64/S61의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S64에서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S65에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S66의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S66의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Lecture1분(S66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S68로 이동한다.</a:t>
            </a:r>
          </a:p>
          <a:p xmlns:a="http://schemas.openxmlformats.org/drawingml/2006/main">
            <a:r>
              <a:t/>
            </a:r>
          </a:p>
          <a:p xmlns:a="http://schemas.openxmlformats.org/drawingml/2006/main">
            <a:r>
              <a:t>Fallback: LOCAL STATIC ARTIFACT — production/ACT_3.pptx의 S67, production/preview/act3/S67.png 및 production/preview/full/S67.png.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이번 Context와 다시 쓸 지식</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S67에서는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S69에서는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S69에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S67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S69로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Demo 지식의 원래 출처</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“S68의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S68의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S70으로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작업에 쓰인 구성의 역할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“S69에서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S69의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S65처럼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S69의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S71에서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S61–S65의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함께 작동하는 작업 환경, Harness</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“S70의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S70의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S72–S73를 연다. 제품이나 새 명령을 실행하지 않는다.</a:t>
            </a:r>
          </a:p>
          <a:p xmlns:a="http://schemas.openxmlformats.org/drawingml/2006/main">
            <a:r>
              <a:t>마지막 연결은 다음 프로젝트에서도 사용할 기반의 가치다. 실행 조건의 세부는 S74–S78에서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S70의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S72–S73은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S70/STATE-04-PERF의 AGENTS.md·docs·Skill·tests·benchmark와 기록된 입력/실행 조건을 같은 도식에 대응하는 CAPTURED 정적 요약이다. 실제 실행 캡처가 아니며 제품·Agent·benchmark·Demo repository를 실행하거나 새 Trial을 만들지 않는다. S70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S71, production/preview/act3/S71.png 및 production/preview/full/S71.png.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만든 Harness를 다음 프로젝트의 기반으로</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S71의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S72 또는 production/preview/full/S72.png.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공통 기반에 프로젝트 기준을 연결한다</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실행 권한도 연결 조건임을 짚고 앞서 보았던 독립 환경 오류를 회수한다.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“연결할 조건 중 실행 권한이 왜 필요한지, 앞의 실제 테스트 오류로 돌아보겠습니다.”</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S73 또는 production/preview/full/S73.png.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임시 폴더 오류의 원인은 실행 권한이었다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임시 폴더 오류의 원인은 실행 권한이었다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TRIAL-001의 별도 테스트는 임시 폴더가 필요했지만 읽기 전용 실행 환경이라 생성하지 못했다. Crop 결함과 별개의 실행 조건이다.</a:t>
            </a:r>
          </a:p>
          <a:p xmlns:a="http://schemas.openxmlformats.org/drawingml/2006/main">
            <a:r>
              <a:t/>
            </a:r>
          </a:p>
          <a:p xmlns:a="http://schemas.openxmlformats.org/drawingml/2006/main">
            <a:r>
              <a:t>**Opening Question:**</a:t>
            </a:r>
          </a:p>
          <a:p xmlns:a="http://schemas.openxmlformats.org/drawingml/2006/main">
            <a:r>
              <a:t>“코드에 접근했는데도, 왜 일부 테스트는 실행되지 않았을까요?”</a:t>
            </a:r>
          </a:p>
          <a:p xmlns:a="http://schemas.openxmlformats.org/drawingml/2006/main">
            <a:r>
              <a:t/>
            </a:r>
          </a:p>
          <a:p xmlns:a="http://schemas.openxmlformats.org/drawingml/2006/main">
            <a:r>
              <a:t>**Speaker Flow:**</a:t>
            </a:r>
          </a:p>
          <a:p xmlns:a="http://schemas.openxmlformats.org/drawingml/2006/main">
            <a:r>
              <a:t>1. (0:00–0:35 / Lecture) 앞의 Crop 결함과 별개의 테스트 오류라는 보조 문장을 먼저 읽는다.</a:t>
            </a:r>
          </a:p>
          <a:p xmlns:a="http://schemas.openxmlformats.org/drawingml/2006/main">
            <a:r>
              <a:t>2. (0:35–1:25 / Lecture) 임시 폴더가 필요한 테스트가 읽기 전용 권한에 막히는 순서를 가리킨다. 오류3건의 자세한 집계는 설명이 필요할 때만 원기록에서 확인한다.</a:t>
            </a:r>
          </a:p>
          <a:p xmlns:a="http://schemas.openxmlformats.org/drawingml/2006/main">
            <a:r>
              <a:t>3. (1:25–2:00 / Lecture) 코드 접근과 실행 권한이 별개임을 회수한다. 새 Trial이나 권한 수정은 진행하지 않는다.</a:t>
            </a:r>
          </a:p>
          <a:p xmlns:a="http://schemas.openxmlformats.org/drawingml/2006/main">
            <a:r>
              <a:t/>
            </a:r>
          </a:p>
          <a:p xmlns:a="http://schemas.openxmlformats.org/drawingml/2006/main">
            <a:r>
              <a:t>**Evidence / Source:**</a:t>
            </a:r>
          </a:p>
          <a:p xmlns:a="http://schemas.openxmlformats.org/drawingml/2006/main">
            <a:r>
              <a:t>plan/DEMO_MATRIX.md TRIAL-001; plan/ACT0_CONTEXT_EXPANSION.md; DEC-0084 및 DEC-0091. 과거 Codex CLI0.154.0 읽기 전용 실행에서 임시 디렉터리 생성 오류3건. Crop 폭 결함1건과 별개다.</a:t>
            </a:r>
          </a:p>
          <a:p xmlns:a="http://schemas.openxmlformats.org/drawingml/2006/main">
            <a:r>
              <a:t/>
            </a:r>
          </a:p>
          <a:p xmlns:a="http://schemas.openxmlformats.org/drawingml/2006/main">
            <a:r>
              <a:t>**Claim Boundary:**</a:t>
            </a:r>
          </a:p>
          <a:p xmlns:a="http://schemas.openxmlformats.org/drawingml/2006/main">
            <a:r>
              <a:t>FROZEN WITH SCOPE — TRIAL-001의 과거 CLI 관찰. Crop 결함과 별개이며 Agent가 권한을 해결하거나 확대하지 않았다. 현재 Desktop 결과가 아니다.</a:t>
            </a:r>
          </a:p>
          <a:p xmlns:a="http://schemas.openxmlformats.org/drawingml/2006/main">
            <a:r>
              <a:t/>
            </a:r>
          </a:p>
          <a:p xmlns:a="http://schemas.openxmlformats.org/drawingml/2006/main">
            <a:r>
              <a:t>**Beginner Explanation:**</a:t>
            </a:r>
          </a:p>
          <a:p xmlns:a="http://schemas.openxmlformats.org/drawingml/2006/main">
            <a:r>
              <a:t>파일을 읽을 수 있는 것과 임시 파일을 만들 수 있는 것은 다르다.</a:t>
            </a:r>
          </a:p>
          <a:p xmlns:a="http://schemas.openxmlformats.org/drawingml/2006/main">
            <a:r>
              <a:t/>
            </a:r>
          </a:p>
          <a:p xmlns:a="http://schemas.openxmlformats.org/drawingml/2006/main">
            <a:r>
              <a:t>**Advanced Insight:**</a:t>
            </a:r>
          </a:p>
          <a:p xmlns:a="http://schemas.openxmlformats.org/drawingml/2006/main">
            <a:r>
              <a:t>기능 결함과 실행 제한을 별도로 분류하고 권한을 자동 복구했다고 해석하지 않는다.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“그렇다면 Agent가 작업할 조건은 Repository 안에서만 정해질까요?”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Agent의 실행 조건은 어디에서 오는가?</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Agent의 실행 조건은 어디에서 오는가?</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Agent 실행에는 Repository의 코드·지침·문서와 별도로 전역 지침·Skills, 모델·설정, 허용 권한 같은 조건이 적용될 수 있다. 새 프로젝트에 연결할 때 적용 여부를 확인한다.</a:t>
            </a:r>
          </a:p>
          <a:p xmlns:a="http://schemas.openxmlformats.org/drawingml/2006/main">
            <a:r>
              <a:t/>
            </a:r>
          </a:p>
          <a:p xmlns:a="http://schemas.openxmlformats.org/drawingml/2006/main">
            <a:r>
              <a:t>**Opening Question:**</a:t>
            </a:r>
          </a:p>
          <a:p xmlns:a="http://schemas.openxmlformats.org/drawingml/2006/main">
            <a:r>
              <a:t>“같은 Repository를 열어도, 실행에 적용되는 조건은 모두 같을까요?”</a:t>
            </a:r>
          </a:p>
          <a:p xmlns:a="http://schemas.openxmlformats.org/drawingml/2006/main">
            <a:r>
              <a:t/>
            </a:r>
          </a:p>
          <a:p xmlns:a="http://schemas.openxmlformats.org/drawingml/2006/main">
            <a:r>
              <a:t>**Speaker Flow:**</a:t>
            </a:r>
          </a:p>
          <a:p xmlns:a="http://schemas.openxmlformats.org/drawingml/2006/main">
            <a:r>
              <a:t>1. (0:00–0:35 / Lecture) 왼쪽 저장소의 코드·지침·문서·Skill에서 Agent로 오는 실선을 짚는다.</a:t>
            </a:r>
          </a:p>
          <a:p xmlns:a="http://schemas.openxmlformats.org/drawingml/2006/main">
            <a:r>
              <a:t>2. (0:35–1:25 / Lecture) 오른쪽 전역 지침·모델·설정·허용 권한은 실제 적용을 확인할 조건이라 점선이다. 모든 환경에 동일하게 로딩된다는 뜻이 아니다.</a:t>
            </a:r>
          </a:p>
          <a:p xmlns:a="http://schemas.openxmlformats.org/drawingml/2006/main">
            <a:r>
              <a:t>3. (1:25–2:00 / Lecture) 다음 장은 이 관계를 모두 입증하는 실험이 아니라 일부 조건을 실제로 관찰한 과거 기록이라고 안내한다.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 plan/DEMO_MATRIX.md STEP07 DEMO ENVIRONMENT AUDIT AND DECISION UPDATE / TRIAL-006 Impact, Global Harness Inventory; plan/CLAIM_FREEZE.md DEC-0077; DEC-0016/0021/0077/0091. 과거 Codex CLI0.154.0 기록이다.</a:t>
            </a:r>
          </a:p>
          <a:p xmlns:a="http://schemas.openxmlformats.org/drawingml/2006/main">
            <a:r>
              <a:t/>
            </a:r>
          </a:p>
          <a:p xmlns:a="http://schemas.openxmlformats.org/drawingml/2006/main">
            <a:r>
              <a:t>**Claim Boundary:**</a:t>
            </a:r>
          </a:p>
          <a:p xmlns:a="http://schemas.openxmlformats.org/drawingml/2006/main">
            <a:r>
              <a:t>TEACHING MODEL / REQUIRES PRODUCT CHECK — 적용 관계의 모델이며 정확한 로딩 순서·전체 설정 목록·통제 환경 비교가 아니다. 대상 제품·계정·권한은 별도 확인한다.</a:t>
            </a:r>
          </a:p>
          <a:p xmlns:a="http://schemas.openxmlformats.org/drawingml/2006/main">
            <a:r>
              <a:t/>
            </a:r>
          </a:p>
          <a:p xmlns:a="http://schemas.openxmlformats.org/drawingml/2006/main">
            <a:r>
              <a:t>**Beginner Explanation:**</a:t>
            </a:r>
          </a:p>
          <a:p xmlns:a="http://schemas.openxmlformats.org/drawingml/2006/main">
            <a:r>
              <a:t>같은 저장소만 전달했다고 모든 작업 조건이 같아지는 것은 아니다.</a:t>
            </a:r>
          </a:p>
          <a:p xmlns:a="http://schemas.openxmlformats.org/drawingml/2006/main">
            <a:r>
              <a:t/>
            </a:r>
          </a:p>
          <a:p xmlns:a="http://schemas.openxmlformats.org/drawingml/2006/main">
            <a:r>
              <a:t>**Advanced Insight:**</a:t>
            </a:r>
          </a:p>
          <a:p xmlns:a="http://schemas.openxmlformats.org/drawingml/2006/main">
            <a:r>
              <a:t>재사용 기반에 프로젝트 정보와 실행 조건을 연결하고 적용 출처를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“이런 저장소 밖 지침이 실제 작업에도 포함됐던 기록을 보겠습니다.”</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실제 성능 조사에도 저장소 밖 지침이 들어왔다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실제 성능 조사에도 저장소 밖 지침이 들어왔다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TRIAL-006 Resize 성능 조사에서는 전역 Skill 본문이 포함됐고 평가 상태 작성·추가 동작 검증 같은 관여가 기록됐다. Hook 설정·MCP 연결 경고는 별도 시작 관찰이다.</a:t>
            </a:r>
          </a:p>
          <a:p xmlns:a="http://schemas.openxmlformats.org/drawingml/2006/main">
            <a:r>
              <a:t/>
            </a:r>
          </a:p>
          <a:p xmlns:a="http://schemas.openxmlformats.org/drawingml/2006/main">
            <a:r>
              <a:t>**Opening Question:**</a:t>
            </a:r>
          </a:p>
          <a:p xmlns:a="http://schemas.openxmlformats.org/drawingml/2006/main">
            <a:r>
              <a:t>“저장소에 넣지 않은 수행 지침이 실제 작업에도 관여했을까요?”</a:t>
            </a:r>
          </a:p>
          <a:p xmlns:a="http://schemas.openxmlformats.org/drawingml/2006/main">
            <a:r>
              <a:t/>
            </a:r>
          </a:p>
          <a:p xmlns:a="http://schemas.openxmlformats.org/drawingml/2006/main">
            <a:r>
              <a:t>**Speaker Flow:**</a:t>
            </a:r>
          </a:p>
          <a:p xmlns:a="http://schemas.openxmlformats.org/drawingml/2006/main">
            <a:r>
              <a:t>1. (0:00–0:35 / Lecture) Resize 조사라는 실제 배경을 읽고 현재 밝기 통계 작업과 같은 사건으로 합치지 않는다.</a:t>
            </a:r>
          </a:p>
          <a:p xmlns:a="http://schemas.openxmlformats.org/drawingml/2006/main">
            <a:r>
              <a:t>2. (0:35–1:25 / Lecture) 전역 Skill 본문 포함과 실제 평가 상태 작성·추가 동작 검증의 대응을 짚는다. performance-goal의 evaluator/ledger 상태·엄격한 범위 기준, verification-before-completion의840크기 추가 동등성 검증이 보존된 관여다.</a:t>
            </a:r>
          </a:p>
          <a:p xmlns:a="http://schemas.openxmlformats.org/drawingml/2006/main">
            <a:r>
              <a:t>3. (1:25–2:00 / Lecture) 아래 Hook 설정·MCP 연결 경고는 별도의 시작 관찰이다. 평가·보고 기준 변경의 전체 경위와 후속 기록은 ACT4에 남긴다.</a:t>
            </a:r>
          </a:p>
          <a:p xmlns:a="http://schemas.openxmlformats.org/drawingml/2006/main">
            <a:r>
              <a:t/>
            </a:r>
          </a:p>
          <a:p xmlns:a="http://schemas.openxmlformats.org/drawingml/2006/main">
            <a:r>
              <a:t>**Evidence / Source:**</a:t>
            </a:r>
          </a:p>
          <a:p xmlns:a="http://schemas.openxmlformats.org/drawingml/2006/main">
            <a:r>
              <a:t>plan/DEMO_MATRIX.md STEP07 DEMO ENVIRONMENT AUDIT AND DECISION UPDATE / TRIAL-006 Impact, Global Harness Inventory; plan/CLAIM_FREEZE.md DEC-0077; DEC-0016/0021/0077/0091. 과거 Codex CLI0.154.0 기록이다.</a:t>
            </a:r>
          </a:p>
          <a:p xmlns:a="http://schemas.openxmlformats.org/drawingml/2006/main">
            <a:r>
              <a:t/>
            </a:r>
          </a:p>
          <a:p xmlns:a="http://schemas.openxmlformats.org/drawingml/2006/main">
            <a:r>
              <a:t>**Claim Boundary:**</a:t>
            </a:r>
          </a:p>
          <a:p xmlns:a="http://schemas.openxmlformats.org/drawingml/2006/main">
            <a:r>
              <a:t>FROZEN WITH SCOPE — 실제 전역 Skill 포함·일부 작업 관여를 보존한다. Hook 실행·MCP 작업 결과·전체 환경 감사·각 요소의 성능 인과효과·현재 Desktop 재현은 미입증이다.</a:t>
            </a:r>
          </a:p>
          <a:p xmlns:a="http://schemas.openxmlformats.org/drawingml/2006/main">
            <a:r>
              <a:t/>
            </a:r>
          </a:p>
          <a:p xmlns:a="http://schemas.openxmlformats.org/drawingml/2006/main">
            <a:r>
              <a:t>**Beginner Explanation:**</a:t>
            </a:r>
          </a:p>
          <a:p xmlns:a="http://schemas.openxmlformats.org/drawingml/2006/main">
            <a:r>
              <a:t>프로젝트 밖에 있던 일하는 방법도 작업에 포함될 수 있다.</a:t>
            </a:r>
          </a:p>
          <a:p xmlns:a="http://schemas.openxmlformats.org/drawingml/2006/main">
            <a:r>
              <a:t/>
            </a:r>
          </a:p>
          <a:p xmlns:a="http://schemas.openxmlformats.org/drawingml/2006/main">
            <a:r>
              <a:t>**Advanced Insight:**</a:t>
            </a:r>
          </a:p>
          <a:p xmlns:a="http://schemas.openxmlformats.org/drawingml/2006/main">
            <a:r>
              <a:t>Skill 포함과 관찰된 절차 변경은 보존하면서 단독 성능 원인으로 확대하지 않는다.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“시작에 나온 경고와 실제 작업에 사용된 기록은, 같은 근거일까요?”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시작 경고와 실제 사용은 구분해서 확인한다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시작 경고와 실제 사용은 구분해서 확인한다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시작 경고만으로 Hook 실행이나 MCP 작업 사용을 확정할 수 없다. 반면 전역 Skill의 평가 상태 작성·추가 검증 관여는 해당 작업 기록으로 확인했다.</a:t>
            </a:r>
          </a:p>
          <a:p xmlns:a="http://schemas.openxmlformats.org/drawingml/2006/main">
            <a:r>
              <a:t/>
            </a:r>
          </a:p>
          <a:p xmlns:a="http://schemas.openxmlformats.org/drawingml/2006/main">
            <a:r>
              <a:t>**Opening Question:**</a:t>
            </a:r>
          </a:p>
          <a:p xmlns:a="http://schemas.openxmlformats.org/drawingml/2006/main">
            <a:r>
              <a:t>“시작 경고가 있었다면, 그 도구를 작업에 썼다고 말할 수 있을까요?”</a:t>
            </a:r>
          </a:p>
          <a:p xmlns:a="http://schemas.openxmlformats.org/drawingml/2006/main">
            <a:r>
              <a:t/>
            </a:r>
          </a:p>
          <a:p xmlns:a="http://schemas.openxmlformats.org/drawingml/2006/main">
            <a:r>
              <a:t>**Speaker Flow:**</a:t>
            </a:r>
          </a:p>
          <a:p xmlns:a="http://schemas.openxmlformats.org/drawingml/2006/main">
            <a:r>
              <a:t>1. (0:00–0:35 / Lecture) 왼쪽 Hook 설정·MCP 연결 경고는 시작 단계 기록이다. Hook이 실행돼 source diff를 바꿨다거나 MCP 결과가 측정에 쓰였다고 말하지 않는다.</a:t>
            </a:r>
          </a:p>
          <a:p xmlns:a="http://schemas.openxmlformats.org/drawingml/2006/main">
            <a:r>
              <a:t>2. (0:35–1:25 / Lecture) 오른쪽은 전역 Skill이 평가 상태 작성과 추가 검증에 관여한 실제 기록이다. 모든 외부 영향을 미확인이라고 축소하지 않는다.</a:t>
            </a:r>
          </a:p>
          <a:p xmlns:a="http://schemas.openxmlformats.org/drawingml/2006/main">
            <a:r>
              <a:t>3. (1:25–2:00 / Lecture) 해당 호출과 결과가 있는지로 실제 사용을 판단한다. 전체 목록·품질 향상·Prompt 단독 효과를 주장하지 않는다.</a:t>
            </a:r>
          </a:p>
          <a:p xmlns:a="http://schemas.openxmlformats.org/drawingml/2006/main">
            <a:r>
              <a:t/>
            </a:r>
          </a:p>
          <a:p xmlns:a="http://schemas.openxmlformats.org/drawingml/2006/main">
            <a:r>
              <a:t>**Evidence / Source:**</a:t>
            </a:r>
          </a:p>
          <a:p xmlns:a="http://schemas.openxmlformats.org/drawingml/2006/main">
            <a:r>
              <a:t>plan/DEMO_MATRIX.md STEP07 DEMO ENVIRONMENT AUDIT AND DECISION UPDATE / TRIAL-006 Impact, Global Harness Inventory; plan/CLAIM_FREEZE.md DEC-0077; DEC-0016/0021/0077/0091. 과거 Codex CLI0.154.0 기록이다.</a:t>
            </a:r>
          </a:p>
          <a:p xmlns:a="http://schemas.openxmlformats.org/drawingml/2006/main">
            <a:r>
              <a:t/>
            </a:r>
          </a:p>
          <a:p xmlns:a="http://schemas.openxmlformats.org/drawingml/2006/main">
            <a:r>
              <a:t>**Claim Boundary:**</a:t>
            </a:r>
          </a:p>
          <a:p xmlns:a="http://schemas.openxmlformats.org/drawingml/2006/main">
            <a:r>
              <a:t>FROZEN WITH SCOPE — Hook 설정 경고는 실행·소스 변경 증거가 아니다. MCP 시작/인증 오류는 작업 호출·결과 사용 증거가 아니다. 실제 관찰한 Skill 관여와 기록된 결과 범위는 유지한다.</a:t>
            </a:r>
          </a:p>
          <a:p xmlns:a="http://schemas.openxmlformats.org/drawingml/2006/main">
            <a:r>
              <a:t/>
            </a:r>
          </a:p>
          <a:p xmlns:a="http://schemas.openxmlformats.org/drawingml/2006/main">
            <a:r>
              <a:t>**Beginner Explanation:**</a:t>
            </a:r>
          </a:p>
          <a:p xmlns:a="http://schemas.openxmlformats.org/drawingml/2006/main">
            <a:r>
              <a:t>경고가 뜬 사실과 실제로 작업에 사용한 사실을 구분한다.</a:t>
            </a:r>
          </a:p>
          <a:p xmlns:a="http://schemas.openxmlformats.org/drawingml/2006/main">
            <a:r>
              <a:t/>
            </a:r>
          </a:p>
          <a:p xmlns:a="http://schemas.openxmlformats.org/drawingml/2006/main">
            <a:r>
              <a:t>**Advanced Insight:**</a:t>
            </a:r>
          </a:p>
          <a:p xmlns:a="http://schemas.openxmlformats.org/drawingml/2006/main">
            <a:r>
              <a:t>존재·본문 포함·호출·결과·기여를 관찰 근거에 따라 구분하되 알려진 관여를 잃지 않는다.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차이를 다음 프로젝트에서도 확인하려면 무엇을 함께 남기면 좋을까요?”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결과와 실행 조건을 함께 남긴다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결과와 실행 조건을 함께 남긴다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무슨 작업을 했고 어떤 실행 조건을 확인했으며 어떤 테스트·측정 근거와 미확인이 남았는지 함께 기록하면 재사용할 기반의 적용 범위를 판단할 수 있다.</a:t>
            </a:r>
          </a:p>
          <a:p xmlns:a="http://schemas.openxmlformats.org/drawingml/2006/main">
            <a:r>
              <a:t/>
            </a:r>
          </a:p>
          <a:p xmlns:a="http://schemas.openxmlformats.org/drawingml/2006/main">
            <a:r>
              <a:t>**Opening Question:**</a:t>
            </a:r>
          </a:p>
          <a:p xmlns:a="http://schemas.openxmlformats.org/drawingml/2006/main">
            <a:r>
              <a:t>“다음 사람이 이 작업 체계를 쓸 때, 어떤 조건과 근거를 함께 볼 수 있어야 할까요?”</a:t>
            </a:r>
          </a:p>
          <a:p xmlns:a="http://schemas.openxmlformats.org/drawingml/2006/main">
            <a:r>
              <a:t/>
            </a:r>
          </a:p>
          <a:p xmlns:a="http://schemas.openxmlformats.org/drawingml/2006/main">
            <a:r>
              <a:t>**Speaker Flow:**</a:t>
            </a:r>
          </a:p>
          <a:p xmlns:a="http://schemas.openxmlformats.org/drawingml/2006/main">
            <a:r>
              <a:t>1. (0:00–0:35 / Lecture) 작업 행에서 바꿀 것·지킨 조건을 짚는다. 실제 보고서가 아닌 재사용할 기록 항목의 예다.</a:t>
            </a:r>
          </a:p>
          <a:p xmlns:a="http://schemas.openxmlformats.org/drawingml/2006/main">
            <a:r>
              <a:t>2. (0:35–1:25 / Lecture) 실행 조건 행은 확인한 지침·모델·권한만, 확인 근거 행은 테스트·측정과 남은 미확인을 남긴다.</a:t>
            </a:r>
          </a:p>
          <a:p xmlns:a="http://schemas.openxmlformats.org/drawingml/2006/main">
            <a:r>
              <a:t>3. (1:25–2:00 / Lecture) 이 장에서 Loop의 개선 이력을 설명하지 않는다. 다음 성찰에서 팀의 기반 하나와 위치·담당을 고른다.</a:t>
            </a:r>
          </a:p>
          <a:p xmlns:a="http://schemas.openxmlformats.org/drawingml/2006/main">
            <a:r>
              <a:t/>
            </a:r>
          </a:p>
          <a:p xmlns:a="http://schemas.openxmlformats.org/drawingml/2006/main">
            <a:r>
              <a:t>**Evidence / Source:**</a:t>
            </a:r>
          </a:p>
          <a:p xmlns:a="http://schemas.openxmlformats.org/drawingml/2006/main">
            <a:r>
              <a:t>plan/DEMO_MATRIX.md STEP07 DEMO ENVIRONMENT AUDIT AND DECISION UPDATE / TRIAL-006 Impact, Global Harness Inventory; plan/CLAIM_FREEZE.md DEC-0077; DEC-0016/0021/0077/0091. 과거 Codex CLI0.154.0 기록이다. DEC-0091의 교육용 재사용 기록 틀. 새 연구·Trial 없음.</a:t>
            </a:r>
          </a:p>
          <a:p xmlns:a="http://schemas.openxmlformats.org/drawingml/2006/main">
            <a:r>
              <a:t/>
            </a:r>
          </a:p>
          <a:p xmlns:a="http://schemas.openxmlformats.org/drawingml/2006/main">
            <a:r>
              <a:t>**Claim Boundary:**</a:t>
            </a:r>
          </a:p>
          <a:p xmlns:a="http://schemas.openxmlformats.org/drawingml/2006/main">
            <a:r>
              <a:t>TEACHING MODEL — 권장 기록 항목의 예다. 실제 새 보고서·완전한 환경 감사·기록 품질 향상은 검증하지 않았다. 실제 평가·보고 기준 변경 과정은 ACT4에서 기존 분량대로 다룬다.</a:t>
            </a:r>
          </a:p>
          <a:p xmlns:a="http://schemas.openxmlformats.org/drawingml/2006/main">
            <a:r>
              <a:t/>
            </a:r>
          </a:p>
          <a:p xmlns:a="http://schemas.openxmlformats.org/drawingml/2006/main">
            <a:r>
              <a:t>**Beginner Explanation:**</a:t>
            </a:r>
          </a:p>
          <a:p xmlns:a="http://schemas.openxmlformats.org/drawingml/2006/main">
            <a:r>
              <a:t>좋은 결과만 저장하지 말고 확인한 조건과 모르는 점도 함께 남긴다.</a:t>
            </a:r>
          </a:p>
          <a:p xmlns:a="http://schemas.openxmlformats.org/drawingml/2006/main">
            <a:r>
              <a:t/>
            </a:r>
          </a:p>
          <a:p xmlns:a="http://schemas.openxmlformats.org/drawingml/2006/main">
            <a:r>
              <a:t>**Advanced Insight:**</a:t>
            </a:r>
          </a:p>
          <a:p xmlns:a="http://schemas.openxmlformats.org/drawingml/2006/main">
            <a:r>
              <a:t>재사용 단위에 출처·실행 조건·검증 근거를 연결하되 확인하지 않은 목록을 완료로 채우지 않는다.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“이제 우리 팀에서 다음 프로젝트에도 남겨 쓸 기반 한 가지와 유지할 책임을 생각해 보겠습니다.”</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S78 또는 production/preview/full/S78.png.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우리 업무에서 먼저 정리할 한 가지</a:t>
            </a:r>
          </a:p>
          <a:p xmlns:a="http://schemas.openxmlformats.org/drawingml/2006/main">
            <a:r>
              <a:t/>
            </a:r>
          </a:p>
          <a:p xmlns:a="http://schemas.openxmlformats.org/drawingml/2006/main">
            <a:r>
              <a:t>Slide ID: S79</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a:t>
            </a:r>
          </a:p>
          <a:p xmlns:a="http://schemas.openxmlformats.org/drawingml/2006/main">
            <a:r>
              <a:t>재사용할 안내·절차·확인 기준 중 현재 마찰 하나를 고르고, 공통 기반을 둘 위치와 프로젝트별 연결, 검토·갱신 책임을 판단한다. 성공한 기반의 가치를 유지하며 다음 ACT의 변화·유지 질문을 연다.</a:t>
            </a:r>
          </a:p>
          <a:p xmlns:a="http://schemas.openxmlformats.org/drawingml/2006/main">
            <a:r>
              <a:t/>
            </a:r>
          </a:p>
          <a:p xmlns:a="http://schemas.openxmlformats.org/drawingml/2006/main">
            <a:r>
              <a:t>**Opening Question:**</a:t>
            </a:r>
          </a:p>
          <a:p xmlns:a="http://schemas.openxmlformats.org/drawingml/2006/main">
            <a:r>
              <a:t>“다음 프로젝트에도 남겨 쓸 안내·절차·확인 기준 중 무엇 하나를 먼저 정리하고, 어디에 연결하며 누가 유지하면 좋을까요?”</a:t>
            </a:r>
          </a:p>
          <a:p xmlns:a="http://schemas.openxmlformats.org/drawingml/2006/main">
            <a:r>
              <a:t/>
            </a:r>
          </a:p>
          <a:p xmlns:a="http://schemas.openxmlformats.org/drawingml/2006/main">
            <a:r>
              <a:t>**Speaker Flow:**</a:t>
            </a:r>
          </a:p>
          <a:p xmlns:a="http://schemas.openxmlformats.org/drawingml/2006/main">
            <a:r>
              <a:t>1. (0:00–3:00 / Reflection) 재사용할 안내·재사용할 절차·확인할 기준 중 자기 업무에서 먼저 정리할 하나를 생각한다. 공통으로 남길 부분과 프로젝트마다 연결할 조건을 구분한다. 작성·발표는 요구하지 않는다.</a:t>
            </a:r>
          </a:p>
          <a:p xmlns:a="http://schemas.openxmlformats.org/drawingml/2006/main">
            <a:r>
              <a:t>2. (3:00–8:00 / Q&amp;A) 선택적으로 질문을 받는다. 어디에 두고 연결할지, 누가 검토·갱신할지 함께 생각한다. 정해지지 않은 팀의 도구·권한·담당을 확정하지 않는다. 질문이 없으면 같은 기반을 다른 프로젝트에서 쓰려면 무엇을 확인할지 보조 질문을 사용한다.</a:t>
            </a:r>
          </a:p>
          <a:p xmlns:a="http://schemas.openxmlformats.org/drawingml/2006/main">
            <a:r>
              <a:t>3. (8:00–10:00 / Transition) 마지막 질문에서 다시 확인할 시점을 열고 ACT4 제목 S80→S81의 실제 성공 회수로 이동한다. 재사용의 장점과 확인한 성공을 보존한다. 기존 ACT4의 유지·평가·보고 개선 과정은 그대로 다음 ACT에서 설명한다.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a:t>
            </a:r>
          </a:p>
          <a:p xmlns:a="http://schemas.openxmlformats.org/drawingml/2006/main">
            <a:r>
              <a:t>N/A — 삭제한 독립 C++ 전이를 전제로 하지 않는다. 각자의 프로젝트를 생각하되 구체적 도구·표준은 정하지 않는다.</a:t>
            </a:r>
          </a:p>
          <a:p xmlns:a="http://schemas.openxmlformats.org/drawingml/2006/main">
            <a:r>
              <a:t/>
            </a:r>
          </a:p>
          <a:p xmlns:a="http://schemas.openxmlformats.org/drawingml/2006/main">
            <a:r>
              <a:t>**Demo Operation:**</a:t>
            </a:r>
          </a:p>
          <a:p xmlns:a="http://schemas.openxmlformats.org/drawingml/2006/main">
            <a:r>
              <a:t>N/A — 정적 성찰 화면. R1 세 후보→R2 하나 선택→R3 위치·담당·다시 확인할 시점으로 발표자 초점을 옮긴다. 실제 Demo의 성공은 기준점으로 두고 새 도구나 실행·팀별 담당 배정을 만들지 않는다.</a:t>
            </a:r>
          </a:p>
          <a:p xmlns:a="http://schemas.openxmlformats.org/drawingml/2006/main">
            <a:r>
              <a:t/>
            </a:r>
          </a:p>
          <a:p xmlns:a="http://schemas.openxmlformats.org/drawingml/2006/main">
            <a:r>
              <a:t>**Audience Interaction:**</a:t>
            </a:r>
          </a:p>
          <a:p xmlns:a="http://schemas.openxmlformats.org/drawingml/2006/main">
            <a:r>
              <a:t>작성·실습·공개 발표를 요구하지 않는다. 재사용할 안내·절차·확인 기준 중 하나를 생각하고, 둘 위치와 프로젝트별 연결·검토 및 갱신 책임을 선택적으로 이야기한다. 질문이 없으면 다음 프로젝트에서 달라질 조건 한 가지를 묻는다.</a:t>
            </a:r>
          </a:p>
          <a:p xmlns:a="http://schemas.openxmlformats.org/drawingml/2006/main">
            <a:r>
              <a:t/>
            </a:r>
          </a:p>
          <a:p xmlns:a="http://schemas.openxmlformats.org/drawingml/2006/main">
            <a:r>
              <a:t>**Transition:**</a:t>
            </a:r>
          </a:p>
          <a:p xmlns:a="http://schemas.openxmlformats.org/drawingml/2006/main">
            <a:r>
              <a:t>“다음 프로젝트에도 쓸 기반과 유지할 책임을 생각해 봤습니다. 이제 확인한 성공을 기준점으로 두고, 그 방법을 계속 맞게 유지하는 문제로 넘어가겠습니다.” ACT4 제목 S80을 거쳐 S81의 기존 첫 문제로 이어간다.</a:t>
            </a:r>
          </a:p>
          <a:p xmlns:a="http://schemas.openxmlformats.org/drawingml/2006/main">
            <a:r>
              <a:t/>
            </a:r>
          </a:p>
          <a:p xmlns:a="http://schemas.openxmlformats.org/drawingml/2006/main">
            <a:r>
              <a:t>**Time Management:**</a:t>
            </a:r>
          </a:p>
          <a:p xmlns:a="http://schemas.openxmlformats.org/drawingml/2006/main">
            <a:r>
              <a:t>Reflection3분(연결0.5, 하나 선택1, 위치0.75, 검토/갱신0.75) → Q&amp;A5분 → Transition2분.8분에 Q&amp;A를 마치고10분에 S80 제목으로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S79, production/preview/act3/S79.png 및 production/preview/full/S79.png.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기록과 피드백으로 시스템 개선하기</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기록과 피드백으로 시스템 개선하기</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기록과 피드백으로 시스템 개선하기 — Loop Engineering · 개선 과정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4의 제목 “기록과 피드백으로 시스템 개선하기”을 가리키며 구간을 연다.</a:t>
            </a:r>
          </a:p>
          <a:p xmlns:a="http://schemas.openxmlformats.org/drawingml/2006/main">
            <a:r>
              <a:t>2. (0:20–0:40 / Transition) 부제 “Loop Engineering · 개선 과정 설계”는 이번 구간의 관점만 안내한다. 구체적 기능·해결 방법·결과는 앞서 설명하지 않는다.</a:t>
            </a:r>
          </a:p>
          <a:p xmlns:a="http://schemas.openxmlformats.org/drawingml/2006/main">
            <a:r>
              <a:t>3. (0:40–1:00 / Transition) S81의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S81 — 확인한 성공을 유지하려면로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4 총81분, 전체402분이다. 제목·부제만 안내하고1분에 S81로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production/preview/full/S80.png 또는 production/ACT_4.pptx의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확인한 성공을 유지하려면</a:t>
            </a:r>
          </a:p>
          <a:p xmlns:a="http://schemas.openxmlformats.org/drawingml/2006/main">
            <a:r>
              <a:t/>
            </a:r>
          </a:p>
          <a:p xmlns:a="http://schemas.openxmlformats.org/drawingml/2006/main">
            <a:r>
              <a:t>Slide ID: S81</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S79에서 위치·검토/갱신 역할을 생각했다는 점을 회수한다. 실제 밝기 통계는 출력6항목·전체 테스트11/11·같은 조건의 측정/guard를 확인한 성공으로 마쳤다고 짧게 남긴다. S65의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S79에서 떠올린 한 가지에 대해 어떤 기준/환경 변화가 담당자의 재검토를 요구할지 조용히 생각하게 한다. 앞 장의 위치·담당 선택을 다시 시키거나 답변/산출물을 요구하지 않는다. 다음 S82부터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S81, production/preview/act4/S81.png 및 production/preview/full/S81.png.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처음에는 기준과 재사용 절차가 맞았다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S82, production/preview/act4/S82.png 및 production/preview/full/S82.png.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Project는 바뀌고 Workflow는 남았다</a:t>
            </a:r>
          </a:p>
          <a:p xmlns:a="http://schemas.openxmlformats.org/drawingml/2006/main">
            <a:r>
              <a:t/>
            </a:r>
          </a:p>
          <a:p xmlns:a="http://schemas.openxmlformats.org/drawingml/2006/main">
            <a:r>
              <a:t>Slide ID: S83</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S79의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S83와 production/preview/act4/S83.png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이번 요청과 다음 작업의 지침</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S85에서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S84, production/preview/act4/S84.png 및 production/preview/full/S84.png.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원인을 고르기 전에 확인할 기록</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S84의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S86에서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S85, production/preview/act4/S85.png 및 production/preview/full/S85.png.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주어진 정보와 원인 가설을 나눈다</a:t>
            </a:r>
          </a:p>
          <a:p xmlns:a="http://schemas.openxmlformats.org/drawingml/2006/main">
            <a:r>
              <a:t/>
            </a:r>
          </a:p>
          <a:p xmlns:a="http://schemas.openxmlformats.org/drawingml/2006/main">
            <a:r>
              <a:t>Slide ID: S86</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S85의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S86, production/preview/act4/S86.png 및 production/preview/full/S86.png.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확인한 원인에 맞춰 변경 대상을 고른다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S88에서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S85 2분/S76 1분 그대로이며 S87는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S87, production/preview/act4/S87.png 및 production/preview/full/S87.png.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확인된 범위만 검토하고 갱신한다</a:t>
            </a:r>
          </a:p>
          <a:p xmlns:a="http://schemas.openxmlformats.org/drawingml/2006/main">
            <a:r>
              <a:t/>
            </a:r>
          </a:p>
          <a:p xmlns:a="http://schemas.openxmlformats.org/drawingml/2006/main">
            <a:r>
              <a:t>Slide ID: S88</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S79의 ‘어디에 두고 누가 유지할까’를 이 가상 유지 문제에서 회수했다고 정리한다. 실제 수정/재평가 결과는 없으며 S89에서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S88, production/preview/act4/S88.png 및 production/preview/full/S88.png.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S88의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S90에서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S89와 production/preview/act4/S89.png를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S89의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S90와 production/preview/act4/S90.png를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S90의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S87의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S87의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S87/S78의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S92와 production/preview/act4/S92.png를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S74–S78를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S94은 결과와 원인 해석의 구분, S95는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S93와 production/preview/act4/S93.png를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S65의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S94와 production/preview/act4/S94.png를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S95와 production/preview/act4/S95.png를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S96와 production/preview/act4/S96.png를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S92와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S95의 세 기록 항목과 S96의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S97와 production/preview/act4/S97.png를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1. (0:00–2:00 / Case) S97의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S100에 전체 여정 회수를 넘긴다. 다섯 ACT의 여정을 여기서 미리 재강의하지 않는다.</a:t>
            </a:r>
          </a:p>
          <a:p xmlns:a="http://schemas.openxmlformats.org/drawingml/2006/main">
            <a:r>
              <a:t>기존 연결 질문을 유지한 채 ACT 5 제목 S99를 거쳐 S100의 첫 문제로 이어간다. 제목의 Transition1분은 다음 ACT에 별도로 배정한다.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S100으로 이동한다.</a:t>
            </a:r>
          </a:p>
          <a:p xmlns:a="http://schemas.openxmlformats.org/drawingml/2006/main">
            <a:r>
              <a:t>기존 연결 질문을 유지한 채 ACT 5 제목 S99를 거쳐 S100의 첫 문제로 이어간다. 제목의 Transition1분은 다음 ACT에 별도로 배정한다.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S100의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production/preview/act4/S98.png 및 production/preview/full/S98.png다.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내 업무에 맞게 조합하고 덜어내기</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S100의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S100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전체402분이다. 제목·부제만 안내하고1분에 S100로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production/preview/full/S99.png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문제에 맞춰, 일하는 방식을 넓혔다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S98가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S101은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S108/S98에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S100와 production/preview/act5/S100.png를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실제 Demo는 문제에 맞춰 바뀌었다</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S101와 production/preview/act5/S101.png를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이번 문제에 필요한 구성만 선택했다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S101의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S103로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S69에서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결과를 수용할지는 사람이 판단한다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S102의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S104에서는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AI가 일할 조건과 확인 경로를 설계한다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S103의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S105로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S108에서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모델·플랫폼이 바뀌면 Harness도 다시 본다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S104의 설계 관점에서 “그때 필요했던 보조 장치가 지금도 필요한가?”를 묻는다. S102은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S106의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무엇을 남기고, 무엇을 덜어낼까?</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S105의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S107으로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덜어낸 뒤에도 필요한 일을 하는가?</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S106에서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S108에서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내 업무에서는 무엇이 반복해서 막힐까?</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S109에서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S109의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고른 문제에서, 다음 행동 하나로</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S108에서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S108에서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S110–S112에서 팁 제목·현재 위치만 회수하고 S113의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S108과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S110의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S108의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실무 적용 팁 · 작업 환경과 기준</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기존 팁의 위치는 S12, S48, S58, S68, S78다.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S12 Repository 작업은 Codex에서 시작한다 / S48 AGENTS.md에는 무엇을 남길까? / S58 테스트 명령을 언제 쓰고 무엇을 판단할까? / S68 이번 Context와 다시 쓸 지식 / S78 결과와 실행 조건을 함께 남긴다. 제목·위치만 짚고 본문을 다시 강의하지 않는다.</a:t>
            </a:r>
          </a:p>
          <a:p xmlns:a="http://schemas.openxmlformats.org/drawingml/2006/main">
            <a:r>
              <a:t>3. (0:45–1:00 / Lecture) S111로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S111으로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production/preview/full/S110.png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실무 적용 팁 · 요청 작성</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S112로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S112로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production/preview/full/S111.png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검증과 개선</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S85, S89, S106, S107다.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S85 원인을 고르기 전에 확인할 기록 / S89 지침을 고친 뒤, 무엇을 다시 확인할까? / S106 무엇을 남기고, 무엇을 덜어낼까? / S107 덜어낸 뒤에도 필요한 일을 하는가?. 제목·위치만 짚고 본문을 다시 강의하지 않는다.</a:t>
            </a:r>
          </a:p>
          <a:p xmlns:a="http://schemas.openxmlformats.org/drawingml/2006/main">
            <a:r>
              <a:t>3. (0:45–1:00 / Lecture) S113로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Q&amp;A와 교육 마무리</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S109에서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S100과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S109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S113와 production/preview/act5/S113.png를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f2e9ff1f7f4fc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327e7e52bdc4f1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0fe89f4bb1b46c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f156af99ae647b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a3abe59ead440c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1148df3d7f343c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1C5D72-6822-4683-859D-83137F05B55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FEAAED8-DE8D-4320-8DC5-2B410B4390E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EF57813-F607-4E88-B250-EB37E2F629D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4756DCF-AD05-417A-B7D3-A2220E1811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B285BE-D1E5-4630-A2EA-B8530878C84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D8D9FC1-0E4E-46AD-97D8-B2D3F136BE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5C19888-275A-4062-8138-921443F957E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1179B2D-71A2-4ABD-AE82-FD311E5691C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9D8CF6-AEF4-442E-81D1-7F378AC9BC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672675-6358-4EBB-93F2-69D3881AE13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10789387e04220" /><Relationship Type="http://schemas.openxmlformats.org/officeDocument/2006/relationships/slideLayout" Target="/ppt/slideLayouts/slideLayout1.xml" Id="Rc51df2471e454711" /><Relationship Type="http://schemas.openxmlformats.org/officeDocument/2006/relationships/slideLayout" Target="/ppt/slideLayouts/slideLayout2.xml" Id="R99ceb93a9db44dff" /><Relationship Type="http://schemas.openxmlformats.org/officeDocument/2006/relationships/slideLayout" Target="/ppt/slideLayouts/slideLayout3.xml" Id="R8cfb55266f9444a3" /><Relationship Type="http://schemas.openxmlformats.org/officeDocument/2006/relationships/slideLayout" Target="/ppt/slideLayouts/slideLayout4.xml" Id="R265cbbc6e9594a5d" /><Relationship Type="http://schemas.openxmlformats.org/officeDocument/2006/relationships/slideLayout" Target="/ppt/slideLayouts/slideLayout5.xml" Id="R53dd24970c1645ac" /><Relationship Type="http://schemas.openxmlformats.org/officeDocument/2006/relationships/slideLayout" Target="/ppt/slideLayouts/slideLayout6.xml" Id="R50e3caa2055a46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1df2471e454711"/>
    <p:sldLayoutId xmlns:r="http://schemas.openxmlformats.org/officeDocument/2006/relationships" id="2147483650" r:id="R99ceb93a9db44dff"/>
    <p:sldLayoutId xmlns:r="http://schemas.openxmlformats.org/officeDocument/2006/relationships" id="2147483651" r:id="R8cfb55266f9444a3"/>
    <p:sldLayoutId xmlns:r="http://schemas.openxmlformats.org/officeDocument/2006/relationships" id="2147483652" r:id="R265cbbc6e9594a5d"/>
    <p:sldLayoutId xmlns:r="http://schemas.openxmlformats.org/officeDocument/2006/relationships" id="2147483653" r:id="R53dd24970c1645ac"/>
    <p:sldLayoutId xmlns:r="http://schemas.openxmlformats.org/officeDocument/2006/relationships" id="2147483654" r:id="R50e3caa2055a46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3c2cb5a3d4a461c" /><Relationship Type="http://schemas.openxmlformats.org/officeDocument/2006/relationships/notesSlide" Target="/ppt/notesSlides/notesSlide1.xml" Id="Rfab507e9c6c143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ac3d4b785a24559" /><Relationship Type="http://schemas.openxmlformats.org/officeDocument/2006/relationships/image" Target="/ppt/media/image.png" Id="R5bb1dad55b60485f" /><Relationship Type="http://schemas.openxmlformats.org/officeDocument/2006/relationships/notesSlide" Target="/ppt/notesSlides/notesSlide2.xml" Id="R0414f488fd9447a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df03585589644ea" /><Relationship Type="http://schemas.openxmlformats.org/officeDocument/2006/relationships/notesSlide" Target="/ppt/notesSlides/notesSlide3.xml" Id="Rb3f3c5ffdb094b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ef47b0e6d24675" /><Relationship Type="http://schemas.openxmlformats.org/officeDocument/2006/relationships/notesSlide" Target="/ppt/notesSlides/notesSlide4.xml" Id="Rd7a0e8c71b034e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4f714f095604440" /><Relationship Type="http://schemas.openxmlformats.org/officeDocument/2006/relationships/image" Target="/ppt/media/image2.png" Id="R211fd82f99764b6d" /><Relationship Type="http://schemas.openxmlformats.org/officeDocument/2006/relationships/notesSlide" Target="/ppt/notesSlides/notesSlide5.xml" Id="Rd9ab694fa0fb47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cb55e80273f42c2" /><Relationship Type="http://schemas.openxmlformats.org/officeDocument/2006/relationships/notesSlide" Target="/ppt/notesSlides/notesSlide6.xml" Id="R210199272c7741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2a1095f30c4434f" /><Relationship Type="http://schemas.openxmlformats.org/officeDocument/2006/relationships/notesSlide" Target="/ppt/notesSlides/notesSlide7.xml" Id="Rc6805437a2234a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9af034efcb34829" /><Relationship Type="http://schemas.openxmlformats.org/officeDocument/2006/relationships/notesSlide" Target="/ppt/notesSlides/notesSlide8.xml" Id="R7f5fbf410fda4d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eb1359d270d40c8" /><Relationship Type="http://schemas.openxmlformats.org/officeDocument/2006/relationships/notesSlide" Target="/ppt/notesSlides/notesSlide9.xml" Id="R1322d0c4dce740e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b8a8b4525b3413d" /><Relationship Type="http://schemas.openxmlformats.org/officeDocument/2006/relationships/image" Target="/ppt/media/image3.png" Id="R5f7c915c13bf4766" /><Relationship Type="http://schemas.openxmlformats.org/officeDocument/2006/relationships/notesSlide" Target="/ppt/notesSlides/notesSlide10.xml" Id="Rfdb3851e27a642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48f3ec73df64fdb" /><Relationship Type="http://schemas.openxmlformats.org/officeDocument/2006/relationships/image" Target="/ppt/media/image4.png" Id="R9f30f254f568422b" /><Relationship Type="http://schemas.openxmlformats.org/officeDocument/2006/relationships/notesSlide" Target="/ppt/notesSlides/notesSlide11.xml" Id="R933d932caf8a4b5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e196141a9ee4e3c" /><Relationship Type="http://schemas.openxmlformats.org/officeDocument/2006/relationships/notesSlide" Target="/ppt/notesSlides/notesSlide12.xml" Id="R6f386da818df4c7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e8dc8fa5980435d" /><Relationship Type="http://schemas.openxmlformats.org/officeDocument/2006/relationships/image" Target="/ppt/media/image5.png" Id="R77fa94e668f848e5" /><Relationship Type="http://schemas.openxmlformats.org/officeDocument/2006/relationships/image" Target="/ppt/media/image6.png" Id="Rc2786e91277c45cf" /><Relationship Type="http://schemas.openxmlformats.org/officeDocument/2006/relationships/image" Target="/ppt/media/image7.png" Id="R7f776b76d6f44d9c" /><Relationship Type="http://schemas.openxmlformats.org/officeDocument/2006/relationships/notesSlide" Target="/ppt/notesSlides/notesSlide13.xml" Id="Re1656b5ef48e442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1c360b049f3490f" /><Relationship Type="http://schemas.openxmlformats.org/officeDocument/2006/relationships/notesSlide" Target="/ppt/notesSlides/notesSlide14.xml" Id="R0c70e6a53c80498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02e6d634f5f454c" /><Relationship Type="http://schemas.openxmlformats.org/officeDocument/2006/relationships/notesSlide" Target="/ppt/notesSlides/notesSlide15.xml" Id="R6415b8fc09c54ec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bdaeb4e224a402e" /><Relationship Type="http://schemas.openxmlformats.org/officeDocument/2006/relationships/image" Target="/ppt/media/image8.png" Id="R7befbc5c57924502" /><Relationship Type="http://schemas.openxmlformats.org/officeDocument/2006/relationships/image" Target="/ppt/media/image9.png" Id="Rf20119e2a0864890" /><Relationship Type="http://schemas.openxmlformats.org/officeDocument/2006/relationships/image" Target="/ppt/media/image10.png" Id="Rd505e400e5a74f20" /><Relationship Type="http://schemas.openxmlformats.org/officeDocument/2006/relationships/notesSlide" Target="/ppt/notesSlides/notesSlide16.xml" Id="R497058f9071f479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6db6f638d454c37" /><Relationship Type="http://schemas.openxmlformats.org/officeDocument/2006/relationships/image" Target="/ppt/media/image11.png" Id="R442cbaeda54f4e90" /><Relationship Type="http://schemas.openxmlformats.org/officeDocument/2006/relationships/notesSlide" Target="/ppt/notesSlides/notesSlide17.xml" Id="R6e473ebc5bc6480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04a050bcba443d9" /><Relationship Type="http://schemas.openxmlformats.org/officeDocument/2006/relationships/image" Target="/ppt/media/image12.png" Id="Rd0fff48b59e440f3" /><Relationship Type="http://schemas.openxmlformats.org/officeDocument/2006/relationships/notesSlide" Target="/ppt/notesSlides/notesSlide18.xml" Id="R3414d6860f484d7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ce8e124ce6042f8" /><Relationship Type="http://schemas.openxmlformats.org/officeDocument/2006/relationships/notesSlide" Target="/ppt/notesSlides/notesSlide19.xml" Id="R90f2cb474ec6455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093cbd648e04efc" /><Relationship Type="http://schemas.openxmlformats.org/officeDocument/2006/relationships/notesSlide" Target="/ppt/notesSlides/notesSlide20.xml" Id="R715a09608c3c4ed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90e87a4f6c84cfd" /><Relationship Type="http://schemas.openxmlformats.org/officeDocument/2006/relationships/notesSlide" Target="/ppt/notesSlides/notesSlide21.xml" Id="R75c37dd2e80b431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3194f2311254b4c" /><Relationship Type="http://schemas.openxmlformats.org/officeDocument/2006/relationships/notesSlide" Target="/ppt/notesSlides/notesSlide22.xml" Id="R456e1d423b8c4ec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765db6e84cc4141" /><Relationship Type="http://schemas.openxmlformats.org/officeDocument/2006/relationships/notesSlide" Target="/ppt/notesSlides/notesSlide23.xml" Id="Re2dee0dc11ed4a5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1d3a010e19945ee" /><Relationship Type="http://schemas.openxmlformats.org/officeDocument/2006/relationships/notesSlide" Target="/ppt/notesSlides/notesSlide24.xml" Id="Re015415ebb5847e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7e68d5b0c3b4364" /><Relationship Type="http://schemas.openxmlformats.org/officeDocument/2006/relationships/notesSlide" Target="/ppt/notesSlides/notesSlide25.xml" Id="Re04220e2706e427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7d9cd4d972f4912" /><Relationship Type="http://schemas.openxmlformats.org/officeDocument/2006/relationships/notesSlide" Target="/ppt/notesSlides/notesSlide26.xml" Id="R08e607c7c79c4f7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95925e5dcef4cc2" /><Relationship Type="http://schemas.openxmlformats.org/officeDocument/2006/relationships/notesSlide" Target="/ppt/notesSlides/notesSlide27.xml" Id="Ra3487d46b9e34ce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c1d16cba4d74491" /><Relationship Type="http://schemas.openxmlformats.org/officeDocument/2006/relationships/notesSlide" Target="/ppt/notesSlides/notesSlide28.xml" Id="R2cf74ed7d32e44e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73fdb43bd534617" /><Relationship Type="http://schemas.openxmlformats.org/officeDocument/2006/relationships/notesSlide" Target="/ppt/notesSlides/notesSlide29.xml" Id="Re09e5f56dbba4e6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e3d93d876fd4ac6" /><Relationship Type="http://schemas.openxmlformats.org/officeDocument/2006/relationships/notesSlide" Target="/ppt/notesSlides/notesSlide30.xml" Id="R7c55f91211c04a0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4c270222f5ce45bc" /><Relationship Type="http://schemas.openxmlformats.org/officeDocument/2006/relationships/notesSlide" Target="/ppt/notesSlides/notesSlide31.xml" Id="Rce80d929a9f64e5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f78c783ccea482d" /><Relationship Type="http://schemas.openxmlformats.org/officeDocument/2006/relationships/notesSlide" Target="/ppt/notesSlides/notesSlide32.xml" Id="R7dc4c19374eb478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d918f8ac16344ad" /><Relationship Type="http://schemas.openxmlformats.org/officeDocument/2006/relationships/notesSlide" Target="/ppt/notesSlides/notesSlide33.xml" Id="R878b7c9050a14bf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be3b356599544fe" /><Relationship Type="http://schemas.openxmlformats.org/officeDocument/2006/relationships/notesSlide" Target="/ppt/notesSlides/notesSlide34.xml" Id="Re92f1531d6754a5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083ddfa26e94a61" /><Relationship Type="http://schemas.openxmlformats.org/officeDocument/2006/relationships/notesSlide" Target="/ppt/notesSlides/notesSlide35.xml" Id="R8dcc6446e16a4d9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2c7991c691d4c4f" /><Relationship Type="http://schemas.openxmlformats.org/officeDocument/2006/relationships/notesSlide" Target="/ppt/notesSlides/notesSlide36.xml" Id="R4ae33000a45344c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ea27de4c58f4343" /><Relationship Type="http://schemas.openxmlformats.org/officeDocument/2006/relationships/notesSlide" Target="/ppt/notesSlides/notesSlide37.xml" Id="R615252dedcbf40c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7e7a9b280b44301" /><Relationship Type="http://schemas.openxmlformats.org/officeDocument/2006/relationships/notesSlide" Target="/ppt/notesSlides/notesSlide38.xml" Id="Rf6d62767441f4dc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917f9ff01cd4412" /><Relationship Type="http://schemas.openxmlformats.org/officeDocument/2006/relationships/notesSlide" Target="/ppt/notesSlides/notesSlide39.xml" Id="Rb82ae99b78d0497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287e2fe0f694bcb" /><Relationship Type="http://schemas.openxmlformats.org/officeDocument/2006/relationships/notesSlide" Target="/ppt/notesSlides/notesSlide40.xml" Id="R83d225ddc2ae48d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f699747ea964a84" /><Relationship Type="http://schemas.openxmlformats.org/officeDocument/2006/relationships/image" Target="/ppt/media/image13.png" Id="R3094b2cd5bd7482d" /><Relationship Type="http://schemas.openxmlformats.org/officeDocument/2006/relationships/image" Target="/ppt/media/image14.png" Id="R26a1dd5949a54af0" /><Relationship Type="http://schemas.openxmlformats.org/officeDocument/2006/relationships/notesSlide" Target="/ppt/notesSlides/notesSlide41.xml" Id="Rcac296d9cdcf425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e376cb7a21ef487f" /><Relationship Type="http://schemas.openxmlformats.org/officeDocument/2006/relationships/image" Target="/ppt/media/image15.png" Id="Re2db2b2e0e0542e4" /><Relationship Type="http://schemas.openxmlformats.org/officeDocument/2006/relationships/notesSlide" Target="/ppt/notesSlides/notesSlide42.xml" Id="R77d33cdd301b48b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662d2b1e99ef4cd7" /><Relationship Type="http://schemas.openxmlformats.org/officeDocument/2006/relationships/notesSlide" Target="/ppt/notesSlides/notesSlide43.xml" Id="R8231cb1c7e0545f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c7d3f6847f84078" /><Relationship Type="http://schemas.openxmlformats.org/officeDocument/2006/relationships/notesSlide" Target="/ppt/notesSlides/notesSlide44.xml" Id="R9997ad8d370a439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414c82d58d254bef" /><Relationship Type="http://schemas.openxmlformats.org/officeDocument/2006/relationships/notesSlide" Target="/ppt/notesSlides/notesSlide45.xml" Id="R9eef987bea5d45d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599b1b0b5fce4c1f" /><Relationship Type="http://schemas.openxmlformats.org/officeDocument/2006/relationships/notesSlide" Target="/ppt/notesSlides/notesSlide46.xml" Id="R07e3b77f90754e8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8c316def7a754b3e" /><Relationship Type="http://schemas.openxmlformats.org/officeDocument/2006/relationships/notesSlide" Target="/ppt/notesSlides/notesSlide47.xml" Id="Rc7cac2408eee4d1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71ac8d65f5d14f04" /><Relationship Type="http://schemas.openxmlformats.org/officeDocument/2006/relationships/notesSlide" Target="/ppt/notesSlides/notesSlide48.xml" Id="Rd43b092fadd84be6"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8876e58254784a19" /><Relationship Type="http://schemas.openxmlformats.org/officeDocument/2006/relationships/notesSlide" Target="/ppt/notesSlides/notesSlide49.xml" Id="R3121a4a21099422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a831967979d4b57" /><Relationship Type="http://schemas.openxmlformats.org/officeDocument/2006/relationships/notesSlide" Target="/ppt/notesSlides/notesSlide50.xml" Id="R84a27510bc4f4db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600dd1d370df4d41" /><Relationship Type="http://schemas.openxmlformats.org/officeDocument/2006/relationships/notesSlide" Target="/ppt/notesSlides/notesSlide51.xml" Id="R907472b8f5be492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cc65e51a53ce49aa" /><Relationship Type="http://schemas.openxmlformats.org/officeDocument/2006/relationships/notesSlide" Target="/ppt/notesSlides/notesSlide52.xml" Id="R121eeafc3a79417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2929f9682fd34558" /><Relationship Type="http://schemas.openxmlformats.org/officeDocument/2006/relationships/notesSlide" Target="/ppt/notesSlides/notesSlide53.xml" Id="R7b7a7d18ebcc409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3b56957a3aeb4b54" /><Relationship Type="http://schemas.openxmlformats.org/officeDocument/2006/relationships/notesSlide" Target="/ppt/notesSlides/notesSlide54.xml" Id="Re3a7fce283fa462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3860d56cd1d643e4" /><Relationship Type="http://schemas.openxmlformats.org/officeDocument/2006/relationships/notesSlide" Target="/ppt/notesSlides/notesSlide55.xml" Id="R563e41f2e42249d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b55021cdde34260" /><Relationship Type="http://schemas.openxmlformats.org/officeDocument/2006/relationships/notesSlide" Target="/ppt/notesSlides/notesSlide56.xml" Id="R8001b802a0ff4272"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077a6f7dd5e24ec3" /><Relationship Type="http://schemas.openxmlformats.org/officeDocument/2006/relationships/image" Target="/ppt/media/image16.png" Id="Re32014e4b0d04883" /><Relationship Type="http://schemas.openxmlformats.org/officeDocument/2006/relationships/image" Target="/ppt/media/image17.png" Id="R0ec2471e6ea14064" /><Relationship Type="http://schemas.openxmlformats.org/officeDocument/2006/relationships/notesSlide" Target="/ppt/notesSlides/notesSlide57.xml" Id="Rf308407d85b84a4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1b0da4cd75224e54" /><Relationship Type="http://schemas.openxmlformats.org/officeDocument/2006/relationships/notesSlide" Target="/ppt/notesSlides/notesSlide58.xml" Id="R7ca1707068584a1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14e0f78a3e774f90" /><Relationship Type="http://schemas.openxmlformats.org/officeDocument/2006/relationships/notesSlide" Target="/ppt/notesSlides/notesSlide59.xml" Id="R58a07b1e3a9b4349"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c6e7d49e47c4cb9" /><Relationship Type="http://schemas.openxmlformats.org/officeDocument/2006/relationships/notesSlide" Target="/ppt/notesSlides/notesSlide60.xml" Id="R221489852bc94ee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a3c7fceff9414934" /><Relationship Type="http://schemas.openxmlformats.org/officeDocument/2006/relationships/notesSlide" Target="/ppt/notesSlides/notesSlide61.xml" Id="R5eb8c72dc2e044f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20dee22ad4b24efc" /><Relationship Type="http://schemas.openxmlformats.org/officeDocument/2006/relationships/notesSlide" Target="/ppt/notesSlides/notesSlide62.xml" Id="Ree0ffa5c2f21462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782ae07d27404981" /><Relationship Type="http://schemas.openxmlformats.org/officeDocument/2006/relationships/notesSlide" Target="/ppt/notesSlides/notesSlide63.xml" Id="R8ec4e70e4b0b4892"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fd8505c6591d40f8" /><Relationship Type="http://schemas.openxmlformats.org/officeDocument/2006/relationships/notesSlide" Target="/ppt/notesSlides/notesSlide64.xml" Id="Refcd3c8b3dfa4fdf"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a6ec2e28a2c14eaa" /><Relationship Type="http://schemas.openxmlformats.org/officeDocument/2006/relationships/chart" Target="/ppt/slides/charts/chart1.xml" Id="Ref21e6d55c584bc3" /><Relationship Type="http://schemas.openxmlformats.org/officeDocument/2006/relationships/notesSlide" Target="/ppt/notesSlides/notesSlide65.xml" Id="Racac4ac60c704d1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2c3b5ec393f14761" /><Relationship Type="http://schemas.openxmlformats.org/officeDocument/2006/relationships/notesSlide" Target="/ppt/notesSlides/notesSlide66.xml" Id="R2481ca6cefab443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47bf9ca5fb064c3e" /><Relationship Type="http://schemas.openxmlformats.org/officeDocument/2006/relationships/notesSlide" Target="/ppt/notesSlides/notesSlide67.xml" Id="R396f25ac84144dfa"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947c2af24c084049" /><Relationship Type="http://schemas.openxmlformats.org/officeDocument/2006/relationships/notesSlide" Target="/ppt/notesSlides/notesSlide68.xml" Id="Rb32a92a3583a418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4d83583a84a4d38" /><Relationship Type="http://schemas.openxmlformats.org/officeDocument/2006/relationships/notesSlide" Target="/ppt/notesSlides/notesSlide69.xml" Id="Ra043aaa5d019462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d0685aad37064265" /><Relationship Type="http://schemas.openxmlformats.org/officeDocument/2006/relationships/notesSlide" Target="/ppt/notesSlides/notesSlide70.xml" Id="Rfd85d749f75f4b4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078a1dd6963f4b04" /><Relationship Type="http://schemas.openxmlformats.org/officeDocument/2006/relationships/notesSlide" Target="/ppt/notesSlides/notesSlide71.xml" Id="R42805b29d0904d09"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7f371417db014cbb" /><Relationship Type="http://schemas.openxmlformats.org/officeDocument/2006/relationships/notesSlide" Target="/ppt/notesSlides/notesSlide72.xml" Id="R4267575900314d37"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a6a135abf7b749d1" /><Relationship Type="http://schemas.openxmlformats.org/officeDocument/2006/relationships/notesSlide" Target="/ppt/notesSlides/notesSlide73.xml" Id="Rdcc8269d5b23489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ba8563c0433c4714" /><Relationship Type="http://schemas.openxmlformats.org/officeDocument/2006/relationships/notesSlide" Target="/ppt/notesSlides/notesSlide74.xml" Id="R5a1b8c60eba743c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8a83966b6ccc4815" /><Relationship Type="http://schemas.openxmlformats.org/officeDocument/2006/relationships/notesSlide" Target="/ppt/notesSlides/notesSlide75.xml" Id="Rfe45077e5cb8456a"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ba4148d4729a4bbf" /><Relationship Type="http://schemas.openxmlformats.org/officeDocument/2006/relationships/notesSlide" Target="/ppt/notesSlides/notesSlide76.xml" Id="R43270c07755b409a"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e28a31ea97b421c" /><Relationship Type="http://schemas.openxmlformats.org/officeDocument/2006/relationships/notesSlide" Target="/ppt/notesSlides/notesSlide77.xml" Id="Rc393f0f61b534d6e"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472c6d7932914762" /><Relationship Type="http://schemas.openxmlformats.org/officeDocument/2006/relationships/notesSlide" Target="/ppt/notesSlides/notesSlide78.xml" Id="Rcabcf7d31c024f3d"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f99621b0b35544df" /><Relationship Type="http://schemas.openxmlformats.org/officeDocument/2006/relationships/notesSlide" Target="/ppt/notesSlides/notesSlide79.xml" Id="Rddd0c6c198ef4d2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e1c6323e5704045" /><Relationship Type="http://schemas.openxmlformats.org/officeDocument/2006/relationships/notesSlide" Target="/ppt/notesSlides/notesSlide80.xml" Id="R5f4f7976f44f457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943126fb6afc4a6f" /><Relationship Type="http://schemas.openxmlformats.org/officeDocument/2006/relationships/notesSlide" Target="/ppt/notesSlides/notesSlide81.xml" Id="R1118f3358d3246bb"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8c32a9288d364d78" /><Relationship Type="http://schemas.openxmlformats.org/officeDocument/2006/relationships/notesSlide" Target="/ppt/notesSlides/notesSlide82.xml" Id="R0a1d0ed63def4ca3"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5420f6842da04c80" /><Relationship Type="http://schemas.openxmlformats.org/officeDocument/2006/relationships/notesSlide" Target="/ppt/notesSlides/notesSlide83.xml" Id="Rd724c4aba2da4d26"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d6369ee0b64c4750" /><Relationship Type="http://schemas.openxmlformats.org/officeDocument/2006/relationships/notesSlide" Target="/ppt/notesSlides/notesSlide84.xml" Id="R057625a5ee314551"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7a4c64d156ec4a1f" /><Relationship Type="http://schemas.openxmlformats.org/officeDocument/2006/relationships/notesSlide" Target="/ppt/notesSlides/notesSlide85.xml" Id="R769e7b2541764987"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e509fc6dc43c4adf" /><Relationship Type="http://schemas.openxmlformats.org/officeDocument/2006/relationships/notesSlide" Target="/ppt/notesSlides/notesSlide86.xml" Id="R029221e3f50a460b"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0b553bce8eb54291" /><Relationship Type="http://schemas.openxmlformats.org/officeDocument/2006/relationships/notesSlide" Target="/ppt/notesSlides/notesSlide87.xml" Id="Rb02f4f6eb6744194"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2b2b69df63654422" /><Relationship Type="http://schemas.openxmlformats.org/officeDocument/2006/relationships/notesSlide" Target="/ppt/notesSlides/notesSlide88.xml" Id="R491160ee2f0f473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2af16e947ae64e0d" /><Relationship Type="http://schemas.openxmlformats.org/officeDocument/2006/relationships/notesSlide" Target="/ppt/notesSlides/notesSlide89.xml" Id="Rafb900c2adda4e3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2ea96e5d12004e0e" /><Relationship Type="http://schemas.openxmlformats.org/officeDocument/2006/relationships/notesSlide" Target="/ppt/notesSlides/notesSlide90.xml" Id="R54d03e9eb7354f7f"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e72876ab096e4858" /><Relationship Type="http://schemas.openxmlformats.org/officeDocument/2006/relationships/notesSlide" Target="/ppt/notesSlides/notesSlide91.xml" Id="R2e1a8161ae7c4230"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525b619ba32742cd" /><Relationship Type="http://schemas.openxmlformats.org/officeDocument/2006/relationships/notesSlide" Target="/ppt/notesSlides/notesSlide92.xml" Id="R3d949822483c4e1e"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b08179f775074727" /><Relationship Type="http://schemas.openxmlformats.org/officeDocument/2006/relationships/notesSlide" Target="/ppt/notesSlides/notesSlide93.xml" Id="R305503afdf0d4d8b"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91aec1d944514128" /><Relationship Type="http://schemas.openxmlformats.org/officeDocument/2006/relationships/notesSlide" Target="/ppt/notesSlides/notesSlide94.xml" Id="Ra2057554f632438c"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5bcee74c8e6b4641" /><Relationship Type="http://schemas.openxmlformats.org/officeDocument/2006/relationships/notesSlide" Target="/ppt/notesSlides/notesSlide95.xml" Id="Rf11f7da547aa42f9"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2a48b681d0c9492e" /><Relationship Type="http://schemas.openxmlformats.org/officeDocument/2006/relationships/notesSlide" Target="/ppt/notesSlides/notesSlide96.xml" Id="R3d2716265659483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480403d49098457f" /><Relationship Type="http://schemas.openxmlformats.org/officeDocument/2006/relationships/notesSlide" Target="/ppt/notesSlides/notesSlide97.xml" Id="R8519c133a1a64665"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f9fea06dcf0c47a1" /><Relationship Type="http://schemas.openxmlformats.org/officeDocument/2006/relationships/image" Target="/ppt/media/image18.png" Id="R89bf6cd88e2640b7" /><Relationship Type="http://schemas.openxmlformats.org/officeDocument/2006/relationships/notesSlide" Target="/ppt/notesSlides/notesSlide98.xml" Id="R79339a6100f3413e"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4ecabeb8ceb74037" /><Relationship Type="http://schemas.openxmlformats.org/officeDocument/2006/relationships/notesSlide" Target="/ppt/notesSlides/notesSlide99.xml" Id="Rf3824b67d0ee4dba"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a7ee651d170e44ce" /><Relationship Type="http://schemas.openxmlformats.org/officeDocument/2006/relationships/notesSlide" Target="/ppt/notesSlides/notesSlide100.xml" Id="Rdd18a16ea93d4874"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a024968dab6c4dba" /><Relationship Type="http://schemas.openxmlformats.org/officeDocument/2006/relationships/notesSlide" Target="/ppt/notesSlides/notesSlide101.xml" Id="Ra2dd23ea40f84acd"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7377bb45fd054ad1" /><Relationship Type="http://schemas.openxmlformats.org/officeDocument/2006/relationships/notesSlide" Target="/ppt/notesSlides/notesSlide102.xml" Id="Rc3008a5daf294fa2"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2c05a4902fe94687" /><Relationship Type="http://schemas.openxmlformats.org/officeDocument/2006/relationships/notesSlide" Target="/ppt/notesSlides/notesSlide103.xml" Id="Ra11d5c9a2c3646be"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fe88afa9bcd24101" /><Relationship Type="http://schemas.openxmlformats.org/officeDocument/2006/relationships/notesSlide" Target="/ppt/notesSlides/notesSlide104.xml" Id="R238b39e4616047e0"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c6635a70f8544c41" /><Relationship Type="http://schemas.openxmlformats.org/officeDocument/2006/relationships/notesSlide" Target="/ppt/notesSlides/notesSlide105.xml" Id="R9619b9300b82417e"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ef6a854ed2fd42b3" /><Relationship Type="http://schemas.openxmlformats.org/officeDocument/2006/relationships/notesSlide" Target="/ppt/notesSlides/notesSlide106.xml" Id="Re4709b5e930a4c09"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e1a1f86faecf43fc" /><Relationship Type="http://schemas.openxmlformats.org/officeDocument/2006/relationships/notesSlide" Target="/ppt/notesSlides/notesSlide107.xml" Id="Radee3597ff474918"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a449571ba73c48fb" /><Relationship Type="http://schemas.openxmlformats.org/officeDocument/2006/relationships/notesSlide" Target="/ppt/notesSlides/notesSlide108.xml" Id="Rfaaeba5cabba4c84"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7a639e8bf3f44cb2" /><Relationship Type="http://schemas.openxmlformats.org/officeDocument/2006/relationships/notesSlide" Target="/ppt/notesSlides/notesSlide109.xml" Id="R504f3423867145a9"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88f79b76bb9e427d" /><Relationship Type="http://schemas.openxmlformats.org/officeDocument/2006/relationships/notesSlide" Target="/ppt/notesSlides/notesSlide110.xml" Id="R9345e69292b242cc"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a08219edeeea42ba" /><Relationship Type="http://schemas.openxmlformats.org/officeDocument/2006/relationships/notesSlide" Target="/ppt/notesSlides/notesSlide111.xml" Id="Ra553b2426fc04922"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f55f19f1e6ff4a70" /><Relationship Type="http://schemas.openxmlformats.org/officeDocument/2006/relationships/notesSlide" Target="/ppt/notesSlides/notesSlide112.xml" Id="R51a9f0651674445d"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8c2fd4e0309c4792" /><Relationship Type="http://schemas.openxmlformats.org/officeDocument/2006/relationships/notesSlide" Target="/ppt/notesSlides/notesSlide113.xml" Id="R487e075f9bf54d9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F9E6AA44-1E25-442E-95C9-EF0248D5B26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43C371CD-D051-48D1-B93D-1A3BDADB8E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81443561-B5C8-4B63-9324-771F6BF96923}"/>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C7B094E6-78BC-4903-866B-3FB266C8330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9CB7907C-5F67-437A-96A2-0D3E8B4C0ED5}"/>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6F56EC77-60C7-42DB-B762-788C50B4DFDE}"/>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2DA89F3-9B1A-43D5-BDAC-4AFCD8FB86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202815587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EF4D5443-64B0-40E3-B569-2ACF007BEB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759B7A43-6A11-43A6-B72B-9846109E55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EC7E7584-4258-4ED7-AA10-656AE05261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AF6BC07D-4899-4468-A930-2CE05FCB5D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F09AE8B-0B55-47CC-8A46-E61814975B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4433A8BE-2CD4-46E1-B533-B25FC7E4CF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9D34C298-DBD3-4DFE-807B-BF59D10BE75F}"/>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569E83F7-D81D-4273-90B6-6F566643235E}"/>
              </a:ext>
            </a:extLst>
          </p:cNvPr>
          <p:cNvPicPr>
            <a:picLocks xmlns:a="http://schemas.openxmlformats.org/drawingml/2006/main" noChangeAspect="1"/>
          </p:cNvPicPr>
          <p:nvPr/>
        </p:nvPicPr>
        <p:blipFill>
          <a:blip xmlns:r="http://schemas.openxmlformats.org/officeDocument/2006/relationships" xmlns:a="http://schemas.openxmlformats.org/drawingml/2006/main" r:embed="R5bb1dad55b60485f"/>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D1A2FFB6-7394-4318-9D2F-1D4D738D854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FFE1B105-C76C-479D-848D-ED40016DF5E4}"/>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4BAADEF4-E746-4EAD-92A9-BD1EF26D6958}"/>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DEF594DF-C197-431C-B911-8812F0A350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1343033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5BB0FE7D-3806-4A1D-BF2E-809E8A98B0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6E29822A-86E3-4D1E-ABF6-20F90C2A5E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9D23D968-BBD7-4EC9-BC59-07D7E1856E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0B7CC07-F655-4B58-8E7D-040CC6A4BB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112590EC-F259-40D1-8296-1F74B01339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25881881-808A-4907-BE2F-5ED0FB1DD4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D8283F40-39EB-41A5-AA83-2181DD030A5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573120B-D74D-4B70-819A-FA8A1B812494}"/>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C1F82E32-C247-419F-BE6C-DC812B12BEF5}"/>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57662490-AB1D-4F11-A45F-606364906E7A}"/>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6412A93-9B3C-4CC7-9121-F0AAC6238E74}"/>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AE5EDAD0-AAE7-4850-BB34-13DC1DAE8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9FE0A72C-2798-4E7C-8FAB-0A8A80746E6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BEB324AB-8655-41D1-925D-A1C592A8A7A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563C7A0D-7D80-49C7-A63D-33E839FB75B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EE337203-F185-4992-8A10-15397A37756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70F035BE-0054-4249-8339-0C94FA087CD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20C7BC3F-AB78-4BE1-9966-8E77BEAEA928}"/>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53D5ACB7-4F09-414D-976F-F2C127AB1270}"/>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261AAB79-C80E-4D95-A73F-72205304E3BD}"/>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EC5B442-0113-420D-B665-56A2A798D3F6}"/>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35F15989-0AF7-4169-AF1A-696D0AC9C3E7}"/>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91C2EA8D-BE01-47B8-B508-F2B5BCEE631B}"/>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C05C81BB-3FC7-4968-82AF-7B91ECA1A9AB}"/>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5F6500A-34E2-4345-9795-995B6A0F499F}"/>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029BCD3-DA9E-49D1-BC1B-42576E01194B}"/>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FFB6E917-3FB5-409E-AF59-9C12724BEA35}"/>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2E35A2AE-6F4A-45B2-9E0C-B17648AA1595}"/>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9DC3A254-D3B7-4270-84A9-661CACF2256F}"/>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FDC1501F-1356-44E4-BF97-C367950B28BF}"/>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BB097C20-3F9D-47FC-BA61-90F86559CABB}"/>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0CFCF308-916A-4B37-9C13-8B5AEB40C4CD}"/>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FDFB1339-0F7D-4A59-BD47-E6993CC9DC4B}"/>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2FAE5278-2328-41EC-A98F-58C7F08BBC27}"/>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00C4176A-9F74-41C4-BC2B-D288FCB73E06}"/>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ADDB64B-4CD6-4BEE-9519-3B02B06CC740}"/>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0202B9F-4B6F-40EF-BEEE-BB225963B081}"/>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9B22C3E6-2FBD-4665-9137-90B78BAB3B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3347558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F7FFF87C-7176-4144-8DD6-5827ADC1F7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3ABA53EC-1AB7-4C1A-AEE3-C627E0F75C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CF163CF7-1EAB-47CE-9FD8-F511DDE826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EDEDFFF5-9424-475E-B220-A15E0C58A9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CC8B402E-9149-4625-9B73-46DB14BAD9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65AF9F2C-D5B5-43F5-A34C-E5A45DF6E4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1106D36C-4254-4C90-BC54-3B75BE760355}"/>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EFD5D4BB-9C59-43B9-86F3-F08C6A1B7275}"/>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C4557A31-D739-4945-8836-67BF1C925473}"/>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E2D30A52-7D2B-4140-BADE-00D8D67A32F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1EC17EB-DD6C-4FFF-B300-41FD7274FBDB}"/>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61E382B-70BE-4696-8F41-F2EADC4C876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5E5DD48D-A85D-45FF-89E4-CE3CACEE93E4}"/>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4B99A0ED-CB2B-4CB5-9BE6-D0051484CBB8}"/>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37740AF-A59C-450F-BB57-31D17DB4A8FD}"/>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87B9289A-8FEA-4BFA-A1C7-BE178FD0E871}"/>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4092DDA6-F866-4356-8DD0-E13B97821D74}"/>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513D055C-FA67-4236-B3E2-E727D75B1797}"/>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924D196B-E0C6-4F98-A32F-5FC5D3361F5B}"/>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9A4C7F13-5DFB-47D6-9B8F-0B3F0CAA3A44}"/>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A399F366-6B01-4113-9225-3D3C022D0377}"/>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2DCBEC24-D098-4372-B6B1-6D3084D4A009}"/>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6827B8D2-8B4F-4B64-97E6-F330C9E20C7C}"/>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50533789-3AE8-48F0-9E36-9522ACFCD217}"/>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3D169F5-CC67-4B2D-BED6-8E671D381D32}"/>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90C9DA57-0844-4C59-8781-C6930DEAE01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FB57C594-9315-4917-8805-83774CD1E5D3}"/>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0320551A-D09E-469B-BC77-9CF6B88C6991}"/>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0EB8F40E-9387-4E88-8A1A-577C0CCF2A6B}"/>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2807D443-B18C-4597-86ED-D72C998A9253}"/>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8410B795-DE0D-48F2-A387-5F2E293E6671}"/>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1A2655D7-D5DB-4537-9E3D-3DFFB6508640}"/>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1C95A66C-0F42-4FB6-A471-AFBB8B0042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34334967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B92EC6CE-2F05-4A8B-B310-629A4D961C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63DEE7AD-1286-40F7-8A86-E2446C4C78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BAE7974C-4DA7-49B2-A8F8-46D526C74E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D48B00C1-82F1-42B1-8763-6AFA8E2229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966ADC05-C4FA-4826-967D-979647F270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5A7D3D43-28C3-4CA8-A613-0C831B4289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2CC4EEED-9F44-49D3-9B80-AB6D1A596D7F}"/>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C7F15F3A-706F-4600-B34E-F4B710366D75}"/>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B311A90F-4826-4C64-80D6-03534D7BA21A}"/>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E08F15C5-AAC0-4756-A0C8-7D758F6079AB}"/>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8D9A8345-699F-4299-BAA4-DFD7DC71F1F6}"/>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62B7B3-96E7-4AED-95E8-E6A4976CC070}"/>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D503AA76-795E-4BC9-982E-E267E3E1D411}"/>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07C1F52E-C37C-4EB2-843F-35FB2A8EF8B6}"/>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A358CC0-1D6E-43F9-8FCE-DF88C086B2C7}"/>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79DD054-40D7-470F-8211-B4379EFE0BA8}"/>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A7461E8-DD80-4F80-B7A5-5C7EEA38785E}"/>
              </a:ext>
            </a:extLst>
          </p:cNvPr>
          <p:cNvPicPr>
            <a:picLocks xmlns:a="http://schemas.openxmlformats.org/drawingml/2006/main" noChangeAspect="1"/>
          </p:cNvPicPr>
          <p:nvPr/>
        </p:nvPicPr>
        <p:blipFill>
          <a:blip xmlns:r="http://schemas.openxmlformats.org/officeDocument/2006/relationships" xmlns:a="http://schemas.openxmlformats.org/drawingml/2006/main" r:embed="R211fd82f99764b6d"/>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76ADD6C2-9C92-43F6-B395-A86885005C7E}"/>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7D0C4291-4F16-424D-ADFC-03CF88EF1F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919304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0AD27C4A-4309-4D84-93B0-F419C316CC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6CEB62A4-0E47-4F5A-921D-7EEAF49F22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0E2645E8-F38A-4216-A6DD-F871EBF212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CEC36004-E0C4-4E99-89A8-CDB2DA0235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BE246A6D-386C-4297-8E3D-FAEFC78AB1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A885DC77-AC53-4512-B3B5-1BFA0D3FC4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46A9A51B-EFDC-4433-9E04-646B4D546CFE}"/>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D6DD5C6-7886-4CBA-9E9C-94447961D952}"/>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E4C7843-5AF0-4212-A3F6-0D1BE0C205C9}"/>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469161B-E487-4D56-89AA-C8EFCC07C079}"/>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6D858513-C879-4D94-9E65-40426E048166}"/>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54B95548-8AB1-465E-B368-9F54F4DD2FEC}"/>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EB95AD3C-3452-4420-9137-43FB6299C76A}"/>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469BD449-CBB1-4778-B233-F72EE0E87E2E}"/>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7E7D054-0DB3-46B7-B2F0-95CD2E319968}"/>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64DAEFE3-C60B-4D17-954F-4290A1E221D9}"/>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C0930F42-5BF7-41D1-ADD4-A2633E7684A7}"/>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70C5962B-E1D2-4796-AF3D-33F78E0A804E}"/>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A3DA34A5-1A51-41FB-9DB1-F593849A0869}"/>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2CAB4600-04AF-4D3B-88CD-12F0DE8ADD15}"/>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90E4CC3-EA24-4CCB-A953-E4527A7A0E57}"/>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0D8FAE79-0122-4654-BE3A-F43509D20059}"/>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4F5EA6F1-83B7-43F5-AE12-F531EFBD53E5}"/>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12C63DF9-1159-4FAD-BF9E-F163DA06043E}"/>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BE3CC443-06D9-4A4A-A30D-AAA6F31167C5}"/>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8998D2B1-4696-4A82-9DE0-2B743A23CAAD}"/>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B6B251C3-CA9D-4DBF-9157-6A2C2C133C68}"/>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79FA05CB-0408-4D6E-9553-707874E47329}"/>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61D0B1E4-C97D-48D8-8FAE-60EC8DB3D946}"/>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4692C6A2-F4A3-4D53-85D2-64DD0E990572}"/>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71F77802-4DF8-4573-A8B2-775593759EFB}"/>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B4DEF989-364C-4A0D-B41D-01A5AB23CA3C}"/>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3CDCC57B-98F7-4D2A-B266-6031087CF41C}"/>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AF4B8314-4661-4113-A656-7DC75AB6F6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0381362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14D29256-D069-45B2-916D-F8B1FF8E38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38A6CC54-6C37-4D7E-A846-5C23797D3D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52190C58-F198-4B88-A3C9-470D54F68B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E70470CC-447D-4633-BD03-234361EBD9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8D2B3AAC-ECCB-4C59-AE9A-C3450E88FB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4892882E-957B-4946-A910-C717E27E7C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65D572FB-374F-4D86-B4CD-C6B82E8CBE34}"/>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9E8AD60A-B68D-44DC-BD0B-E492B6B0B00E}"/>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CBDE7E0A-ABAD-4F05-95A8-0B1F9A445BB8}"/>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D8103903-9886-46CB-BAE9-4D88CAE4E9B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BC73CE31-1B53-497F-A68A-50A1FE70D028}"/>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9CD58269-B75A-496D-A91F-4D85F1D96CEC}"/>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18EE1968-A394-4FF6-8C8E-554FC84A7F53}"/>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42363738-A89E-4C3B-91E5-94200C4410F3}"/>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B38317A2-49B8-4D08-BA78-F130E413270C}"/>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8FE468A8-6DC5-4745-A96A-8A702E50C30B}"/>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28085BE8-FCCB-4564-B51D-D2F58E3D4030}"/>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95DB85CE-391C-4FF2-8083-C4F26556275C}"/>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1E733C91-4CFF-4A58-872F-4D294217BA28}"/>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48AA994-DD0C-43CE-A117-AC67600F22D6}"/>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D8E584BD-6E66-4A09-BD7B-CBEEC7358420}"/>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8953FDB-B0B5-457C-8143-3C913682BC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209287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BF8C87E9-91C3-40FC-B5CC-4FBF50C028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3D8BC8AD-25E2-4F21-9808-CFF53A142A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B5B5CE59-F408-4724-A7F0-9FFE9D786B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8063DF02-E3E4-4F6E-AE3C-4AC78503AC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3748E2D3-D6E2-4749-A949-A673BF33AC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A1DFA1F0-337F-4A26-9342-7361E60221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5246595F-B713-4085-8FF1-36B50132BE14}"/>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950223B0-9CC2-40A4-8A0F-E27683B62B92}"/>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76AB76BE-A92E-4DDA-ABAC-CEB3A82DB035}"/>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181A8A8C-A943-46F7-9B1E-4C8EE0560B81}"/>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AFDB7232-975E-42ED-B5A0-A25D87F1D088}"/>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5A83F9E-D427-4F58-99C3-531039198069}"/>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AA407F20-E550-4A65-80F8-60913BE81D5E}"/>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9ACD9C12-6662-4906-8B35-C69C216C9165}"/>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F64E4ECE-BDD0-4484-B606-08F81BA44E94}"/>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F1664BCB-5B06-4007-836F-5D01D151D37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359BF7CE-D8C7-4DBD-B532-A491D28F2A3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D28BE253-61F7-4653-86C8-7D5FB9E0D468}"/>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489D88A4-B2C8-4C1B-A9EE-3AF77B453580}"/>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8CBD864F-1067-446B-913F-CE585251ED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3719746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6DC6E379-D353-4492-8FD4-54EA20E5AA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4736B0F9-A13F-43B7-8932-9496ED1DA6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3ED2C1-5A36-4F08-B000-EC72B4F789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BD338F5B-C0F8-48A1-A381-ECBD5CBC49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5922179D-FE0C-4F71-94ED-8DFEAA42E0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B7B12496-0401-4877-B6F5-3D1CBBE567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A11B9DFE-25C5-4675-9B28-3E65C71076E4}"/>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BD0E8C38-1AB7-4DF9-A485-3FB0B65AD52C}"/>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9BE24EF7-6F35-4386-9E65-1DEA295C8263}"/>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6554C14C-C83B-4DCA-8901-57B03B45100A}"/>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30C5E19A-BED9-4BBC-996F-1959FB377E11}"/>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2AB98F3-1767-4D4A-A0ED-1444B420383F}"/>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307337B4-3D30-4027-B34F-5D7D67CFF1AA}"/>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B3B204D-F526-48C5-81FD-081B02499E2A}"/>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487281D1-5BAA-4C59-88DC-A9176B44F4BC}"/>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2D051929-3A43-4612-BC2C-B7852BC6246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8345DE44-D85A-40E6-AF6C-75ED4A5F9786}"/>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5EBCBBD1-F937-4965-B30A-763EC0CD90D0}"/>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5FC36072-FA36-48DA-A38A-E7A7401C3D7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95567089-0A60-4491-8A51-23AA4F1D3355}"/>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0DBBB4C1-FDC0-4AFF-9C47-0AEDBE09638C}"/>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8CC0BF12-8564-4DF4-A7A3-DEFE6E8FA26F}"/>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77205665-2229-4C0B-AB7F-1A2FF2A41938}"/>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C5FC7061-D923-4DBB-BD11-0C8D3AF56D79}"/>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C520FE8-96B3-4671-842C-BE39A2176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0901775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CA1A892C-FA02-4EA8-99B6-26C92AD8E7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13300D29-DFF2-40CB-89C1-6A835C03D5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8926D914-63E2-4A4D-B4F2-3E98A857BC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6674CFC-AFDA-4C11-9DBD-E83FDDF908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FB6AF9FC-3E31-4E14-9E83-DDF90A1C4F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346ED556-FFC5-4C01-B75A-A0589D2436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428D5236-B4A3-4316-ACD9-0E23BA786DBC}"/>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6DFE6D74-58E9-4FA8-B40A-0DAA58217162}"/>
              </a:ext>
            </a:extLst>
          </p:cNvPr>
          <p:cNvPicPr>
            <a:picLocks xmlns:a="http://schemas.openxmlformats.org/drawingml/2006/main" noChangeAspect="1"/>
          </p:cNvPicPr>
          <p:nvPr/>
        </p:nvPicPr>
        <p:blipFill>
          <a:blip xmlns:r="http://schemas.openxmlformats.org/officeDocument/2006/relationships" xmlns:a="http://schemas.openxmlformats.org/drawingml/2006/main" r:embed="R5f7c915c13bf4766"/>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B50FFF70-B1C9-4F53-AC93-84BE86B8F482}"/>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302111AC-56B4-4553-A08D-9D3E13097ED2}"/>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3DEEC81-8B1A-4384-9952-65A85292E6DB}"/>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DC2E474A-96CD-4B18-9030-AB33B94C93F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8035D433-7AEE-4F93-A0CF-317412ACF52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8C5764F1-8981-4CB1-B49D-BB168025AEBE}"/>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FD901FEA-5CD5-4E70-A712-59B8A975347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E15FB7AB-1D23-45B7-B763-3507AAB4EA70}"/>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42150EA2-A6C5-4CB0-A5D2-AACF2B0968D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891281CF-524E-4739-8264-1515EC65A2B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190A009-E1F7-45AE-A2A3-544121A3E19D}"/>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585BF-90FF-4D08-8F3C-74FBE6132CDC}"/>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DF03E8ED-D6B1-4E66-90AA-32E873A3971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2864F2B2-AC28-4A0F-A41C-9A183AFF9417}"/>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68BBD696-9CD6-4CD5-9FEA-C19CC4B98649}"/>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6EFCA62-E5B0-49A7-A842-2ED5F04906B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5093F8F4-E739-49D0-98C4-2ED20BEDFC55}"/>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93DA5CF2-45F6-4D06-9CBE-23418D91EB71}"/>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5DFF5A53-B153-4E55-AE08-24B76180A595}"/>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37E49AFB-3F49-4DB4-9472-18137F47D829}"/>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ED2E241E-B1E9-46B5-9CB1-16267EE66F10}"/>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1358B483-9B57-4B70-816A-419405FC5269}"/>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061F42EB-679B-4484-B4B6-822B5700441F}"/>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74BCF919-FFF7-4BBA-B00F-BBE5F03F0B71}"/>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A6ED0F07-AB1C-48C3-BE30-065E3ABEEFB6}"/>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AEDECB5C-BF1E-4AAE-8B60-B9CB616F56B4}"/>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13544345-532A-4BED-A650-DDCC0D95BE9D}"/>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7FFE49EB-8E33-4827-A76A-4F4C7B1115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3142980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B80D682A-9826-4417-A9F0-0B07CCC917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3A9BF9F3-CA80-4BF4-A99E-50A6E9C389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F1B6728B-EA15-4A63-B0C2-2B26B83BA2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B80F96D3-7672-49A0-8A79-E33D42FCCF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B4B472D3-D222-40BB-988A-F5C75ABBD0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C7A09A76-A997-4305-AA76-67FD8E932A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9E4698C7-0062-43EB-BD3D-F9DE73D2FB17}"/>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8F7F50A2-010C-4EE1-B89E-E0CA97A16D1A}"/>
              </a:ext>
            </a:extLst>
          </p:cNvPr>
          <p:cNvPicPr>
            <a:picLocks xmlns:a="http://schemas.openxmlformats.org/drawingml/2006/main" noChangeAspect="1"/>
          </p:cNvPicPr>
          <p:nvPr/>
        </p:nvPicPr>
        <p:blipFill>
          <a:blip xmlns:r="http://schemas.openxmlformats.org/officeDocument/2006/relationships" xmlns:a="http://schemas.openxmlformats.org/drawingml/2006/main" r:embed="R9f30f254f568422b"/>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CA650EAE-1BF2-4132-93F7-CB980731C3C2}"/>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D3217077-E9FB-4211-8275-457E41097A33}"/>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D024AAE-42E1-408B-9D5D-1DA04DB63BE6}"/>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4E2A6CA8-6A6C-4E04-AFCB-B5A3D62778EF}"/>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6395A00A-89E6-4630-A503-61F98F91C46E}"/>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8C425C82-8D6C-442B-AE23-D57DDBACC887}"/>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F2AC8A19-1936-4021-9B65-DBD2B1F3E94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E1C63D0-4C7A-456E-90D9-7B1D10724E5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98E413A-F5C9-4CEA-88AE-40BAD3C0BE9A}"/>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B8AE8C-C9E9-4C6D-991D-5CE99D5A13C8}"/>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618C0042-00C3-4928-AB6A-DF47E58A5A27}"/>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3D9E5418-6871-4C18-9878-272FC5A38772}"/>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AEEB20B-27BC-4C48-AB3C-797188E77B3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1A63532B-E86C-439F-8F5C-E0CB827370CF}"/>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1825C52E-A079-4CC0-9514-2698B7FB841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9CC7B8C4-8AEB-417B-ACB6-0933AEB35F82}"/>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217C1EC5-727C-4203-858F-95DB8A4EBA8A}"/>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AF26148-ABFE-4C45-9282-0294D0C5714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D31BEA56-F737-4E86-BEF3-EBB3406319EC}"/>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296441E9-9C79-4914-8F64-EBEEA69492D4}"/>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BA1D6661-2DB5-408D-93E9-B0AE7DBB2192}"/>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8AB05F-F325-4AB0-8E13-B92BCF5FA33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5D1366A3-F0C9-4272-8B32-A970D4FAAF21}"/>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962D7741-0ADB-4DBD-840B-41F8809C14E2}"/>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8211DE9B-68E2-4CDE-B0F8-5F0F0396A4E8}"/>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5E6D676D-79F8-4849-90A9-00603251D187}"/>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A3D675F1-1E1B-4895-92F3-7C8F2ED3D7AF}"/>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574DDA85-ED59-49BC-B024-B9FE197A5C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6524002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CEF919EB-046E-48A6-83DC-5C45F3E855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B3BE2337-6EDD-496F-8A52-088C751579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49187008-60F9-43EA-888C-D3CB89D4CC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B059B1C9-03BA-4F72-9CEC-AF3C19B54A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EBD9BE19-FAF5-47E9-8B68-A752E631FC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1498B93D-9B6A-433A-BFEC-25D8AF3585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D34C780A-663C-48D1-B5ED-160A950B91F1}"/>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64A65E28-1DC3-4914-A901-C2CB7FCEC5F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A7703B08-5D17-4E38-B546-95F284844C97}"/>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A0328F02-FFB8-4CEF-A99E-C799345113E0}"/>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64A92D2-A130-4513-8BAC-5F270EA335F9}"/>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BBC01165-0DEC-4F83-92F2-C55D1C2A9AC9}"/>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137F7AAA-A504-4AAD-A4C0-B7E5B60F22F9}"/>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8D397288-6A01-473C-8F4E-E051F068304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6B001143-6B80-4D0D-B7DE-DDA9FD7C8C63}"/>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52B5BC54-3CFD-4EAC-AED2-A59748CB7081}"/>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6B3E3754-FB8A-4FA7-ACBB-FBF6B6494DE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E6B990D3-39D6-4B51-8798-8658BDBD01B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14487A38-5127-421F-A28D-9D10E8143C45}"/>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A5ED8FA7-B7F4-4C29-99E5-6F9E84220F71}"/>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84E760EB-C44A-4177-91D7-A4F07D3E9B38}"/>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2A5E281D-A85B-48B9-9A04-DC6484E2250C}"/>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13A4B40A-737E-482D-80B7-E495440B929A}"/>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431504F4-9D78-4E6D-83B2-D1A39CF80932}"/>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F24EAE98-7F3D-4914-A2BE-AA8EEEC6CCE7}"/>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3D8AE07B-8AAF-459E-9970-7F510FA4CAD2}"/>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CAB5EA5E-B10F-4845-987A-1BF78808CB39}"/>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E49714A4-0214-4393-A0A4-9B52B0E1544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1A119E5B-BEB2-4B1A-977B-0B886190C6F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339366A1-E06A-48CB-8257-8A643FB4D3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5329410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24D6FF99-1135-406D-8D9D-B8FC912D4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14DA5535-9C76-4102-9D2F-AC8D9868CB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646EC197-FD15-4063-BA6E-627F364470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A6BBA224-E897-4420-B80D-3A0C33AF40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069B7CAC-FAD0-46C6-B211-06CFFE094D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F6BE0F40-EE50-4D75-94C1-B1298598D6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A8643B88-452F-4C70-A771-7B2510C5B56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47D2A884-345A-42C1-B087-9F8C120475C0}"/>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65E34EC5-1A02-4C32-910B-495895EDA1B3}"/>
              </a:ext>
            </a:extLst>
          </p:cNvPr>
          <p:cNvPicPr>
            <a:picLocks xmlns:a="http://schemas.openxmlformats.org/drawingml/2006/main" noChangeAspect="1"/>
          </p:cNvPicPr>
          <p:nvPr/>
        </p:nvPicPr>
        <p:blipFill>
          <a:blip xmlns:r="http://schemas.openxmlformats.org/officeDocument/2006/relationships" xmlns:a="http://schemas.openxmlformats.org/drawingml/2006/main" r:embed="R77fa94e668f848e5"/>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C68002E5-8820-43A7-92EA-612607C171DB}"/>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0D88B756-9E2B-4D04-85FB-A024C542F9F1}"/>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8D97172-73E2-414E-B320-33D9DA9AD9CF}"/>
              </a:ext>
            </a:extLst>
          </p:cNvPr>
          <p:cNvPicPr>
            <a:picLocks xmlns:a="http://schemas.openxmlformats.org/drawingml/2006/main" noChangeAspect="1"/>
          </p:cNvPicPr>
          <p:nvPr/>
        </p:nvPicPr>
        <p:blipFill>
          <a:blip xmlns:r="http://schemas.openxmlformats.org/officeDocument/2006/relationships" xmlns:a="http://schemas.openxmlformats.org/drawingml/2006/main" r:embed="Rc2786e91277c45cf"/>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3B23F98-9E43-4612-B80C-19423CB1D73A}"/>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DC72EFF5-04F9-48EB-80E7-663B4EFAA873}"/>
              </a:ext>
            </a:extLst>
          </p:cNvPr>
          <p:cNvPicPr>
            <a:picLocks xmlns:a="http://schemas.openxmlformats.org/drawingml/2006/main" noChangeAspect="1"/>
          </p:cNvPicPr>
          <p:nvPr/>
        </p:nvPicPr>
        <p:blipFill>
          <a:blip xmlns:r="http://schemas.openxmlformats.org/officeDocument/2006/relationships" xmlns:a="http://schemas.openxmlformats.org/drawingml/2006/main" r:embed="R7f776b76d6f44d9c"/>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C0095D2-AF75-4BEE-A815-FAEB0D7AF0F9}"/>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9D2EF444-CA02-4C04-BE54-F094FDFC87A9}"/>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82E3E3F7-7400-4EBF-82B1-A6E2D6C4CD4F}"/>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4DE88858-9CA3-4499-8434-16134054915D}"/>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9C36139B-C76C-44E7-8715-E9895BF4A0D0}"/>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F98853C2-8F63-4893-ABDD-06BE95CC641C}"/>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D4054765-0C2B-4A4F-8F75-3AF6C7033A43}"/>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6F9D353E-981A-4AC2-A516-9EF9D39BA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473873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816F3ED-3692-4632-BFE4-548F615229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1C760C24-4706-43EF-A880-71D03F5339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B91A6F73-23AC-46A8-A0E6-A3BC301DDC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B0041538-54F5-469E-84C7-BE0D0ED577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DAFF3460-BB19-481D-9407-CDB460A466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CFB6C4B8-744A-410A-ACB6-2558F8E7B2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E5EB5136-D248-4A9E-848D-EAB56B76E894}"/>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F952BAC2-A546-45D0-9B09-C738215DB41D}"/>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0F0AAF7F-F07A-424B-B491-7442AA035E62}"/>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9210B3EB-D457-476F-B28F-074E63BE2FE1}"/>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6E81A22-1189-4335-9094-DC4C18F58C03}"/>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F325C8C5-DFC7-4A7E-9D4D-8A5A3F107507}"/>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2F7B165F-85BE-4B8B-A610-F7BDC09C7A59}"/>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18B2FE5-0EA2-45F2-A6D6-368C5B67DF0F}"/>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56C2B8B7-0DD1-47A4-AD04-F12ECAE6D7C5}"/>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B0F6F0E3-58D3-40F7-938D-CF4A684858EB}"/>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45DC5887-1D3A-43CD-ADB7-24140F3999A9}"/>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960D7EEF-271B-44AD-B9EB-E545F43D3FEA}"/>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0881CC6-3E99-433E-9CB8-701548FF153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9EEC66BC-077B-400C-8D9A-D472D647F2F4}"/>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DE1329DB-F9A4-4309-BFA3-DA4F180DDEC9}"/>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23008D94-2563-4ADB-91DA-37FEBF6823D8}"/>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0AA26C72-615B-4F33-A03A-E7019DAB00E4}"/>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E704231A-81E0-483B-8054-3D0F5A176681}"/>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34949033-F43C-4199-A7FB-DBA988568F49}"/>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05D7535A-ACB0-4806-B696-7EA9C7CB68E3}"/>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22FFA4A2-7A94-40E5-9C99-7487E13A584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0A48331B-E9B4-4F3B-A7C0-628DEA01242C}"/>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28FAF05-507E-4375-B647-A6CA513A5C11}"/>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B08FEBC-581A-4984-93C9-D91B82E9607D}"/>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BFD08678-CF65-4439-A422-BCBB925172E4}"/>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655BDB00-3E1A-48ED-A007-E58562EFC6EB}"/>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32CD99AF-858E-4A94-B811-7482D8907DE5}"/>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D484DD46-6EC5-4268-B0E5-6065155EB619}"/>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ACC4D9D9-A385-4EA2-96DF-1F402A4C59C6}"/>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E74EFBA2-F12A-4D4C-A6CE-9FF0E00A1DCC}"/>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D73EF552-53B7-44B8-ACEF-874BA03230C1}"/>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4488EE5A-54E8-4089-A7EB-4483EE5DBDC9}"/>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135914C-46B1-4F40-B0BE-2CA71EB6F7E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FE99BCF-D367-43A6-87B3-6AD9AE2F0679}"/>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0D503C0-6FAB-44C0-B5CB-FA8FAA8A6ED5}"/>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6A11BA77-EE64-4409-9A14-FD4036F3721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1BB49FBE-70BE-4606-BEDC-11ED33DC611B}"/>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04588E9C-DEED-4A0B-923E-86931AC663EC}"/>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818800D2-ECF7-4FD7-A106-4151C2610A2D}"/>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07D56B5C-5A73-4F28-AF0B-ACFC979F764C}"/>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074C8DFD-EE21-4FB2-BCEC-CEA61E990F0F}"/>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E942AEC-816C-4E9F-A75F-74605869B957}"/>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246840BD-F0F6-411A-975D-D46A2577F3C9}"/>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18E26791-E004-4E2D-8C61-B291388A570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0E1789AB-0ABC-4E94-A7C4-E78CBDF7D69E}"/>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FE97EA35-275B-4BEA-B678-EABF472FCA2F}"/>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87C7A4E6-F33B-4970-A4B3-25238D70B493}"/>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AFB424B5-FCD7-4B4A-82D6-622D34F24DC1}"/>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31DA8DE5-3196-497E-A1E6-E7AFC7BA3571}"/>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0B3D8DE0-4A98-47D4-8B32-86CDA2431B03}"/>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23ED031-8B4F-46F2-9F53-2F0FCD7EE203}"/>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F2367A1-793F-40C3-B91E-BF133535708E}"/>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A0691D37-4AE0-48A7-BA9E-0D5FEB27F619}"/>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32A059E4-9762-4FDF-80DE-6464C8D5457D}"/>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4623BB71-EEF6-436F-A1C1-DBA94959FE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0300935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62A7BFC2-9935-4858-B4F1-D9FFCE536A6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F3CECB08-34C9-4321-A015-6C4B4FD214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D87D6355-6F4A-4FE3-B53A-83AD578C086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DC375890-9585-4C25-A768-3CBB62CCA523}"/>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9FD23E43-374C-45DA-B0E0-2FD1186B7B1C}"/>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9865E4B1-09FE-49AE-9159-635DDE9F516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AA28E0DE-E137-4DEE-9B08-AAB988E1A1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3035219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F891E790-FBA1-448C-A409-0452E716BB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D961DD13-B2FD-4DFF-8757-C3C452999B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5EE99D31-7B17-4932-94DE-C68EF8E514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C4484B92-6FAC-4304-81C0-57978C0748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AC1DAED0-9177-4226-A656-57B9518763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C74F3786-B6F0-4962-9BAA-EB8D2E1ADE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FCE1D2F4-B733-494E-81B0-3ACB3ACC5D9B}"/>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C9D4E04A-9760-4260-BA81-2D4D67B6160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8198CC9A-D8A8-4976-9C1B-5FCDEC5CB498}"/>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9EC7EEB-09C1-4A45-946A-DF4AB42A7303}"/>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41C3A82E-1887-44F5-A401-E2B67EE2DE69}"/>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65F11F3D-8173-4604-BFD0-C2CB23F0B213}"/>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3056071-7C61-423A-B338-6B23D8389A56}"/>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DD0207-DEA8-4C84-8241-B76EBC5DF051}"/>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528CC0D-DAFB-444F-884A-34181E4D9172}"/>
              </a:ext>
            </a:extLst>
          </p:cNvPr>
          <p:cNvPicPr>
            <a:picLocks xmlns:a="http://schemas.openxmlformats.org/drawingml/2006/main" noChangeAspect="1"/>
          </p:cNvPicPr>
          <p:nvPr/>
        </p:nvPicPr>
        <p:blipFill>
          <a:blip xmlns:r="http://schemas.openxmlformats.org/officeDocument/2006/relationships" xmlns:a="http://schemas.openxmlformats.org/drawingml/2006/main" r:embed="R7befbc5c57924502"/>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9F70EB71-03E7-4DAD-8780-543B73645C5F}"/>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7E24711E-B61D-4B8D-9100-6EE8FEBBF88B}"/>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B4A69EE9-8334-4C93-BC15-01753359F35C}"/>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880B6388-FF3E-413B-9184-BEBBD759755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26C433F-5510-448D-AFC6-6CFF97620472}"/>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FA9723A9-E2D6-43C3-B9AA-7751D96E904C}"/>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3DFD575B-81D9-4B90-A483-76EFF9F06757}"/>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8EAFB85B-E0F2-4996-8504-748AC240FDBE}"/>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7D2E302-B78C-437E-ACD1-67AE521279AD}"/>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82B3C7F3-E57D-4BB6-8F41-6B4597A2A14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0AD4C9E9-6138-4FCA-9166-211DBCBD1532}"/>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05F6C7E-E8B2-4F0F-8D5B-3847D67A7DED}"/>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88E4F3DB-5ED3-4AAB-9E19-6153D23A26F1}"/>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5B9CB759-0DB8-4523-AB9E-79EDEF887F82}"/>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98C6979-C799-4E94-B13B-EF30B834E6A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C50B1ECE-332F-4DE3-89E5-FC145AE757F9}"/>
              </a:ext>
            </a:extLst>
          </p:cNvPr>
          <p:cNvPicPr>
            <a:picLocks xmlns:a="http://schemas.openxmlformats.org/drawingml/2006/main" noChangeAspect="1"/>
          </p:cNvPicPr>
          <p:nvPr/>
        </p:nvPicPr>
        <p:blipFill>
          <a:blip xmlns:r="http://schemas.openxmlformats.org/officeDocument/2006/relationships" xmlns:a="http://schemas.openxmlformats.org/drawingml/2006/main" r:embed="Rf20119e2a0864890"/>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9885773E-3FC7-471F-9421-6AA40C74BED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944BC5EF-5339-493A-BB8D-D89B87FCCB07}"/>
              </a:ext>
            </a:extLst>
          </p:cNvPr>
          <p:cNvPicPr>
            <a:picLocks xmlns:a="http://schemas.openxmlformats.org/drawingml/2006/main" noChangeAspect="1"/>
          </p:cNvPicPr>
          <p:nvPr/>
        </p:nvPicPr>
        <p:blipFill>
          <a:blip xmlns:r="http://schemas.openxmlformats.org/officeDocument/2006/relationships" xmlns:a="http://schemas.openxmlformats.org/drawingml/2006/main" r:embed="Rd505e400e5a74f20"/>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3B8FB0A8-6573-4AB2-AE66-B28F3AC664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6652080"/>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D35104D3-9CB3-406F-A2C5-3C1ED75BE2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548C559C-5CEB-4B29-8EF0-61E86AEE37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1645F5F6-CB93-400D-96EC-DE098E0A31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D9ADB8AA-5918-4A2A-BB13-3A6A41E429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129C84D5-B760-42EA-AAC2-4621CF0F41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4FDCEF63-6C58-4A13-A8CD-BE121FAB39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5D25D0A7-07AE-4A5E-8BEF-69921891938A}"/>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6E6EC6DA-3B6B-49C6-8F36-90105C87C7AB}"/>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77219985-FFB1-48C6-A569-3A544FF39305}"/>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5A68154-E671-4F9C-8910-536D7940A7D1}"/>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5D403C46-9603-43A9-AC43-FEBCFC5558B8}"/>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191116F-AACA-4D3F-B0F8-46749DDCC900}"/>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5B621C6-791D-4EBB-BB32-E8A18DC4B95C}"/>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A6604A1-4E1B-4A9F-B4F7-71E265149D3E}"/>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ECC40633-4506-4BCC-A041-F8B1212B620C}"/>
              </a:ext>
            </a:extLst>
          </p:cNvPr>
          <p:cNvPicPr>
            <a:picLocks xmlns:a="http://schemas.openxmlformats.org/drawingml/2006/main" noChangeAspect="1"/>
          </p:cNvPicPr>
          <p:nvPr/>
        </p:nvPicPr>
        <p:blipFill>
          <a:blip xmlns:r="http://schemas.openxmlformats.org/officeDocument/2006/relationships" xmlns:a="http://schemas.openxmlformats.org/drawingml/2006/main" r:embed="R442cbaeda54f4e9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892EA207-7C5D-44F7-810F-BB78D30A5096}"/>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B3C57798-A4F0-44E6-9D80-84BFD40C1D09}"/>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180F3E1D-3127-4385-A09F-6FB127D4F193}"/>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FAA5AF28-F1BB-4045-AD61-38EB5FC5046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631ADB31-6125-4FC3-ACD7-E8C10AB54DB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0B1B2EC8-7550-4282-88F1-84BDDBFB314E}"/>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2A395F5C-8685-4343-9729-3861CE1EB6E5}"/>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6EFD74D4-3235-4A1D-AF94-C245331F0886}"/>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9A94799D-7012-4F5B-9595-5D1D9876BC01}"/>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3B71F4C4-3767-47B5-9C20-24B6D6F4705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831A84A1-56D1-42EC-A6B2-AF64B2592A2A}"/>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19DDCCE4-5EB5-451F-8BC1-B176E752989B}"/>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EBD87B6D-1D95-46F1-9434-7CB9C055EBD6}"/>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0C29B96D-5470-4AD0-8A9C-43D8169BB047}"/>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27A87CCF-8CEF-4EB3-AD3F-230BED89449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5522531F-BD48-4CDB-84A0-7EC12C79F10C}"/>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CC10AA47-1EF2-4642-9407-A44BAF4CB8DE}"/>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CF5D47D0-12AE-415A-A01C-27C8C0328D0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ABEC17E9-DD20-48F1-BCC6-CB3C3E642CFC}"/>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9C209F12-1FB0-4A91-850C-82EEAF5A3C62}"/>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F2C4BD4E-E8A0-42B3-8190-C5C1C9D3FABC}"/>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1B6E2D0-7C4D-431B-8D6E-FB4B9B247481}"/>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45579A57-80D2-44A3-94FB-471EC298316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7E337D9A-4758-4071-A5C7-F4FB74F9185B}"/>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E3C846DE-4E04-4FDC-8A82-B568EE4D43E7}"/>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8D53007-156D-4697-8FE2-D1DEA8729B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5829321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6A4174F4-26D3-4D84-A913-2AF261B0AA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8D02C014-A159-4420-B7D6-C294F8EA3B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950C3705-638B-4460-BC45-9EBB63DF6C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869BFFBF-A4A4-4C7A-AE95-561FD9E997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0B785CD3-9123-423F-B4DB-292B4C98F5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72CE84FF-CC3F-4BE2-BE08-A1ABEC3A19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59D20776-D388-4E6B-8FE7-639727ABCB56}"/>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CE9E78B6-BC5C-4F95-B434-330E70B5F40E}"/>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F263CBA0-C388-4445-9FCF-FB1F89CA98F1}"/>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1236C038-61D5-491D-B48A-940A487C820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C7C4D810-C42E-4706-93A6-56EE62B81CEC}"/>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B16C0975-DA70-409E-8498-135554A611A9}"/>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A934F1BA-5D22-4E79-8009-4AD3A4942903}"/>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31FBE564-5E21-404E-851D-5C704D923EFB}"/>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884A386D-BACE-4769-999E-02C5F7BA2B2B}"/>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43174256-8723-4F69-A108-134C63700403}"/>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3328F633-CE93-46C9-A2D0-D886FCFCCD45}"/>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5486724-F4AD-423D-8DB7-BEA6EA963CFD}"/>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5DDF7146-633A-4CCE-B812-1799450B35A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F80EF3E3-BD23-4D6C-A0A4-A50B9020E98D}"/>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EDB439BE-220D-4801-9AA9-2D82DEBF8C82}"/>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57635C25-D014-42B8-88A5-1E0A71B394EE}"/>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4D02581-44DA-4FDC-8ADD-8BE33FCAD0F0}"/>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70BB06B6-D64A-483F-86AF-FFF08247DC47}"/>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3F6D3010-7F54-4C6B-83F4-282D57ED5E4E}"/>
              </a:ext>
            </a:extLst>
          </p:cNvPr>
          <p:cNvPicPr>
            <a:picLocks xmlns:a="http://schemas.openxmlformats.org/drawingml/2006/main" noChangeAspect="1"/>
          </p:cNvPicPr>
          <p:nvPr/>
        </p:nvPicPr>
        <p:blipFill>
          <a:blip xmlns:r="http://schemas.openxmlformats.org/officeDocument/2006/relationships" xmlns:a="http://schemas.openxmlformats.org/drawingml/2006/main" r:embed="Rd0fff48b59e440f3"/>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EED2F8E9-7DFB-4292-B53F-62AE61278A62}"/>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17C92C5-CC55-4FFC-8A38-4BFA8F8CCF84}"/>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97369A16-AF55-4C59-ABB9-EA5E6DDEC54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D8572222-4BB6-4FD9-AD65-CB2459855AA1}"/>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3576063B-D86E-41C4-A1DC-72C244F4E21E}"/>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9862A726-F960-461C-A5C1-DC1562E56C97}"/>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0F9FAF9D-76CA-42A8-8205-851CF9E713C8}"/>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ADACDB39-17E7-4F1F-BC83-C10D4F5CADD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4B658AAF-59B0-41C5-902F-65322BB2C868}"/>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80716349-2B83-41C6-B121-2DA2EDE5D6F0}"/>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96C0A4B9-F014-4CC9-A675-3BCC114493CD}"/>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FDDDD81C-B29B-4D1A-9D50-0D25DA951C5C}"/>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974CB141-766D-43CC-B9F7-FB5DE2D24B2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6A4CE8B1-D519-444B-88A0-DE53F4589130}"/>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2EAECA34-CA36-4542-B838-62EAA98A6BE8}"/>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32076B2D-E268-49FE-BB01-775DF9273CA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0BFEBE1D-59AF-45A3-A54B-5DF74B67FB5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B05AE7F2-B9B2-427D-8B54-126FC4AC6481}"/>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8C835EA0-0D67-489C-BA77-2843A3A6C39D}"/>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6B3B8650-B306-4D21-8288-8C5DE445C9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5434216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DEFA0D7-DF50-40A2-98DF-22FBE6C5A5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4BB9A275-A832-4CD1-9132-63C34EC3DE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E0F8472E-B61F-4591-8245-138B5FBEC8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B84E2515-274C-4DF7-A707-FAE3AA0701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83F5BB11-B26C-4776-963F-570DC20020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0D0FCFB8-3D42-433C-B515-C6B2ABA984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2C616A84-7515-4CE3-8CC7-FFE6DAA13B00}"/>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39D30C6D-5781-47C9-BC0F-AD2BA749E304}"/>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B3097946-132B-4539-8DDD-7199060A81B8}"/>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DE085CC1-C2C2-4D79-8C2D-2267AFBDAD8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46E635E5-0907-4B5A-89EF-96B84203956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FFCF28CD-7230-4C1D-969B-B7FA86AB6317}"/>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B8361B55-EDB5-408F-893E-55D8C9ECD7E8}"/>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9E137E53-53B5-4324-A7F4-FB9D9FF433D0}"/>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A1EEED64-E8A3-4E7C-B91E-FAEFBE7E3A3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FB3C3340-4620-44F7-9196-BA70E2B4754C}"/>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362E12C6-AE55-4F59-938B-F669E4B0EEDC}"/>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1AD65CE1-2167-4B71-9029-5EA6C877A9D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877CA32C-5EAE-459D-9B61-E8708693830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D5E382A-5ABA-4F9C-ABC9-0A4BD83E1EDD}"/>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805D8558-BCE9-41BE-9CAD-B979D8039431}"/>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7540EB79-5CF3-4D47-8AE1-361963340D7B}"/>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4B6DE494-7D91-486E-8514-0AE5197EC8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431103457"/>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504AF9E-6384-47CE-BC00-DA0B78CEAE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E9BD58A-778F-4A9C-AA14-E35AB6EA60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24E8AD62-4AD3-485D-A9AC-A18C26D13E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936D84CB-8169-45CD-9BF3-0F1A8CD757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7BDE8B32-45F2-4B74-B748-C8AED800E5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B5C63A13-4E99-4509-88FD-8E3FA2ADBA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2673673-BCB6-4445-8B28-17546EC2B57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27BD3B1-ABAF-4856-A95B-F3AF8715B6C3}"/>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66C4CFF-2410-49D0-8642-A27B4B1DCC77}"/>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7B49A319-77D1-4E57-AF8E-7A6F0DA3A0BB}"/>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D59D069-CF52-4861-8D75-18430E89E2FB}"/>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65C07435-F1E3-4B41-A36F-DC8A414BCB1A}"/>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7EE17105-70FC-4A01-ACB4-C1F170C773D2}"/>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C9A4855A-F5E9-4392-84B9-C5FD328BDA4D}"/>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4E62912-3E12-4765-9F9D-E1150B3B9A6B}"/>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CE4A750D-CE9E-4E44-8853-FFD68854EE95}"/>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4F52BD5D-BF63-45B2-8154-B489E7EEA2DA}"/>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3B0A6EE8-8828-48DA-B0CD-85CF2130D11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6380C59E-B711-4472-A454-20F20AB2E589}"/>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C78D30EB-D0D0-427A-A5A8-688670CD6F1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3BF0F7BD-AB06-41FA-A798-9C750B602E24}"/>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5990018F-959E-4160-B3B2-3F24FD9BB8D5}"/>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76E3A766-0C4A-4A89-A859-6F4B4C98D427}"/>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40858012-4CD1-446D-9DE7-C4CA11BD0267}"/>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00C9E70D-F080-4118-8E9C-E12CFAF6F0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972622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2216B563-9280-42FC-BD9C-9141218D24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DD684775-45C9-4E02-BD3E-0128A6F18E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4EFC4353-215E-4544-A729-E5193A20E0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F4153C2F-07B5-4569-86D4-983531E3AE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07B29C2-1569-4863-B270-6F0AE5B5FD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081B9582-0974-4B05-8FD7-85D07A55F6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7FF18A5F-58BE-42E4-89D2-4C0E86CD8908}"/>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154D3759-A23B-4C1F-919B-B8E00B093E2D}"/>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1C359CE8-3670-40F1-BB5C-0DB9ED10F49D}"/>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6BF97248-07D3-4E69-95AD-41EA1462F30D}"/>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E34575F2-53D5-4F37-8899-8E32C0E3A7D9}"/>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DC92B1E-41D9-4A8F-ADA5-3B8AD2269026}"/>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061ECA7B-D9EB-46BC-81D2-1D558FF6A7A0}"/>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0F747758-E311-44C3-AC40-039BE9F1D080}"/>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AC1CCFAD-1DC7-4177-9B9B-51E131629E75}"/>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CF81525B-59A9-46CF-B550-C5D232762F07}"/>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14EE1D22-74D6-44CD-8F6A-07211E2CD2AC}"/>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14D143DF-D34D-4EB2-9D37-46962C3E2716}"/>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A4513A21-0D04-44E4-B205-B3AAF4490175}"/>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FB46F5EC-6154-4449-A74B-B354F951D726}"/>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BE39F1FB-D30F-4D2F-89F5-F1E1D0B11F2A}"/>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AAE05FF5-2E98-4978-A518-257F24C68FD0}"/>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CF5F54F5-850A-452A-AADE-2FB89A9426B0}"/>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E5F36D61-10BD-4EC9-ACA8-165E720EFDC6}"/>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ACDF0011-700B-4AA6-B938-8AE6603BCAB4}"/>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691A85C9-23F8-4068-9747-BABE44DA0B70}"/>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5B8DF5E5-B853-4420-9B74-4BE6F14FD4BB}"/>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408BBEFF-6495-4BC2-B4C9-E0042887F28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121FBB80-C0A7-4054-B8A1-45A2C1B6B1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401781643"/>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19B5562D-5779-4620-9B91-B92E0D4419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89C912E-331B-4E8D-94E2-9C5DEFC8F3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52E0586-0D55-4321-A3BE-ED27043332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B2E9B262-9C1C-4D7C-B14C-DFD38CA8C1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1F07650B-3130-45C6-B73D-7028AA3A40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65C97F14-462C-41E2-8C4C-1E032065E7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FD6AE0FA-07C1-4E1D-9004-475C7C20892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230A914D-7F4F-4F1D-8C71-12DCDCA50A14}"/>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5911A1D2-568F-4C80-B6FF-754FE63AD558}"/>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60BBA0F4-19BD-47AC-B35D-28588D347649}"/>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3AD91763-027B-42C7-B9BF-C048F6309AFE}"/>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6D34C056-603A-4A6F-8F98-659D37C3233E}"/>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32BE19E3-6990-40B0-91F9-72FAA410A914}"/>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13E2C5-C1D3-4FE0-8559-E2A5397A661C}"/>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1B3E7799-E8AE-4811-92CC-6233E5C18D41}"/>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2C994612-C6B2-41C4-8D3B-9E93008B735C}"/>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032FF4F-6B72-4AB1-869D-B48E7632F24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028DC7C1-326E-411D-91E2-1E316B565D8F}"/>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01F3ECC9-5DDE-4FC4-AAF4-4719E28EA24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CFC00588-99CB-4DD2-8D44-08822185B933}"/>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3AA9A0B6-04C1-404C-BDB5-1FDED8234A30}"/>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29122E6-0910-4EE7-8657-BA9584DD312F}"/>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B3A50D10-9C3E-43CA-B968-7FE7A70D91E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5E2A0BBC-A6BE-407F-BF70-6A056149272A}"/>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A938B70D-F6A9-41C1-840C-F90C02ADB76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6D2BCF2D-8FDB-441B-A2BF-9C68F869639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17104F8F-3C09-459C-82BB-0308BFC396E8}"/>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93725758-2AE0-4B42-95F5-3FCF00ACEF2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B7AB9E2C-69E3-450D-8079-90B1F6A59CB3}"/>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2B7CB489-98AE-49B6-B6DC-B4733ACC405C}"/>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4C9BDF97-824D-44C8-8CC4-1CB695B3F031}"/>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41B6BDC2-04DC-42B3-9E19-E203E9E3D043}"/>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ECA3231D-43A8-44DC-9B91-FA4791D175B1}"/>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68D8AEB8-697E-42C0-B3C9-64AE2E3065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08391581"/>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A5F4EE06-E650-4E09-92ED-4B51431B51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5B687533-8B25-4679-9B59-4DFF05F179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0C1891A3-CA9C-437D-8B14-480972C6CC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D8524FF-D99D-42B5-A2A4-FF45ADF385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D6AD7C59-EFB9-4669-85F4-856F44D89D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1CF81F85-8EC7-47B6-BDAD-E08D0E87F6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8E7BDD00-6259-4BBF-B272-A503851E6177}"/>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DADFD3BB-949B-4A63-A34C-C173A8A1217A}"/>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B8820041-0EC8-48F5-8E54-22DFD1C935C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581B8A-B4F0-4AD2-9D2E-02E34783F957}"/>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FC74C73E-5C18-4CD6-A955-EA70B3DF9C8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C281A823-B5C2-4E77-B61E-D4D6310B5D7B}"/>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1357BBB6-530A-439D-BFB7-B2B6BFF394BF}"/>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FEE4772C-1251-4D69-B3DC-E655435D422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250752B7-EF1F-4EC7-8BCA-87AC45A5ABE8}"/>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23E1A531-AE34-4837-93AA-BFB1F77BB1F7}"/>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085C4514-CEFB-4D67-98EC-6E27511DAFDD}"/>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E9FEBB13-3438-4B25-8661-364649806D78}"/>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01BAE069-D896-4732-B25F-5BDA6BD087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59704164"/>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F4693825-91E5-478B-AE02-C466A74D06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878D6417-73B7-451A-AAE9-520769F4A1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25EEC384-0CF3-49F7-B172-3EF0579E4F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F85F464-0D3B-41CC-8077-EC664BE3B3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FE6A4A1B-8FAB-43E3-8A73-72365F3C68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A767ABE2-E9DB-43BF-B50A-4A062C8501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EA6F894E-6850-4319-9B66-6A9AABD3AE75}"/>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B1839F4C-59B7-4613-BB29-51BCAE4D094F}"/>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E043B86C-4D92-47E3-9F80-46723D6DA306}"/>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DF531833-5C6D-416A-9F34-D19ADB7B52A1}"/>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A78642F-78AC-4A4F-9F52-ED8B60F549CE}"/>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EBE8C9B3-C081-4292-9789-756793ECA0B5}"/>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776A8DA2-7029-4807-BA8E-0D139C36F1B5}"/>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964DF9F1-8DEF-4AA6-A1E2-B46C0C360B97}"/>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93C3F7FE-29A0-4903-8CD5-2866507011F4}"/>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B2624D99-D236-4742-B9A6-4EFD0100CC0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796E846C-B7B1-479D-B0E1-ADA309320BE0}"/>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A4EDDB4C-8AF5-4FE0-A4E1-74EB5544D4BD}"/>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E824D3DC-E078-4A04-BC34-BB254EDF07F7}"/>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7F14F894-B5C8-496A-83D5-F546B3328FBA}"/>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66D1449-B599-4220-B846-AC919E33C83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2830CBE1-1CD1-4E3D-B8B2-BB99F2BA60C9}"/>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8A7F5D26-E67E-4AA8-9684-3D9D64FA8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4926005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CA074E0-4063-4FD5-B4D2-C562A922E0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13AB642D-65D0-4045-ADCA-87292D8E46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0881B032-1743-42DA-8C1F-8668C3BFFD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825170E6-1E26-414E-98F5-3791B729CD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1DE1A54E-330D-46BD-9EB4-CF06744C32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04C00948-31EB-4D97-9979-0678274496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FBCF48F6-B554-4C93-8E79-A4B99F942682}"/>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2469180-E5E5-4264-986F-7CB30CD78E4F}"/>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4A713CD-6E1C-412C-8C68-EB7B008AAB3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1548811D-8515-4368-8E26-C0A3E7A9244B}"/>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0AFBEDE2-66E9-4F17-BDC1-DEBA3E9B7C5E}"/>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5529C49E-2CD8-400E-8A96-3E6B7F981E6D}"/>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E3E7E8E5-D2C9-41D4-9EB7-EC552E4CAEAE}"/>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864B7046-45E1-4B35-9384-C3F5C74DAFEF}"/>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81324885-3379-445F-AA5F-221088B097D0}"/>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A2F92BB4-3195-4AB5-80FB-C0136EF47A7E}"/>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0C9067AF-5630-49D3-8132-9CBB02339663}"/>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AEADF3AC-81E3-45C4-BFB6-B4CEF1CC4A25}"/>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7783D17C-D14D-4A50-9652-BAF6E8E5DC0C}"/>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1C1F9DCB-53AE-4348-AAF2-605793DE2BD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793803EA-55D4-4460-9B03-8244067DEC90}"/>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80DE33F7-4938-4ABB-B1B6-01BFFA4E05B1}"/>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C3A8884E-8FFF-4FD7-AB87-06305EF7E8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396765193"/>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4F744060-6F7E-48B6-BDA3-116BA4CBD8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1BCCA78F-6001-493B-8450-7851119095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6E1FAC3D-99FD-4EDE-A878-68FE6B19B1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D3FB072-5EFD-40D2-A621-D7B304EF7C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CAACEF18-B84A-4647-8F3F-9811CE12F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6D22A7E9-AB92-4175-9598-5A546B2992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02461BA9-76E3-494D-8329-3F4BAD1AFB25}"/>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7E9AD093-18CE-4F96-A976-200B2D42615A}"/>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1D91E8E4-F1F3-4D80-8922-B2846D72F4DA}"/>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C9D2B806-44C9-471D-B1E1-BC8DF76F590C}"/>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58F4BE93-220E-4557-BC26-7C449D74721A}"/>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7859F907-7B0C-4E8D-82C9-705483CAA96F}"/>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9B3A006A-5CF9-4CED-A5D8-9471B042190F}"/>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3962CFAA-5031-4B5C-84AB-3685C1728331}"/>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BE222D0-E21C-4A16-B3DF-FD465BEC6B39}"/>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AC54EFA1-C68C-4405-B3ED-364B74CCA667}"/>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F1210236-4150-459C-82B8-0106D6C77D1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AA76170-AA57-477C-83D7-6600D5DD8B3B}"/>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106CD026-C647-4E94-B984-F296AC66FD1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8A0BA5-A12C-4E61-BFF5-E341DBD2A904}"/>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5D312C06-7910-48F6-B516-31195D3EDBB5}"/>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3C8C6E9A-E618-49DB-BDA8-49582427D700}"/>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E4E8F9F5-97CF-42D5-BDE9-22934C9E2157}"/>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2B652C2A-F30A-46E3-9C70-6E6FF3643121}"/>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6B8ED01-D6E4-43F7-B8FD-5CB3C38328A8}"/>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8DA51F1E-96F6-4989-9B0E-C98D969485A2}"/>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DD60E663-365A-4260-BA88-628B4DA216E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A72B1F68-0B63-4BD8-96AB-5010540CED7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37297D2F-9DA7-4DA4-98F4-625F21965F8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B0F4B824-9595-4F0C-B499-021F1A0C9AC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204A7879-2228-4B31-8450-0CA7144EEC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5540C313-1DAA-4D5A-BA19-7C5D03C90AFB}"/>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342015AF-3DB0-49C5-BBAF-6332DABF787E}"/>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7BD0E0CD-BA90-470E-BB2C-6651BCBCC2D0}"/>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18243563-E8A3-4423-A638-CEDD65C9C86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0B80CCB8-3E82-4176-B5F7-32F49F9449A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E13A5DD0-2255-4BE7-82C8-C11C4866C51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7DD7A80-3377-4429-82CC-ADD78911626E}"/>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AFF572D8-80B5-45DB-85F7-5F0B6D0FF8F0}"/>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D5DEAADE-3174-44ED-B624-5F92909A1570}"/>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C540311E-53B0-45ED-B8BF-1D5A695DA0AF}"/>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B6D02C38-F39B-4333-8899-57085777BE47}"/>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B590E64A-25C2-40A3-B1CC-38CDB670F41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D7DDDA29-4AF1-4426-8642-3D8A8CA2AD80}"/>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9E447425-C93C-487B-BFE7-1B7B8E6610D0}"/>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4149EF9A-DAD2-48B9-9352-A12AB076DD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5832825"/>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E9DE1D51-A732-4147-AD37-1753FEF575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DEEEE121-1E14-4F62-887B-3FB21015E0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1B88E1DC-BF78-4091-938C-66CA6E240B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DF7D0A1-875C-46CA-B390-D146E373A4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2EABE9F4-6F87-41F7-BBA9-89F6BF3001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C0DE10D-E6B8-4275-825B-E62B200605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57B2D4D5-E878-4DFF-A567-5DCD655C555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54A170C-0429-4997-B8A9-1C3EB8FDF3F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952CCB21-F865-454A-82A6-E3F4DA50A80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8794B09-23D4-4008-AE0E-24FF18EC226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A9025A9-3E02-4620-9991-DC22AD6435C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2215D83-9D21-4E5B-B84D-DA6B0A08914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197B3ADB-955A-4A70-AD0B-1F72F642E3F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761612A-4B7C-4615-A51D-8A0E80448B1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047F83E3-49B5-4C07-8778-9D367BF2EDC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33FF45D4-4630-43A6-83FD-1F01F433D56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DABCA3E4-A6D6-420A-B02A-6F05E09A518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10BF31EE-7C53-42EB-9016-FE146AB4A52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688CEB47-E68B-4DDE-A4AC-685EBEE68AB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79AE6192-30DC-45AC-BC72-8DDF338E2E3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CCC42E1-B704-428C-9BDE-AD89FD595CB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49416B6F-52E6-426F-B740-56EB3715C2D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7CBE953-CAB1-4576-AC8F-26315C735F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4097132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E21C3274-CC54-4A76-B0B2-632AF36039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47BCC05B-65D6-4DBC-A70A-B65E96803B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8BE6C274-1A84-410F-9509-DE89AF26B1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42B43D04-FD1D-4FC1-8F56-0C806F5284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FD263169-FE22-4FD8-8580-1E6AF1CBD0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DA3D1B43-FD3E-43D7-93CE-19973B72E3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AA22F8FC-EC9E-45FA-968A-1E7BC78EB9E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A544474-3913-47CD-9370-68AE1C07B08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5486E5DF-8F77-4222-970F-29A6CE48872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EF4CB05F-AC49-44D3-A48B-25BB5B52BDF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B78458C-3AEE-4F25-BFC2-B6EF4A27559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862C894-AEAB-49BE-9FC7-44FAA4B260F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F78AC7F6-6B08-4F29-9F30-A6799E56B75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D787BB2A-FA6F-40EC-950B-27C9300B2B3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2B92506A-FE1E-493D-A4F6-7AEA64E0050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7365CDEB-990D-4BE8-B7DF-5ADDD4F2F6F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B5E62E05-0FC0-4D23-A558-D77C0842A99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8428511F-F6F9-4EB9-974D-BBBCCE85EA0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444559F9-BAC7-46E8-BFBC-E6885D74022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F2070971-3752-4F19-A3ED-1C6EBA83F0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567BF725-4439-40C1-A3D7-A955F3601B8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046A231-26B7-402E-89D6-64BDE69E3CE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E9A1F2D-9704-420D-A588-CAB0606DA0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41620988"/>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5138703A-C758-4207-90F3-D6602A5CDF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42975DBF-6FD8-4638-A711-7F5ACBCA16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DA29764D-5C5A-4B6F-8EC1-05A71FA29C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0482718A-272B-4756-98F0-465200CB0E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8163FC66-FDD0-4EBF-9F2A-7EDEB51E88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D7490575-FADD-4E49-98DA-161A5CC973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84BE4DCC-9FC0-4FE3-91A4-2BF06AC95D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0895571-DB55-4AE9-99CF-267B138B6AB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32645FF8-6834-4A1B-9458-96A1408DD3E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F241E3FA-667D-42C2-BABA-CB1A65B463B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708E2D3-BD3D-4510-AF1C-41E3BC2276C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C07BA87-2A95-4B9A-8058-15B9856CCE0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08AA858C-7AD5-4F55-9E99-D18D43A55B0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27408B3D-7048-41D8-9BE0-E4F0C5153D5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75DC058-6AE0-4992-9EA3-D006F1235FF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E0D37B14-BC4B-40F8-B5C1-0A1F08CE99C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CD34616E-070C-4E86-9941-9C408620B38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EA66F6D-8396-4A27-8890-DE0CA58A27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8CB853AC-6E81-4E70-9D14-F524DA158CD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BFA1EBCD-EFD4-4D40-8136-38097AC1C6F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9F6E680A-908A-4BBB-92C6-209365E3E7E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8FC58D0-1D20-4D1A-AD12-1144C06C32A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F8016CF-7C13-4E27-98C9-48F55FC8E5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7549036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22BEC99-BF20-4883-8814-39B00DD06A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54818BF4-5930-4AF2-B829-6E62F7B518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C9880C32-9D33-41A6-9A00-0B943221C2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F223F2F8-050F-4780-AF4B-8A8B5AD7C1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BBAE9A2C-7AB7-4679-8939-DDB5F7CA5B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1058CC8C-3C5E-48D2-BC5C-DE50EEA293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CA003C06-E3DE-473E-9184-68BA0B58E42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5CB291D-7CDD-4543-898C-1FC23B93DAD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665B93EA-4C93-4E8D-8953-EA1E2F55CED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159B963E-8ADB-4BD7-AD10-FDD5FDB2D43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8BCEF80-C1FE-4DBB-ABEF-3AC20FD7EC8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BDD6C20-2AAE-4C93-A377-5F1B098EE8F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C7ECEEE4-712B-40DD-9AD6-A809670F83F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8CC3128A-6AAC-4B2D-8CD7-0D8179840AC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4175DA8F-51F1-4F0A-8B5B-4E7ED90F66D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66B28E3E-0839-4A55-BE39-978AF5D1F93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7CCDA3B5-60E3-4F81-9FDD-9452D6ACAE7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8F9F0E37-3A33-45CB-9B4D-22C73437C90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E2E392A4-A49A-4987-994E-578E5435C5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290AD750-785C-4BA6-9D40-86A0A2BC548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579C9D22-E254-4B8F-9CB1-6980842B440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D2A5939-2036-44A0-9822-FD5E85ABC93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A594CA1-531F-445F-B69B-F72D89AE1C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8641789"/>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0021D7A0-C072-4A76-AB40-274980BECA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97579CDC-6A4C-479E-8320-011C7E543E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93964398-863B-460B-ACFF-33503A6206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A5FB235F-3CA0-496E-8FD8-FBE0264DE6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3B48F12A-8929-43DF-B91D-6165D7C5AB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181ACFE6-297A-4D54-8B15-1A72216F11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C28D9B50-53C0-440F-A2F6-BEA41577D3B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32F4364-174A-42AC-B74A-1229A74119D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8FC59C62-97F7-4DFA-9AD6-6C5D7031EC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EE3FACD8-24E9-4BE0-98EB-E50DF608DA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69DE3A1-C63E-470F-B9EB-06F94D9BE0C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0F9AD2B-2163-4905-8F05-87A08EA08CA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8D21B240-0D41-4E71-976A-E69C6FE37FF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493BA473-D119-437B-B399-1F3287A91E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4813386C-9ADC-4699-8BC9-0BCFE3D8A77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A92DCC05-A5FE-410F-87D9-1D784006DAC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7AAFF780-7277-4192-9C7A-E0452410118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4A68E15C-76B7-4951-A7A4-D4DB0676D3E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C773D331-E289-463C-9C2E-0F2A55364E6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4EB19FA-15A2-4B69-BB8A-211FF264A58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2EA023A4-B502-48E8-9F54-764BFB61C0C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6E6E629-4A27-4568-8FC9-DF254265F8D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204081-0965-406D-BF52-68DA09E0D4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4121247"/>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1B34C31-4344-4375-96B1-198696A86C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58BBF5E4-D844-4B3F-BE66-73E9CD2FE5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373E33AD-D34F-4B2A-9FF8-D7DED7895C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9CA4A601-6A44-45ED-A89B-75D4A84281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62DB8F5F-5C8B-4347-812A-8BE9B443A7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19189AA5-BCDC-4380-8333-D720F8F15B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47FED41A-1999-47C6-96B6-0019F15D739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8738364-E45C-4892-A2D9-0A834DA7727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6FC88DA0-7FE0-4478-89AE-4DDFA3DC92F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94757E25-70ED-4379-858E-EA47E6762B6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A2E0CCA-5A95-48FC-B132-4EB11BB9C12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34F2385-F454-436C-A23B-D9111F4DC3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BEC64588-2881-4932-8B52-8488C986718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EDB221AD-4ED4-4614-8A7A-5A3284C4286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E2254C2A-BD84-4775-8CB7-7018D945C99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9C66046-5F45-40C7-B175-A76A9AD2216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633CB138-E407-4F5F-9317-439E9E4312F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0C522095-CB24-4095-B5DE-7D14F1DC46C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0A0121C9-6CDD-4598-919F-54C3D11CD65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1C530CF9-3136-4286-96A6-254ECD23D2F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BACB42E3-90DA-41C4-9144-D0920C34295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9972820-9B4C-43D7-8C9D-0FD1A85D2A3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803CB29-5F6C-4DD3-AA3D-386C4C97CB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69469796"/>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4AFA2045-1531-476C-AF90-FA61162A1C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18A93FF1-5E54-4BA9-8848-F22DE675EF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4DC1218F-7B51-45E6-97B1-4CE830C760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9152DFAF-44C8-4BC5-A378-50CD0C4C66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0043BD74-2E5A-417C-B786-D846C6DC87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672C2C12-2A9C-47DE-A94B-6DD558C5EC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D6F83608-3ED3-42F5-AE1D-13EE4104CB9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199A6E6-F6E6-4492-AD9E-3F13A566692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3655939-5B0A-466A-BD5F-5AAB8F3039A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5085674E-3844-4B99-8815-3EC43BBE12E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D8D6D09-22A2-4C98-A39A-8641870750C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355D9E5-756A-4036-928C-0D8C9A7DE82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7724373A-077D-4E20-8D00-8205A446346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AD8FE4D3-AF2E-4900-BD00-14CED3F6195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F0ECB0EA-68FF-48F6-AE7B-CDA337431FB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C898B4BF-E699-4A1D-AAAF-E7054BDAA44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CF5E6227-99B8-43C6-A9E1-A56C4EEFC5C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4EBDF85B-990C-4021-9C04-C1C40F0E90C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0650F973-8CE1-4DEB-93C6-841582B4061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718CFEA9-331A-4B6B-BE46-A2BD6575687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276CE203-A3A4-4E07-A5C2-81DF6F5A199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1C2CB704-0BDE-4D3E-BD57-4DA85643DB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031A032-F689-4E8E-BB1B-FE4B84F48A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9936031"/>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0F29FBFB-869E-484D-955A-24954ABF3A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2A06977F-14F9-49FA-8E96-47CDEFB92E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241D21F4-BBF3-4D88-8E0E-102FE94C24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F3060223-1FA9-4FDC-AB0A-8600EE462C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DCDD215B-A0C6-4B6A-B475-A61AC722CA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CC0EEB4C-3AB9-4B6E-878B-89F60A7384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DE6E78B3-12C0-42D6-8C93-46C11E2453F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0A1C1F6-9DA7-49F5-8A88-C43F89388C3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D2E509B-A0E6-4482-8194-B60B8752E8F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25F46586-B92C-41A3-9BA4-B5294A07C45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5AA88F2-42AE-4430-98A4-228A8484F3A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58BA8AD-5C59-4642-AA96-DD03A5D89EB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371BCA3D-DB31-4EA6-9DF8-E80CD252EC1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9C98BCD1-F464-4064-8820-1B3DD7A5EC1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5C862E17-3FF3-4C0F-A910-E8F012703B9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4AB23123-762B-4224-B085-488C533F576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C796DE8-1CD3-4AEF-A4CB-E119C492E2F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161CE78F-329C-40FD-9DB1-AD9A603CC65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E349F9F5-F4FD-4648-A3EC-17680C8C594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02D42DF4-8174-4999-9E86-4226EE24233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67091FEC-8F61-4413-A9F5-18A72A2156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201177F-5461-47F4-A6B1-2F3F6E8E2E6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7154564-193A-4E8B-AC56-65979A4461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21247224"/>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598EABF6-F7A9-4531-90EB-79E9BC5020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EE57F28A-CECF-4623-A455-AEAAEFD31F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74E961E1-C0D6-426B-8676-233E0ECB6EC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4BF48BED-D54D-406E-BA74-4E59568A5D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DDB9426C-F9FD-410B-A5AD-60958F8C45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0D1D8C77-8EFD-462E-8E10-BFA445BF3D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256A1066-48FA-435D-AA08-4E944DF32965}"/>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E87C44F2-B20E-430B-A20F-E0F18D545F23}"/>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C41A8F85-6BED-49FD-B11A-214CFB6FE609}"/>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192F33F0-0C18-4F2E-9DF1-C49A4BA198C6}"/>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867AE3E9-8888-4FB4-94EB-17C9B7847E3A}"/>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2C0D681E-1C02-496C-853B-D0A7DB1D9F5D}"/>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3961E276-B2C4-44E6-8B85-6668D86DAD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40613347"/>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AED8960F-DA9F-4AC1-96CB-011941A84F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808000C5-9F4F-4C70-9568-2562B67AAE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CD7C650B-9100-4CF6-AC2B-CF7225AF47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11257414-3E04-4879-9214-E7E438F02C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1AC02855-67BA-4F1F-A244-9C4FA1F0D7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2F54FF31-1A43-4245-9EBC-77E7BF7AEB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54BC881C-1847-4146-8410-681556BE534A}"/>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14F89000-43FC-4081-8A7E-1927D4DC6342}"/>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BD876C14-B722-47B2-B0E1-70422E0E999D}"/>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0BDEBC60-5B7A-40B7-BA90-9A620F7C750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D73DBB1D-3FB0-40F6-BC1A-50E512620E68}"/>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F47FA9A8-5212-4D87-87D0-A94652BBDE0A}"/>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FF044F1E-3C72-44AF-B9D0-7CCBF01FD6CB}"/>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3F596410-7525-44D8-8FEE-7DAAF6826442}"/>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25838403-FB8B-43B4-90B3-3858F39F4B85}"/>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6BFA8860-84FE-41C8-A9F3-2EE7CCF65417}"/>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A4F28BF8-A2F6-4C7F-96C3-92CF794479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38568493"/>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B3402618-96DB-474C-8779-CF63A4D916D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4A800991-603A-46FD-8CF9-D81087C8B1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2027092D-7D36-4425-B4D7-114828D4E99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6D283680-1E65-4B62-BCED-163AE896B3F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188153E2-0F25-43B3-8749-69B66CCC17E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F9FB89ED-07E6-4AF4-8EDB-894D492D708F}"/>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A3893E15-7035-4A21-86A2-B899659BCC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4752798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EBFA2EF3-2981-4845-8A3F-3243EE0799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F751DCD8-C2BA-4316-9BF5-A49941C8E8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3F24F743-A316-455B-A240-062ECE67D1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0CF2A674-3C03-440E-B671-8B11EDDBD3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D1B4EEB4-0386-4EA3-9BB2-DD3404BEDA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34297C5E-D42F-4DF4-A6C8-E303A70A87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AD1712A1-9EAD-4109-8FE5-59E3DEA8915F}"/>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8FD52B69-9D04-492E-845A-A2BD44C45690}"/>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3EB4CC2A-F1B3-4070-ABCD-C984FCF160CD}"/>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CE957AD-6829-4BBA-BE1B-915D17B76D99}"/>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61616A0-A2BF-4258-B909-85C3A70C926D}"/>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53F8C3F1-8002-46BE-A579-F615C04D61EA}"/>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F6FC54B4-FCFC-489A-864F-7DA925E6FEEC}"/>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9D3CFF83-6241-49BA-81A5-981F06728E55}"/>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CCC6B44-36B8-4932-94E9-14406746F34F}"/>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2D74F2D-FE3D-49D0-A5A0-CFF4097210C2}"/>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231AA80A-D0B7-4CF4-A4C2-01BA8F16A8E3}"/>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63DB8DC-D665-4A10-A996-D62344686B62}"/>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3213BA62-923A-4659-9E7B-C4578D3F533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1AB7E0EF-F9DC-4430-BF44-2F6A1CDCA6FE}"/>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89D3503-1B12-4421-BCE2-871B6E9BBD1A}"/>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FCE23DA6-B5EA-472F-91B1-306F5DA1966B}"/>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60139D12-F25A-4AE1-863E-5BD482BF67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7089075"/>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FB6E08B8-7D04-401F-9E48-EAFA68FE88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629BB00-4BB0-4775-82FD-D918087ADA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A3C29CBA-A362-4EC2-B9C1-F950291C84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FCB96A81-4CB5-443D-93C5-C1D876AB30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53BD1E88-9725-4745-8EA4-838018B78D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C7780AC5-B433-42A2-AF00-D52335FE2B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B3E0B649-DA63-463C-AF56-37AE2DDB1FAF}"/>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7B5E4EEB-36E8-4E1F-9D19-6A9BEC9F4DA8}"/>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F95C213-B61E-439A-8DC2-96179C270F4D}"/>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EA4765C-8191-4A3B-994A-89F97FC367A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2B86E48E-712A-4040-B74A-603C0B2C5EE0}"/>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9BA7E722-E8A8-46AF-BAC3-511AF50842F5}"/>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5B9655E7-8CCD-472F-8699-F55F2FE3D909}"/>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B4D025B-E976-42DE-9192-1EB11D7C174E}"/>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9C0AEDCF-F843-44FA-8255-04E9EE3A7D59}"/>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6C785A9-CF9F-4459-BE3C-FDC25263BCE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CB21436-CBD6-4ECE-8E77-B8FA85A1A928}"/>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38D37AD2-4F36-485F-8EFA-4A6DE26300B0}"/>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475497DA-606E-4F24-9E81-4F71170465DE}"/>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74DD4B94-D34E-4A1F-9ECB-B744F34322D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80191772-194B-43D2-9A2A-8CC2B3803D73}"/>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589E34D-0AD6-4902-BA96-563B4D8691A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F726411C-2E43-47AD-8843-6D469040213F}"/>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E131CA6E-D78F-4B0D-808A-D61C643D011A}"/>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72A2C22B-8EB3-4929-AD16-06EC19F45D07}"/>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00ABF299-AC94-4A47-AEC1-3AB90FF620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90360742"/>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01159B6B-0DC0-4526-BD8E-84C1439E92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7445E76F-D495-4AE5-83AA-710029727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CDDEBC61-D62A-479B-B5A7-4D4CBB083B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466AD995-BA40-4396-8B7D-F03B2DAD39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0861D22C-8C8B-4633-84B7-4CCD993072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23A978F9-1AE4-47E5-8B13-0C6644B95D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C96E8B89-C364-47A3-B884-116C074656A3}"/>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5B298639-A107-41F7-A292-443329702B1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4AF5C7D7-9DF2-42CB-91B6-3C4E42827C05}"/>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4097E55-3D4F-4298-9A42-5A7AB3346FFD}"/>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63B7479F-7752-4103-B8A6-D64D095F568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A7BA49CB-BC29-4BDF-8F24-C409162F4077}"/>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1002BD26-B48F-4F66-A0D2-0959BFC59C97}"/>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ABFC1E15-AB7F-4279-AB2A-D6732A7A88B1}"/>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34342E77-AD54-4991-AD70-FE8F889F3C45}"/>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C56E4AC0-0F1C-45F4-A0B5-6973FB7CD535}"/>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2030D392-C6A6-4D49-A6C3-3D3A679C439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CF6DDEA9-B7B3-4566-9CC8-B0EA455EF967}"/>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7970A02D-735F-499A-85A8-067E161E467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B4273AB1-45C5-475D-A68C-5340BC9C74FA}"/>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1C51494-4B5C-481D-9FB9-4B64F2E40B80}"/>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76191992-5E1E-4598-8841-A81EE60F7C96}"/>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715349B0-4A6D-457E-9C34-BFBE2194ABFD}"/>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090E27C6-D47C-4BB0-B510-63D01128CBEB}"/>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D8E2FD70-4760-47EE-A073-E4CFB32F1D8E}"/>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985A9949-0F95-46E2-8068-A542605A7440}"/>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70D0466A-B3F8-42CF-A4E8-0F49AF38C938}"/>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81E6331E-4E54-4B1B-96E5-5A78F620B5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863249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2F15CB17-DD5A-4C7E-AFA5-93889CC918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A20E607D-FC55-4D6C-86C9-2B365C5DD4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6B74C6C0-0172-46F3-B768-EE736B6695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DB8D6D72-B223-4B4A-BCFA-5E62142B53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E1D415D8-37FC-432A-A02F-D57399341F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BB878551-BDEC-4F41-957C-C96B9AAC34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3253F6-8700-4891-BFE0-27560FBE1D3D}"/>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719E459A-DE31-406E-B013-FB5D86C938CF}"/>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0A0140A1-A037-47F9-BD5A-F2A4B4500B90}"/>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82861AD0-1714-4DD2-AB42-13B8C825F5D6}"/>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1E5FC36-74BD-47F2-8007-91FF31EA1454}"/>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7DAF0FE8-AFC9-465D-BA64-FC4E0EDD34F6}"/>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FE430DF2-AF02-4DF7-B1E5-D763EDD4B804}"/>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5E279D0-3D27-47C8-B93B-EFA657D2C65C}"/>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B4548639-8377-4A63-8526-A6C4099EB0C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805CB572-531E-4393-8F08-86CEADE90A18}"/>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4413C5EA-1EC7-4971-82EB-9B7F8E5CEADB}"/>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31FD697-6598-49E8-B78E-E50EACD25E1A}"/>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F4A56927-558C-44F6-84E3-5BF64C79634B}"/>
              </a:ext>
            </a:extLst>
          </p:cNvPr>
          <p:cNvPicPr>
            <a:picLocks xmlns:a="http://schemas.openxmlformats.org/drawingml/2006/main" noChangeAspect="1"/>
          </p:cNvPicPr>
          <p:nvPr/>
        </p:nvPicPr>
        <p:blipFill>
          <a:blip xmlns:r="http://schemas.openxmlformats.org/officeDocument/2006/relationships" xmlns:a="http://schemas.openxmlformats.org/drawingml/2006/main" r:embed="R3094b2cd5bd7482d"/>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ED53BB45-D189-475F-9BC0-71E2C257F3F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55675B28-2D7A-416D-8CF9-1951EB2971C3}"/>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CBC3F313-EA49-4DAC-AFD4-39615C21D860}"/>
              </a:ext>
            </a:extLst>
          </p:cNvPr>
          <p:cNvPicPr>
            <a:picLocks xmlns:a="http://schemas.openxmlformats.org/drawingml/2006/main" noChangeAspect="1"/>
          </p:cNvPicPr>
          <p:nvPr/>
        </p:nvPicPr>
        <p:blipFill>
          <a:blip xmlns:r="http://schemas.openxmlformats.org/officeDocument/2006/relationships" xmlns:a="http://schemas.openxmlformats.org/drawingml/2006/main" r:embed="R26a1dd5949a54af0"/>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222C87FF-D82D-4E34-831A-FACB973B4C27}"/>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4EE1068B-4018-4F40-90E8-126851DC927F}"/>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5B13001A-F838-4871-BF78-E9503DFF721B}"/>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1B4729BC-7069-4F84-9F6C-5EDFDFEB962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5D4F5575-6133-4BCA-B29B-9E5F07911931}"/>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AD841027-A278-4426-B234-A75B1FBBE7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75877371"/>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3E972236-B42C-46AA-83A7-D1B04675DD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4623BE9-7461-4030-BF0B-F5D87389BB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E0AE7DB4-B0D0-427B-B3CB-54A311DF7F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D9BB4D09-DD57-4411-BA8D-D6EAC4B18D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D0AB0FF-2096-4408-B2B7-13A35552E7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B0E53C5E-5A1F-4BFB-A262-61BF41A8F1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ED4AED5C-A4F9-43FF-ABD8-AD5622B949D2}"/>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B8E76F9B-3046-4F8E-9A1A-35AD145C3804}"/>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D815A20C-5368-4E13-A285-14C920E399EE}"/>
              </a:ext>
            </a:extLst>
          </p:cNvPr>
          <p:cNvPicPr>
            <a:picLocks xmlns:a="http://schemas.openxmlformats.org/drawingml/2006/main" noChangeAspect="1"/>
          </p:cNvPicPr>
          <p:nvPr/>
        </p:nvPicPr>
        <p:blipFill>
          <a:blip xmlns:r="http://schemas.openxmlformats.org/officeDocument/2006/relationships" xmlns:a="http://schemas.openxmlformats.org/drawingml/2006/main" r:embed="Re2db2b2e0e0542e4"/>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4FDD1A5C-6C6D-49A9-A670-B023E37288DE}"/>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3CB34D29-31CE-43D5-9E60-64D1C8E3A124}"/>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D54BF86E-08BC-4478-9AFA-6E19D31FD55E}"/>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B5ED957F-2994-41D2-9CFF-2A8300897DB1}"/>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100CCE40-473B-4001-BCF6-7A287995FB16}"/>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59547274-13FD-4932-93B1-481B0625665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A2859B8D-6A00-40A9-B3CD-E92A04FC5E5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A88B892E-0BEB-4184-8A28-F910E2D1E5D3}"/>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5BA273A1-5BF6-4255-AD84-55B22735B333}"/>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0F54FBC-6A39-4B88-97EF-D7A708F70BCA}"/>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A6B8EE02-052D-4F60-AFF0-5DDD813DA99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9313721E-A99D-4B49-8AA1-64B056361D74}"/>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D4278D23-34F2-42DD-BA7F-D9563D375858}"/>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8A3B6BC8-CC63-4C81-9E39-DE8FE0AF5778}"/>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32D25025-2614-46CD-9197-62F57D441C99}"/>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3DC8A662-978F-4161-98DE-FF06ABB83026}"/>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4EB0E804-DB66-4741-A9D8-D266E83123BD}"/>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9B976299-27FB-4D22-89E3-43CD01EC1429}"/>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8F60A5D-C74B-428B-87C6-48B4260E2677}"/>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EBBD898-3911-4318-AB95-2B89850B09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8336837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38E495EF-63DF-499A-A1C6-0EAF067063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D1BE9D2B-1C07-43A7-9FDD-6B43D9FAFA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B8145D5F-2610-4376-82E7-E0F94A52AB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EAB2E16-1900-43C1-A41A-DD7E03BD46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EE5AF72D-4509-448D-952C-7F9EEF4731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2188E533-AC56-4B55-9AA7-9CBE3B74E9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A3D5A0E6-C7D7-4D3C-A954-41FA2A1AC62F}"/>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7965E7A2-5DD2-4B6F-9E23-0A95A551EB0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6BCC6B0E-978B-4ADA-819C-45A2FA9BC931}"/>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A6089565-CD61-4B17-A4AD-5E4CFFCF4E9B}"/>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FAA58E86-5D2D-4DA6-AEA2-BA73334E8528}"/>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01600A2D-DD14-4691-AD50-E5AF999E4766}"/>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8BF9866D-67EB-4250-B8CC-EFC2114E1CA6}"/>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FB6F65-39AD-4276-B1D0-E0DE70E93F42}"/>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9682D54D-660B-4B72-9207-2A78BCED73D2}"/>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216638D1-B59A-4CF4-A0E9-DFF48F10524D}"/>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86123701-D6E4-4DDF-9E97-2403C0E0C1A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661D23A2-2097-430C-9122-B32BF46563F8}"/>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6E8D4BBF-38A1-4A08-A56F-D38E39DD25F6}"/>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135B0C8-BE6B-4752-B57D-741113B323FB}"/>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ABC9446E-18E9-4896-A553-19CF2F6C87AF}"/>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CB279D68-4F8C-431E-AEEF-7BEE76FBA50A}"/>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5920051D-FA91-487E-8500-9705EFF1A9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17197077"/>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58E0F8C4-0502-46F5-B7A5-79AE678AD8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2CB954D1-58F2-4B13-BD88-8AA05196C2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97A27258-2506-4386-BCBD-AC072F4488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6382CC5-83AD-444F-87BF-783B9056C0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96E69C0B-ECE5-4B70-85CA-BC25DF3CEE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267B09DC-9A2B-4FAB-A9E7-D3CE89CD21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87F6D1B-D6BB-4976-B24D-1625CC60043F}"/>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A785CF6E-F44F-469F-AA25-FCD72F2EB904}"/>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2C0A6E52-5451-47F1-9DDE-F8379D65418E}"/>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828F82CF-4577-4763-BC87-2373048AE0F9}"/>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2F574756-300D-4103-9194-3C3E2E6CA1A4}"/>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91BF6B4C-FF52-4AF7-8C84-8DA3E12A5D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13F41088-0BCB-488F-852C-27345A86BBF6}"/>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478809BF-56BD-4540-8DF5-19E8D6B5F740}"/>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5A724E1-C66D-4354-96B2-FA2987B08CC1}"/>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D1A00590-7ECD-4CB4-8BD8-9F557206D38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D8006BD1-558E-441A-9B5F-10E757A2B9AA}"/>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C7856525-FDFC-4A70-9769-E1647AC0E639}"/>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2DFE1CB3-F3A5-4F6C-859E-7C184583E20E}"/>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237A7FB7-B5AC-4476-B9DA-EAC98E9AD2DB}"/>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54C82B3-9161-4209-B1DB-E484F9A820E7}"/>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880288BA-AA4D-4AB3-9DA9-F5987ED9B939}"/>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5AAF60B7-D4CE-4FC7-AD5E-C1546A903660}"/>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95D6B666-8608-4FC5-BC30-E94AA683282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06CB4F40-0A83-441E-AC96-F133F6E52BD7}"/>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50DC8D9B-8F73-496C-AEEE-1E28F9FB9EAE}"/>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1A2B304E-F1B8-487C-94C8-2AA081CAB761}"/>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DAFF810-D045-4B3B-8E39-5ECA04633904}"/>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F1396F7-4248-417F-8FA3-87B594EFB7DF}"/>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490CAFDA-5848-4BBD-9246-9B1B47E6835C}"/>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052C4E6-52B7-4AE8-BBB8-B7665C32FDD4}"/>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B2A4D820-F950-4CFE-A436-FA2CE775FCB8}"/>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66B641CC-5013-41E4-A37D-3175A1CCB03C}"/>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2714417B-C6D8-41AF-B9F9-45DBB4897B45}"/>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8CA0CB6-7204-4CA5-9D1A-ADF6C54351CE}"/>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DDD7C3CE-06CD-43DC-8157-F37CF411EFC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2AA7AD4-AAFE-4ACA-A968-77F7D4C114D3}"/>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8BE11D56-3AAF-4F7F-8E55-D0EC892D132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659D3723-4C29-4AD9-A9EF-EFA7246308D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D5234B4A-D1C4-4266-B57D-8E6681CBE6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688747"/>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8D0A2E63-256E-4D9C-8429-373A36493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FE924D2A-7242-47CB-BC29-0671A11088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E842E412-4AA9-4C29-8CC4-62E556FC2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4B017DE1-A3E4-4DBB-A645-F4DB54686B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FF991759-A440-46BF-9C1F-E62357F5EF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2546DA0D-2594-47D8-9CD5-8F55202D89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B9CD630A-F9F3-436C-9E3C-642546D12F6C}"/>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3ECCF630-E54E-4C37-8122-A6A398E75D92}"/>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CE7F6E0F-36CF-450D-B326-628664D60B64}"/>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74CCDE2A-8465-4C0F-B701-0CA982F40C6D}"/>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86EFA1E9-494D-4A8D-893A-28738D493608}"/>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31345424-9C04-4019-A1D9-51A21195D5C1}"/>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0CFA186E-4857-4717-8D58-13624F911E80}"/>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07F524E-D19D-40FD-ADBA-8BD5AE995516}"/>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16295CC-6645-43C5-8526-2C0F1BD8DBC6}"/>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2CC4E0F2-1CF2-48DE-9626-5C01AAE44D59}"/>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C2DFC3EF-28ED-46FF-9276-1320B8DC55F2}"/>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F164F1F3-31EF-4437-9B71-595B309D9A62}"/>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0CAD0729-EB0A-44B4-BC46-1C611C96802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905CF70F-0F57-4C91-8599-C903491EF7C2}"/>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2CFDFA07-CCC9-4152-BDCF-0BD71FAB6940}"/>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CDC2ECD5-98D9-4F8B-863B-6D32095ED3BD}"/>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7024E6B-3011-442A-93B3-9FEBD900FA61}"/>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F2C1EBBA-8450-461D-8038-3749A6D40254}"/>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09A7DCC-212D-423E-953D-71502B521975}"/>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24024727-7BFD-4AFF-A155-381BC3DE3CC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436D816-BBC1-406C-988E-CE4002FBC7D2}"/>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5D921E00-0240-43CC-9AB4-D01EDED60EFD}"/>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8E60BB0E-35FD-409D-BCB7-0549F2F9E798}"/>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F84934C9-B475-421B-AD9D-AF2B9338FF74}"/>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26B21E9A-AFD3-4EC5-8AFF-C05F9A0809BB}"/>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30CF3085-705E-4645-892A-1FA40D6E55DE}"/>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F79A8F34-A9B9-4C30-A9EF-2F4872D1FAE2}"/>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32B6A551-6042-4A51-8F93-64F0DC2C12DB}"/>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A48A5888-299C-4B80-B2A8-B1C839443A2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5A6D5464-0C36-4F31-9774-629CDDFC6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4971029"/>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E386BB17-3C03-4A3B-AB99-3BC100C334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D2CBDE18-D1EA-4664-9F7C-050997586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D00060DE-8D5D-48F1-9D35-D496C89D4C1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1BC0F923-BBEB-49CD-9296-FAFF962066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BF45DE95-6FC3-4858-BAB6-421DE6AC45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C22416C1-4925-49A4-9F99-2547F1D167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E2D729AA-16E1-405C-A6F9-4D3F3487B921}"/>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869FF73B-66CD-4425-BD64-2F7DCB9C1D4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97A9D6A7-BBB3-4479-92D5-992D10785393}"/>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FCFB4D16-5010-47D6-BC49-5C46504A481C}"/>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6FD65DC6-D09F-4015-909D-B969A873BD67}"/>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F76D87B-76C8-4066-B683-27515ED6385E}"/>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FA99767A-E98A-4BF9-9916-66176905D8E4}"/>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483E5CE0-481E-409E-89F7-50A308320750}"/>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F09F3B3C-9A44-4190-9B5E-F73FF31BD81B}"/>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62061BF6-3F43-45A3-B769-1A748BA4CB2A}"/>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662F0AE3-BCDB-451D-835F-F46C77EBBAB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B0B28DE-0260-45EC-A951-69FFE67D4147}"/>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475A59B5-D57D-4FA4-B939-795CA430CCCB}"/>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57B99A6E-B512-4D1F-87D2-96A6C62A1CF7}"/>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FFB9A270-775E-4C8F-8EC8-40A03C496BB3}"/>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E49C9DA1-B966-4021-B7C3-5A7471899AA3}"/>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307ECA65-CFF9-4FFC-B2C6-2AF2F467E26F}"/>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322B4801-28B9-45E4-8C1F-7F8E1E6A6260}"/>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37F4A556-335C-44CC-A506-F6B2FB12B1AF}"/>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A1837C4E-1F18-4AC2-A83A-D2725B73B760}"/>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E9F239B1-1F45-4CFE-B768-CDABFB50B09D}"/>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884CE9C1-1D02-4404-AF4F-5A8C070AB433}"/>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0D46C797-B8AA-4E00-9E72-5FA1B6EB33E3}"/>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284568AE-1C28-480E-B7C1-E6AF025F95E8}"/>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A7AAB20D-3A33-43C6-8892-3134C4CB9764}"/>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0690E7A0-85F9-416D-A316-ADE8B7FC6F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95247358"/>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CC4CC359-AD66-4231-A35A-519A5E4A36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4FF339B8-C539-4EA2-8FD4-50208B7B15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3D69AA5D-FEE6-4A30-BEEF-2850C68D23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BBAFF022-5699-4DEB-80B2-1032836FF3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D79F700F-69EF-46E6-9A1F-4466FE6BB3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6656C5C8-752D-4340-9F70-25331608BE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446E2DE1-420A-48B7-8E33-23E24277966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C088915B-50B5-4881-821A-86A3E0F967E5}"/>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BE9A00-65C4-4044-B3ED-DCC0892170B6}"/>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C9FB957A-3C8C-4550-8861-5208F2200310}"/>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1556FFD9-4F51-483E-9CB2-4FE98D0A2F9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1BB1B762-1B22-4E78-A80E-05F82AD6F47C}"/>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3BB8638B-B6DA-43BD-9810-FBA86A31211D}"/>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D9307B6-8273-49D4-971C-EEBC0D283E63}"/>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EDD7A4CC-718D-48C3-A0B4-73B3E50FCAF3}"/>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811C4415-02C1-4203-9B47-1FF7BEF37318}"/>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70C5B6F7-D6EE-4F9E-936D-19319D1DD622}"/>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B968071-0875-4E8A-A2F5-D2789751667B}"/>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46F3D425-6F41-4EDC-9243-8529DCD89EA8}"/>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DAD197A7-71FA-4E5B-8D3C-84E836E7608F}"/>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1CF1380D-28AD-475A-B81B-B6E91BF817C2}"/>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2AE4F9B-68FE-4B7F-A98E-37997AB8F7F4}"/>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E2F3F281-E8B7-4633-97D4-369D16DDB43F}"/>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DA00FE71-BAC8-40DC-BDF0-881203B831E6}"/>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FB7F8225-95F9-4BE1-99C4-7F6007C40B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392590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E5E2EC7E-3C63-4672-80F9-9D97543065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8A2B9FEB-DC1A-4BB4-9C23-996D3F71A0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39C305C1-AE70-4C42-84D7-EAD2176BA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94B84839-3349-4651-83A1-1D373016A7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9E86F150-79DF-43B3-ABFA-4018F87641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84150954-F74A-4D65-B721-ABE801C92F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4EFD2473-7B7A-4CB1-8BB3-8B232E44851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3CB778C3-C5E8-48CB-ACE3-19BD392A545C}"/>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149DC6BD-7C1F-473C-8185-FEA96EB4865E}"/>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B347D499-FE81-495F-AFC0-783A7DEB6F49}"/>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6D682CB7-E952-46ED-8461-7FD7B239805B}"/>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EC6D5D2-9D88-4644-BDFA-C9EFF462345F}"/>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87E9FFED-E599-4B7D-97AC-A9A2EE4D913E}"/>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6E8AA52F-1912-420E-BE9C-4BB6EA9474AB}"/>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2B6455F8-ECA4-4BE6-8B54-3F339FC56201}"/>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94BC4B6D-A123-4F1A-B4C1-A47A2B969288}"/>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85BE6564-97E8-4E9F-91D8-ED7FF116A34A}"/>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64B30BAF-E654-47C4-9B08-FFD970920FEC}"/>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7005DFC2-45AC-4A12-96D5-8A3149BB51FA}"/>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194139C9-8483-4975-9023-237F67EFE45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422B7EA8-EB32-46D0-A334-F743208BA24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0CE6E06-6A19-4695-B266-39A577B7EB4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79AF2E2F-BC95-4F99-8AF2-1CF096291212}"/>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011EDBE-C24A-4E6D-ADEC-D8EA4BFC0B5E}"/>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0DA78927-EC49-4C40-92B6-5EE9A974E795}"/>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E0311B2B-904E-4954-852A-DD8FACA487E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57033087-07A9-43B7-B494-FBFDE5D0C00E}"/>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CFAC65CC-D658-488C-847B-C16794A94AED}"/>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01FC82D7-B0FC-49F9-ACB1-78E98B9408DD}"/>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6B85CF69-DE97-4D7B-9AE2-17B626D689F7}"/>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41C17652-20C0-4AA7-8BB5-43DA8DEB9A9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B9609EFE-A495-400D-8731-109EF95BCBF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7BC87D7C-70F0-4F73-9D2B-8DADA4EB56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882842"/>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9B6894D6-3D46-4380-AC20-EFCBDDE08A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1C5A16D6-2FAE-4D8A-B626-8AB5790033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C6FEFDD2-15D8-4A8B-8402-86B177ED3F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D01DBB81-A174-4192-94E9-2A24C63F0C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417BA2B9-A524-4129-85A0-1DCEBC60EC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79E3494C-B4F6-4758-A4E3-D35B1CF085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F0B0B1C7-487C-4E26-8F34-447C676AB2B4}"/>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631F04FF-7E12-4DD4-827C-331D94C78331}"/>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C8A84D62-8F80-4A0B-8CA1-3ABECBF4D337}"/>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82790BAC-ECD6-4B3B-9D2B-A4F6DE15F806}"/>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A1870999-1C96-4457-BAF4-E0F863B657A2}"/>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64EFF796-F65B-4AC3-AFE6-A761726FCA02}"/>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2D54A9EA-C2DD-4911-BBDD-AAED0BE00792}"/>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B611C003-9531-4761-8260-67C8961ADCCA}"/>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1B6D9764-C597-43DB-B975-45908CFFF80A}"/>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EDE76E0B-893A-4E93-893F-4CF0CFFBAD9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D66C8CC4-4185-4AC7-91C4-D3BB976D25EB}"/>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45E73CC-AC93-466F-8F40-701D9E203130}"/>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B776DD97-17C4-44C4-808D-D116F2715A82}"/>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4A1C0789-A335-4D59-98A3-ED6F0FC18F57}"/>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66898F7D-273B-4041-9667-20A8621532E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A270C4C-854D-4F68-95FE-42F08FA303F9}"/>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4AA600B6-B7D6-4D52-B742-7E531484E490}"/>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91A812FE-14C9-4F68-87EF-4DF746A44697}"/>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CE4DD9CE-10A9-47DA-AB0F-18D0B1764971}"/>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FCB349B3-F82E-40F8-A9A7-6307E8AAA583}"/>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A06372EA-167A-46C5-8915-03983D5B90D4}"/>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06B60053-3039-4F9C-B566-9FA9E25751E5}"/>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D81578F-DE30-4580-BB97-028FDFAD76B8}"/>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16B473FF-99D8-447E-81B2-4FE0DCC23E91}"/>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BA9D9786-161C-46B1-B5D4-936B940692F6}"/>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0B2DEDD3-68E6-4386-B8D2-DE3EFB80A4D5}"/>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A1B7106-35C7-4118-B23D-BB0B7E9CDEA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A57D6EB2-B622-408B-B56D-7F9C69326C33}"/>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F00CB7E6-0EFB-44BA-9074-0793BDB74540}"/>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147F3F9-38BF-4068-9EC1-6C208208CADD}"/>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812442EB-1C62-4C34-A52C-0E46400CD6B7}"/>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EDDF0604-EE09-42D4-98BB-C67A19D272EE}"/>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FAED20BC-809C-4CDA-96BD-3FC7AAD6B058}"/>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BBB189DC-241B-4335-B46F-0F47B0F89A4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4A9F7403-0410-483D-BD9F-450E3D78A7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93329929"/>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DD2EA218-8846-4CE6-82BB-B22A1D9FD0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942AE560-AA0C-44CB-BBEC-15B3DEAC42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EB92BB0F-BDC2-471F-A955-50B2441F2A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B9DF1F86-80B5-4213-810A-43FDAE4892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2D104C2F-1480-41CB-90FA-E3E5FF955B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22B7C45E-D4E1-4052-9935-6BC023BBC6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7B5592F6-2AA7-47DB-990D-A593260DEE0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89633BA0-6A9D-4D21-92A2-3C795CDAB12F}"/>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1CA43555-FF5A-4A4E-BDAA-183238A45E1A}"/>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35E7343B-F51E-47D6-9B38-03BAC5267743}"/>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1750F071-B70A-4E3B-B18B-9E155B653D45}"/>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CAB7F467-F522-4520-838D-FFBB94013818}"/>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7E1DA306-70DE-43C0-AFA0-3C97A8A95C36}"/>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CCC4C77-D058-4C58-B82E-3B1CDF5A6E29}"/>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6DC8B3D-EC9F-4BA5-A90A-CD43A2C95207}"/>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95178B4B-5F3A-44E5-9E6E-63CB31696E36}"/>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87C6A8F-6C29-4B69-9A5B-3B7AAD81ED07}"/>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309B0AAB-C78E-46C2-A0FA-11C80C8F0065}"/>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C0B930F6-1752-457C-9942-94E8B1CF519F}"/>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07CD4D8C-50E4-4047-9A6E-76EE983D003D}"/>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6DF7617-359E-43C6-8ED6-600FD5A10606}"/>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2C30FADC-8FE1-44D8-9CCA-252D7E4B2F39}"/>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BD2A1A85-61CA-4A3C-9755-C9D56532C6F1}"/>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62C609F4-CAAA-4F75-9EF4-7F360B170827}"/>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E4C05D24-6D9D-4A0D-B049-7C843C2F88BF}"/>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B9B19256-FCCD-4850-8AE5-79C1DE835CCC}"/>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9DFF4C34-4833-4858-BB9B-682A78FB30C1}"/>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837210C0-1ADD-45A1-B76E-6EF5259BC3EC}"/>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44FA3D17-B361-4A95-BAF8-CA71BDD126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2296296"/>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B3E4BFE2-9A06-47F8-9F0D-302EE1323B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2150097C-8891-4702-956D-DC0880413E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8C0BBDC7-1C2F-4FEE-A507-4A292C9411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8BC9122-6CC2-4867-BE98-8D9B680F97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6BDD847B-9A39-4B18-BD62-C5475C732E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46E25BEC-69D5-42A5-9696-57ED53037B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9D363543-5F09-4891-8AD4-4A090759E84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980F30F1-F6FD-431A-89DA-BCCD2C99669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E245B8C-C146-49E4-8AF0-F15526269621}"/>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03F5658-EA9D-4B35-AD65-088D61CC9F0C}"/>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D89FC4EE-C07F-4F55-B927-AEB026724CC0}"/>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5DBD26E8-C094-46F8-A006-E9B4DA3FC8E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9473EE8D-149B-40C5-B6D7-1AD0AD0044CE}"/>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9EAF1914-4F64-4E15-8D27-4AAEEA8445E5}"/>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D3727E25-7C53-4756-8C8F-E16ED5FDF669}"/>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10A341A-3C91-4C60-9D6C-B1564CEB4E36}"/>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157B974A-DF02-43FC-8935-B4FE01A30B7A}"/>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CBDEE55B-38EF-479B-9A12-BE4DA0F7E7D9}"/>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CB92CEE-543C-4997-8458-C9F387B8E1F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B44FF200-C6CD-4D8F-9C03-3D6DC254096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C4B0541F-491F-4F56-A8FD-0B06F72BBB2A}"/>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734BE1E9-C6B9-48F6-93E7-E2BAEE34478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7F498AD0-036A-41A7-A07C-E095E676C617}"/>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9A273F7C-6161-4E75-915B-452F0C994A47}"/>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96A78546-E15A-4132-8448-545C75B887F7}"/>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AB3638B6-0CE4-4297-A451-2511B693753E}"/>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42853FB0-56E9-43E5-91A0-98B318718CC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7D48A337-5319-42E2-B30B-710D8DC90EE7}"/>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617F097C-9F1F-4257-88E4-54F67AEDE30C}"/>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FC23287-AB2D-4864-9AE8-FFD7960765E2}"/>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BEC69202-7E0F-4EAD-AA9A-F2158EBBAB95}"/>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0A1FFC32-07AF-4CCA-A9D5-366C98A32EF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0CF93699-47CA-489E-9556-F2D4CA21F1A9}"/>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F43BF9AA-5818-4D42-9FE5-143C60FA9595}"/>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379751E-D7B9-459F-971D-EC2DB7768FC5}"/>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F0AC3D3E-CD80-4CDC-9E59-B8922C7F8B7E}"/>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037DB6AA-22ED-43DF-B4C1-CB78CD3296D9}"/>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489A6407-D927-4217-96B5-2554AB4730BC}"/>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9089BAA6-0D1D-46D9-BF0B-E9EDEB336C83}"/>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BD0BAB29-91DB-47D4-A37D-3C1EB87567AC}"/>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84F4DE94-288E-46A5-A4EE-7FAAB42650C0}"/>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4065B7D3-730A-4131-A22F-BFCD0643270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1F3EC670-A5D6-4383-8C3C-7B1610731C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42250662"/>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D072E678-8540-409D-9AEE-B0FF77B037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4758939D-E357-41C7-B5DA-02EF0E689E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B2796B46-117A-4616-B4C0-596CA5C681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0D4EA468-8B32-498F-8F92-0516D5C942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78B322F5-FEA5-4068-9D12-95201AE798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4F9273E8-AFBB-4495-B571-0D93AD58B9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5FAFC225-25EC-4B0C-B3D5-4DB746FBB81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02705D04-886E-44BD-B057-92EB39BD65D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6F261A6A-B8E6-49D6-ACAD-8AB8D45F987B}"/>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DFF31906-477C-4C32-8FB1-05BF17DD51C8}"/>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4F53DFE-B3F5-4BF7-BDD8-A7E9A05FC9F4}"/>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C1EA5996-D9D5-46E9-9D02-E05552EC1A92}"/>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D7D185E5-BD53-4809-94E4-CD9B7F2FDB60}"/>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29C45D26-F24B-4989-A4EF-5DFD624BE3A2}"/>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427425A0-276E-44F3-8B0F-F0AC20C469E3}"/>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D90A0E84-BFAF-42B6-920E-6350129FF754}"/>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A533C5FB-2F63-4874-8CE6-6DF66853B799}"/>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F3B5E410-A40D-420B-AB76-D86C6B569F70}"/>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D8706947-60D5-4AB1-89B7-068D21240B9F}"/>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C7E18DB1-7860-4AC8-B8FB-A89B887460E2}"/>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67937BC1-9815-4D88-A42C-BB245FAA505E}"/>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7EC21780-7F5E-4F39-B714-0E582959EF5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1F849A04-EFE2-4A49-9E60-87024A74C8CA}"/>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8C12A6A3-2170-402E-A7D9-AE867695AB78}"/>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E8B96AE5-74D1-48C9-983C-30306E4AD8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7851738"/>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621FD236-4A55-47C4-B750-4C3050814E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72177289-3152-446B-AD8A-9BEFFCB618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D5A68610-B909-4B5E-BE27-C7D23CCE54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F5DA89D4-5EEA-4C3E-9545-94CD1BA215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9F850595-26B3-4605-9CB7-015B17CD5B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B4870B05-A818-4D60-964D-0CAE844A1C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68D64DA9-C40B-4B8C-A51B-982C41DED9F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8B6959BE-CED4-4FFB-BA97-B6E0648050EF}"/>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C10F9AF4-42BE-4551-BCB3-5CB1D791C91B}"/>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AFD1400-6325-4A98-8483-CA74DE11840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013E574E-3C65-4BDC-B24F-17056EB5F84A}"/>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9ECED3BF-534B-466F-9809-ADBB3502D0F1}"/>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0E153EF5-2A93-4791-9AEC-83EDF56C3153}"/>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3913B37C-CDBF-44B7-9DA9-6D498B35BE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909917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8BFB5D9F-A350-43D6-93E0-37F9D81E8F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37477D30-FC7A-4E0D-B1BE-D1B3FE0CF1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96F2D25B-BF68-485F-B5C1-C856B5FF2F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1BEFC24D-A081-401C-851A-E1FB7064D8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349C0DA4-6B78-4113-9133-FDE2D6AB6B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01A8A2C4-BA2E-481A-BDF3-044723EB0D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485B25EB-04E9-4082-B181-BD759F25D41D}"/>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C9301A41-6B3E-4142-B7B3-25FA967BF689}"/>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AC77B019-8707-4B0F-8922-148C9F007743}"/>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A7F626D6-E6AC-4096-94B7-74847FA904A7}"/>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99C6AEF1-153D-4D18-A948-86D3A34E4432}"/>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D5A12ADD-7D45-4407-9D68-2553C8FBF347}"/>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C7C6FBF6-057B-4423-8A51-AFD0263A98B6}"/>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F0ED1E27-2EDB-458B-B89E-C448D719C398}"/>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52DCC30-1D9A-416A-A2B6-8BB573BC8C58}"/>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2FC2B89E-8900-48FF-9E27-029B961C6F61}"/>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ED2BEA0B-7831-4404-BCB8-670E314B1511}"/>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58B241B5-B57E-42E2-956C-59E8E84A0943}"/>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FECE0271-C6DC-481A-B6EC-E721B539EE3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D7C9D806-00C2-4F5B-89EA-1DDA193944CC}"/>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9121BCC5-F419-4A84-8F40-CD73EDBD4FE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93450CD7-EC08-4CDB-8159-90C138BD2A4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6FD8606E-3A3B-47FF-8DE0-92FC302542F9}"/>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FE46E2B8-A345-42E8-ADE5-518F2928CF94}"/>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F2767946-D0C6-4F61-BB06-894888802047}"/>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8E8B57E5-A20A-44C8-91A2-7037E676C7FC}"/>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871D2297-404F-4ECD-AA6E-79F01B0E92EB}"/>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276627DC-A064-4C9F-84FA-5853239092A8}"/>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44D8F0CD-8236-4032-8D51-A18B190335B7}"/>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9E552F9E-ABD2-4267-9EF0-42224A4F13E6}"/>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2513FBD-576E-48BC-BD30-342396B5A579}"/>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FDC3B536-35B9-4E1F-B261-BE6F6FF672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12666100"/>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F009FE88-938C-4700-B01A-431051D3CA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BA1B776D-07BA-4812-9282-5381100E6A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25EBC207-3DE5-43B6-AB0B-4D1D783355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8B34959-9BAF-4C42-840B-AB55036F8F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6F878FDD-3DB7-411D-A830-91DEAC55FB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D71B746C-00ED-481A-B8F9-162EA8F24B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7EEC695-A79E-4ABC-9055-022AC2A6C81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3998DB60-BB1F-4013-A6C0-9FA42B5E419B}"/>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19CE0DEA-1108-41A1-9683-18849649ECF6}"/>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1704F058-9BFC-496A-8444-33138F3F2B34}"/>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67B4F874-99AC-4CC6-B722-B952DC2F5695}"/>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9EF33E24-1A42-4A8E-B44D-8808E5F3D1D6}"/>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95E87039-FC13-40C2-90E3-62A50463CE8D}"/>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D046D248-BF97-4165-965F-59114B58E21C}"/>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47760568-1175-4A4D-856D-CCF09EA58C33}"/>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8CE07672-8D35-4F2F-8F45-041D840000A5}"/>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2B2D5756-6BEC-425A-B081-C510244651D7}"/>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B7D7D7C7-3E3E-4EC8-9901-3E2A214BC399}"/>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420498E8-6A4A-43C0-9EB7-DC6D32369063}"/>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20CD1915-1D82-4E42-9D0B-2D961AC5858C}"/>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364DC448-19F1-449D-9975-91E4A64233A9}"/>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B70E9709-51BF-4D43-9980-834C5E7AEA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9402138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4970AA3A-4FCA-4D65-A017-EFE8E3CAF982}"/>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6BE3E578-1B06-4A8B-8BE2-E88C511DBB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F7F5BF28-4420-4514-B86B-EF393032BF1C}"/>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BB52B7AB-301A-4354-B47C-AA7CEC48B4E1}"/>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8974E81B-B654-4C83-B749-EBCDBE8E5E8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B16E5A58-DAE3-46E7-8837-F6FFB4D5E225}"/>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4BB3828-FCBC-4CB0-B0DC-7AF02D4F58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206209128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D007CF4D-06F9-4B2A-9649-599FC7F846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C38DA26-EFB3-4D18-91C3-E3E1A6A5CA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9C73188D-AB1C-44E3-874F-2A876B2A95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42F93DDA-3204-4730-BCC9-F5C36B831C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488DBACC-B734-4079-A2CD-021F9B68E9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5E278D96-D007-4165-AEA4-7BE26C3A7F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0BC88CE4-78EA-4C13-8532-DB7BF2EFF693}"/>
              </a:ext>
            </a:extLst>
          </p:cNvPr>
          <p:cNvPicPr>
            <a:picLocks xmlns:a="http://schemas.openxmlformats.org/drawingml/2006/main" noChangeAspect="1"/>
          </p:cNvPicPr>
          <p:nvPr/>
        </p:nvPicPr>
        <p:blipFill>
          <a:blip xmlns:r="http://schemas.openxmlformats.org/officeDocument/2006/relationships" xmlns:a="http://schemas.openxmlformats.org/drawingml/2006/main" r:embed="Re32014e4b0d04883"/>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E88DFCE3-AE4B-4B8C-8C16-9F8ABE6062D0}"/>
              </a:ext>
            </a:extLst>
          </p:cNvPr>
          <p:cNvPicPr>
            <a:picLocks xmlns:a="http://schemas.openxmlformats.org/drawingml/2006/main" noChangeAspect="1"/>
          </p:cNvPicPr>
          <p:nvPr/>
        </p:nvPicPr>
        <p:blipFill>
          <a:blip xmlns:r="http://schemas.openxmlformats.org/officeDocument/2006/relationships" xmlns:a="http://schemas.openxmlformats.org/drawingml/2006/main" r:embed="R0ec2471e6ea14064"/>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B99E6A74-C3A2-4FA3-AAF0-2CB8B1E01168}"/>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9D6FA340-8711-479C-B443-565CD3E87425}"/>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C8FABEC6-FD92-4FE0-8390-AE78C457A67D}"/>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4878E89D-C60E-4A3C-A1F0-5A137F3FE10B}"/>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FE479C13-6752-49FC-B5FA-508700514BBA}"/>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FA5E6C09-E451-414A-A76A-D69A1C03F971}"/>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171C7761-3B1C-48EB-905B-4A25A1C5DE10}"/>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1676C37A-65F9-42EA-99B8-084C05BC5922}"/>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44215FE1-C918-41BC-BD86-6AC27CB8D58F}"/>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CDC10594-19EB-40B8-BF76-2D603377823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DE70351E-A2BF-4A7D-8BED-0339863C50BE}"/>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AADB8385-5EE9-43FA-AD3F-11225893B8EE}"/>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BE9D993A-D165-4D4D-B7D6-EC7C6B11A4E1}"/>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A56CF83B-76C8-4BC2-A4F1-4035B1A0C2B6}"/>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60A165B-CC9E-4894-B1B8-87157BF159A9}"/>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D490AD1A-4BDD-48E4-988B-3B38BD320853}"/>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09A90F37-3DCA-4989-920A-E43A1977400A}"/>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7DFE3F11-9EA9-4E72-926C-9C5529A4C12B}"/>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FC4E766A-3DED-4509-AC9F-DF2745677E81}"/>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18C14A7E-3179-4BD0-B767-BBE557F161DE}"/>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4558A48E-8938-4A06-8F9D-D1CC34C5144F}"/>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C889D084-049D-413B-9C92-99F7B2E796EB}"/>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72F97E00-EBF1-45ED-9A81-CBB2A24DDDDE}"/>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7EE1DFD2-CB34-4B9D-A5E4-54FDF342DA8F}"/>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0FE311EF-4643-4F8E-9640-936A8B0365B6}"/>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C15AB1D4-9F2C-47A8-BB5B-5316CB3951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769964248"/>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1EEA88F8-69CB-4720-957F-8C3A1183FA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646238D5-EEEF-48AF-9BF8-5E7674995B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5F10AF9E-862B-4B81-B498-3C1AB9B78F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E14A694E-C867-4D8C-91F9-726C3ECD27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8BF1D24C-148C-49F8-969B-BC0A72F59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C1EAF16D-AA3D-4DB2-A10F-6083E70EB6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F588F6C3-EB7E-4753-84AB-797543FA6304}"/>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88CAEF9B-3A2A-4C07-B44C-9DD1AEA9ABD7}"/>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9C3DFE0-59BD-4E5A-9C41-57F5C4AF880B}"/>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3C81A964-5FD0-4E0C-9376-75009583FF62}"/>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FCDC95A7-70EC-418A-86DA-D8FFC1BE1164}"/>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33A109EE-4FFF-4158-ACA7-61A94F75EF1F}"/>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62CFF9A-E944-4010-8E41-563E9E6CF861}"/>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1B588413-624E-417F-90EA-773512E2A8B5}"/>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60702843-FCC7-4C53-A94E-4E2C2CB6AAE6}"/>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FB953D6F-C744-4C9D-AFB8-FA875173AC69}"/>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EC1E39E8-E4A4-491B-A464-69AF65DFA525}"/>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CDF3E0AD-CDFE-40ED-8B5C-3CFB6901519C}"/>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745BB63C-26D5-430D-ADD1-33CFF404E603}"/>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42D00663-5740-4807-A120-B1FED30B940D}"/>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DDCCBE3-9506-423B-A143-151D7122C13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6EB4962B-41D8-4A62-98B1-7866012C9A7A}"/>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3684CBC-0CCD-42F4-A87F-CD4D64AA24EA}"/>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34E35D4F-554D-483F-801E-822A68740176}"/>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5F4FE64F-01AC-4F86-82F6-0915EEB198F0}"/>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A726DB6E-37A8-4485-8538-5E1C7E93C1C3}"/>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BFCB9253-6BAF-4167-A546-D66390227C4C}"/>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6C3B46B1-C896-4E2A-909A-E0BE73F7D41C}"/>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1B929E17-1010-4426-8186-BEC622523356}"/>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1DA65D9-62EF-47B2-B431-DABE97B01AC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CBB97A62-E7FD-4C79-BF6F-312A19082EC8}"/>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73057316-2542-4203-82AB-9602485AC31D}"/>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284378C3-263D-4B15-AA37-B62A2391602A}"/>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70647F32-0671-448C-A7A3-825755DBDFDE}"/>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047D5F21-1691-42C2-B048-9032D53CC7D2}"/>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A73492BC-07F7-428B-9041-DDC5AC0DDD60}"/>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B5E21AF5-0A26-4581-B62F-5B9C8AD0C332}"/>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63F8B856-1BFD-4589-A4F8-6BE8C9C40B82}"/>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C5CE11D6-1AA5-4D26-9688-27B61A8146F3}"/>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89525341-DAD2-45F0-99D8-62155675BF6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687520B1-8B0A-49CF-B17B-4218AC83A2C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9197C09A-0FA9-4D8A-BE4D-96D8E31E4B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12787083"/>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65E0246A-1E6B-44F4-8653-F30D55CF3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B02A177F-2B3D-4940-B20D-86CB1B12BC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ADFB009C-D120-4556-8957-A84C2ECBFF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602512AD-744B-4691-B9C3-25D0B0DBE6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697BC05F-664A-464B-9EEE-85CA342313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4B73DDB9-25EE-4AE2-B399-3C9E25F4EF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F84AF5D8-FCAB-4507-9261-820140BAB2BC}"/>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8A33B271-8050-46E2-A4E5-25D1C212B39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A9693051-CE95-4482-9672-0212B2B95EA1}"/>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39AD0A3C-BD27-4EF0-A238-7076736723D7}"/>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B308BA0-1FE6-4FFA-9FC3-F5007BE0A27C}"/>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143090F7-A773-4E4E-B8F8-DC3670EC13C8}"/>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3CF0C80C-92BA-4252-89C5-C66FB34FF70D}"/>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759C2D67-BD8A-44A3-96F1-2D8FD0002F68}"/>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04D0F6D1-4E9A-43A9-9F51-1E50400958B1}"/>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6C76CAC7-F36B-4563-B0E6-8C8E218B2D25}"/>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8ACF71E6-631E-4200-A279-BC34457CE621}"/>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7946524E-339B-4429-950B-3CB658A1794A}"/>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FEB89CAB-E708-4F45-B936-3FB794F7181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05E9D207-03B9-4FF0-897A-3F08CFF8266F}"/>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5F9625AF-9965-4CB6-836C-7C4EE8828B3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506E8B72-0E26-4A3F-8373-3A54A2D03FBD}"/>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47EBC7B1-8D1D-4FEE-A4B0-7D7DDA2F10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4841854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8B122DDB-2582-414D-B5B7-C81ADD8AFA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A288F9ED-D13A-4E38-A05A-0FC443A2D6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00A8C1E0-7B95-421A-BD2D-0DE985131A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179F1AAB-78AD-4B0E-B2CB-2C620CD0A5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CB0414B2-C1DE-4B68-B443-F87BAB4C56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3903AEA4-AA2D-450D-A8E3-93A306DC0E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D83780FB-16AE-4448-B9AB-88A0B03D8B48}"/>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66FD4782-9EB4-49D9-80B2-A16381A5698C}"/>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E37E3E6E-44E5-40F6-AC94-4B66945D5375}"/>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36FDEA4A-C0E1-4C85-98FF-83F4B6F509D4}"/>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E168C80C-7DAF-41A1-830E-854747978463}"/>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060414D5-884B-4131-93C6-7ADFAB691714}"/>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38A07FF4-F1D1-407A-8FD7-63089753FD13}"/>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3535F0D4-001D-4BCC-BE9F-4ABA23A09BEB}"/>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8036519A-1A3B-4041-A6D9-307A7799CEEF}"/>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A7BFEEF0-50A6-4B63-A898-75875066E33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EA728665-AB75-4B7F-8A50-ED245B001A81}"/>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3E0F3061-7902-40C9-A2A9-0CCAE669A09A}"/>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00B95569-A6A2-47B4-9459-6BBEECE14098}"/>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B65E31A1-F409-49B2-927B-831DCE95A215}"/>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C827C1-93A0-4547-9F79-B3837CF0851D}"/>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63DA9A4F-2CA2-4B90-843B-0F677897DEBD}"/>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CC287143-B111-4326-95F8-AB7490AB01C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499AF86C-76E6-413D-89AE-A359A327963F}"/>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267DBA26-410C-489F-962C-B130AC628CE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98FC7D60-D086-4F40-99FD-EBE7C9E7A072}"/>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05FF9365-FB1D-4A44-8E6F-7BAEC87D01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48392204"/>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0ABE2E86-85B2-4C54-A5F7-82CB7ADE09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77D200CD-9F36-4A6B-8509-6C82B0A9C9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08687967-E995-4C4E-BDAF-5D27119FC1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61F8610-866C-4BDF-8FED-5DE52E5880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9C849236-6D3D-4063-BEF5-D8CCF0B3C2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00D5BAA3-5D0F-4008-AB54-B7E206E124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75845558-36D4-4C8C-A056-13C062B69DAB}"/>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714635AF-3B2D-4A33-AD2C-12448030FAD7}"/>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E1639C3A-43EB-4338-B0A1-407F4D692418}"/>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EFAB9456-118D-4D10-BC18-BBA78E93C45B}"/>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06683F8A-641C-4ADE-9A53-57449C31441A}"/>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22F113F2-09D1-45CA-A9A5-79E94863763E}"/>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4658CF02-A7AC-4D6B-AFA3-BA32BDD9F80C}"/>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E6FC75FE-294B-42A2-A3E9-AF27A8BADC57}"/>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4E514092-8271-4393-A1EB-C69BA3D4CC81}"/>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1134F4D7-7E3F-4BCA-9335-E0AD015A9BE3}"/>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4BC824DD-1D6D-490A-97A4-D8847A001E55}"/>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67C538EC-5948-4D4D-A138-0B4ADE1BAD39}"/>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959B61B-1189-40E9-AE9C-83CD30EDA169}"/>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28BFFA67-285A-4547-9B0F-A13F929BF3E2}"/>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D40F3864-A15B-4BFB-B8DE-DCD4262FDF4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773A8800-6EFE-4990-BFA9-F1628DE38842}"/>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5301F477-E06C-47FF-A813-A96475A22F9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4B10138A-7600-43C9-A407-8C8947111CE2}"/>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0088508C-6E92-47C7-9163-8396EE60C1D3}"/>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4643F42-549E-4220-AB93-CAA3BF9A8FEC}"/>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93B718AC-31F3-4EE8-BA45-BB07524F22CA}"/>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963D01E-8E5A-42AE-8FA3-17D0BB733C23}"/>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CF5D5F45-E27F-4514-B781-C602D1A42389}"/>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A4B261AC-4C7A-4211-A502-BDB0F796799E}"/>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61F311F5-6534-402A-BE97-935995CC3E61}"/>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F30B6E9B-0F41-4566-9A38-11FEC2511A7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FE16AE76-1998-4B16-820A-0EB8A93B84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549439"/>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6E8AF08E-643A-4833-9242-0598F7D47B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609B55E5-F5C4-472C-8676-E8537C1FD7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FADF8FDD-C9B1-4720-A6A7-792C1D1E71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DC2BDF57-D569-4F18-8B9D-CF3CFDEA28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BFEDE0EA-4A2F-4FFB-A1F1-7F9E1A9A37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29233E51-1118-443F-9523-D7BA056933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EE95D4D8-2D50-425A-AB22-B81C6EA1372B}"/>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749C1F36-859A-4EEA-A86C-1683338EB778}"/>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734CA2BB-87BB-41B1-B893-B6473EB2D9CE}"/>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06057D2F-30B5-4416-B267-31298681189B}"/>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FFEFF593-0067-411A-9439-EC8B36308D8A}"/>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C77A93C9-D159-4F79-850E-5363D1CB9976}"/>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D6D772CD-4AB7-4A13-9D93-93BD3C4C4538}"/>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70C71B28-8D98-498D-9825-CE9057381F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99752544"/>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AE7D7DC9-E43C-4CE2-94AB-E92AC0771C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3">
            <a:extLst xmlns:a="http://schemas.openxmlformats.org/drawingml/2006/main">
              <a:ext uri="{FF2B5EF4-FFF2-40B4-BE49-F238E27FC236}">
                <a16:creationId xmlns:a16="http://schemas.microsoft.com/office/drawing/2014/main" id="{109559DA-EA8E-4CAC-87A8-B67D1B4859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절차는 재사용하고, 답은 근거로 정한다">
            <a:extLst xmlns:a="http://schemas.openxmlformats.org/drawingml/2006/main">
              <a:ext uri="{FF2B5EF4-FFF2-40B4-BE49-F238E27FC236}">
                <a16:creationId xmlns:a16="http://schemas.microsoft.com/office/drawing/2014/main" id="{187C191E-5DBB-4F94-B7B4-ECE9C0E2A4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CE74A31B-2B77-4605-9DB7-68E25F914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D176CB9D-B389-49E1-BB75-20D08B1F0A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9A1CE865-9229-475C-897D-D5AC7316D9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85611396-915B-4C5B-AB33-C55BC924137A}"/>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71794FE8-7B49-4DE9-B555-77EA060FF353}"/>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509DACC-F014-4114-9656-090B5F44BFC3}"/>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F62B5018-CCB0-473B-A0FD-C18C7251E75B}"/>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10955D84-A155-4C61-8C19-2AF07FBA3982}"/>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44AF78CF-73F3-4D56-BE7D-E25CD907AA17}"/>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50893DAA-C14A-4577-AE57-701F26AA882B}"/>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79A2B6CB-7A4E-4234-92EB-20C66A1BA996}"/>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AA6C41AA-8623-4D71-9681-7C0C543460E4}"/>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A92A22DC-CD50-42D5-AB27-CD8CDC637BE9}"/>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3560E795-3C95-46BD-BDE7-A12F5C5495C1}"/>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A5AD5E28-CC7C-4083-A83C-577E5932E4A0}"/>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FEB6770D-D8A5-406F-9B08-4D435533A14F}"/>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E4AB70FE-BC94-45F9-869D-5CBBEE582FDB}"/>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FB6153B-C781-4BDF-8440-29BA1FCA676E}"/>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2BCE8062-0F60-432D-95B2-D8D8BF71CD0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86B4682E-1B4C-4EEA-AB5D-E466ED296A69}"/>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513B6D0-660A-4BE1-B992-652BF9F968D1}"/>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8703B1FB-C971-491E-BE1F-B92A9B323BF4}"/>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0682BB7D-18B1-49AA-9AE4-87CB5DB7119C}"/>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A151E2AD-7D25-4F59-9565-A63ED0A3843D}"/>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C7BBCF61-CDD3-4394-BCA4-D6404B9ACBC9}"/>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653680C4-44A8-4BFE-8D77-5F48B924B042}"/>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25902534-9457-4A0D-AA70-F9C151DF73D1}"/>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BDBD257C-F037-47F0-9B48-0574E9F29741}"/>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FC8A498F-2731-4B8E-8078-F2BD1E09B674}"/>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5C7E1701-B089-47E4-9078-9B576397DFD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B245E0D2-E02B-44B2-BC92-46693AE84F91}"/>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1734FA1-A9C3-4BD4-A70A-7E3F7181074F}"/>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073881BB-E341-4210-A01F-9796EA3D664C}"/>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5A744F51-069E-48E8-B6E1-F297B490C83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128C5346-B7CF-492F-A912-C1A9B41CCCCA}"/>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BE6293EF-69BB-4788-963C-BBB4D0AD1C67}"/>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389B6C23-6DBE-467C-AF8B-17BA105E0220}"/>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ECE5DEB5-B824-48E1-B5A6-52BD2CA1E4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DAD9F8F3-89AA-42CC-A4F4-656C2C57A55C}"/>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EA51D8EB-0719-477B-8013-4DDB3664D76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B8A375E0-1FB2-46C5-B243-260D3AF3B3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208713196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A8866D05-F904-40F8-B6A7-E5AF5706D6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4">
            <a:extLst xmlns:a="http://schemas.openxmlformats.org/drawingml/2006/main">
              <a:ext uri="{FF2B5EF4-FFF2-40B4-BE49-F238E27FC236}">
                <a16:creationId xmlns:a16="http://schemas.microsoft.com/office/drawing/2014/main" id="{CDA2B803-9BC3-4050-B5B7-C6F25F7D2C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밝기 통계 계산의 성능 개선 후보">
            <a:extLst xmlns:a="http://schemas.openxmlformats.org/drawingml/2006/main">
              <a:ext uri="{FF2B5EF4-FFF2-40B4-BE49-F238E27FC236}">
                <a16:creationId xmlns:a16="http://schemas.microsoft.com/office/drawing/2014/main" id="{D654DE33-86F3-49D4-83AF-BE7E505701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A318F432-03F5-489C-A45D-75A53D96C7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6E3DAEC5-44CC-403F-9432-428C15BB8E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BA476C06-DC79-4218-99D6-61624100D3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02EAF28F-0B9F-4812-A469-02B5B3AC579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4B80BA68-C9CD-45CC-AF09-30C3E729B86F}"/>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C0B85511-0AE6-48FC-BED0-018678E755EE}"/>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61669D3B-DBE1-4DBE-9EFC-9F4427CF93A4}"/>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27642E5B-7E4A-4082-AC24-A4C42CD5704C}"/>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B3EF9CF-CE59-4A77-819C-69FD07C751E5}"/>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32BBDF63-7AC0-4466-8D6A-4A9284FF9812}"/>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898DF084-3643-4AE9-A80F-DE5F735E6F9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6CBA597D-D0D2-4BD8-BA06-D3D4E93C9792}"/>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490C0CFC-FA8A-419B-8487-55941A3D9B0C}"/>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D30F5986-4CAC-4BCE-80F2-D9DF5D1B60B1}"/>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19DF1BB7-7ADB-4227-938E-73605C82CDB7}"/>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2D67BCD5-9DF8-45E3-9420-180D0E405E0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ABD551A2-7F05-48E7-B70F-4E5659BC00B0}"/>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EDCE44DE-EBBD-41C5-944C-1224FBC0CF43}"/>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639439DE-BE68-4779-81A8-715440A4A059}"/>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CFEA4A96-6834-499B-A985-273132F3340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AA12355D-6095-411A-9BF1-898C925BD8CA}"/>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F6E77BC9-B484-4B05-B2DE-F1F771FCE999}"/>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8C20610C-33D1-4C52-89B8-80FD73E22275}"/>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E86A7B90-47AD-4CBC-82A1-FB080587B0F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9ACD593D-BB58-405A-8D91-7E8FDB971889}"/>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664BD637-3EA2-4D09-9908-BB0975CFB490}"/>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22B30F17-E0F7-42EC-A975-5DDFA6ED6725}"/>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22AE450C-7338-43FD-BF61-4748B4789371}"/>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5AF4DA52-A582-4804-8FB7-A7C9AFCF4D96}"/>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B70EAC47-4C11-4EC0-B7EA-47B94055891F}"/>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37034274-D561-432E-A4DF-17D19A7127C3}"/>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E5F8A2C3-6738-426E-8753-3E610E838391}"/>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141C6ECF-3D33-4D82-936E-47C994A5C3D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93A7318E-AB9C-446B-9398-2A4F980154B0}"/>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008EF452-9E68-46C3-9D75-5F643EA0D1DD}"/>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28633BC-D72E-45E2-A568-0650D712EFEE}"/>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937480AB-E7EC-43C0-95C7-2AB6BB6194C5}"/>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04C2D192-A6B0-4B70-AB25-F6813178591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F09CA9D0-22B9-47ED-841B-D88E8E7A4445}"/>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728DC588-505E-4068-BCD8-FEC79F63A18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441E3FFF-7EFF-47A4-B8AC-C7F6AB2FF923}"/>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CCDBDCC6-F2FC-44F1-9D22-8BCC00742E6E}"/>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4D484D3A-A30A-4590-AEF2-7A47A70C9520}"/>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FB461A17-F63E-4CA0-84E0-CF9F36699BB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0177565F-C9A6-4C18-93B1-11A25CF306D5}"/>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C0985A38-98D7-427D-8EB2-5576E960C9A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A6122748-6B4B-4A72-B94E-2477D6669A98}"/>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F21A4FA7-D659-48F7-AE07-B5C5659EC419}"/>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9AA43F35-5AA6-4A4C-ADE8-F8AFA7EAB26D}"/>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1134C790-3376-4423-8F2A-F968CB09A586}"/>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C24D144E-40F7-461C-ADF7-68C2E2F0108E}"/>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C5A591E3-64B4-45FD-8891-33A421B22B0C}"/>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E8DA7D56-1D7E-4A62-B058-2892EBEED467}"/>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25897B47-4023-46DC-A34D-79D8A5D97C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669398248"/>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33BF316A-F8BF-4D81-AE5A-ED4EDA0621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5">
            <a:extLst xmlns:a="http://schemas.openxmlformats.org/drawingml/2006/main">
              <a:ext uri="{FF2B5EF4-FFF2-40B4-BE49-F238E27FC236}">
                <a16:creationId xmlns:a16="http://schemas.microsoft.com/office/drawing/2014/main" id="{6ECB48EF-2911-4EC0-8C1B-1548869EB3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선택한 변경의 시간·메모리·동작 확인">
            <a:extLst xmlns:a="http://schemas.openxmlformats.org/drawingml/2006/main">
              <a:ext uri="{FF2B5EF4-FFF2-40B4-BE49-F238E27FC236}">
                <a16:creationId xmlns:a16="http://schemas.microsoft.com/office/drawing/2014/main" id="{86786869-6F30-48A0-9C1C-406D4E9444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B06E817D-3BEE-4E7F-A27B-3A4FBA0C4D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E0DCA4DC-744F-4611-B53A-E75AA8A3FB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B2E0BE01-338A-4418-A11D-885E80A29D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8B923609-932F-4BC3-AB41-2F6D611D4577}"/>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46B61DAB-E91E-45A6-9BF3-ABDF045CAD61}"/>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D07DE66-FC0C-4331-A1D2-8F6E7A1CAB2E}"/>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DF519AF1-F6D9-4976-B089-4F98D28313D5}"/>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AB73529-9EA7-4CCE-9A44-DE898B97958E}"/>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DD6A425-C244-4713-BCD2-C2BAB68A41E8}"/>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36F19471-CAAE-4DBF-B208-A7EE60EAD024}"/>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85195B57-5F86-4BA4-BF06-D3A6103798B9}"/>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ef21e6d55c584bc3"/>
          </a:graphicData>
        </a:graphic>
      </p:graphicFrame>
      <p:sp>
        <p:nvSpPr>
          <p:cNvPr id="15" name="Python 할당 피크">
            <a:extLst xmlns:a="http://schemas.openxmlformats.org/drawingml/2006/main">
              <a:ext uri="{FF2B5EF4-FFF2-40B4-BE49-F238E27FC236}">
                <a16:creationId xmlns:a16="http://schemas.microsoft.com/office/drawing/2014/main" id="{40B94B14-12B9-47C0-AE1A-7D09F8B84571}"/>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92793A24-0495-415D-A21F-4C468011D83E}"/>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E715F603-8D09-4520-B36F-5D17FFBEE33E}"/>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EF550055-A54B-47DC-B636-343C458B067E}"/>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F03A3615-5EB5-4546-8DCD-89BDD3EED8A1}"/>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7A9721EA-A175-4A0F-8796-4EBE4AEB7422}"/>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0E3BC134-DCC7-41AA-9646-53E20F702990}"/>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A96FD8F6-3034-405F-AFE2-B1F01A62964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6C23E6D-63BB-4941-BBF8-CDF33CB8D5F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140DADDD-C7A9-4BBC-98C7-BE9944822357}"/>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ABABCD6C-88B3-4F8D-BF88-40603B0A45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50834765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B005F34C-6F16-4EA9-B64C-C99FF4E27F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6">
            <a:extLst xmlns:a="http://schemas.openxmlformats.org/drawingml/2006/main">
              <a:ext uri="{FF2B5EF4-FFF2-40B4-BE49-F238E27FC236}">
                <a16:creationId xmlns:a16="http://schemas.microsoft.com/office/drawing/2014/main" id="{8BDF19A5-3AD5-428C-BF7B-07D6746E70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한 Agent 조사와 Subagent 역할 분리">
            <a:extLst xmlns:a="http://schemas.openxmlformats.org/drawingml/2006/main">
              <a:ext uri="{FF2B5EF4-FFF2-40B4-BE49-F238E27FC236}">
                <a16:creationId xmlns:a16="http://schemas.microsoft.com/office/drawing/2014/main" id="{B212D9A5-75BC-427A-8EA5-CC4C7E060D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4C6404DF-F799-4EB7-84BF-83FED3982A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99BA6A88-BD6A-499E-98B6-591970D5AF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813D973E-A359-42A0-957C-261DC420DF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89E6A10F-0199-4CCC-9225-F28C3B5AC31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E7405EB3-425A-43D4-A02D-21FDCC719397}"/>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78797FBA-6285-49EF-9594-F39B5B11A9D4}"/>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48D19408-BA32-4F62-A88B-FAA16E3014E6}"/>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AB9F9B8-9B1A-4EF9-83B3-3E0CF44A601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CF59608-5B40-4A96-A8F2-E32714DD7F99}"/>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D8C5FEA6-41D8-4385-9E59-CE401FC954F2}"/>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3BE9E794-4FC8-4BA0-99B1-9CB3C69680E8}"/>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2B80B92D-B4F8-4AAF-B5CC-220A5F307028}"/>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FDABD6C7-0E3C-448C-B258-5366BE82EAC5}"/>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BE6C0919-F644-48A4-A8D5-7790E8B482AB}"/>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B1FB1D97-03DA-418C-9D49-0C0FDEE7563E}"/>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0D6F34FC-91DD-4EF7-8A7E-C773FD71E4E6}"/>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B65B9E33-53E7-4AA1-8904-3FF9EE4D6F5A}"/>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663D8F67-895B-4188-AD5E-18375D0A085A}"/>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2BC7A46-673A-4506-83D3-9517A81AC87D}"/>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7A336041-80E1-490D-9339-CB777363739E}"/>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E7BCEBF-A590-41E7-B368-A1C881DD5B66}"/>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CEB91925-1AE4-497B-8DF9-AEB50B060D7F}"/>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4A680EA5-64DF-40CB-A2FC-A45F8D38AEAE}"/>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298AA98A-CBE8-45DF-965E-05AF5D6ED963}"/>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26C36FAD-6383-4EB7-9903-7F3FA274C426}"/>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407813A2-78B2-49FF-88A6-808DB6DC61F9}"/>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037D157A-E1C5-42D5-8220-CAB74DAC57D3}"/>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8C78ED9-726D-4743-BA75-22AB644EFC97}"/>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EBC8CF8-71D0-47EE-918D-E7F1BF7F4796}"/>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08A696E2-AB4A-4960-B68F-CA0F47745D2D}"/>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6E760121-0A3C-4C55-96F7-AD42FB39D992}"/>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EBDA4721-2251-4450-AC3A-C4284B942E12}"/>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FED7B4FF-35D0-4228-92AF-A146E2F50160}"/>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0CAA7B27-1BC8-441B-AC8F-A71F67EECF9A}"/>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69411DC5-9C60-4C55-ACFF-42A5D716FD7A}"/>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EC590BA0-9FA7-4D49-AF1E-920ED8361377}"/>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26AA1736-89A4-4D93-A6D8-2B8B08E81365}"/>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2D30EF27-6AAC-4C4E-9169-DC844730A75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C2DF8C89-24C0-4EB3-84B3-AAD061AB9F92}"/>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41F2D1BB-49EE-44FF-B655-672C441C8AD8}"/>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B63D207E-A388-43FA-89DE-4515C094C260}"/>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FDA4E319-6164-45CC-9C89-AD722E3984D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4A7E2C1A-D5BE-4BC0-ABA5-FCCC65062CC5}"/>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82283159-2F4F-486E-B625-F00C2E58E26E}"/>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91E0F3F0-7FFF-4A24-99F5-368595708C0C}"/>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EF9327F3-F78D-4400-ADAC-C9AE12185D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4318983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80487F2A-F3ED-4683-9930-1A1FB08499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7">
            <a:extLst xmlns:a="http://schemas.openxmlformats.org/drawingml/2006/main">
              <a:ext uri="{FF2B5EF4-FFF2-40B4-BE49-F238E27FC236}">
                <a16:creationId xmlns:a16="http://schemas.microsoft.com/office/drawing/2014/main" id="{D4E65C7D-FA80-46D0-AC62-603E5D6184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밝기 통계 작업을 나누지 않은 이유">
            <a:extLst xmlns:a="http://schemas.openxmlformats.org/drawingml/2006/main">
              <a:ext uri="{FF2B5EF4-FFF2-40B4-BE49-F238E27FC236}">
                <a16:creationId xmlns:a16="http://schemas.microsoft.com/office/drawing/2014/main" id="{AAA3CCF4-4020-4CE3-AD47-53A798A97F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565838BB-6995-477D-B2D4-5894153C29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97464EDD-D55C-4180-B8E4-519EE44EE8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54695D0A-EDD3-4918-ADF6-8CD8318990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35C03FF0-9241-4DB0-9A34-35F5D9FC4D43}"/>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F5CC5B24-1AA4-4C08-8B60-F323F03BD089}"/>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4A7C53C0-47E4-438C-9F68-86164C6E1D31}"/>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9F5A713C-616B-4C7D-AEC9-436073F7092E}"/>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C2EB0EAD-2A3C-412F-AF13-C88A843BFAB8}"/>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1DE841F0-AB70-4B4D-96F4-9FAF0FAEAAE3}"/>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15509977-07A6-4D0B-B771-6FB6080785D4}"/>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EE73B5A4-1D05-4E2D-A598-649EEA7B2D57}"/>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FE00998A-0B60-4CA7-ADD8-E503E8D5A62F}"/>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7DA3CA79-89F8-4F63-A739-6BC79FDACAF3}"/>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8014DDEF-48DD-40E5-A10F-C203AE20B9DD}"/>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29914A80-E8AF-4D81-B2A0-3C2E17196198}"/>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631BDFFF-7342-4CB7-BAC3-F1ED0C8A7D2D}"/>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3DBC32E4-EDF0-4EDD-BD10-C30095ED6331}"/>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2B621F95-8330-4443-AB60-84D721CD08FF}"/>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6B1325CE-9481-471A-86B1-B05C76413080}"/>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547C76E2-25C8-4E3F-B5E4-8F25E3015B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12240095"/>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CF2FCEC5-B079-4EE3-988E-E74C4DE2DC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8">
            <a:extLst xmlns:a="http://schemas.openxmlformats.org/drawingml/2006/main">
              <a:ext uri="{FF2B5EF4-FFF2-40B4-BE49-F238E27FC236}">
                <a16:creationId xmlns:a16="http://schemas.microsoft.com/office/drawing/2014/main" id="{066D1BC3-E0C0-4EDD-A8F6-7F0C7FBE13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이번 Context와 다시 쓸 지식">
            <a:extLst xmlns:a="http://schemas.openxmlformats.org/drawingml/2006/main">
              <a:ext uri="{FF2B5EF4-FFF2-40B4-BE49-F238E27FC236}">
                <a16:creationId xmlns:a16="http://schemas.microsoft.com/office/drawing/2014/main" id="{977C59A9-F2CC-46C7-816B-178B971F5D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FBAE7DE0-F6A9-4CDA-B585-6F729CC5B9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052DC3EE-6FD8-49A4-81FB-102D3AFC18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642BB31A-20A6-4AAA-AD00-693D6D5D77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28A03FA4-9ADB-441A-B7E0-2B81CDFAA74E}"/>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B2B72681-4B00-471D-9C3A-27AE19EF9FA3}"/>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1E904E0-05C6-47B3-88C9-6682142D1695}"/>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668879D6-E07A-41BB-B017-1A4ABB2FCE3E}"/>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84FA7DF3-2210-444E-AC30-F9168066C5C6}"/>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7D020197-A512-4B39-B970-C6CF3B0AAAD3}"/>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E8A992F4-83E9-4A6F-95D3-690C6803A62C}"/>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8A02BD3D-02EA-4669-948C-A5F4812356C1}"/>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8437655D-D8BB-451C-BA45-8F5C4E236BF8}"/>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34E96727-1FEE-4690-BAB2-106FF8C30EA6}"/>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319E39CE-6AEE-4989-8060-56ED81EB6332}"/>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B392D3ED-F68B-4C16-90B0-A7EE4FF2A8FC}"/>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C69A961-A9C5-4EB0-8E03-797B92ABD924}"/>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AC4C90E1-B08B-4F2F-A7DD-0C7DE94B801C}"/>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4A573F3A-8BB7-4F6A-AF8E-6DC4281830EC}"/>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237352DA-AE93-4F97-B905-E2419C5C306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837AD825-E69D-4289-A2D1-19E16CD265D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97C6C4E-21A3-4120-A926-7284906F342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73277019-1B8F-4FF5-9238-8C05B5D97B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3992446"/>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042724D8-4A96-4926-B165-3FDFF3FDBF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9">
            <a:extLst xmlns:a="http://schemas.openxmlformats.org/drawingml/2006/main">
              <a:ext uri="{FF2B5EF4-FFF2-40B4-BE49-F238E27FC236}">
                <a16:creationId xmlns:a16="http://schemas.microsoft.com/office/drawing/2014/main" id="{C796E7F8-EE08-4035-AAA8-63B137C8D0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Demo 지식의 원래 출처">
            <a:extLst xmlns:a="http://schemas.openxmlformats.org/drawingml/2006/main">
              <a:ext uri="{FF2B5EF4-FFF2-40B4-BE49-F238E27FC236}">
                <a16:creationId xmlns:a16="http://schemas.microsoft.com/office/drawing/2014/main" id="{445B6B6D-3DF7-4422-830D-FF750A1964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4F61FD30-A32F-4443-99BF-259FE869AD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D243132C-AAF1-438E-9A59-7003122B5F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FF4298CD-5EED-46E4-A860-2BA838B74A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695E737A-3905-4867-BED3-6A358C99ED3C}"/>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93D407DF-7434-4BD1-B85D-88D58D839E10}"/>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10713BD5-995D-44FB-B837-E6725277D35F}"/>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048F5C7-AAD2-44CE-ABF8-88D0428E729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AFC5958B-C504-41BC-A0EC-64DB266F0058}"/>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7CBD9E1-55C5-40EE-95E9-D23979B01945}"/>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9536F6C8-3BAE-42F3-9D0A-605FBECC613D}"/>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3735D59A-36E2-4B10-B45B-DE1737A40EBD}"/>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2E1DC62E-93DD-47AF-A02C-196BD5F956C2}"/>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5A3B3F79-9245-4089-9FA2-B0407253DE5F}"/>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F5A47A9C-EBB1-40D8-B96F-09FA1CCA27BF}"/>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06AE5113-AFD7-4671-8810-A3EF462DC5EF}"/>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9CBAE9AC-52C4-4780-A721-085528C8797D}"/>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C5405576-9BF3-4482-8717-FF6631552A47}"/>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203B5BD5-6C12-4A8B-8B72-895F6D0BA926}"/>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350AA077-E7F4-4C97-A24E-ED2C966D3A66}"/>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EE5D3B36-0110-46CE-93EB-93BAEA7B69F7}"/>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3A7C61C1-AB07-4AA0-A982-F53298620E7E}"/>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BCBABCF1-473B-4852-A05F-31B07513C212}"/>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16F77760-877D-4162-982F-73E4E70704A4}"/>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267D2299-1D68-424C-8631-B4176B5F80DE}"/>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052DFD8C-DCA3-437A-8106-82049A7ACFAB}"/>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EE32F9A2-BB88-48CB-8959-D27C6BC7158B}"/>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A520A7AB-40F4-49AF-9E8B-E7183E01017C}"/>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20D8E736-C4AF-4275-A1EF-55FBFA663ABE}"/>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5B22424C-DB96-4D96-A00E-72E93A28BE76}"/>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A343B55A-CC07-413A-AEFB-A02B2EDAD9C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A348920B-0D56-4A8B-8E51-F444B611E8AA}"/>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F5A5B101-E465-483F-8E9D-C1E6B39754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45883577"/>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4FBCAB0-B554-422B-93FA-1143A8E25D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0">
            <a:extLst xmlns:a="http://schemas.openxmlformats.org/drawingml/2006/main">
              <a:ext uri="{FF2B5EF4-FFF2-40B4-BE49-F238E27FC236}">
                <a16:creationId xmlns:a16="http://schemas.microsoft.com/office/drawing/2014/main" id="{B4AC404F-1A37-4658-B4E8-CB3D5004E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에 쓰인 구성의 역할">
            <a:extLst xmlns:a="http://schemas.openxmlformats.org/drawingml/2006/main">
              <a:ext uri="{FF2B5EF4-FFF2-40B4-BE49-F238E27FC236}">
                <a16:creationId xmlns:a16="http://schemas.microsoft.com/office/drawing/2014/main" id="{059BB984-8626-4D7C-90EE-5C97339BC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1667BCAD-0E57-4336-AA8C-3E78041BE4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0E626359-DE7E-495A-BA12-032EAD5B03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4C90E602-5431-4BA9-8AB2-3EA2A1581E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E328DF3A-95EB-4BCC-8788-3B78EDB03647}"/>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7F02BB92-EC40-423A-A25C-7DD96BEF933D}"/>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38D7D1A5-937A-45B2-AB5E-0E4DA59EC97F}"/>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43C6333E-AC5A-421E-BF50-FD4A0E2C8FFA}"/>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320A8A5F-F2A9-4854-ADDF-06F14DC96C5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BAADAAB6-0F68-4E56-B261-78D9ED6D85EE}"/>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5CB638F4-8D47-4ADE-80BF-54D3C1AB3AF4}"/>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85EA494E-7D24-4F92-A1E4-BD2B4BC2E5F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989A25BD-5345-4A01-B272-09B947CC24C8}"/>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2D21CA11-CC0B-4C32-9B9A-BFE8008C87EF}"/>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5C3C2F41-E51A-4215-B49A-BE7B4A6CDA0D}"/>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DDB7ED4-1E8E-4E24-B61C-343183CE2701}"/>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E44C0D8F-F4C8-43FA-814B-4484EB269EE9}"/>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4826AB42-BFD4-421B-A44D-25E7F7657DCB}"/>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A40F3FA6-D89E-46F4-970B-59A7A08A44A3}"/>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B39D45D2-C08C-424C-A549-82F590309C21}"/>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3C8012D5-D014-449B-9DBB-45B3421C0744}"/>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311F38C2-0EEF-44E9-BD91-7FCD97411DDD}"/>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9EA3AF0E-55F7-4CC9-B2DD-0152290DBB0F}"/>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E153E0A0-393F-454C-A475-0604D0AC1F98}"/>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999981DA-A5DE-41FD-8535-CEF5BCF96694}"/>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4A2BA5C3-EEBC-4DAF-82D1-E34EF9D6268E}"/>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024C883A-0F1B-438B-B485-9A2D40452F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968226"/>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04CF75A9-5B05-4CDD-B58B-661E71CC0E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1">
            <a:extLst xmlns:a="http://schemas.openxmlformats.org/drawingml/2006/main">
              <a:ext uri="{FF2B5EF4-FFF2-40B4-BE49-F238E27FC236}">
                <a16:creationId xmlns:a16="http://schemas.microsoft.com/office/drawing/2014/main" id="{F2B6B116-8FDB-41C6-9881-78FEC41208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함께 작동하는 작업 환경, Harness">
            <a:extLst xmlns:a="http://schemas.openxmlformats.org/drawingml/2006/main">
              <a:ext uri="{FF2B5EF4-FFF2-40B4-BE49-F238E27FC236}">
                <a16:creationId xmlns:a16="http://schemas.microsoft.com/office/drawing/2014/main" id="{AA589F92-3484-4EB8-988C-CFE5EF66D4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A84A9C90-978D-4A9B-99CF-054C222C74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CC39B26D-A4E6-48E3-82C1-6AC1AB7291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651BE97A-0B90-4B5E-BF2A-578E91DE36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EE00CBE6-4E46-483D-B2DA-733247149807}"/>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C3F85959-2237-496C-B2AD-5AC8A0A9D7C8}"/>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862994F-6849-480B-895B-E862FD3A1C2A}"/>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5F1BDF95-51FA-4575-AF6A-79869558C3AE}"/>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AD6F9443-C0AB-416F-AA42-ABAD6E3B6EF1}"/>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A5F20019-94F5-402C-AD05-E9BB3132BF6E}"/>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762E500A-C55B-4DAA-80D1-76D72A0E272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056ED733-A904-424B-9BBC-B51CCEC475BC}"/>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DB596F30-417B-4F5E-9D8C-403D1868DD10}"/>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615FB753-348D-4A00-81F3-D49F7B91340F}"/>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E7608D06-2127-4DA2-B41D-DE89E074C3EF}"/>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DBA49446-6DF8-4CEF-B77A-9F52D7C08DA9}"/>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A8889FE9-D0C0-4836-8DF5-F50B6F36989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001C4DAE-6996-4EEF-A99E-52E016CA8906}"/>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4770CF83-CFB6-47DE-ACFA-36F75D62773B}"/>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23AF2AAD-C7C6-4A80-A9AD-8EF228F99C33}"/>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4BC2B136-7CA8-445C-8E6C-175E6C90BA7A}"/>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D9DF16-64F9-42A9-9CCB-7732F57076CE}"/>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8C27FD5E-7366-48A7-90C1-C907B4B4F65B}"/>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C65A4A4-7095-47A4-A557-557B7156C506}"/>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4B8F8A07-52E8-4A1B-8D30-65E0B1B36864}"/>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16A80B88-F5A8-4284-B2CE-278050F3281D}"/>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5621FA3F-87B6-44CA-830C-0589BA90DF28}"/>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687886A9-5CCD-4C8D-8162-44BD996047B4}"/>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20A1EB32-9D10-485D-A3BE-8BAA7052B0FF}"/>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9DDA7284-3B75-40A0-884A-3FC4FC9B5ADB}"/>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E1167D45-CBBD-49DF-8A6A-C33B1F1F5650}"/>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8625E50B-905B-4285-B38F-5F61C6F8486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94698B4B-5ED6-4D26-B0B4-4C29A2649C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46991946"/>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8F112E1D-09CA-4B3B-9173-9B4D4ACF34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2">
            <a:extLst xmlns:a="http://schemas.openxmlformats.org/drawingml/2006/main">
              <a:ext uri="{FF2B5EF4-FFF2-40B4-BE49-F238E27FC236}">
                <a16:creationId xmlns:a16="http://schemas.microsoft.com/office/drawing/2014/main" id="{A53632FB-B8D1-4AB1-B49E-2E72CBE684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만든 Harness를 다음 프로젝트의 기반으로">
            <a:extLst xmlns:a="http://schemas.openxmlformats.org/drawingml/2006/main">
              <a:ext uri="{FF2B5EF4-FFF2-40B4-BE49-F238E27FC236}">
                <a16:creationId xmlns:a16="http://schemas.microsoft.com/office/drawing/2014/main" id="{3EC52BA8-3893-4BD6-B096-D64AE74946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B8332620-18B8-4D75-92AD-26F321ED2F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6E82EB3A-373E-48C3-9523-6A782929E6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05F6700D-2136-4288-98DF-C06E8BCCD0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A3831AF8-44C7-4745-B01A-CECA9A59170D}"/>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51784F97-0967-4A17-9902-D33F697AC9A1}"/>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C9BA7F9F-8E5E-4B39-92B7-76795476047B}"/>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2EB0AD6B-A471-4617-B8A0-BBAAD52EC4E6}"/>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59AB763C-A4B8-4875-BAE1-889ADA0E516B}"/>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1ABBA73-D366-4AB8-9FB7-9947DE9DC6FB}"/>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2EB4E6C5-568E-45A7-B855-D8A6C4CEF2DB}"/>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E16B4900-7BB4-4537-B125-6C72049C26B7}"/>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38313454-AC50-4CED-89BA-FC84C22F57F0}"/>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0532219F-EA80-46B0-A5F7-84AA4095630F}"/>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C6CF3A1B-03AA-4E23-9E28-7FFEEECB69A8}"/>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95C35FD3-562A-4611-B3FC-BE5CB0A27F7D}"/>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8BD8A89E-385C-4B28-9779-86C94A33BDB9}"/>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C660996D-8F68-4CFE-BE0B-8B647639852A}"/>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336C64AF-98EC-4BAE-A368-07E5DCC280A6}"/>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8617B7FD-2C92-4068-9855-04E592191BA2}"/>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1FEEF5A5-56A4-494B-AD0B-96AFA89C42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769074"/>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3D336603-6474-400B-8348-AD6D3504F5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3">
            <a:extLst xmlns:a="http://schemas.openxmlformats.org/drawingml/2006/main">
              <a:ext uri="{FF2B5EF4-FFF2-40B4-BE49-F238E27FC236}">
                <a16:creationId xmlns:a16="http://schemas.microsoft.com/office/drawing/2014/main" id="{64F5B3F1-7B17-444F-A00A-6C2AE227DB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공통 기반에 프로젝트 기준을 연결한다">
            <a:extLst xmlns:a="http://schemas.openxmlformats.org/drawingml/2006/main">
              <a:ext uri="{FF2B5EF4-FFF2-40B4-BE49-F238E27FC236}">
                <a16:creationId xmlns:a16="http://schemas.microsoft.com/office/drawing/2014/main" id="{59F6A8FC-98DC-448E-B0D6-0CEECFE355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9CD3F4AB-B0DC-4B82-9CE6-3376DF52DA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62113BAC-4377-4CA8-9E60-39F41DE227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E91F6B43-4EE7-4509-B900-075312842F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4FB59ED5-2117-4C99-932A-1A9707D656E2}"/>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62D9E1DB-FB9A-48AA-A099-994EB2E4EE24}"/>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8DFB1D8A-3EF6-4158-9DF0-D785E645A43B}"/>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D7B2D44A-9715-4832-BDE3-ACC45E3FF05E}"/>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3B8F90E5-D6BA-4082-83AD-D8ED4E190479}"/>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69E54B51-7FF7-40B3-9722-C7BA9FE60629}"/>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C596211C-F7F4-40A5-AA71-3B52CD41ED7C}"/>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EAAB4DD9-1C2C-403F-9217-B491C2EBAF72}"/>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7882BB50-93B0-4188-A3CB-22DDC684057C}"/>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B7BC7E91-A2AB-4C2E-9E21-3FDE697AD6D6}"/>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305654EB-7128-47A9-9132-E28F3D61B7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63538628-01F9-47A3-8D75-387B9C9C084D}"/>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684B7F68-4520-4F9E-AA63-028CA4CC12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38380781"/>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앞의 실제 조사에서 실행 조건을 다시 보기">
            <a:extLst xmlns:a="http://schemas.openxmlformats.org/drawingml/2006/main">
              <a:ext uri="{FF2B5EF4-FFF2-40B4-BE49-F238E27FC236}">
                <a16:creationId xmlns:a16="http://schemas.microsoft.com/office/drawing/2014/main" id="{1B94F553-9F1E-4BE5-94D2-6FD5A33B80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앞의 실제 조사에서 실행 조건을 다시 보기</a:t>
            </a:r>
          </a:p>
        </p:txBody>
      </p:sp>
      <p:sp>
        <p:nvSpPr>
          <p:cNvPr id="2" name="S74">
            <a:extLst xmlns:a="http://schemas.openxmlformats.org/drawingml/2006/main">
              <a:ext uri="{FF2B5EF4-FFF2-40B4-BE49-F238E27FC236}">
                <a16:creationId xmlns:a16="http://schemas.microsoft.com/office/drawing/2014/main" id="{AB026813-D3D4-438D-9C8D-4E157B420F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임시 폴더 오류의 원인은 실행 권한이었다">
            <a:extLst xmlns:a="http://schemas.openxmlformats.org/drawingml/2006/main">
              <a:ext uri="{FF2B5EF4-FFF2-40B4-BE49-F238E27FC236}">
                <a16:creationId xmlns:a16="http://schemas.microsoft.com/office/drawing/2014/main" id="{60C65509-6F75-4D96-BDEE-077610521A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임시 폴더 오류의 원인은 실행 권한이었다</a:t>
            </a:r>
          </a:p>
        </p:txBody>
      </p:sp>
      <p:sp>
        <p:nvSpPr>
          <p:cNvPr id="4" name="">
            <a:extLst xmlns:a="http://schemas.openxmlformats.org/drawingml/2006/main">
              <a:ext uri="{FF2B5EF4-FFF2-40B4-BE49-F238E27FC236}">
                <a16:creationId xmlns:a16="http://schemas.microsoft.com/office/drawing/2014/main" id="{9717B177-A1A4-4ED3-81B9-4ACAB1D3FD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TRIAL-001 / Codex CLI 0.154.0 · 기록 재구성">
            <a:extLst xmlns:a="http://schemas.openxmlformats.org/drawingml/2006/main">
              <a:ext uri="{FF2B5EF4-FFF2-40B4-BE49-F238E27FC236}">
                <a16:creationId xmlns:a16="http://schemas.microsoft.com/office/drawing/2014/main" id="{F8D90BC0-3F65-4911-A923-9F29242D38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TRIAL-001 / Codex CLI 0.154.0 · 기록 재구성</a:t>
            </a:r>
          </a:p>
        </p:txBody>
      </p:sp>
      <p:sp>
        <p:nvSpPr>
          <p:cNvPr id="6" name="Crop 결함과 별개인 실행 오류 · Agent가 권한 제한을 해결한 것은 아님">
            <a:extLst xmlns:a="http://schemas.openxmlformats.org/drawingml/2006/main">
              <a:ext uri="{FF2B5EF4-FFF2-40B4-BE49-F238E27FC236}">
                <a16:creationId xmlns:a16="http://schemas.microsoft.com/office/drawing/2014/main" id="{D0B75536-E8DB-49E3-B9C3-18E63947B8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별개인 실행 오류 · Agent가 권한 제한을 해결한 것은 아님</a:t>
            </a:r>
          </a:p>
        </p:txBody>
      </p:sp>
      <p:sp>
        <p:nvSpPr>
          <p:cNvPr id="7" name="Crop 결함과 별개로, 다른 테스트는 실행 환경에 막혔다">
            <a:extLst xmlns:a="http://schemas.openxmlformats.org/drawingml/2006/main">
              <a:ext uri="{FF2B5EF4-FFF2-40B4-BE49-F238E27FC236}">
                <a16:creationId xmlns:a16="http://schemas.microsoft.com/office/drawing/2014/main" id="{F6CEA35C-9E91-4EB8-9B1F-9BC646EC667E}"/>
              </a:ext>
            </a:extLst>
          </p:cNvPr>
          <p:cNvSpPr>
            <a:spLocks xmlns:a="http://schemas.openxmlformats.org/drawingml/2006/main" noGrp="1"/>
          </p:cNvSpPr>
          <p:nvPr/>
        </p:nvSpPr>
        <p:spPr>
          <a:xfrm xmlns:a="http://schemas.openxmlformats.org/drawingml/2006/main">
            <a:off x="609600" y="1828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결함과 별개로, 다른 테스트는 실행 환경에 막혔다</a:t>
            </a:r>
          </a:p>
        </p:txBody>
      </p:sp>
      <p:sp>
        <p:nvSpPr>
          <p:cNvPr id="8" name="">
            <a:extLst xmlns:a="http://schemas.openxmlformats.org/drawingml/2006/main">
              <a:ext uri="{FF2B5EF4-FFF2-40B4-BE49-F238E27FC236}">
                <a16:creationId xmlns:a16="http://schemas.microsoft.com/office/drawing/2014/main" id="{F9F3452A-9589-4BA2-98B7-622611F44AB9}"/>
              </a:ext>
            </a:extLst>
          </p:cNvPr>
          <p:cNvSpPr>
            <a:spLocks xmlns:a="http://schemas.openxmlformats.org/drawingml/2006/main" noGrp="1"/>
          </p:cNvSpPr>
          <p:nvPr/>
        </p:nvSpPr>
        <p:spPr>
          <a:xfrm xmlns:a="http://schemas.openxmlformats.org/drawingml/2006/main">
            <a:off x="609600" y="2838450"/>
            <a:ext cx="33528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테스트 실행">
            <a:extLst xmlns:a="http://schemas.openxmlformats.org/drawingml/2006/main">
              <a:ext uri="{FF2B5EF4-FFF2-40B4-BE49-F238E27FC236}">
                <a16:creationId xmlns:a16="http://schemas.microsoft.com/office/drawing/2014/main" id="{C673CBEF-9B05-49AD-A8AC-D64BF7A6CB81}"/>
              </a:ext>
            </a:extLst>
          </p:cNvPr>
          <p:cNvSpPr>
            <a:spLocks xmlns:a="http://schemas.openxmlformats.org/drawingml/2006/main" noGrp="1"/>
          </p:cNvSpPr>
          <p:nvPr/>
        </p:nvSpPr>
        <p:spPr>
          <a:xfrm xmlns:a="http://schemas.openxmlformats.org/drawingml/2006/main">
            <a:off x="800100" y="3048000"/>
            <a:ext cx="2971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테스트 실행</a:t>
            </a:r>
          </a:p>
        </p:txBody>
      </p:sp>
      <p:sp>
        <p:nvSpPr>
          <p:cNvPr id="10" name="임시 폴더가 필요">
            <a:extLst xmlns:a="http://schemas.openxmlformats.org/drawingml/2006/main">
              <a:ext uri="{FF2B5EF4-FFF2-40B4-BE49-F238E27FC236}">
                <a16:creationId xmlns:a16="http://schemas.microsoft.com/office/drawing/2014/main" id="{12D9FB8D-1C56-4C27-A250-301E91B9D79B}"/>
              </a:ext>
            </a:extLst>
          </p:cNvPr>
          <p:cNvSpPr>
            <a:spLocks xmlns:a="http://schemas.openxmlformats.org/drawingml/2006/main" noGrp="1"/>
          </p:cNvSpPr>
          <p:nvPr/>
        </p:nvSpPr>
        <p:spPr>
          <a:xfrm xmlns:a="http://schemas.openxmlformats.org/drawingml/2006/main">
            <a:off x="800100" y="3752850"/>
            <a:ext cx="297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임시 폴더가 필요</a:t>
            </a:r>
          </a:p>
        </p:txBody>
      </p:sp>
      <p:cxnSp>
        <p:nvCxnSpPr>
          <p:cNvPr id="11" name="">
            <a:extLst xmlns:a="http://schemas.openxmlformats.org/drawingml/2006/main">
              <a:ext uri="{FF2B5EF4-FFF2-40B4-BE49-F238E27FC236}">
                <a16:creationId xmlns:a16="http://schemas.microsoft.com/office/drawing/2014/main" id="{21611D62-FA49-412A-AC24-270E5A1E601F}"/>
              </a:ext>
            </a:extLst>
          </p:cNvPr>
          <p:cNvCxnSpPr/>
          <p:nvPr/>
        </p:nvCxnSpPr>
        <p:spPr>
          <a:xfrm xmlns:a="http://schemas.openxmlformats.org/drawingml/2006/main">
            <a:off x="4000500" y="365760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D858DCD1-AEE9-4BE7-83CC-C9C6CE271FA6}"/>
              </a:ext>
            </a:extLst>
          </p:cNvPr>
          <p:cNvSpPr>
            <a:spLocks xmlns:a="http://schemas.openxmlformats.org/drawingml/2006/main" noGrp="1"/>
          </p:cNvSpPr>
          <p:nvPr/>
        </p:nvSpPr>
        <p:spPr>
          <a:xfrm xmlns:a="http://schemas.openxmlformats.org/drawingml/2006/main">
            <a:off x="4419600" y="2838450"/>
            <a:ext cx="33528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임시 폴더 생성">
            <a:extLst xmlns:a="http://schemas.openxmlformats.org/drawingml/2006/main">
              <a:ext uri="{FF2B5EF4-FFF2-40B4-BE49-F238E27FC236}">
                <a16:creationId xmlns:a16="http://schemas.microsoft.com/office/drawing/2014/main" id="{84C54419-6F14-4DE0-9950-76A7BA95F36E}"/>
              </a:ext>
            </a:extLst>
          </p:cNvPr>
          <p:cNvSpPr>
            <a:spLocks xmlns:a="http://schemas.openxmlformats.org/drawingml/2006/main" noGrp="1"/>
          </p:cNvSpPr>
          <p:nvPr/>
        </p:nvSpPr>
        <p:spPr>
          <a:xfrm xmlns:a="http://schemas.openxmlformats.org/drawingml/2006/main">
            <a:off x="4610100" y="3048000"/>
            <a:ext cx="2971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임시 폴더 생성</a:t>
            </a:r>
          </a:p>
        </p:txBody>
      </p:sp>
      <p:sp>
        <p:nvSpPr>
          <p:cNvPr id="14" name="실행 환경에 생성 요청">
            <a:extLst xmlns:a="http://schemas.openxmlformats.org/drawingml/2006/main">
              <a:ext uri="{FF2B5EF4-FFF2-40B4-BE49-F238E27FC236}">
                <a16:creationId xmlns:a16="http://schemas.microsoft.com/office/drawing/2014/main" id="{D97D0C65-CB4D-4D7B-BF4B-5AAF3F7FF2A5}"/>
              </a:ext>
            </a:extLst>
          </p:cNvPr>
          <p:cNvSpPr>
            <a:spLocks xmlns:a="http://schemas.openxmlformats.org/drawingml/2006/main" noGrp="1"/>
          </p:cNvSpPr>
          <p:nvPr/>
        </p:nvSpPr>
        <p:spPr>
          <a:xfrm xmlns:a="http://schemas.openxmlformats.org/drawingml/2006/main">
            <a:off x="4610100" y="3752850"/>
            <a:ext cx="297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환경에 생성 요청</a:t>
            </a:r>
          </a:p>
        </p:txBody>
      </p:sp>
      <p:cxnSp>
        <p:nvCxnSpPr>
          <p:cNvPr id="15" name="">
            <a:extLst xmlns:a="http://schemas.openxmlformats.org/drawingml/2006/main">
              <a:ext uri="{FF2B5EF4-FFF2-40B4-BE49-F238E27FC236}">
                <a16:creationId xmlns:a16="http://schemas.microsoft.com/office/drawing/2014/main" id="{0F9506A7-085A-4761-913E-650AA3312B1D}"/>
              </a:ext>
            </a:extLst>
          </p:cNvPr>
          <p:cNvCxnSpPr/>
          <p:nvPr/>
        </p:nvCxnSpPr>
        <p:spPr>
          <a:xfrm xmlns:a="http://schemas.openxmlformats.org/drawingml/2006/main">
            <a:off x="7810500" y="365760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6" name="">
            <a:extLst xmlns:a="http://schemas.openxmlformats.org/drawingml/2006/main">
              <a:ext uri="{FF2B5EF4-FFF2-40B4-BE49-F238E27FC236}">
                <a16:creationId xmlns:a16="http://schemas.microsoft.com/office/drawing/2014/main" id="{5044849E-BC16-43A4-B417-6124BFDA9317}"/>
              </a:ext>
            </a:extLst>
          </p:cNvPr>
          <p:cNvSpPr>
            <a:spLocks xmlns:a="http://schemas.openxmlformats.org/drawingml/2006/main" noGrp="1"/>
          </p:cNvSpPr>
          <p:nvPr/>
        </p:nvSpPr>
        <p:spPr>
          <a:xfrm xmlns:a="http://schemas.openxmlformats.org/drawingml/2006/main">
            <a:off x="8229600" y="2838450"/>
            <a:ext cx="3352800" cy="1638300"/>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17" name="읽기 전용 권한">
            <a:extLst xmlns:a="http://schemas.openxmlformats.org/drawingml/2006/main">
              <a:ext uri="{FF2B5EF4-FFF2-40B4-BE49-F238E27FC236}">
                <a16:creationId xmlns:a16="http://schemas.microsoft.com/office/drawing/2014/main" id="{4646F61B-71F0-402A-95E1-7528E9A8FB0F}"/>
              </a:ext>
            </a:extLst>
          </p:cNvPr>
          <p:cNvSpPr>
            <a:spLocks xmlns:a="http://schemas.openxmlformats.org/drawingml/2006/main" noGrp="1"/>
          </p:cNvSpPr>
          <p:nvPr/>
        </p:nvSpPr>
        <p:spPr>
          <a:xfrm xmlns:a="http://schemas.openxmlformats.org/drawingml/2006/main">
            <a:off x="8420100" y="3048000"/>
            <a:ext cx="2971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B42318"/>
                </a:solidFill>
                <a:latin typeface="Malgun Gothic"/>
                <a:ea typeface="Malgun Gothic"/>
                <a:cs typeface="Malgun Gothic"/>
              </a:defRPr>
            </a:defPPr>
            <a:lvl1pPr algn="l">
              <a:defRPr sz="2325" b="1">
                <a:solidFill>
                  <a:srgbClr val="B42318"/>
                </a:solidFill>
                <a:latin typeface="Malgun Gothic"/>
                <a:ea typeface="Malgun Gothic"/>
                <a:cs typeface="Malgun Gothic"/>
              </a:defRPr>
            </a:lvl1pPr>
            <a:lvl2pPr algn="l">
              <a:defRPr sz="2325" b="1">
                <a:solidFill>
                  <a:srgbClr val="B42318"/>
                </a:solidFill>
                <a:latin typeface="Malgun Gothic"/>
                <a:ea typeface="Malgun Gothic"/>
                <a:cs typeface="Malgun Gothic"/>
              </a:defRPr>
            </a:lvl2pPr>
            <a:lvl3pPr algn="l">
              <a:defRPr sz="2325" b="1">
                <a:solidFill>
                  <a:srgbClr val="B42318"/>
                </a:solidFill>
                <a:latin typeface="Malgun Gothic"/>
                <a:ea typeface="Malgun Gothic"/>
                <a:cs typeface="Malgun Gothic"/>
              </a:defRPr>
            </a:lvl3pPr>
            <a:lvl4pPr algn="l">
              <a:defRPr sz="2325" b="1">
                <a:solidFill>
                  <a:srgbClr val="B42318"/>
                </a:solidFill>
                <a:latin typeface="Malgun Gothic"/>
                <a:ea typeface="Malgun Gothic"/>
                <a:cs typeface="Malgun Gothic"/>
              </a:defRPr>
            </a:lvl4pPr>
            <a:lvl5pPr algn="l">
              <a:defRPr sz="2325" b="1">
                <a:solidFill>
                  <a:srgbClr val="B42318"/>
                </a:solidFill>
                <a:latin typeface="Malgun Gothic"/>
                <a:ea typeface="Malgun Gothic"/>
                <a:cs typeface="Malgun Gothic"/>
              </a:defRPr>
            </a:lvl5pPr>
            <a:lvl6pPr algn="l">
              <a:defRPr sz="2325" b="1">
                <a:solidFill>
                  <a:srgbClr val="B42318"/>
                </a:solidFill>
                <a:latin typeface="Malgun Gothic"/>
                <a:ea typeface="Malgun Gothic"/>
                <a:cs typeface="Malgun Gothic"/>
              </a:defRPr>
            </a:lvl6pPr>
            <a:lvl7pPr algn="l">
              <a:defRPr sz="2325" b="1">
                <a:solidFill>
                  <a:srgbClr val="B42318"/>
                </a:solidFill>
                <a:latin typeface="Malgun Gothic"/>
                <a:ea typeface="Malgun Gothic"/>
                <a:cs typeface="Malgun Gothic"/>
              </a:defRPr>
            </a:lvl7pPr>
            <a:lvl8pPr algn="l">
              <a:defRPr sz="2325" b="1">
                <a:solidFill>
                  <a:srgbClr val="B42318"/>
                </a:solidFill>
                <a:latin typeface="Malgun Gothic"/>
                <a:ea typeface="Malgun Gothic"/>
                <a:cs typeface="Malgun Gothic"/>
              </a:defRPr>
            </a:lvl8pPr>
            <a:lvl9pPr algn="l">
              <a:defRPr sz="2325" b="1">
                <a:solidFill>
                  <a:srgbClr val="B42318"/>
                </a:solidFill>
                <a:latin typeface="Malgun Gothic"/>
                <a:ea typeface="Malgun Gothic"/>
                <a:cs typeface="Malgun Gothic"/>
              </a:defRPr>
            </a:lvl9pPr>
          </a:lstStyle>
          <a:p xmlns:a="http://schemas.openxmlformats.org/drawingml/2006/main">
            <a:pPr algn="l">
              <a:defRPr sz="2325" b="1">
                <a:solidFill>
                  <a:srgbClr val="B42318"/>
                </a:solidFill>
                <a:latin typeface="Malgun Gothic"/>
                <a:ea typeface="Malgun Gothic"/>
                <a:cs typeface="Malgun Gothic"/>
              </a:defRPr>
            </a:pPr>
            <a:r>
              <a:rPr sz="2325" b="1">
                <a:solidFill>
                  <a:srgbClr val="B42318"/>
                </a:solidFill>
                <a:latin typeface="Malgun Gothic"/>
                <a:ea typeface="Malgun Gothic"/>
                <a:cs typeface="Malgun Gothic"/>
              </a:rPr>
              <a:t>읽기 전용 권한</a:t>
            </a:r>
          </a:p>
        </p:txBody>
      </p:sp>
      <p:sp>
        <p:nvSpPr>
          <p:cNvPr id="18" name="생성할 수 없음">
            <a:extLst xmlns:a="http://schemas.openxmlformats.org/drawingml/2006/main">
              <a:ext uri="{FF2B5EF4-FFF2-40B4-BE49-F238E27FC236}">
                <a16:creationId xmlns:a16="http://schemas.microsoft.com/office/drawing/2014/main" id="{1913D768-D3AD-467D-94EB-76798480006D}"/>
              </a:ext>
            </a:extLst>
          </p:cNvPr>
          <p:cNvSpPr>
            <a:spLocks xmlns:a="http://schemas.openxmlformats.org/drawingml/2006/main" noGrp="1"/>
          </p:cNvSpPr>
          <p:nvPr/>
        </p:nvSpPr>
        <p:spPr>
          <a:xfrm xmlns:a="http://schemas.openxmlformats.org/drawingml/2006/main">
            <a:off x="8420100" y="3752850"/>
            <a:ext cx="297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생성할 수 없음</a:t>
            </a:r>
          </a:p>
        </p:txBody>
      </p:sp>
      <p:sp>
        <p:nvSpPr>
          <p:cNvPr id="19" name="코드를 볼 수 있어도, 실행할 권한은 따로 필요하다">
            <a:extLst xmlns:a="http://schemas.openxmlformats.org/drawingml/2006/main">
              <a:ext uri="{FF2B5EF4-FFF2-40B4-BE49-F238E27FC236}">
                <a16:creationId xmlns:a16="http://schemas.microsoft.com/office/drawing/2014/main" id="{E30C7FBC-581F-4367-8CE1-3E71E1D330A9}"/>
              </a:ext>
            </a:extLst>
          </p:cNvPr>
          <p:cNvSpPr>
            <a:spLocks xmlns:a="http://schemas.openxmlformats.org/drawingml/2006/main" noGrp="1"/>
          </p:cNvSpPr>
          <p:nvPr/>
        </p:nvSpPr>
        <p:spPr>
          <a:xfrm xmlns:a="http://schemas.openxmlformats.org/drawingml/2006/main">
            <a:off x="609600" y="50768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코드를 볼 수 있어도, 실행할 권한은 따로 필요하다</a:t>
            </a:r>
          </a:p>
        </p:txBody>
      </p:sp>
      <p:sp>
        <p:nvSpPr>
          <p:cNvPr id="20" name="Legacy module connection">
            <a:extLst xmlns:a="http://schemas.openxmlformats.org/drawingml/2006/main">
              <a:ext uri="{FF2B5EF4-FFF2-40B4-BE49-F238E27FC236}">
                <a16:creationId xmlns:a16="http://schemas.microsoft.com/office/drawing/2014/main" id="{50BE26C7-4559-4739-AF4D-15994A083D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53335047"/>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새 프로젝트에 연결할 실행 조건">
            <a:extLst xmlns:a="http://schemas.openxmlformats.org/drawingml/2006/main">
              <a:ext uri="{FF2B5EF4-FFF2-40B4-BE49-F238E27FC236}">
                <a16:creationId xmlns:a16="http://schemas.microsoft.com/office/drawing/2014/main" id="{1763FBCF-9962-4D25-8220-229F743DA4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새 프로젝트에 연결할 실행 조건</a:t>
            </a:r>
          </a:p>
        </p:txBody>
      </p:sp>
      <p:sp>
        <p:nvSpPr>
          <p:cNvPr id="2" name="S75">
            <a:extLst xmlns:a="http://schemas.openxmlformats.org/drawingml/2006/main">
              <a:ext uri="{FF2B5EF4-FFF2-40B4-BE49-F238E27FC236}">
                <a16:creationId xmlns:a16="http://schemas.microsoft.com/office/drawing/2014/main" id="{B0A7F8A7-EE22-4EA9-A4A0-E75F9CD58F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Agent의 실행 조건은 어디에서 오는가?">
            <a:extLst xmlns:a="http://schemas.openxmlformats.org/drawingml/2006/main">
              <a:ext uri="{FF2B5EF4-FFF2-40B4-BE49-F238E27FC236}">
                <a16:creationId xmlns:a16="http://schemas.microsoft.com/office/drawing/2014/main" id="{9024CA29-601F-470B-AD07-97770A77B1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Agent의 실행 조건은 어디에서 오는가?</a:t>
            </a:r>
          </a:p>
        </p:txBody>
      </p:sp>
      <p:sp>
        <p:nvSpPr>
          <p:cNvPr id="4" name="">
            <a:extLst xmlns:a="http://schemas.openxmlformats.org/drawingml/2006/main">
              <a:ext uri="{FF2B5EF4-FFF2-40B4-BE49-F238E27FC236}">
                <a16:creationId xmlns:a16="http://schemas.microsoft.com/office/drawing/2014/main" id="{EE4CF2AC-2B99-49C4-B685-CEC41FAD92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관계도 · Repository 안의 정보와 밖에서 적용되는 조건">
            <a:extLst xmlns:a="http://schemas.openxmlformats.org/drawingml/2006/main">
              <a:ext uri="{FF2B5EF4-FFF2-40B4-BE49-F238E27FC236}">
                <a16:creationId xmlns:a16="http://schemas.microsoft.com/office/drawing/2014/main" id="{378E7B43-B92F-4628-A979-6863564174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관계도 · Repository 안의 정보와 밖에서 적용되는 조건</a:t>
            </a:r>
          </a:p>
        </p:txBody>
      </p:sp>
      <p:sp>
        <p:nvSpPr>
          <p:cNvPr id="6" name="정확한 지침 로딩 순서·전체 설정 목록이 아님 · 현재 제품·계정·권한은 별도 확인">
            <a:extLst xmlns:a="http://schemas.openxmlformats.org/drawingml/2006/main">
              <a:ext uri="{FF2B5EF4-FFF2-40B4-BE49-F238E27FC236}">
                <a16:creationId xmlns:a16="http://schemas.microsoft.com/office/drawing/2014/main" id="{ECD85AE7-567E-4598-AB54-E96B5A4E75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정확한 지침 로딩 순서·전체 설정 목록이 아님 · 현재 제품·계정·권한은 별도 확인</a:t>
            </a:r>
          </a:p>
        </p:txBody>
      </p:sp>
      <p:sp>
        <p:nvSpPr>
          <p:cNvPr id="7" name="">
            <a:extLst xmlns:a="http://schemas.openxmlformats.org/drawingml/2006/main">
              <a:ext uri="{FF2B5EF4-FFF2-40B4-BE49-F238E27FC236}">
                <a16:creationId xmlns:a16="http://schemas.microsoft.com/office/drawing/2014/main" id="{F9D7092E-9744-4F90-A29B-904DAE83C048}"/>
              </a:ext>
            </a:extLst>
          </p:cNvPr>
          <p:cNvSpPr>
            <a:spLocks xmlns:a="http://schemas.openxmlformats.org/drawingml/2006/main" noGrp="1"/>
          </p:cNvSpPr>
          <p:nvPr/>
        </p:nvSpPr>
        <p:spPr>
          <a:xfrm xmlns:a="http://schemas.openxmlformats.org/drawingml/2006/main">
            <a:off x="609600" y="2524125"/>
            <a:ext cx="3390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Repository 안">
            <a:extLst xmlns:a="http://schemas.openxmlformats.org/drawingml/2006/main">
              <a:ext uri="{FF2B5EF4-FFF2-40B4-BE49-F238E27FC236}">
                <a16:creationId xmlns:a16="http://schemas.microsoft.com/office/drawing/2014/main" id="{E63A8224-2C66-4358-BC17-BFB88EE464C6}"/>
              </a:ext>
            </a:extLst>
          </p:cNvPr>
          <p:cNvSpPr>
            <a:spLocks xmlns:a="http://schemas.openxmlformats.org/drawingml/2006/main" noGrp="1"/>
          </p:cNvSpPr>
          <p:nvPr/>
        </p:nvSpPr>
        <p:spPr>
          <a:xfrm xmlns:a="http://schemas.openxmlformats.org/drawingml/2006/main">
            <a:off x="819150" y="270510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Repository 안</a:t>
            </a:r>
          </a:p>
        </p:txBody>
      </p:sp>
      <p:sp>
        <p:nvSpPr>
          <p:cNvPr id="9" name="코드 · AGENTS.md&#10;프로젝트 문서 · Skill">
            <a:extLst xmlns:a="http://schemas.openxmlformats.org/drawingml/2006/main">
              <a:ext uri="{FF2B5EF4-FFF2-40B4-BE49-F238E27FC236}">
                <a16:creationId xmlns:a16="http://schemas.microsoft.com/office/drawing/2014/main" id="{3CECF24A-384B-438D-966B-5F2DABE93845}"/>
              </a:ext>
            </a:extLst>
          </p:cNvPr>
          <p:cNvSpPr>
            <a:spLocks xmlns:a="http://schemas.openxmlformats.org/drawingml/2006/main" noGrp="1"/>
          </p:cNvSpPr>
          <p:nvPr/>
        </p:nvSpPr>
        <p:spPr>
          <a:xfrm xmlns:a="http://schemas.openxmlformats.org/drawingml/2006/main">
            <a:off x="819150" y="338137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 · Skill</a:t>
            </a:r>
          </a:p>
        </p:txBody>
      </p:sp>
      <p:cxnSp>
        <p:nvCxnSpPr>
          <p:cNvPr id="10" name="">
            <a:extLst xmlns:a="http://schemas.openxmlformats.org/drawingml/2006/main">
              <a:ext uri="{FF2B5EF4-FFF2-40B4-BE49-F238E27FC236}">
                <a16:creationId xmlns:a16="http://schemas.microsoft.com/office/drawing/2014/main" id="{1DCF8D43-AF94-425B-BFFC-A51F52DDACED}"/>
              </a:ext>
            </a:extLst>
          </p:cNvPr>
          <p:cNvCxnSpPr/>
          <p:nvPr/>
        </p:nvCxnSpPr>
        <p:spPr>
          <a:xfrm xmlns:a="http://schemas.openxmlformats.org/drawingml/2006/main">
            <a:off x="4000500" y="3543300"/>
            <a:ext cx="9525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1" name="">
            <a:extLst xmlns:a="http://schemas.openxmlformats.org/drawingml/2006/main">
              <a:ext uri="{FF2B5EF4-FFF2-40B4-BE49-F238E27FC236}">
                <a16:creationId xmlns:a16="http://schemas.microsoft.com/office/drawing/2014/main" id="{6C06BB9D-FCFC-426A-9E69-8896A5D81736}"/>
              </a:ext>
            </a:extLst>
          </p:cNvPr>
          <p:cNvSpPr>
            <a:spLocks xmlns:a="http://schemas.openxmlformats.org/drawingml/2006/main" noGrp="1"/>
          </p:cNvSpPr>
          <p:nvPr/>
        </p:nvSpPr>
        <p:spPr>
          <a:xfrm xmlns:a="http://schemas.openxmlformats.org/drawingml/2006/main">
            <a:off x="5029200" y="2895600"/>
            <a:ext cx="2133600" cy="12954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Agent">
            <a:extLst xmlns:a="http://schemas.openxmlformats.org/drawingml/2006/main">
              <a:ext uri="{FF2B5EF4-FFF2-40B4-BE49-F238E27FC236}">
                <a16:creationId xmlns:a16="http://schemas.microsoft.com/office/drawing/2014/main" id="{891E7A47-4628-4AEF-BB6B-C705AFB63209}"/>
              </a:ext>
            </a:extLst>
          </p:cNvPr>
          <p:cNvSpPr>
            <a:spLocks xmlns:a="http://schemas.openxmlformats.org/drawingml/2006/main" noGrp="1"/>
          </p:cNvSpPr>
          <p:nvPr/>
        </p:nvSpPr>
        <p:spPr>
          <a:xfrm xmlns:a="http://schemas.openxmlformats.org/drawingml/2006/main">
            <a:off x="5219700" y="306705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3" name="작업 실행">
            <a:extLst xmlns:a="http://schemas.openxmlformats.org/drawingml/2006/main">
              <a:ext uri="{FF2B5EF4-FFF2-40B4-BE49-F238E27FC236}">
                <a16:creationId xmlns:a16="http://schemas.microsoft.com/office/drawing/2014/main" id="{103F209A-DF00-4594-AEFB-D56F7BC4D95B}"/>
              </a:ext>
            </a:extLst>
          </p:cNvPr>
          <p:cNvSpPr>
            <a:spLocks xmlns:a="http://schemas.openxmlformats.org/drawingml/2006/main" noGrp="1"/>
          </p:cNvSpPr>
          <p:nvPr/>
        </p:nvSpPr>
        <p:spPr>
          <a:xfrm xmlns:a="http://schemas.openxmlformats.org/drawingml/2006/main">
            <a:off x="5219700" y="3619500"/>
            <a:ext cx="1752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실행</a:t>
            </a:r>
          </a:p>
        </p:txBody>
      </p:sp>
      <p:cxnSp>
        <p:nvCxnSpPr>
          <p:cNvPr id="14" name="">
            <a:extLst xmlns:a="http://schemas.openxmlformats.org/drawingml/2006/main">
              <a:ext uri="{FF2B5EF4-FFF2-40B4-BE49-F238E27FC236}">
                <a16:creationId xmlns:a16="http://schemas.microsoft.com/office/drawing/2014/main" id="{181321A6-6022-44EE-A6F4-A9B26CCAF604}"/>
              </a:ext>
            </a:extLst>
          </p:cNvPr>
          <p:cNvCxnSpPr/>
          <p:nvPr/>
        </p:nvCxnSpPr>
        <p:spPr>
          <a:xfrm xmlns:a="http://schemas.openxmlformats.org/drawingml/2006/main">
            <a:off x="7239000" y="3543300"/>
            <a:ext cx="99060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5" name="적용 확인">
            <a:extLst xmlns:a="http://schemas.openxmlformats.org/drawingml/2006/main">
              <a:ext uri="{FF2B5EF4-FFF2-40B4-BE49-F238E27FC236}">
                <a16:creationId xmlns:a16="http://schemas.microsoft.com/office/drawing/2014/main" id="{F11F2C64-D9C0-4DE4-9822-75DBA710FCC0}"/>
              </a:ext>
            </a:extLst>
          </p:cNvPr>
          <p:cNvSpPr>
            <a:spLocks xmlns:a="http://schemas.openxmlformats.org/drawingml/2006/main" noGrp="1"/>
          </p:cNvSpPr>
          <p:nvPr/>
        </p:nvSpPr>
        <p:spPr>
          <a:xfrm xmlns:a="http://schemas.openxmlformats.org/drawingml/2006/main">
            <a:off x="7239000" y="3000375"/>
            <a:ext cx="990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 확인</a:t>
            </a:r>
          </a:p>
        </p:txBody>
      </p:sp>
      <p:sp>
        <p:nvSpPr>
          <p:cNvPr id="16" name="">
            <a:extLst xmlns:a="http://schemas.openxmlformats.org/drawingml/2006/main">
              <a:ext uri="{FF2B5EF4-FFF2-40B4-BE49-F238E27FC236}">
                <a16:creationId xmlns:a16="http://schemas.microsoft.com/office/drawing/2014/main" id="{DED96EEC-B949-48C0-B3F1-1B6E3A53F574}"/>
              </a:ext>
            </a:extLst>
          </p:cNvPr>
          <p:cNvSpPr>
            <a:spLocks xmlns:a="http://schemas.openxmlformats.org/drawingml/2006/main" noGrp="1"/>
          </p:cNvSpPr>
          <p:nvPr/>
        </p:nvSpPr>
        <p:spPr>
          <a:xfrm xmlns:a="http://schemas.openxmlformats.org/drawingml/2006/main">
            <a:off x="8305800" y="2524125"/>
            <a:ext cx="32766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7" name="Repository 밖">
            <a:extLst xmlns:a="http://schemas.openxmlformats.org/drawingml/2006/main">
              <a:ext uri="{FF2B5EF4-FFF2-40B4-BE49-F238E27FC236}">
                <a16:creationId xmlns:a16="http://schemas.microsoft.com/office/drawing/2014/main" id="{5FA40B02-7503-4284-91AC-A7C9D7A1AA40}"/>
              </a:ext>
            </a:extLst>
          </p:cNvPr>
          <p:cNvSpPr>
            <a:spLocks xmlns:a="http://schemas.openxmlformats.org/drawingml/2006/main" noGrp="1"/>
          </p:cNvSpPr>
          <p:nvPr/>
        </p:nvSpPr>
        <p:spPr>
          <a:xfrm xmlns:a="http://schemas.openxmlformats.org/drawingml/2006/main">
            <a:off x="8515350" y="2705100"/>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Repository 밖</a:t>
            </a:r>
          </a:p>
        </p:txBody>
      </p:sp>
      <p:sp>
        <p:nvSpPr>
          <p:cNvPr id="18" name="전역 지침 · Skills&#10;모델·설정 · 허용 권한">
            <a:extLst xmlns:a="http://schemas.openxmlformats.org/drawingml/2006/main">
              <a:ext uri="{FF2B5EF4-FFF2-40B4-BE49-F238E27FC236}">
                <a16:creationId xmlns:a16="http://schemas.microsoft.com/office/drawing/2014/main" id="{D5A8B202-EC98-4DD3-B5BE-39F60D774025}"/>
              </a:ext>
            </a:extLst>
          </p:cNvPr>
          <p:cNvSpPr>
            <a:spLocks xmlns:a="http://schemas.openxmlformats.org/drawingml/2006/main" noGrp="1"/>
          </p:cNvSpPr>
          <p:nvPr/>
        </p:nvSpPr>
        <p:spPr>
          <a:xfrm xmlns:a="http://schemas.openxmlformats.org/drawingml/2006/main">
            <a:off x="8515350" y="3381375"/>
            <a:ext cx="285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 · 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허용 권한</a:t>
            </a:r>
          </a:p>
        </p:txBody>
      </p:sp>
      <p:sp>
        <p:nvSpPr>
          <p:cNvPr id="19" name="저장소를 옮긴 뒤에도, 적용되는 조건을 확인한다">
            <a:extLst xmlns:a="http://schemas.openxmlformats.org/drawingml/2006/main">
              <a:ext uri="{FF2B5EF4-FFF2-40B4-BE49-F238E27FC236}">
                <a16:creationId xmlns:a16="http://schemas.microsoft.com/office/drawing/2014/main" id="{7CF7E974-7272-4C91-ADAB-E436C9BAC9D3}"/>
              </a:ext>
            </a:extLst>
          </p:cNvPr>
          <p:cNvSpPr>
            <a:spLocks xmlns:a="http://schemas.openxmlformats.org/drawingml/2006/main" noGrp="1"/>
          </p:cNvSpPr>
          <p:nvPr/>
        </p:nvSpPr>
        <p:spPr>
          <a:xfrm xmlns:a="http://schemas.openxmlformats.org/drawingml/2006/main">
            <a:off x="609600" y="51530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저장소를 옮긴 뒤에도, 적용되는 조건을 확인한다</a:t>
            </a:r>
          </a:p>
        </p:txBody>
      </p:sp>
      <p:sp>
        <p:nvSpPr>
          <p:cNvPr id="20" name="Legacy module connection">
            <a:extLst xmlns:a="http://schemas.openxmlformats.org/drawingml/2006/main">
              <a:ext uri="{FF2B5EF4-FFF2-40B4-BE49-F238E27FC236}">
                <a16:creationId xmlns:a16="http://schemas.microsoft.com/office/drawing/2014/main" id="{651F23C2-2FE3-4327-BF56-F273154620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03683187"/>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실제 기록에서 확인한 외부 조건">
            <a:extLst xmlns:a="http://schemas.openxmlformats.org/drawingml/2006/main">
              <a:ext uri="{FF2B5EF4-FFF2-40B4-BE49-F238E27FC236}">
                <a16:creationId xmlns:a16="http://schemas.microsoft.com/office/drawing/2014/main" id="{D490308E-96E3-4C87-833A-2D8782DB09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기록에서 확인한 외부 조건</a:t>
            </a:r>
          </a:p>
        </p:txBody>
      </p:sp>
      <p:sp>
        <p:nvSpPr>
          <p:cNvPr id="2" name="S76">
            <a:extLst xmlns:a="http://schemas.openxmlformats.org/drawingml/2006/main">
              <a:ext uri="{FF2B5EF4-FFF2-40B4-BE49-F238E27FC236}">
                <a16:creationId xmlns:a16="http://schemas.microsoft.com/office/drawing/2014/main" id="{E3BBE179-370D-4E63-B79F-6D77A7BFC3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실제 성능 조사에도 저장소 밖 지침이 들어왔다">
            <a:extLst xmlns:a="http://schemas.openxmlformats.org/drawingml/2006/main">
              <a:ext uri="{FF2B5EF4-FFF2-40B4-BE49-F238E27FC236}">
                <a16:creationId xmlns:a16="http://schemas.microsoft.com/office/drawing/2014/main" id="{55EB8415-5BD5-48DB-B339-490FBD834B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성능 조사에도 저장소 밖 지침이 들어왔다</a:t>
            </a:r>
          </a:p>
        </p:txBody>
      </p:sp>
      <p:sp>
        <p:nvSpPr>
          <p:cNvPr id="4" name="">
            <a:extLst xmlns:a="http://schemas.openxmlformats.org/drawingml/2006/main">
              <a:ext uri="{FF2B5EF4-FFF2-40B4-BE49-F238E27FC236}">
                <a16:creationId xmlns:a16="http://schemas.microsoft.com/office/drawing/2014/main" id="{CDF4E434-F0AC-4E47-93D8-555B53D2E6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574B8B4-FF7F-4C05-BC32-2DF7172B0CE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 Codex CLI 0.154.0 · 기록 재구성">
            <a:extLst xmlns:a="http://schemas.openxmlformats.org/drawingml/2006/main">
              <a:ext uri="{FF2B5EF4-FFF2-40B4-BE49-F238E27FC236}">
                <a16:creationId xmlns:a16="http://schemas.microsoft.com/office/drawing/2014/main" id="{E78EC949-54E9-4947-9424-ED8601A717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 Codex CLI 0.154.0 · 기록 재구성</a:t>
            </a:r>
          </a:p>
        </p:txBody>
      </p:sp>
      <p:sp>
        <p:nvSpPr>
          <p:cNvPr id="7" name="전역 Skill의 관여는 관찰 · 개별 성능 효과·현재 Desktop 재현·전체 환경 감사는 미입증">
            <a:extLst xmlns:a="http://schemas.openxmlformats.org/drawingml/2006/main">
              <a:ext uri="{FF2B5EF4-FFF2-40B4-BE49-F238E27FC236}">
                <a16:creationId xmlns:a16="http://schemas.microsoft.com/office/drawing/2014/main" id="{D5B8079F-29F9-470B-8458-3D66E5AABB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전역 Skill의 관여는 관찰 · 개별 성능 효과·현재 Desktop 재현·전체 환경 감사는 미입증</a:t>
            </a:r>
          </a:p>
        </p:txBody>
      </p:sp>
      <p:sp>
        <p:nvSpPr>
          <p:cNvPr id="8" name="이미지 크기 변경(Resize) 성능 조사 당시">
            <a:extLst xmlns:a="http://schemas.openxmlformats.org/drawingml/2006/main">
              <a:ext uri="{FF2B5EF4-FFF2-40B4-BE49-F238E27FC236}">
                <a16:creationId xmlns:a16="http://schemas.microsoft.com/office/drawing/2014/main" id="{CF012FC2-6FAA-441E-AADD-5114B89CBA98}"/>
              </a:ext>
            </a:extLst>
          </p:cNvPr>
          <p:cNvSpPr>
            <a:spLocks xmlns:a="http://schemas.openxmlformats.org/drawingml/2006/main" noGrp="1"/>
          </p:cNvSpPr>
          <p:nvPr/>
        </p:nvSpPr>
        <p:spPr>
          <a:xfrm xmlns:a="http://schemas.openxmlformats.org/drawingml/2006/main">
            <a:off x="609600" y="1828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크기 변경(Resize) 성능 조사 당시</a:t>
            </a:r>
          </a:p>
        </p:txBody>
      </p:sp>
      <p:sp>
        <p:nvSpPr>
          <p:cNvPr id="9" name="">
            <a:extLst xmlns:a="http://schemas.openxmlformats.org/drawingml/2006/main">
              <a:ext uri="{FF2B5EF4-FFF2-40B4-BE49-F238E27FC236}">
                <a16:creationId xmlns:a16="http://schemas.microsoft.com/office/drawing/2014/main" id="{B4C3C62C-33E6-4722-8A97-4328A9556CBF}"/>
              </a:ext>
            </a:extLst>
          </p:cNvPr>
          <p:cNvSpPr>
            <a:spLocks xmlns:a="http://schemas.openxmlformats.org/drawingml/2006/main" noGrp="1"/>
          </p:cNvSpPr>
          <p:nvPr/>
        </p:nvSpPr>
        <p:spPr>
          <a:xfrm xmlns:a="http://schemas.openxmlformats.org/drawingml/2006/main">
            <a:off x="609600" y="2571750"/>
            <a:ext cx="4572000" cy="19335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함께 포함된 전역 Skill">
            <a:extLst xmlns:a="http://schemas.openxmlformats.org/drawingml/2006/main">
              <a:ext uri="{FF2B5EF4-FFF2-40B4-BE49-F238E27FC236}">
                <a16:creationId xmlns:a16="http://schemas.microsoft.com/office/drawing/2014/main" id="{6640FEBE-8E28-4455-8333-6A49BC85FA87}"/>
              </a:ext>
            </a:extLst>
          </p:cNvPr>
          <p:cNvSpPr>
            <a:spLocks xmlns:a="http://schemas.openxmlformats.org/drawingml/2006/main" noGrp="1"/>
          </p:cNvSpPr>
          <p:nvPr/>
        </p:nvSpPr>
        <p:spPr>
          <a:xfrm xmlns:a="http://schemas.openxmlformats.org/drawingml/2006/main">
            <a:off x="819150" y="2790825"/>
            <a:ext cx="4152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함께 포함된 전역 Skill</a:t>
            </a:r>
          </a:p>
        </p:txBody>
      </p:sp>
      <p:sp>
        <p:nvSpPr>
          <p:cNvPr id="11" name="성능 조사 · 완료 검증 지침">
            <a:extLst xmlns:a="http://schemas.openxmlformats.org/drawingml/2006/main">
              <a:ext uri="{FF2B5EF4-FFF2-40B4-BE49-F238E27FC236}">
                <a16:creationId xmlns:a16="http://schemas.microsoft.com/office/drawing/2014/main" id="{EB56969F-B083-4822-B5E2-8187212807CF}"/>
              </a:ext>
            </a:extLst>
          </p:cNvPr>
          <p:cNvSpPr>
            <a:spLocks xmlns:a="http://schemas.openxmlformats.org/drawingml/2006/main" noGrp="1"/>
          </p:cNvSpPr>
          <p:nvPr/>
        </p:nvSpPr>
        <p:spPr>
          <a:xfrm xmlns:a="http://schemas.openxmlformats.org/drawingml/2006/main">
            <a:off x="819150" y="356235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조사 · 완료 검증 지침</a:t>
            </a:r>
          </a:p>
        </p:txBody>
      </p:sp>
      <p:cxnSp>
        <p:nvCxnSpPr>
          <p:cNvPr id="12" name="">
            <a:extLst xmlns:a="http://schemas.openxmlformats.org/drawingml/2006/main">
              <a:ext uri="{FF2B5EF4-FFF2-40B4-BE49-F238E27FC236}">
                <a16:creationId xmlns:a16="http://schemas.microsoft.com/office/drawing/2014/main" id="{4600144A-1DB1-4E09-AFDE-019236CCD92F}"/>
              </a:ext>
            </a:extLst>
          </p:cNvPr>
          <p:cNvCxnSpPr/>
          <p:nvPr/>
        </p:nvCxnSpPr>
        <p:spPr>
          <a:xfrm xmlns:a="http://schemas.openxmlformats.org/drawingml/2006/main">
            <a:off x="5276850" y="3514725"/>
            <a:ext cx="13335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3" name="">
            <a:extLst xmlns:a="http://schemas.openxmlformats.org/drawingml/2006/main">
              <a:ext uri="{FF2B5EF4-FFF2-40B4-BE49-F238E27FC236}">
                <a16:creationId xmlns:a16="http://schemas.microsoft.com/office/drawing/2014/main" id="{20AB4D26-85E9-4532-8E61-53CC83657266}"/>
              </a:ext>
            </a:extLst>
          </p:cNvPr>
          <p:cNvSpPr>
            <a:spLocks xmlns:a="http://schemas.openxmlformats.org/drawingml/2006/main" noGrp="1"/>
          </p:cNvSpPr>
          <p:nvPr/>
        </p:nvSpPr>
        <p:spPr>
          <a:xfrm xmlns:a="http://schemas.openxmlformats.org/drawingml/2006/main">
            <a:off x="6705600" y="2571750"/>
            <a:ext cx="4876800" cy="19335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실제 작업 기록">
            <a:extLst xmlns:a="http://schemas.openxmlformats.org/drawingml/2006/main">
              <a:ext uri="{FF2B5EF4-FFF2-40B4-BE49-F238E27FC236}">
                <a16:creationId xmlns:a16="http://schemas.microsoft.com/office/drawing/2014/main" id="{F7E839BD-5659-43AF-882F-43E3E1171A1D}"/>
              </a:ext>
            </a:extLst>
          </p:cNvPr>
          <p:cNvSpPr>
            <a:spLocks xmlns:a="http://schemas.openxmlformats.org/drawingml/2006/main" noGrp="1"/>
          </p:cNvSpPr>
          <p:nvPr/>
        </p:nvSpPr>
        <p:spPr>
          <a:xfrm xmlns:a="http://schemas.openxmlformats.org/drawingml/2006/main">
            <a:off x="6915150" y="2790825"/>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실제 작업 기록</a:t>
            </a:r>
          </a:p>
        </p:txBody>
      </p:sp>
      <p:sp>
        <p:nvSpPr>
          <p:cNvPr id="15" name="평가 상태 작성&#10;추가 동작 검증">
            <a:extLst xmlns:a="http://schemas.openxmlformats.org/drawingml/2006/main">
              <a:ext uri="{FF2B5EF4-FFF2-40B4-BE49-F238E27FC236}">
                <a16:creationId xmlns:a16="http://schemas.microsoft.com/office/drawing/2014/main" id="{71641EAE-AE02-4E8B-B078-88F9F98C266B}"/>
              </a:ext>
            </a:extLst>
          </p:cNvPr>
          <p:cNvSpPr>
            <a:spLocks xmlns:a="http://schemas.openxmlformats.org/drawingml/2006/main" noGrp="1"/>
          </p:cNvSpPr>
          <p:nvPr/>
        </p:nvSpPr>
        <p:spPr>
          <a:xfrm xmlns:a="http://schemas.openxmlformats.org/drawingml/2006/main">
            <a:off x="6915150" y="3429000"/>
            <a:ext cx="4457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평가 상태 작성</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추가 동작 검증</a:t>
            </a:r>
          </a:p>
        </p:txBody>
      </p:sp>
      <p:sp>
        <p:nvSpPr>
          <p:cNvPr id="16" name="별도 시작 관찰">
            <a:extLst xmlns:a="http://schemas.openxmlformats.org/drawingml/2006/main">
              <a:ext uri="{FF2B5EF4-FFF2-40B4-BE49-F238E27FC236}">
                <a16:creationId xmlns:a16="http://schemas.microsoft.com/office/drawing/2014/main" id="{1117B720-8DC4-419A-8D54-A8445BE4AC75}"/>
              </a:ext>
            </a:extLst>
          </p:cNvPr>
          <p:cNvSpPr>
            <a:spLocks xmlns:a="http://schemas.openxmlformats.org/drawingml/2006/main" noGrp="1"/>
          </p:cNvSpPr>
          <p:nvPr/>
        </p:nvSpPr>
        <p:spPr>
          <a:xfrm xmlns:a="http://schemas.openxmlformats.org/drawingml/2006/main">
            <a:off x="609600" y="5076825"/>
            <a:ext cx="2247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별도 시작 관찰</a:t>
            </a:r>
          </a:p>
        </p:txBody>
      </p:sp>
      <p:sp>
        <p:nvSpPr>
          <p:cNvPr id="17" name="자동 실행 설정 · 외부 도구 연결 경고">
            <a:extLst xmlns:a="http://schemas.openxmlformats.org/drawingml/2006/main">
              <a:ext uri="{FF2B5EF4-FFF2-40B4-BE49-F238E27FC236}">
                <a16:creationId xmlns:a16="http://schemas.microsoft.com/office/drawing/2014/main" id="{6E73EF61-26F2-4F7D-BEB5-DCEC617F8CF7}"/>
              </a:ext>
            </a:extLst>
          </p:cNvPr>
          <p:cNvSpPr>
            <a:spLocks xmlns:a="http://schemas.openxmlformats.org/drawingml/2006/main" noGrp="1"/>
          </p:cNvSpPr>
          <p:nvPr/>
        </p:nvSpPr>
        <p:spPr>
          <a:xfrm xmlns:a="http://schemas.openxmlformats.org/drawingml/2006/main">
            <a:off x="3086100" y="5076825"/>
            <a:ext cx="8496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자동 실행 설정 · 외부 도구 연결 경고</a:t>
            </a:r>
          </a:p>
        </p:txBody>
      </p:sp>
      <p:sp>
        <p:nvSpPr>
          <p:cNvPr id="18" name="Legacy module connection">
            <a:extLst xmlns:a="http://schemas.openxmlformats.org/drawingml/2006/main">
              <a:ext uri="{FF2B5EF4-FFF2-40B4-BE49-F238E27FC236}">
                <a16:creationId xmlns:a16="http://schemas.microsoft.com/office/drawing/2014/main" id="{CF038B91-43EE-441B-9D6E-B38C1FCC8F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46164181"/>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경고·호출·결과가 알려 주는 범위">
            <a:extLst xmlns:a="http://schemas.openxmlformats.org/drawingml/2006/main">
              <a:ext uri="{FF2B5EF4-FFF2-40B4-BE49-F238E27FC236}">
                <a16:creationId xmlns:a16="http://schemas.microsoft.com/office/drawing/2014/main" id="{4481C291-AABF-4D2F-AEB3-0B387DA6A5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경고·호출·결과가 알려 주는 범위</a:t>
            </a:r>
          </a:p>
        </p:txBody>
      </p:sp>
      <p:sp>
        <p:nvSpPr>
          <p:cNvPr id="2" name="S77">
            <a:extLst xmlns:a="http://schemas.openxmlformats.org/drawingml/2006/main">
              <a:ext uri="{FF2B5EF4-FFF2-40B4-BE49-F238E27FC236}">
                <a16:creationId xmlns:a16="http://schemas.microsoft.com/office/drawing/2014/main" id="{E573B20A-A86C-4CA1-A279-D729FCFB84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시작 경고와 실제 사용은 구분해서 확인한다">
            <a:extLst xmlns:a="http://schemas.openxmlformats.org/drawingml/2006/main">
              <a:ext uri="{FF2B5EF4-FFF2-40B4-BE49-F238E27FC236}">
                <a16:creationId xmlns:a16="http://schemas.microsoft.com/office/drawing/2014/main" id="{B354C7BA-06D7-4CD0-A843-90803FC217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시작 경고와 실제 사용은 구분해서 확인한다</a:t>
            </a:r>
          </a:p>
        </p:txBody>
      </p:sp>
      <p:sp>
        <p:nvSpPr>
          <p:cNvPr id="4" name="">
            <a:extLst xmlns:a="http://schemas.openxmlformats.org/drawingml/2006/main">
              <a:ext uri="{FF2B5EF4-FFF2-40B4-BE49-F238E27FC236}">
                <a16:creationId xmlns:a16="http://schemas.microsoft.com/office/drawing/2014/main" id="{DC47821B-4B25-4FD3-8073-A281CAD4BF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C935D60-D3C9-4D35-A31C-2E5FEB4CB03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의 시작 기록과 실제 작업 기록을 구분">
            <a:extLst xmlns:a="http://schemas.openxmlformats.org/drawingml/2006/main">
              <a:ext uri="{FF2B5EF4-FFF2-40B4-BE49-F238E27FC236}">
                <a16:creationId xmlns:a16="http://schemas.microsoft.com/office/drawing/2014/main" id="{834B89AB-1EAE-440E-B8C0-45E9F27D4D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TRIAL-006의 시작 기록과 실제 작업 기록을 구분</a:t>
            </a:r>
          </a:p>
        </p:txBody>
      </p:sp>
      <p:sp>
        <p:nvSpPr>
          <p:cNvPr id="7" name="Hook 실행·소스 변경은 미입증 · MCP 작업 호출 없음 · 관찰한 Skill 관여는 별도 근거로 보존">
            <a:extLst xmlns:a="http://schemas.openxmlformats.org/drawingml/2006/main">
              <a:ext uri="{FF2B5EF4-FFF2-40B4-BE49-F238E27FC236}">
                <a16:creationId xmlns:a16="http://schemas.microsoft.com/office/drawing/2014/main" id="{412C9756-8FD2-4E5F-9F5B-543DBD7422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Hook 실행·소스 변경은 미입증 · MCP 작업 호출 없음 · 관찰한 Skill 관여는 별도 근거로 보존</a:t>
            </a:r>
          </a:p>
        </p:txBody>
      </p:sp>
      <p:sp>
        <p:nvSpPr>
          <p:cNvPr id="8" name="시작 경고에서 확인">
            <a:extLst xmlns:a="http://schemas.openxmlformats.org/drawingml/2006/main">
              <a:ext uri="{FF2B5EF4-FFF2-40B4-BE49-F238E27FC236}">
                <a16:creationId xmlns:a16="http://schemas.microsoft.com/office/drawing/2014/main" id="{BBD77C43-B883-4433-8CB3-3D402FAE07FF}"/>
              </a:ext>
            </a:extLst>
          </p:cNvPr>
          <p:cNvSpPr>
            <a:spLocks xmlns:a="http://schemas.openxmlformats.org/drawingml/2006/main" noGrp="1"/>
          </p:cNvSpPr>
          <p:nvPr/>
        </p:nvSpPr>
        <p:spPr>
          <a:xfrm xmlns:a="http://schemas.openxmlformats.org/drawingml/2006/main">
            <a:off x="609600" y="21526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시작 경고에서 확인</a:t>
            </a:r>
          </a:p>
        </p:txBody>
      </p:sp>
      <p:sp>
        <p:nvSpPr>
          <p:cNvPr id="9" name="작업 기록에서 확인">
            <a:extLst xmlns:a="http://schemas.openxmlformats.org/drawingml/2006/main">
              <a:ext uri="{FF2B5EF4-FFF2-40B4-BE49-F238E27FC236}">
                <a16:creationId xmlns:a16="http://schemas.microsoft.com/office/drawing/2014/main" id="{E2A43026-7134-402B-B954-88611F5CC874}"/>
              </a:ext>
            </a:extLst>
          </p:cNvPr>
          <p:cNvSpPr>
            <a:spLocks xmlns:a="http://schemas.openxmlformats.org/drawingml/2006/main" noGrp="1"/>
          </p:cNvSpPr>
          <p:nvPr/>
        </p:nvSpPr>
        <p:spPr>
          <a:xfrm xmlns:a="http://schemas.openxmlformats.org/drawingml/2006/main">
            <a:off x="6705600" y="21526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 기록에서 확인</a:t>
            </a:r>
          </a:p>
        </p:txBody>
      </p:sp>
      <p:sp>
        <p:nvSpPr>
          <p:cNvPr id="10" name="">
            <a:extLst xmlns:a="http://schemas.openxmlformats.org/drawingml/2006/main">
              <a:ext uri="{FF2B5EF4-FFF2-40B4-BE49-F238E27FC236}">
                <a16:creationId xmlns:a16="http://schemas.microsoft.com/office/drawing/2014/main" id="{39B80C38-58E9-4EAE-8D07-19C56F94E77A}"/>
              </a:ext>
            </a:extLst>
          </p:cNvPr>
          <p:cNvSpPr>
            <a:spLocks xmlns:a="http://schemas.openxmlformats.org/drawingml/2006/main" noGrp="1"/>
          </p:cNvSpPr>
          <p:nvPr/>
        </p:nvSpPr>
        <p:spPr>
          <a:xfrm xmlns:a="http://schemas.openxmlformats.org/drawingml/2006/main">
            <a:off x="609600" y="2838450"/>
            <a:ext cx="4876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1" name="">
            <a:extLst xmlns:a="http://schemas.openxmlformats.org/drawingml/2006/main">
              <a:ext uri="{FF2B5EF4-FFF2-40B4-BE49-F238E27FC236}">
                <a16:creationId xmlns:a16="http://schemas.microsoft.com/office/drawing/2014/main" id="{BEE44248-693D-4CED-8014-40976D5F80AD}"/>
              </a:ext>
            </a:extLst>
          </p:cNvPr>
          <p:cNvSpPr>
            <a:spLocks xmlns:a="http://schemas.openxmlformats.org/drawingml/2006/main" noGrp="1"/>
          </p:cNvSpPr>
          <p:nvPr/>
        </p:nvSpPr>
        <p:spPr>
          <a:xfrm xmlns:a="http://schemas.openxmlformats.org/drawingml/2006/main">
            <a:off x="6705600" y="2838450"/>
            <a:ext cx="4876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자동 실행·외부 도구 연결 경고">
            <a:extLst xmlns:a="http://schemas.openxmlformats.org/drawingml/2006/main">
              <a:ext uri="{FF2B5EF4-FFF2-40B4-BE49-F238E27FC236}">
                <a16:creationId xmlns:a16="http://schemas.microsoft.com/office/drawing/2014/main" id="{05DBCB5D-26DD-42FE-85F7-4A69A1AC250F}"/>
              </a:ext>
            </a:extLst>
          </p:cNvPr>
          <p:cNvSpPr>
            <a:spLocks xmlns:a="http://schemas.openxmlformats.org/drawingml/2006/main" noGrp="1"/>
          </p:cNvSpPr>
          <p:nvPr/>
        </p:nvSpPr>
        <p:spPr>
          <a:xfrm xmlns:a="http://schemas.openxmlformats.org/drawingml/2006/main">
            <a:off x="819150" y="3048000"/>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자동 실행·외부 도구 연결 경고</a:t>
            </a:r>
          </a:p>
        </p:txBody>
      </p:sp>
      <p:sp>
        <p:nvSpPr>
          <p:cNvPr id="13" name="경고만으로 실제 실행은 알 수 없음&#10;외부 도구를 부른 작업 기록은 없음">
            <a:extLst xmlns:a="http://schemas.openxmlformats.org/drawingml/2006/main">
              <a:ext uri="{FF2B5EF4-FFF2-40B4-BE49-F238E27FC236}">
                <a16:creationId xmlns:a16="http://schemas.microsoft.com/office/drawing/2014/main" id="{EF9860E5-C31E-4510-8156-E725ECB4B396}"/>
              </a:ext>
            </a:extLst>
          </p:cNvPr>
          <p:cNvSpPr>
            <a:spLocks xmlns:a="http://schemas.openxmlformats.org/drawingml/2006/main" noGrp="1"/>
          </p:cNvSpPr>
          <p:nvPr/>
        </p:nvSpPr>
        <p:spPr>
          <a:xfrm xmlns:a="http://schemas.openxmlformats.org/drawingml/2006/main">
            <a:off x="819150" y="3752850"/>
            <a:ext cx="44577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경고만으로 실제 실행은 알 수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외부 도구를 부른 작업 기록은 없음</a:t>
            </a:r>
          </a:p>
        </p:txBody>
      </p:sp>
      <p:sp>
        <p:nvSpPr>
          <p:cNvPr id="14" name="전역 Skill의 작업 관여">
            <a:extLst xmlns:a="http://schemas.openxmlformats.org/drawingml/2006/main">
              <a:ext uri="{FF2B5EF4-FFF2-40B4-BE49-F238E27FC236}">
                <a16:creationId xmlns:a16="http://schemas.microsoft.com/office/drawing/2014/main" id="{318C8714-152C-4D1E-A646-A063558E1771}"/>
              </a:ext>
            </a:extLst>
          </p:cNvPr>
          <p:cNvSpPr>
            <a:spLocks xmlns:a="http://schemas.openxmlformats.org/drawingml/2006/main" noGrp="1"/>
          </p:cNvSpPr>
          <p:nvPr/>
        </p:nvSpPr>
        <p:spPr>
          <a:xfrm xmlns:a="http://schemas.openxmlformats.org/drawingml/2006/main">
            <a:off x="6915150" y="3048000"/>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Skill의 작업 관여</a:t>
            </a:r>
          </a:p>
        </p:txBody>
      </p:sp>
      <p:sp>
        <p:nvSpPr>
          <p:cNvPr id="15" name="평가 상태 작성 · 추가 검증&#10;각각의 작업 기록으로 확인">
            <a:extLst xmlns:a="http://schemas.openxmlformats.org/drawingml/2006/main">
              <a:ext uri="{FF2B5EF4-FFF2-40B4-BE49-F238E27FC236}">
                <a16:creationId xmlns:a16="http://schemas.microsoft.com/office/drawing/2014/main" id="{06ACC09A-01FC-4085-888D-71EFC3296AD9}"/>
              </a:ext>
            </a:extLst>
          </p:cNvPr>
          <p:cNvSpPr>
            <a:spLocks xmlns:a="http://schemas.openxmlformats.org/drawingml/2006/main" noGrp="1"/>
          </p:cNvSpPr>
          <p:nvPr/>
        </p:nvSpPr>
        <p:spPr>
          <a:xfrm xmlns:a="http://schemas.openxmlformats.org/drawingml/2006/main">
            <a:off x="6915150" y="3752850"/>
            <a:ext cx="44577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평가 상태 작성 · 추가 검증</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각각의 작업 기록으로 확인</a:t>
            </a:r>
          </a:p>
        </p:txBody>
      </p:sp>
      <p:sp>
        <p:nvSpPr>
          <p:cNvPr id="16" name="실제 사용은, 해당 호출과 작업 결과로 확인한다">
            <a:extLst xmlns:a="http://schemas.openxmlformats.org/drawingml/2006/main">
              <a:ext uri="{FF2B5EF4-FFF2-40B4-BE49-F238E27FC236}">
                <a16:creationId xmlns:a16="http://schemas.microsoft.com/office/drawing/2014/main" id="{B28088F5-3CC3-4DF7-840B-ADDA3809C4C9}"/>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실제 사용은, 해당 호출과 작업 결과로 확인한다</a:t>
            </a:r>
          </a:p>
        </p:txBody>
      </p:sp>
      <p:sp>
        <p:nvSpPr>
          <p:cNvPr id="17" name="Legacy module connection">
            <a:extLst xmlns:a="http://schemas.openxmlformats.org/drawingml/2006/main">
              <a:ext uri="{FF2B5EF4-FFF2-40B4-BE49-F238E27FC236}">
                <a16:creationId xmlns:a16="http://schemas.microsoft.com/office/drawing/2014/main" id="{D8AB7B65-D311-4215-B7D7-399382C95A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43537145"/>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다음 프로젝트에서도 확인할 출발점">
            <a:extLst xmlns:a="http://schemas.openxmlformats.org/drawingml/2006/main">
              <a:ext uri="{FF2B5EF4-FFF2-40B4-BE49-F238E27FC236}">
                <a16:creationId xmlns:a16="http://schemas.microsoft.com/office/drawing/2014/main" id="{C90488B3-AA85-4539-B317-5E42C4FFD0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다음 프로젝트에서도 확인할 출발점</a:t>
            </a:r>
          </a:p>
        </p:txBody>
      </p:sp>
      <p:sp>
        <p:nvSpPr>
          <p:cNvPr id="2" name="S78">
            <a:extLst xmlns:a="http://schemas.openxmlformats.org/drawingml/2006/main">
              <a:ext uri="{FF2B5EF4-FFF2-40B4-BE49-F238E27FC236}">
                <a16:creationId xmlns:a16="http://schemas.microsoft.com/office/drawing/2014/main" id="{9AD9B98F-5C8F-42BE-A780-1D02E6BB54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와 실행 조건을 함께 남긴다">
            <a:extLst xmlns:a="http://schemas.openxmlformats.org/drawingml/2006/main">
              <a:ext uri="{FF2B5EF4-FFF2-40B4-BE49-F238E27FC236}">
                <a16:creationId xmlns:a16="http://schemas.microsoft.com/office/drawing/2014/main" id="{181B4BB4-5819-4ECD-84B8-B21648FB55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결과와 실행 조건을 함께 남긴다</a:t>
            </a:r>
          </a:p>
        </p:txBody>
      </p:sp>
      <p:sp>
        <p:nvSpPr>
          <p:cNvPr id="4" name="">
            <a:extLst xmlns:a="http://schemas.openxmlformats.org/drawingml/2006/main">
              <a:ext uri="{FF2B5EF4-FFF2-40B4-BE49-F238E27FC236}">
                <a16:creationId xmlns:a16="http://schemas.microsoft.com/office/drawing/2014/main" id="{33F2A3B2-960F-43DD-9873-900BB9CD67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작업 기록 틀 · 실제 보고서 Screenshot이나 새 Trial 결과가 아님">
            <a:extLst xmlns:a="http://schemas.openxmlformats.org/drawingml/2006/main">
              <a:ext uri="{FF2B5EF4-FFF2-40B4-BE49-F238E27FC236}">
                <a16:creationId xmlns:a16="http://schemas.microsoft.com/office/drawing/2014/main" id="{BBC65272-31D1-4334-8F0A-DB0F4519F5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작업 기록 틀 · 실제 보고서 Screenshot이나 새 Trial 결과가 아님</a:t>
            </a:r>
          </a:p>
        </p:txBody>
      </p:sp>
      <p:sp>
        <p:nvSpPr>
          <p:cNvPr id="6" name="확인한 조건만 기록 · 미확인 항목은 남김 · 실제 평가·보고 기준 개선 과정은 ACT 4에서 확인">
            <a:extLst xmlns:a="http://schemas.openxmlformats.org/drawingml/2006/main">
              <a:ext uri="{FF2B5EF4-FFF2-40B4-BE49-F238E27FC236}">
                <a16:creationId xmlns:a16="http://schemas.microsoft.com/office/drawing/2014/main" id="{6AD191B6-CC0E-436A-98D1-2B6475333A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확인한 조건만 기록 · 미확인 항목은 남김 · 실제 평가·보고 기준 개선 과정은 ACT 4에서 확인</a:t>
            </a:r>
          </a:p>
        </p:txBody>
      </p:sp>
      <p:sp>
        <p:nvSpPr>
          <p:cNvPr id="7" name="">
            <a:extLst xmlns:a="http://schemas.openxmlformats.org/drawingml/2006/main">
              <a:ext uri="{FF2B5EF4-FFF2-40B4-BE49-F238E27FC236}">
                <a16:creationId xmlns:a16="http://schemas.microsoft.com/office/drawing/2014/main" id="{03355F3C-3C6B-4E16-B0A5-16CD7B91A8DA}"/>
              </a:ext>
            </a:extLst>
          </p:cNvPr>
          <p:cNvSpPr>
            <a:spLocks xmlns:a="http://schemas.openxmlformats.org/drawingml/2006/main" noGrp="1"/>
          </p:cNvSpPr>
          <p:nvPr/>
        </p:nvSpPr>
        <p:spPr>
          <a:xfrm xmlns:a="http://schemas.openxmlformats.org/drawingml/2006/main">
            <a:off x="609600" y="2266950"/>
            <a:ext cx="10972800" cy="2743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작업">
            <a:extLst xmlns:a="http://schemas.openxmlformats.org/drawingml/2006/main">
              <a:ext uri="{FF2B5EF4-FFF2-40B4-BE49-F238E27FC236}">
                <a16:creationId xmlns:a16="http://schemas.microsoft.com/office/drawing/2014/main" id="{AAD0232B-D082-4C41-873D-37D61F47FFA0}"/>
              </a:ext>
            </a:extLst>
          </p:cNvPr>
          <p:cNvSpPr>
            <a:spLocks xmlns:a="http://schemas.openxmlformats.org/drawingml/2006/main" noGrp="1"/>
          </p:cNvSpPr>
          <p:nvPr/>
        </p:nvSpPr>
        <p:spPr>
          <a:xfrm xmlns:a="http://schemas.openxmlformats.org/drawingml/2006/main">
            <a:off x="838200" y="2524125"/>
            <a:ext cx="219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a:t>
            </a:r>
          </a:p>
        </p:txBody>
      </p:sp>
      <p:sp>
        <p:nvSpPr>
          <p:cNvPr id="9" name="무엇을 바꾸고, 무엇을 지켰나?">
            <a:extLst xmlns:a="http://schemas.openxmlformats.org/drawingml/2006/main">
              <a:ext uri="{FF2B5EF4-FFF2-40B4-BE49-F238E27FC236}">
                <a16:creationId xmlns:a16="http://schemas.microsoft.com/office/drawing/2014/main" id="{0FA8D7D3-3CD7-4298-85ED-81294ACB86C7}"/>
              </a:ext>
            </a:extLst>
          </p:cNvPr>
          <p:cNvSpPr>
            <a:spLocks xmlns:a="http://schemas.openxmlformats.org/drawingml/2006/main" noGrp="1"/>
          </p:cNvSpPr>
          <p:nvPr/>
        </p:nvSpPr>
        <p:spPr>
          <a:xfrm xmlns:a="http://schemas.openxmlformats.org/drawingml/2006/main">
            <a:off x="3238500" y="2524125"/>
            <a:ext cx="8115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무엇을 바꾸고, 무엇을 지켰나?</a:t>
            </a:r>
          </a:p>
        </p:txBody>
      </p:sp>
      <p:sp>
        <p:nvSpPr>
          <p:cNvPr id="10" name="">
            <a:extLst xmlns:a="http://schemas.openxmlformats.org/drawingml/2006/main">
              <a:ext uri="{FF2B5EF4-FFF2-40B4-BE49-F238E27FC236}">
                <a16:creationId xmlns:a16="http://schemas.microsoft.com/office/drawing/2014/main" id="{AF74ABC0-37C3-42E5-B5FF-C7AEC90FD3F4}"/>
              </a:ext>
            </a:extLst>
          </p:cNvPr>
          <p:cNvSpPr>
            <a:spLocks xmlns:a="http://schemas.openxmlformats.org/drawingml/2006/main" noGrp="1"/>
          </p:cNvSpPr>
          <p:nvPr/>
        </p:nvSpPr>
        <p:spPr>
          <a:xfrm xmlns:a="http://schemas.openxmlformats.org/drawingml/2006/main">
            <a:off x="819150" y="3257550"/>
            <a:ext cx="10553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행 조건">
            <a:extLst xmlns:a="http://schemas.openxmlformats.org/drawingml/2006/main">
              <a:ext uri="{FF2B5EF4-FFF2-40B4-BE49-F238E27FC236}">
                <a16:creationId xmlns:a16="http://schemas.microsoft.com/office/drawing/2014/main" id="{639F8892-4DEA-4973-A9B4-C7D551CD6E47}"/>
              </a:ext>
            </a:extLst>
          </p:cNvPr>
          <p:cNvSpPr>
            <a:spLocks xmlns:a="http://schemas.openxmlformats.org/drawingml/2006/main" noGrp="1"/>
          </p:cNvSpPr>
          <p:nvPr/>
        </p:nvSpPr>
        <p:spPr>
          <a:xfrm xmlns:a="http://schemas.openxmlformats.org/drawingml/2006/main">
            <a:off x="838200" y="3381375"/>
            <a:ext cx="219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조건</a:t>
            </a:r>
          </a:p>
        </p:txBody>
      </p:sp>
      <p:sp>
        <p:nvSpPr>
          <p:cNvPr id="12" name="어떤 지침·모델·권한이 적용됐나?">
            <a:extLst xmlns:a="http://schemas.openxmlformats.org/drawingml/2006/main">
              <a:ext uri="{FF2B5EF4-FFF2-40B4-BE49-F238E27FC236}">
                <a16:creationId xmlns:a16="http://schemas.microsoft.com/office/drawing/2014/main" id="{8A485496-8F8F-4772-8912-5C0A09FA4C89}"/>
              </a:ext>
            </a:extLst>
          </p:cNvPr>
          <p:cNvSpPr>
            <a:spLocks xmlns:a="http://schemas.openxmlformats.org/drawingml/2006/main" noGrp="1"/>
          </p:cNvSpPr>
          <p:nvPr/>
        </p:nvSpPr>
        <p:spPr>
          <a:xfrm xmlns:a="http://schemas.openxmlformats.org/drawingml/2006/main">
            <a:off x="3238500" y="3381375"/>
            <a:ext cx="8115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어떤 지침·모델·권한이 적용됐나?</a:t>
            </a:r>
          </a:p>
        </p:txBody>
      </p:sp>
      <p:sp>
        <p:nvSpPr>
          <p:cNvPr id="13" name="">
            <a:extLst xmlns:a="http://schemas.openxmlformats.org/drawingml/2006/main">
              <a:ext uri="{FF2B5EF4-FFF2-40B4-BE49-F238E27FC236}">
                <a16:creationId xmlns:a16="http://schemas.microsoft.com/office/drawing/2014/main" id="{553811F4-0591-4B0D-B494-75C1A2A53ACF}"/>
              </a:ext>
            </a:extLst>
          </p:cNvPr>
          <p:cNvSpPr>
            <a:spLocks xmlns:a="http://schemas.openxmlformats.org/drawingml/2006/main" noGrp="1"/>
          </p:cNvSpPr>
          <p:nvPr/>
        </p:nvSpPr>
        <p:spPr>
          <a:xfrm xmlns:a="http://schemas.openxmlformats.org/drawingml/2006/main">
            <a:off x="819150" y="4114800"/>
            <a:ext cx="10553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확인 근거">
            <a:extLst xmlns:a="http://schemas.openxmlformats.org/drawingml/2006/main">
              <a:ext uri="{FF2B5EF4-FFF2-40B4-BE49-F238E27FC236}">
                <a16:creationId xmlns:a16="http://schemas.microsoft.com/office/drawing/2014/main" id="{BAFFC4E2-B1E6-436B-BCE8-F3CAAF24B8AF}"/>
              </a:ext>
            </a:extLst>
          </p:cNvPr>
          <p:cNvSpPr>
            <a:spLocks xmlns:a="http://schemas.openxmlformats.org/drawingml/2006/main" noGrp="1"/>
          </p:cNvSpPr>
          <p:nvPr/>
        </p:nvSpPr>
        <p:spPr>
          <a:xfrm xmlns:a="http://schemas.openxmlformats.org/drawingml/2006/main">
            <a:off x="838200" y="4238625"/>
            <a:ext cx="219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확인 근거</a:t>
            </a:r>
          </a:p>
        </p:txBody>
      </p:sp>
      <p:sp>
        <p:nvSpPr>
          <p:cNvPr id="15" name="테스트·측정 결과와 남은 미확인은?">
            <a:extLst xmlns:a="http://schemas.openxmlformats.org/drawingml/2006/main">
              <a:ext uri="{FF2B5EF4-FFF2-40B4-BE49-F238E27FC236}">
                <a16:creationId xmlns:a16="http://schemas.microsoft.com/office/drawing/2014/main" id="{15A24B39-11FA-4A61-B168-31A9ED121606}"/>
              </a:ext>
            </a:extLst>
          </p:cNvPr>
          <p:cNvSpPr>
            <a:spLocks xmlns:a="http://schemas.openxmlformats.org/drawingml/2006/main" noGrp="1"/>
          </p:cNvSpPr>
          <p:nvPr/>
        </p:nvSpPr>
        <p:spPr>
          <a:xfrm xmlns:a="http://schemas.openxmlformats.org/drawingml/2006/main">
            <a:off x="3238500" y="4238625"/>
            <a:ext cx="8115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테스트·측정 결과와 남은 미확인은?</a:t>
            </a:r>
          </a:p>
        </p:txBody>
      </p:sp>
      <p:sp>
        <p:nvSpPr>
          <p:cNvPr id="16" name="재사용할 기반과 함께, 어디까지 확인했는지도 남긴다">
            <a:extLst xmlns:a="http://schemas.openxmlformats.org/drawingml/2006/main">
              <a:ext uri="{FF2B5EF4-FFF2-40B4-BE49-F238E27FC236}">
                <a16:creationId xmlns:a16="http://schemas.microsoft.com/office/drawing/2014/main" id="{14538FF7-2AD7-4532-A4E2-9873F394AB50}"/>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재사용할 기반과 함께, 어디까지 확인했는지도 남긴다</a:t>
            </a:r>
          </a:p>
        </p:txBody>
      </p:sp>
      <p:sp>
        <p:nvSpPr>
          <p:cNvPr id="17" name="">
            <a:extLst xmlns:a="http://schemas.openxmlformats.org/drawingml/2006/main">
              <a:ext uri="{FF2B5EF4-FFF2-40B4-BE49-F238E27FC236}">
                <a16:creationId xmlns:a16="http://schemas.microsoft.com/office/drawing/2014/main" id="{040072E5-628C-400B-ABE9-04B0AC84E90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09F544B9-4400-4701-9EFE-C0F48CDAE3F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19" name="Legacy module connection">
            <a:extLst xmlns:a="http://schemas.openxmlformats.org/drawingml/2006/main">
              <a:ext uri="{FF2B5EF4-FFF2-40B4-BE49-F238E27FC236}">
                <a16:creationId xmlns:a16="http://schemas.microsoft.com/office/drawing/2014/main" id="{7FD66499-BCC6-420B-AD8E-D4EA225991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580873"/>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다음 프로젝트에 남길 기반과 유지 책임">
            <a:extLst xmlns:a="http://schemas.openxmlformats.org/drawingml/2006/main">
              <a:ext uri="{FF2B5EF4-FFF2-40B4-BE49-F238E27FC236}">
                <a16:creationId xmlns:a16="http://schemas.microsoft.com/office/drawing/2014/main" id="{AABFB046-87D8-46B1-8611-D0814DAFDB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다음 프로젝트에 남길 기반과 유지 책임</a:t>
            </a:r>
          </a:p>
        </p:txBody>
      </p:sp>
      <p:sp>
        <p:nvSpPr>
          <p:cNvPr id="2" name="S79">
            <a:extLst xmlns:a="http://schemas.openxmlformats.org/drawingml/2006/main">
              <a:ext uri="{FF2B5EF4-FFF2-40B4-BE49-F238E27FC236}">
                <a16:creationId xmlns:a16="http://schemas.microsoft.com/office/drawing/2014/main" id="{1BD3810E-BF83-483A-AE56-8604B936BD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우리 업무에서 먼저 정리할 한 가지">
            <a:extLst xmlns:a="http://schemas.openxmlformats.org/drawingml/2006/main">
              <a:ext uri="{FF2B5EF4-FFF2-40B4-BE49-F238E27FC236}">
                <a16:creationId xmlns:a16="http://schemas.microsoft.com/office/drawing/2014/main" id="{340FB046-E083-4BEF-8CAE-EC006E5D9F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7E74EABB-0844-4365-8EE0-44A1939186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E3CAD22A-9334-44FB-BC9F-2EDF86B8A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FB0E1407-B32A-4A6E-B4C1-F45DA03BCA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D41A345F-0536-4E4B-8568-978B589B04F4}"/>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재사용할 안내">
            <a:extLst xmlns:a="http://schemas.openxmlformats.org/drawingml/2006/main">
              <a:ext uri="{FF2B5EF4-FFF2-40B4-BE49-F238E27FC236}">
                <a16:creationId xmlns:a16="http://schemas.microsoft.com/office/drawing/2014/main" id="{8162868D-7AE3-4FDA-9435-D943DC4F2A59}"/>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안내</a:t>
            </a:r>
          </a:p>
        </p:txBody>
      </p:sp>
      <p:sp>
        <p:nvSpPr>
          <p:cNvPr id="9" name="참고 위치 · 적용 범위">
            <a:extLst xmlns:a="http://schemas.openxmlformats.org/drawingml/2006/main">
              <a:ext uri="{FF2B5EF4-FFF2-40B4-BE49-F238E27FC236}">
                <a16:creationId xmlns:a16="http://schemas.microsoft.com/office/drawing/2014/main" id="{EC8248F6-5116-4134-99F0-9DCF994F7F05}"/>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참고 위치 · 적용 범위</a:t>
            </a:r>
          </a:p>
        </p:txBody>
      </p:sp>
      <p:sp>
        <p:nvSpPr>
          <p:cNvPr id="10" name="">
            <a:extLst xmlns:a="http://schemas.openxmlformats.org/drawingml/2006/main">
              <a:ext uri="{FF2B5EF4-FFF2-40B4-BE49-F238E27FC236}">
                <a16:creationId xmlns:a16="http://schemas.microsoft.com/office/drawing/2014/main" id="{7EA5D209-0EE5-4229-A140-E1FCB6499654}"/>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D3A05893-DF17-40EC-AE74-33E28BF5B9F9}"/>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재사용할 절차">
            <a:extLst xmlns:a="http://schemas.openxmlformats.org/drawingml/2006/main">
              <a:ext uri="{FF2B5EF4-FFF2-40B4-BE49-F238E27FC236}">
                <a16:creationId xmlns:a16="http://schemas.microsoft.com/office/drawing/2014/main" id="{CCD3760C-09F0-4DFC-8DD5-5A795A1FD22D}"/>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절차</a:t>
            </a:r>
          </a:p>
        </p:txBody>
      </p:sp>
      <p:sp>
        <p:nvSpPr>
          <p:cNvPr id="13" name="조사 · 변경 · 검증">
            <a:extLst xmlns:a="http://schemas.openxmlformats.org/drawingml/2006/main">
              <a:ext uri="{FF2B5EF4-FFF2-40B4-BE49-F238E27FC236}">
                <a16:creationId xmlns:a16="http://schemas.microsoft.com/office/drawing/2014/main" id="{B49B6E8A-D4CF-4032-A869-0039F97E6ACF}"/>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9ADA6670-1428-48EE-9972-AA876F6FB835}"/>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A701D6E5-783C-46AB-AEA1-26B52AA45359}"/>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확인할 기준">
            <a:extLst xmlns:a="http://schemas.openxmlformats.org/drawingml/2006/main">
              <a:ext uri="{FF2B5EF4-FFF2-40B4-BE49-F238E27FC236}">
                <a16:creationId xmlns:a16="http://schemas.microsoft.com/office/drawing/2014/main" id="{2A8A6DA6-4592-40F3-960A-EE11CEF15330}"/>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확인할 기준</a:t>
            </a:r>
          </a:p>
        </p:txBody>
      </p:sp>
      <p:sp>
        <p:nvSpPr>
          <p:cNvPr id="17" name="테스트 · 기록 형식">
            <a:extLst xmlns:a="http://schemas.openxmlformats.org/drawingml/2006/main">
              <a:ext uri="{FF2B5EF4-FFF2-40B4-BE49-F238E27FC236}">
                <a16:creationId xmlns:a16="http://schemas.microsoft.com/office/drawing/2014/main" id="{035A0BBA-29C2-4CC4-B1F6-1CE283CAABF6}"/>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기록 형식</a:t>
            </a:r>
          </a:p>
        </p:txBody>
      </p:sp>
      <p:sp>
        <p:nvSpPr>
          <p:cNvPr id="18" name="">
            <a:extLst xmlns:a="http://schemas.openxmlformats.org/drawingml/2006/main">
              <a:ext uri="{FF2B5EF4-FFF2-40B4-BE49-F238E27FC236}">
                <a16:creationId xmlns:a16="http://schemas.microsoft.com/office/drawing/2014/main" id="{E13FDAF2-49D8-45BB-8CB0-B6CC5AC7509F}"/>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933F377A-DF64-4235-91BD-AD8D48DFE49A}"/>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EDFA6B76-9897-4A62-91CF-3758C1F1FD7C}"/>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6C0E61BA-9642-4259-B5E5-0031689E26EF}"/>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B561CA34-2D4C-4911-A822-F8FEAD2B9EBF}"/>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46C2F65F-7B6C-477A-819B-F47979A7702F}"/>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8CF8C24D-1778-4C46-9575-B473A1569B4F}"/>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B3EEEC11-BCC6-4D4E-B34F-B4CDBC7D9C0F}"/>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E90D9747-1C95-4260-89EB-ADDEBEA4E629}"/>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03AAF8FD-BD7B-4C2B-AED4-2497E9256CE0}"/>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두고 연결할까?">
            <a:extLst xmlns:a="http://schemas.openxmlformats.org/drawingml/2006/main">
              <a:ext uri="{FF2B5EF4-FFF2-40B4-BE49-F238E27FC236}">
                <a16:creationId xmlns:a16="http://schemas.microsoft.com/office/drawing/2014/main" id="{8D238EAF-1DCB-4106-9A23-F2B22A390071}"/>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두고 연결할까?</a:t>
            </a:r>
          </a:p>
        </p:txBody>
      </p:sp>
      <p:sp>
        <p:nvSpPr>
          <p:cNvPr id="29" name="">
            <a:extLst xmlns:a="http://schemas.openxmlformats.org/drawingml/2006/main">
              <a:ext uri="{FF2B5EF4-FFF2-40B4-BE49-F238E27FC236}">
                <a16:creationId xmlns:a16="http://schemas.microsoft.com/office/drawing/2014/main" id="{15D53F3B-0EA4-45BA-B075-566D0C01D328}"/>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B9764C0D-D877-4789-B923-4F45BA5213BA}"/>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다음 프로젝트에도 맞는지, 언제 다시 볼까?">
            <a:extLst xmlns:a="http://schemas.openxmlformats.org/drawingml/2006/main">
              <a:ext uri="{FF2B5EF4-FFF2-40B4-BE49-F238E27FC236}">
                <a16:creationId xmlns:a16="http://schemas.microsoft.com/office/drawing/2014/main" id="{35CB603F-6C33-477B-A7B2-76B7A7ECEE9B}"/>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프로젝트에도 맞는지, 언제 다시 볼까?</a:t>
            </a:r>
          </a:p>
        </p:txBody>
      </p:sp>
      <p:sp>
        <p:nvSpPr>
          <p:cNvPr id="32" name="Legacy module connection">
            <a:extLst xmlns:a="http://schemas.openxmlformats.org/drawingml/2006/main">
              <a:ext uri="{FF2B5EF4-FFF2-40B4-BE49-F238E27FC236}">
                <a16:creationId xmlns:a16="http://schemas.microsoft.com/office/drawing/2014/main" id="{2DA5FE37-BA32-4AB2-A2FA-D4B9420DA1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46462555"/>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1FC72331-F02B-4AA9-ABEE-ECDC5F9B7AD7}"/>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0">
            <a:extLst xmlns:a="http://schemas.openxmlformats.org/drawingml/2006/main">
              <a:ext uri="{FF2B5EF4-FFF2-40B4-BE49-F238E27FC236}">
                <a16:creationId xmlns:a16="http://schemas.microsoft.com/office/drawing/2014/main" id="{92515F47-D3A6-4E20-A148-84212A6D15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
            <a:extLst xmlns:a="http://schemas.openxmlformats.org/drawingml/2006/main">
              <a:ext uri="{FF2B5EF4-FFF2-40B4-BE49-F238E27FC236}">
                <a16:creationId xmlns:a16="http://schemas.microsoft.com/office/drawing/2014/main" id="{97489112-6D8C-4533-B06B-E264FA6E738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기록과 피드백으로&#10;시스템 개선하기">
            <a:extLst xmlns:a="http://schemas.openxmlformats.org/drawingml/2006/main">
              <a:ext uri="{FF2B5EF4-FFF2-40B4-BE49-F238E27FC236}">
                <a16:creationId xmlns:a16="http://schemas.microsoft.com/office/drawing/2014/main" id="{BE051B59-E53A-4FC7-A7AD-440E551F2C47}"/>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기록과 피드백으로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시스템 개선하기</a:t>
            </a:r>
          </a:p>
        </p:txBody>
      </p:sp>
      <p:sp>
        <p:nvSpPr>
          <p:cNvPr id="5" name="Loop Engineering · 개선 과정 설계">
            <a:extLst xmlns:a="http://schemas.openxmlformats.org/drawingml/2006/main">
              <a:ext uri="{FF2B5EF4-FFF2-40B4-BE49-F238E27FC236}">
                <a16:creationId xmlns:a16="http://schemas.microsoft.com/office/drawing/2014/main" id="{8FDD4E87-3668-4057-B714-C3729D2F8A5C}"/>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개선 과정 설계</a:t>
            </a:r>
          </a:p>
        </p:txBody>
      </p:sp>
      <p:sp>
        <p:nvSpPr>
          <p:cNvPr id="6" name="ChatGPT &amp; Codex · 개발자 교육">
            <a:extLst xmlns:a="http://schemas.openxmlformats.org/drawingml/2006/main">
              <a:ext uri="{FF2B5EF4-FFF2-40B4-BE49-F238E27FC236}">
                <a16:creationId xmlns:a16="http://schemas.microsoft.com/office/drawing/2014/main" id="{1E5BFE6C-2E80-409F-A96D-7FCFDE7B809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947B4F68-AEF0-4BE9-A086-C1A099876E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58332163"/>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129D21E1-B54C-438D-A111-4F7D7BF743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81">
            <a:extLst xmlns:a="http://schemas.openxmlformats.org/drawingml/2006/main">
              <a:ext uri="{FF2B5EF4-FFF2-40B4-BE49-F238E27FC236}">
                <a16:creationId xmlns:a16="http://schemas.microsoft.com/office/drawing/2014/main" id="{1F732499-A34E-4616-AEA5-F24EE24251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확인한 성공을 유지하려면">
            <a:extLst xmlns:a="http://schemas.openxmlformats.org/drawingml/2006/main">
              <a:ext uri="{FF2B5EF4-FFF2-40B4-BE49-F238E27FC236}">
                <a16:creationId xmlns:a16="http://schemas.microsoft.com/office/drawing/2014/main" id="{7266BDC2-5CD0-427E-9E95-6D97DA2DD4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2DF31849-45C9-4717-8853-334B48649A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5EA51DE0-DEBB-4B62-92AD-A5A64F3914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65A8BE19-8791-4CAF-A863-9ADA47FA6C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A1387672-1A25-4E3A-B5BC-821718FA9679}"/>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666C01F6-E4AD-4D31-8CC5-80D7C1AC3E3F}"/>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497BABEA-E687-4344-A9B0-482CFBF18D19}"/>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6C4B9D76-6928-45FD-88DF-21BC0F1641B6}"/>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B1B371C5-652D-41F4-B6EB-710A02FE3501}"/>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18EF2079-AD3A-4CF9-AD28-E9A0A1B57B24}"/>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431900F7-F2B0-4F79-B108-3FFF2D3EBB5D}"/>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92EC6348-B4C8-4E06-AFE1-932AE6FC020F}"/>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D8C45812-DBF6-449E-BB90-21B4770C6CCD}"/>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E5A02916-FBB9-489E-AFCF-B3BDAFA83275}"/>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19C7CA6A-70FF-485C-AB40-91C841A68CC4}"/>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573F0FF3-7FB4-4FFD-AA1C-54EA561445AD}"/>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A8C23ED2-5BED-46E0-A887-48E0C8A5BBAD}"/>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3EC01DDF-39CB-4A9A-B879-91FB2FBDBA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50104900"/>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0DE968A0-5CDC-4B77-B0CF-3149C52842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82">
            <a:extLst xmlns:a="http://schemas.openxmlformats.org/drawingml/2006/main">
              <a:ext uri="{FF2B5EF4-FFF2-40B4-BE49-F238E27FC236}">
                <a16:creationId xmlns:a16="http://schemas.microsoft.com/office/drawing/2014/main" id="{B35B9CD4-171F-43AD-9F74-BDFA7A887A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처음에는 기준과 재사용 절차가 맞았다">
            <a:extLst xmlns:a="http://schemas.openxmlformats.org/drawingml/2006/main">
              <a:ext uri="{FF2B5EF4-FFF2-40B4-BE49-F238E27FC236}">
                <a16:creationId xmlns:a16="http://schemas.microsoft.com/office/drawing/2014/main" id="{22E170DC-F376-4E75-8F7B-DA9EA6DA36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1827F8DA-E9D8-422D-B2CC-EFC66373B6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E10B7E8C-38D0-4B68-B585-50986947F8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953DDE85-F3B8-4E01-9B92-A47D2781A2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D5A8BE01-69B7-4762-9FCA-179D7973E2D3}"/>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AE3A0163-0C6E-4CF5-9BDE-43D984F07672}"/>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81B7418A-22E0-48A6-9DB7-B7F57C548396}"/>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4B8C10CA-DC02-4B8B-A5E7-57DF908DA0FC}"/>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EFE1BED8-AE8E-4C28-A8EA-9F974E20B24B}"/>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B7A5F0B4-F230-4AA9-B021-8C1CA25546C7}"/>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BD27329F-FA77-4CA3-BB83-E972D2DC9A6C}"/>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454A60C6-C870-465D-BDA6-BA89FA3499C7}"/>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70D690E1-8745-42D3-A2DD-9A5C5684E4BA}"/>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8986051C-7F0D-4B29-9339-04A374C2266A}"/>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B99FA17E-FC64-48E9-A10D-2F88FBBEA669}"/>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98BA008A-9B88-4829-AE22-D599FD9A2F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17375272"/>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7BB14733-1A33-44F5-89D3-07160E82F99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83">
            <a:extLst xmlns:a="http://schemas.openxmlformats.org/drawingml/2006/main">
              <a:ext uri="{FF2B5EF4-FFF2-40B4-BE49-F238E27FC236}">
                <a16:creationId xmlns:a16="http://schemas.microsoft.com/office/drawing/2014/main" id="{74FF4146-522E-4FD3-8E73-D477F22CB41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Project는 바뀌고 Workflow는 남았다">
            <a:extLst xmlns:a="http://schemas.openxmlformats.org/drawingml/2006/main">
              <a:ext uri="{FF2B5EF4-FFF2-40B4-BE49-F238E27FC236}">
                <a16:creationId xmlns:a16="http://schemas.microsoft.com/office/drawing/2014/main" id="{5C3B0328-EED8-4E58-B0D8-98FDB83C1A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B2FF8495-3B3A-4B4B-B9C2-960C9869F22B}"/>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45CC20CF-2CFB-47FF-A5E3-86459BDB75F6}"/>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1B592F57-79C0-4BDA-B68D-A0FB279EAA2A}"/>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2E1747B6-4397-487E-8B45-20163258065E}"/>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2D3A9B18-2333-47F4-8422-DE9F8085BED2}"/>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95A0EABD-9EEE-4023-8C58-A405C5316411}"/>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32C233EF-36EB-4566-8D14-C35DCBB2E9A4}"/>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715537E6-2E46-49B9-AED6-D453E1F88F6A}"/>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A00C41FA-2BE1-4024-B3F6-BE135205B435}"/>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B076F3BA-12B5-4D4C-ADD1-0A296253787F}"/>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892A4435-44B8-4B79-914A-99FBFA42EA9D}"/>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E29A8019-ADB1-422F-B67A-8A43C69B204C}"/>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D03F3B02-C97E-456D-8668-3C10E80339CB}"/>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D1D82BA7-7D7B-44BC-9565-B73ABA86C143}"/>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A3E5D791-F81F-4E7A-A607-365744111959}"/>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372DA379-145F-4AA4-8A63-A78163BCDC38}"/>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6B8F4FD8-9227-404D-8783-10E1BBD860D3}"/>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DC84B949-2BE9-4C5E-AE0F-7786E4D33617}"/>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0BB9A4D4-5CD6-4ABE-9856-83E11AB42C4C}"/>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D9DA87B-B251-4C39-B40C-13B93AF42027}"/>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01D460FB-F607-46EC-B548-01F0009885BA}"/>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1AAD0D6D-636A-4DFD-AFEF-0B009B441A6C}"/>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961203E3-DBB1-4100-A7E1-199222908D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50C8CE12-C0B8-4D2B-A9F3-46938AA3A1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A5B49AE7-34AB-45E5-91D1-FCBE89ABCE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8BB84220-55D3-4069-B881-A9F5B2BBC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13726733"/>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49734917-3088-4EB9-AD50-339BA17244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84">
            <a:extLst xmlns:a="http://schemas.openxmlformats.org/drawingml/2006/main">
              <a:ext uri="{FF2B5EF4-FFF2-40B4-BE49-F238E27FC236}">
                <a16:creationId xmlns:a16="http://schemas.microsoft.com/office/drawing/2014/main" id="{ACEE6BD2-C635-4A5F-9D88-95174295B7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이번 요청과 다음 작업의 지침">
            <a:extLst xmlns:a="http://schemas.openxmlformats.org/drawingml/2006/main">
              <a:ext uri="{FF2B5EF4-FFF2-40B4-BE49-F238E27FC236}">
                <a16:creationId xmlns:a16="http://schemas.microsoft.com/office/drawing/2014/main" id="{5E41AEC9-71E9-4BDD-B901-C4C30D3679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DEEE626B-1C92-46BD-A3D9-5B548A8BB0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D52796A8-1E09-46EF-B556-3FE2972BFA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F97D2517-579D-4687-AF7C-FB4D29668B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D1D86E9D-C06E-4788-B192-6274BC2D9E0B}"/>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00F453F2-F2DB-4BEA-9BE0-3D858E510506}"/>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7F458059-D279-4544-9286-F71610521C91}"/>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F96C09AC-C160-43DF-8E3D-C206624F0AAE}"/>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E2FBF95B-8CCD-4485-8BFD-B69D947EB6CA}"/>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81DDF9A9-1C3F-4309-8C14-CB7E5EB7BA8F}"/>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8F2D9530-4B71-48F0-AD8D-3FABD43FBE87}"/>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67AE6EB7-28C5-4584-A01D-5BF75760A314}"/>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CABD8083-7BC9-4B99-BF7A-BE9689B80D5B}"/>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CFCD7F97-3178-4769-9B25-7FE466807FEE}"/>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ACF92E08-00C4-45F2-A5A9-4172F3F16B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9499063"/>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A0080742-6243-4FB3-8689-D130D2A409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85">
            <a:extLst xmlns:a="http://schemas.openxmlformats.org/drawingml/2006/main">
              <a:ext uri="{FF2B5EF4-FFF2-40B4-BE49-F238E27FC236}">
                <a16:creationId xmlns:a16="http://schemas.microsoft.com/office/drawing/2014/main" id="{7C98F201-7E4A-4A83-806A-9BE999F475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원인을 고르기 전에 확인할 기록">
            <a:extLst xmlns:a="http://schemas.openxmlformats.org/drawingml/2006/main">
              <a:ext uri="{FF2B5EF4-FFF2-40B4-BE49-F238E27FC236}">
                <a16:creationId xmlns:a16="http://schemas.microsoft.com/office/drawing/2014/main" id="{4E582E2C-EA67-4DDC-810E-BBC8035933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1662E60D-C23E-42FE-83FE-B92DC1A382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64350DEC-A306-41F6-A0BE-4D911B2E28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D1966CC7-FBE3-41A2-997C-E74FDF260D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40AC0DD1-93EF-4273-AEF1-09DE0B621705}"/>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022C5994-547C-4BD6-926E-77BCB11E8361}"/>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CE0157D2-29D7-43E3-ADAF-6F7D26635D76}"/>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85A759AC-740D-4213-9A9B-7F4F9565F54A}"/>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DB97ABBE-2C33-4D92-AC39-558938C7ED9C}"/>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89B6066C-8F9D-4580-AEDD-247BE5FF91B3}"/>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E0F29FAE-D44E-494D-82E8-003270E829A9}"/>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EF4001FC-B58E-434A-B937-FAE3BB269AF8}"/>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06DD569C-80F5-4352-AD18-ABB0859ADD97}"/>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E838F8F2-A517-4F02-9395-099BA4DDA321}"/>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D8ADEA7D-0136-4FAC-91FA-A5E636559D3C}"/>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8354A04C-2689-4AF5-B72A-BC481D686BA8}"/>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3460E00C-BE99-4D7B-8EBA-34011B0324A0}"/>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DCD327D2-D454-453F-A1A0-E6A11F48BBF9}"/>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F128804D-6F23-435A-B120-75DF1ED12E19}"/>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3FD60143-6F83-43E2-A16E-7B76AB539DE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F3617473-C86E-4597-A227-F291605E316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66123BDF-4857-47F6-9BA9-BBA000E20A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84580348"/>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651E90EB-3307-419D-9D69-28711CCDF2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6">
            <a:extLst xmlns:a="http://schemas.openxmlformats.org/drawingml/2006/main">
              <a:ext uri="{FF2B5EF4-FFF2-40B4-BE49-F238E27FC236}">
                <a16:creationId xmlns:a16="http://schemas.microsoft.com/office/drawing/2014/main" id="{4AB01767-2982-4B12-A7BC-E0D19B45DD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주어진 정보와 원인 가설을 나눈다">
            <a:extLst xmlns:a="http://schemas.openxmlformats.org/drawingml/2006/main">
              <a:ext uri="{FF2B5EF4-FFF2-40B4-BE49-F238E27FC236}">
                <a16:creationId xmlns:a16="http://schemas.microsoft.com/office/drawing/2014/main" id="{DEACC925-087E-45B3-8B0B-7D88B5A2E6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A9C64A7C-0E15-45AF-8ED6-D4A5CB46E4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17FAA427-BD4E-4B27-9AA5-6473E5329C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E774A3DF-589E-47C8-954F-50FF6C1D58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AE9AB24A-24D5-4CE9-9539-22C2DFF0D45D}"/>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A9FA1DD9-0905-4AF7-87C3-4C60E0A568C1}"/>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0C1A0ABF-8761-4709-82C2-9DC95E5B86AF}"/>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BCF1AED-944A-4B9C-9C08-191FAB6D352F}"/>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058B8BB9-65BA-458D-888B-DAD00FB6E994}"/>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B48589DA-6FF2-4A08-9577-0C23655E198A}"/>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A2BE8BDC-7DDC-4E6C-BFC1-800E96781234}"/>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939F26C4-309D-4BB5-BF7F-48BC15BF1C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03995411"/>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741C1520-E1CB-4FC2-9568-1EB77E6E76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7">
            <a:extLst xmlns:a="http://schemas.openxmlformats.org/drawingml/2006/main">
              <a:ext uri="{FF2B5EF4-FFF2-40B4-BE49-F238E27FC236}">
                <a16:creationId xmlns:a16="http://schemas.microsoft.com/office/drawing/2014/main" id="{AF6FC6DA-47DA-4E03-A272-83DE6DDAEA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확인한 원인에 맞춰 변경 대상을 고른다">
            <a:extLst xmlns:a="http://schemas.openxmlformats.org/drawingml/2006/main">
              <a:ext uri="{FF2B5EF4-FFF2-40B4-BE49-F238E27FC236}">
                <a16:creationId xmlns:a16="http://schemas.microsoft.com/office/drawing/2014/main" id="{37EE34BB-265A-46E5-A3ED-B10F194431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BF5E40A4-611F-4AEB-861C-6651CA752E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AD3B3F18-F0BF-4DCB-A198-455419937C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7CA33F2B-61FE-4538-8CF0-2223888F60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4E9C942D-4206-4C2C-889B-1D38A7363F5A}"/>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9721C73D-88AF-43C3-B04A-68F50BA9FD77}"/>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6711B0A6-19CC-4244-B76F-5531934CFC54}"/>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592F2C74-C292-4A3D-96C5-AFA9B85D5226}"/>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A12CE21C-8EED-4384-8555-FA83EE851968}"/>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E2ED0E1A-CD2C-488C-855B-C76D283CD5CC}"/>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713F83C7-4D83-4F25-A991-9CEA72936AE9}"/>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44DF2FF8-3067-424D-AC4A-EE71B74BDF33}"/>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A60470E-B68F-40A7-BF02-BF7E01B13E4E}"/>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F7F0DFC3-925F-4C6B-8F5C-121FB569E43C}"/>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662EB442-373B-42FB-8E81-57CD39DCF8EF}"/>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AAFAC02C-99BF-4550-8325-4004EEC77BCE}"/>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1A2165C4-65ED-425A-AF0F-DC4AC66FC3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5024957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7500669B-30FA-45FD-B119-9E509DBA5E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88">
            <a:extLst xmlns:a="http://schemas.openxmlformats.org/drawingml/2006/main">
              <a:ext uri="{FF2B5EF4-FFF2-40B4-BE49-F238E27FC236}">
                <a16:creationId xmlns:a16="http://schemas.microsoft.com/office/drawing/2014/main" id="{B4EC1D5B-92CB-4917-9661-96D6E03959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확인된 범위만 검토하고 갱신한다">
            <a:extLst xmlns:a="http://schemas.openxmlformats.org/drawingml/2006/main">
              <a:ext uri="{FF2B5EF4-FFF2-40B4-BE49-F238E27FC236}">
                <a16:creationId xmlns:a16="http://schemas.microsoft.com/office/drawing/2014/main" id="{683F19A7-9211-4777-91CD-E341EE2B83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5378D5D3-598E-4CAD-A72D-7CA3376DA8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413CEDBE-EE93-4B8E-9B5F-BCB1C5E028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E8DDCB2C-6588-4A94-BBD6-21C6898D59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ED043FBA-3C11-4015-960F-24642BC4B129}"/>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1E3F89CD-029D-4DE9-B414-D7FBAB1AEA86}"/>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3BA80F2C-0A71-499A-B015-882C1AA511CE}"/>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935780BE-25D5-44A0-9140-89473207E8E9}"/>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35CADC5B-F865-4AC6-BE25-7BD45BA5CB47}"/>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6D88174E-6029-40B1-A328-916457F4094B}"/>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7B402DC0-F4DF-4801-8EBD-8B1D3DF49FA5}"/>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01EE67C6-6898-40EC-9B91-9DF5F34D4517}"/>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A6EA941-A37D-4982-AB70-98766B489EEE}"/>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FA414A6F-23B1-4427-A34C-07A3775CC72E}"/>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B5CDAF6E-22B3-4960-9F85-CDCA06409758}"/>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A4113F20-4A5F-419D-916D-BC543F9352C5}"/>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BEC4CD39-D9BD-40F1-B13B-60D24A6CAF07}"/>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C8F9FBEA-3846-4B95-8C06-24EED54D12F9}"/>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BA1DBCCE-1FBD-4E91-8FC3-01C046710CE7}"/>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9DB7AEDA-1AB3-4FC4-A12E-36FF131BE653}"/>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2093B979-9CFE-431E-97D2-CA756886B424}"/>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30D805DA-41EA-45B6-A64E-038522EFE306}"/>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AB38C425-9BC5-4317-958D-459E4546A9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18531695"/>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ECF25CF3-4BF5-45CF-8117-86DEAC3D0D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89">
            <a:extLst xmlns:a="http://schemas.openxmlformats.org/drawingml/2006/main">
              <a:ext uri="{FF2B5EF4-FFF2-40B4-BE49-F238E27FC236}">
                <a16:creationId xmlns:a16="http://schemas.microsoft.com/office/drawing/2014/main" id="{FF7AEFB5-7463-46D8-B2A3-38ED0CDF85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지침을 고친 뒤, 무엇을 다시 확인할까?">
            <a:extLst xmlns:a="http://schemas.openxmlformats.org/drawingml/2006/main">
              <a:ext uri="{FF2B5EF4-FFF2-40B4-BE49-F238E27FC236}">
                <a16:creationId xmlns:a16="http://schemas.microsoft.com/office/drawing/2014/main" id="{C2A5E64C-E662-47EB-80B2-B12389B5E8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6C22AA87-E2CF-4307-83B6-065C4B5F5F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03199D99-8635-4630-B23C-CB78C746E0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7418D969-BE6F-4722-BBD6-682BC145BC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214718E4-A879-4002-96F7-2D4ADC68B953}"/>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3E251E92-6503-4BD3-8908-07096890EA42}"/>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AC9A24AC-16FB-4DAC-A372-49D107161758}"/>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047FBDAA-FAAA-44D1-BD03-A5F810E170D0}"/>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2A1FE072-DDBC-4601-BE85-E21D8454EDA9}"/>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424C4C5F-2276-434B-8240-77905513A904}"/>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169FF44F-5E43-4C1D-9CF9-C25A187B0151}"/>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2B392CFC-6FAB-4A11-AE5F-88633B5E4021}"/>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48DF478E-11E2-40B4-ABE4-7C9ED5942B59}"/>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A49D0BB1-3873-48BC-A521-A09D1DA38757}"/>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77E4E3DB-5F28-4542-9CEC-B6E851703B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A266947B-130F-4C18-849F-EAD16928038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EF8B76F3-D1AB-4255-B6D2-9541CF8A3D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09861684"/>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83220DA7-293C-4865-BD88-3803F781D1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90">
            <a:extLst xmlns:a="http://schemas.openxmlformats.org/drawingml/2006/main">
              <a:ext uri="{FF2B5EF4-FFF2-40B4-BE49-F238E27FC236}">
                <a16:creationId xmlns:a16="http://schemas.microsoft.com/office/drawing/2014/main" id="{7E21C291-0B0D-46E7-ADC3-5CCC6E8FBC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대표 작업은 서로 다른 위험을 확인한다">
            <a:extLst xmlns:a="http://schemas.openxmlformats.org/drawingml/2006/main">
              <a:ext uri="{FF2B5EF4-FFF2-40B4-BE49-F238E27FC236}">
                <a16:creationId xmlns:a16="http://schemas.microsoft.com/office/drawing/2014/main" id="{5EBAA333-CDAF-4F2D-BC52-D5D5A92272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93842EF8-E666-4B1D-BDFF-91DCDB32EF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150E6844-9F8C-4B98-BCCE-FA25CD06C7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EB94851A-484E-49C4-BF9D-F39ED5E3AE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2DD2BF83-EADA-49EC-B55A-6BF9B9CE7E1B}"/>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C899B974-79AB-43B0-98BD-C26AD9EAF77A}"/>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3C9FE8B3-C8B5-45FC-9021-DA1D20951A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65699894"/>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8D0A3723-00B9-48A2-9CFF-FEA936466E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91">
            <a:extLst xmlns:a="http://schemas.openxmlformats.org/drawingml/2006/main">
              <a:ext uri="{FF2B5EF4-FFF2-40B4-BE49-F238E27FC236}">
                <a16:creationId xmlns:a16="http://schemas.microsoft.com/office/drawing/2014/main" id="{CC086298-2595-4FA1-BC88-0D8B06F070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한 작업에 맞춘 규칙,&#10;다른 작업에도 맞을까?">
            <a:extLst xmlns:a="http://schemas.openxmlformats.org/drawingml/2006/main">
              <a:ext uri="{FF2B5EF4-FFF2-40B4-BE49-F238E27FC236}">
                <a16:creationId xmlns:a16="http://schemas.microsoft.com/office/drawing/2014/main" id="{D0553372-9E9E-461F-BC03-C7DAAA3F4C9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1B4A7B1E-6E45-4FBC-B37F-E5B43A4799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BE141BD6-E569-4601-A1BC-5EA7569E0E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586DF3C4-32C2-40A1-ADE4-A120A31765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C3CF5589-384D-440E-A56B-EA85A1073F2F}"/>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B99A44D0-9857-4302-B5F6-609F3C31CBFD}"/>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6112BBD1-D699-4499-88D8-356B41A79C51}"/>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55A27FB4-FB36-421C-B64F-0F09D6F51A79}"/>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44B6C009-E48F-425E-B8E2-FC98388023B1}"/>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B9F3BE7-CB25-41F4-B6FD-B2ADF5242FB6}"/>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D9775779-7359-42EF-8ADC-7696100C8864}"/>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9276D43-4940-45F5-8E5F-C2ABF78A0796}"/>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96C76438-EFD2-4A45-A203-DC217527377E}"/>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A00C891A-B07C-4549-8D8E-3CDCC9FD92EC}"/>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A7CBF6D3-E4F7-4761-A1DB-F6BAEAE7B3F2}"/>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65CF040B-0637-4616-BE43-B398BB9487F4}"/>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5E880E19-3F7C-4FF6-854A-01EE19EAE848}"/>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28BA6447-F812-4794-A892-2A701927AA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3062650"/>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2E2A9582-0BE5-4902-BEC7-ECEF63A0CE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92">
            <a:extLst xmlns:a="http://schemas.openxmlformats.org/drawingml/2006/main">
              <a:ext uri="{FF2B5EF4-FFF2-40B4-BE49-F238E27FC236}">
                <a16:creationId xmlns:a16="http://schemas.microsoft.com/office/drawing/2014/main" id="{E45AE2F6-6FCC-4F0A-B4DB-4CAF2089F6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관찰을 시스템 개선으로 잇는 Loop">
            <a:extLst xmlns:a="http://schemas.openxmlformats.org/drawingml/2006/main">
              <a:ext uri="{FF2B5EF4-FFF2-40B4-BE49-F238E27FC236}">
                <a16:creationId xmlns:a16="http://schemas.microsoft.com/office/drawing/2014/main" id="{34145DC0-B29D-45F0-8EAC-07915FE67A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1A600C26-000E-4993-AEE0-BD3F13F731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ABB0556C-82C9-44BB-9993-EF85EE87EB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56D378B4-375B-4845-AD33-31F0C3C2F3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F19EEF7F-D59D-48DE-AC70-B9FB2AE8CDF1}"/>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EB4038BB-A4C9-457E-BF13-4FE4B99683AB}"/>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EFEF5082-B8DA-4D4B-A9F7-0668B34ACC8C}"/>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CAF9A75E-3D69-4273-996C-B78C2A4F8C4B}"/>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62CDE0CD-509C-4D01-B0CF-DE9256418CC9}"/>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1E296F40-4A51-440F-AAF1-5FD9E1D33522}"/>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8639641F-ED7D-41CA-AD94-ED0759F8AF7C}"/>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1469AEC1-D64E-4E26-84C1-616C22700DCC}"/>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AA1E2861-14D5-4150-B6EE-085F7B1A55A6}"/>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4D3BDEE1-A72E-4C0D-AFBD-8564E3A77E98}"/>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15D6D982-A76B-4926-A492-2FCEC0C3DF3D}"/>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90A9A39D-A1FE-42F9-88F2-09372635CBEA}"/>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7A885583-E6C5-4C5E-890A-C8148887C0F8}"/>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618A8748-00CC-4D30-8066-35954F661ADD}"/>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6AFB2D1F-86C2-4007-88D6-5E13F5D6A69C}"/>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1DF0EBE5-41EF-4524-8D99-A8A5328B8572}"/>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4FF43724-4955-4C9A-AB80-FA1B79FB0F51}"/>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55E7BFD5-D455-4FDA-B759-6FD89EC0D381}"/>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C55CF300-FA87-45BA-88F3-F836B824F0E5}"/>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36E06F96-ECF4-4112-A635-79C5173365B6}"/>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7D03EDF4-4A19-48F2-A15B-159A489F05DE}"/>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C5B85397-76BE-48D7-B14C-36F4F9F00848}"/>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542FCFB0-73AF-4602-AEDC-B94F91E69FE7}"/>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6D4BB6AA-B589-48B7-BA2E-3D790EF305B1}"/>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54FDD08D-CD28-4A7C-B271-BF5202F584DC}"/>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EFDD8D15-73D7-4FBB-BE7D-746AB2B656BF}"/>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E1E45DA6-4787-4463-A0E3-B73E2F0FCB46}"/>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2D9A7253-1AC4-4542-AB6E-02B4E71B5CD8}"/>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AA56F662-C4DD-4877-9E32-67B4D7722889}"/>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BEFED071-1AFE-49B0-81A3-F66E60D38C9C}"/>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E28E2E90-CB02-43CF-90F6-3AE8705D9612}"/>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5FAAA35D-98D2-4B24-89B5-F2BA3A4472CA}"/>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99F74318-FAC2-4562-B519-453DBFC99FC3}"/>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898245C3-6D4E-48A0-97B2-F7803A5E1E65}"/>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58D5C9FC-7063-46E4-A241-F499B4EF5CEC}"/>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F152217D-DCD9-45CB-8A51-E22A29230E0B}"/>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2303F6A1-7398-4EE1-B677-2AAF7B5D5FC7}"/>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3478E595-D354-419D-8E2D-D176A185A15B}"/>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218603DF-9E93-4B07-BB3D-F56DCB33CCB8}"/>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05541213-8034-4780-A705-D1BE8213E5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36011172"/>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686AAA48-4A63-48F0-866B-8F172F5D78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93">
            <a:extLst xmlns:a="http://schemas.openxmlformats.org/drawingml/2006/main">
              <a:ext uri="{FF2B5EF4-FFF2-40B4-BE49-F238E27FC236}">
                <a16:creationId xmlns:a16="http://schemas.microsoft.com/office/drawing/2014/main" id="{437BB1E8-9459-4B1C-9191-336A80A506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평가·보고 기준도 개선 대상이다">
            <a:extLst xmlns:a="http://schemas.openxmlformats.org/drawingml/2006/main">
              <a:ext uri="{FF2B5EF4-FFF2-40B4-BE49-F238E27FC236}">
                <a16:creationId xmlns:a16="http://schemas.microsoft.com/office/drawing/2014/main" id="{1579587A-73B0-4925-A433-5AD6DB3CD0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8CF1ED85-5C4E-4317-9751-581750E927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20FFA2C-2883-49BC-BC16-4C50C494CFA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26AC74ED-2066-4A4D-A259-5A442D5740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54443144-2113-4FB4-AD40-8C57FA3219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81A31AF5-96E0-4397-BFB9-BE9CE8C59015}"/>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6D1FAA0B-FAA7-430E-9EEF-D9AC5A4D84AB}"/>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F3935013-D499-45EA-A065-97C8718590BA}"/>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0CBDFA09-6D79-44FC-9449-AF0E346CB4A2}"/>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DBF0B88D-DDCC-4D65-8CFA-11140EA3C82F}"/>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E504C17E-2364-4D63-B3EC-49651CDC9F58}"/>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C2F847D6-7C53-4A0B-BB1D-E6A637434FC7}"/>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1CF6CE28-6F83-4A3A-A1A9-DC1C6986BF5D}"/>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32DBEC2E-3FFC-4581-AEE2-FF84A5ED2DA1}"/>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99C09A5A-F679-4520-B56A-31638CB0FF95}"/>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A9046447-EA75-45E6-B61D-A20AD0D2D46B}"/>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0254600D-B45E-466C-94F4-B3CA18F8F75C}"/>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463D6619-C6D2-4F2E-B356-A58DEE1A8808}"/>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5268675D-9D10-47D0-A110-A14E408C8F08}"/>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4ECED8F6-82EE-4F8E-9B05-B3C5B0C91A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56796329"/>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A0987763-41CD-4730-97DA-042E6439F5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94">
            <a:extLst xmlns:a="http://schemas.openxmlformats.org/drawingml/2006/main">
              <a:ext uri="{FF2B5EF4-FFF2-40B4-BE49-F238E27FC236}">
                <a16:creationId xmlns:a16="http://schemas.microsoft.com/office/drawing/2014/main" id="{4BD6200A-E8C2-4750-BC71-6DA9772898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결과 확인과 원인 해석을 따로 기록한다">
            <a:extLst xmlns:a="http://schemas.openxmlformats.org/drawingml/2006/main">
              <a:ext uri="{FF2B5EF4-FFF2-40B4-BE49-F238E27FC236}">
                <a16:creationId xmlns:a16="http://schemas.microsoft.com/office/drawing/2014/main" id="{3B404C23-5787-42BF-9661-9D0C996161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800ACAD3-0CF5-4CFD-BCB7-5F4D3CF363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DC26D9E-4C3E-47DF-8531-9164BD49E2D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E1BB7C18-8178-43D8-AF94-3EE029F607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4EB8480E-45DD-4C2A-AE46-2F3668F0AD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68363BE8-BD11-4AF4-BBD6-010ACC6F8219}"/>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DF77CAFE-48C3-4D15-A803-38986FB88CFB}"/>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1DBF576E-19DC-4E1A-ADC1-E13E91043BB9}"/>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0D53043C-9EB9-4428-979D-401A6E971DD7}"/>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16F5ABD4-60FD-46CE-91E6-FBC8CA1EF3FD}"/>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DE192FF6-BE80-4BD1-A580-D96CABF56D03}"/>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90AA995A-AB29-4E75-8D7E-7D34CFA20A1C}"/>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30B7F3D8-F222-4CE9-ADDA-23451EEC9B7E}"/>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B34B80E6-6330-4457-A7BA-C80CDBE320D4}"/>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8F8BD335-6983-4C4E-9442-5736FA8B3B4C}"/>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9B08B472-AB82-4D6D-BC3D-11117372DB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685855"/>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2B5B9708-72CE-4267-A33F-64703CB7C5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95">
            <a:extLst xmlns:a="http://schemas.openxmlformats.org/drawingml/2006/main">
              <a:ext uri="{FF2B5EF4-FFF2-40B4-BE49-F238E27FC236}">
                <a16:creationId xmlns:a16="http://schemas.microsoft.com/office/drawing/2014/main" id="{AB88BC48-173E-46D9-AEF3-99A47DED85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다음 조사에 남길 기록을 바꿨다">
            <a:extLst xmlns:a="http://schemas.openxmlformats.org/drawingml/2006/main">
              <a:ext uri="{FF2B5EF4-FFF2-40B4-BE49-F238E27FC236}">
                <a16:creationId xmlns:a16="http://schemas.microsoft.com/office/drawing/2014/main" id="{9ACD1940-6CE9-423A-AA90-F8B1D89C87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D60F6EAF-0B53-4172-8BA7-9E8721EDC6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00A8816-F8D4-4CF9-ADBB-F32AD2FC341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FF1CA7B1-D34B-424B-9F94-7F5F6119ED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A2E158F3-3170-4BD9-95A3-DE9A568474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1E523708-520D-4E87-820A-F1365399ACB4}"/>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4E5165A3-FED5-4179-9A5B-9056D111264E}"/>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B782DC7D-3C19-439E-A5A5-4CDF1B473F11}"/>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0F66A49D-0F89-471C-A5E9-7FA869FE73D9}"/>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BCA803CF-164B-43D8-8221-74A6DCA85579}"/>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6DE50E68-BC8B-49B3-85E7-890C1BEE17AE}"/>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68481AC9-8041-4A01-8466-5574298AF88B}"/>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799069D2-69F6-41A9-882D-CAEE8D9F2E14}"/>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7D3C7451-CB30-4BDE-BC5E-C481A85E68A9}"/>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44A2CE8D-67D3-44B2-BDCE-9990E97B1AA1}"/>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37AE1353-C141-4BEF-B364-E14B3DCC6F6E}"/>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BB524166-AAFC-4EB3-9D58-B4258CA179A0}"/>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94B84A60-D742-45A4-BAC4-5BCFD2FED1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3076935"/>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088BFF54-6533-4AA6-8006-70264E04B0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6">
            <a:extLst xmlns:a="http://schemas.openxmlformats.org/drawingml/2006/main">
              <a:ext uri="{FF2B5EF4-FFF2-40B4-BE49-F238E27FC236}">
                <a16:creationId xmlns:a16="http://schemas.microsoft.com/office/drawing/2014/main" id="{4E80B223-40C4-4884-980C-7210FC1787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후속 기록도 원문과 다시 대조했다">
            <a:extLst xmlns:a="http://schemas.openxmlformats.org/drawingml/2006/main">
              <a:ext uri="{FF2B5EF4-FFF2-40B4-BE49-F238E27FC236}">
                <a16:creationId xmlns:a16="http://schemas.microsoft.com/office/drawing/2014/main" id="{B46C8955-DEA0-4ADF-B1C5-7259EF2063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7CA3C9D4-911D-416C-AD80-769C970EDF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2BB0B29-C847-4A1B-BD54-B45CBE7C8F3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A2E0A791-D0C3-4563-A916-7205A17C60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57BAC25B-9519-41DC-AB23-CAA3890295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B4A5B248-9718-4FB4-89E1-A258A5AA3498}"/>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1807FC1A-44F1-47BF-8765-BAC6880925FA}"/>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7526049B-6420-4835-9042-EFE97E584939}"/>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85B48AF5-A0AF-48D0-B173-265B1F246001}"/>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ED180811-7BFB-47EE-A4DB-E3A1E338AF00}"/>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B723408B-1DE2-4BE8-B5CB-66B43768825C}"/>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CFABF510-B25D-4A59-8D5E-7BC680746BA5}"/>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70D53C71-7C14-45BC-ACC7-B0825D8A5D17}"/>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96E2B225-4F08-423C-9F6F-2A0AC46B969F}"/>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E81B0B10-7A61-479C-8E51-8A0483EF8005}"/>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47279C18-728F-4460-BAD3-F2A4ACDABED4}"/>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3CCDB215-006D-45E2-B094-B07D1EF3B148}"/>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532A2972-9339-402B-A66D-0E61496534C6}"/>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E28EA295-0762-4D84-BAC5-59C0D8663E64}"/>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F380CF8F-D723-415C-820B-69B09FECD3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86023303"/>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0DBCA2C4-9E10-4EF8-B013-A96A55EE4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97">
            <a:extLst xmlns:a="http://schemas.openxmlformats.org/drawingml/2006/main">
              <a:ext uri="{FF2B5EF4-FFF2-40B4-BE49-F238E27FC236}">
                <a16:creationId xmlns:a16="http://schemas.microsoft.com/office/drawing/2014/main" id="{662ABF3A-D59A-4BCA-8BA9-026069C40E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실제 기록을 Loop의 단계에 대응하면">
            <a:extLst xmlns:a="http://schemas.openxmlformats.org/drawingml/2006/main">
              <a:ext uri="{FF2B5EF4-FFF2-40B4-BE49-F238E27FC236}">
                <a16:creationId xmlns:a16="http://schemas.microsoft.com/office/drawing/2014/main" id="{9A029A44-9A79-4E8E-817A-FB41B5C8A9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6AF90F05-5374-4CD9-9167-871C533516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3511FDF-58D2-4D40-9A42-F40E1AEEDD1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8AE6B302-A7E2-474E-B8E7-6644E1E783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658BBC4C-3CEA-4AF3-94AD-C37701AEEF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F51D6EE1-5139-47EA-8ED0-2F00308F4126}"/>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0CACBD83-8BD3-4DD9-9D46-BA8C1498F97F}"/>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D103C92E-3D10-429E-AA94-84DE811DB703}"/>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94E1EE86-D9E3-43CB-8345-6280B021A87F}"/>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E8B81469-6CF5-41B0-A8D3-36D3945A1923}"/>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C9B08223-F3C5-485D-94E7-D3F6725495F2}"/>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79812610-90DE-4674-997E-54EC9C5C41AB}"/>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29426016-FC08-4FBA-BEE2-F54380A31494}"/>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0BF704AC-0907-485E-814B-4AB567BAEBD9}"/>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B98D72EB-8A1D-408D-A144-08065DBA6D5A}"/>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322239C5-28DD-4E1D-8053-5534AFBDD545}"/>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8F1F84BB-7B35-4BA6-B9A2-447DDA66CBAB}"/>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880C10C0-A679-42B8-9E7C-96F8A149AAD0}"/>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04A6E3D5-2F22-4167-AA9F-3C31305C98DC}"/>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12BAA49E-2704-47A4-973F-B4E88496CD26}"/>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27BDEF41-AE96-4B27-8CAE-774B5B2D4276}"/>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0D64C69E-1101-4A49-8255-4F3B35C0F30F}"/>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D3F561A5-D407-425C-9CFD-CB17C7108C3C}"/>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8827E303-9C42-40FC-BC1A-21EDA82C6348}"/>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F0CD2FB7-E4F9-4806-8F31-06B067F96731}"/>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988E67A6-DFD3-49FA-B846-E91AEE46D155}"/>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7764E9E9-6C40-4DE1-9BD2-9D882625EF79}"/>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54BF57EE-544D-49C2-A48C-79950218E6E9}"/>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99DDB8E8-FFD8-4BA2-BE77-E915867A0D46}"/>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0734A4CA-5081-4912-97F3-B8D8917934D9}"/>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5696D748-A402-40F5-B45F-226DF0FC2451}"/>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77E67C14-1DEA-4380-904F-4831A44E8787}"/>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7DB100A0-106A-44C6-A5FB-5FE58B4B1D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35224644"/>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2FC9D3E8-B4B7-4387-8442-A5609ECA03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98">
            <a:extLst xmlns:a="http://schemas.openxmlformats.org/drawingml/2006/main">
              <a:ext uri="{FF2B5EF4-FFF2-40B4-BE49-F238E27FC236}">
                <a16:creationId xmlns:a16="http://schemas.microsoft.com/office/drawing/2014/main" id="{4A7CCCE9-B5B1-41D6-8C99-F0CB7E66F5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Project와 환경이 바뀌면&#10;검증도 다시 본다">
            <a:extLst xmlns:a="http://schemas.openxmlformats.org/drawingml/2006/main">
              <a:ext uri="{FF2B5EF4-FFF2-40B4-BE49-F238E27FC236}">
                <a16:creationId xmlns:a16="http://schemas.microsoft.com/office/drawing/2014/main" id="{B750EADB-990E-42D3-8B0A-8F67A87EB7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1684057E-D20C-4731-B9E1-9356363240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7B228771-AEA7-436E-87DE-8C11F4C56F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D1567C70-AE66-4D68-9990-E8D90EDB1B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DD9CD3C1-753D-482C-AB19-272E6667B235}"/>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0958EA12-6CA6-44CB-9828-D32C726AE1BA}"/>
              </a:ext>
            </a:extLst>
          </p:cNvPr>
          <p:cNvPicPr>
            <a:picLocks xmlns:a="http://schemas.openxmlformats.org/drawingml/2006/main" noChangeAspect="1"/>
          </p:cNvPicPr>
          <p:nvPr/>
        </p:nvPicPr>
        <p:blipFill>
          <a:blip xmlns:r="http://schemas.openxmlformats.org/officeDocument/2006/relationships" xmlns:a="http://schemas.openxmlformats.org/drawingml/2006/main" r:embed="R89bf6cd88e2640b7"/>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615DD3B7-0BF8-457B-9D86-960A75C05BAA}"/>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FDA7A7B8-D55D-4626-A04B-CA0EE688B039}"/>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526C0E08-5C9A-4785-9AA8-95BB5ECAA380}"/>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7FC9D3B1-DDCB-44C4-9B86-24623A9867EA}"/>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40CEF9F7-A612-40D9-B325-D0DDF41C4BB5}"/>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DD6A145D-8569-4284-8D50-F077F0FC12F8}"/>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1691BF1F-AEFB-4953-90B1-EFE150B92B87}"/>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3ABA0563-5378-4322-933F-2FB80E47DBEC}"/>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9776859A-0136-4589-AA39-0DE734E7A62E}"/>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09512DB9-721B-40F9-8BB4-DD765BF18EF8}"/>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A5BFEC9F-F547-48D9-BDE0-2F17C27AE6BA}"/>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061125BF-4050-4F67-B3CC-272ABAD9F684}"/>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4A3F7E46-D163-4F1D-919A-4E021FA32C14}"/>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02F9341B-BD79-4D4D-B509-59FCC45A2C72}"/>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971E6257-07DD-4FA5-A19D-2B342EDCFA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23506421"/>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0D7A3486-0228-4E21-8A53-9CDB345086E9}"/>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99">
            <a:extLst xmlns:a="http://schemas.openxmlformats.org/drawingml/2006/main">
              <a:ext uri="{FF2B5EF4-FFF2-40B4-BE49-F238E27FC236}">
                <a16:creationId xmlns:a16="http://schemas.microsoft.com/office/drawing/2014/main" id="{97065110-AF6C-4E44-B411-828712C626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
            <a:extLst xmlns:a="http://schemas.openxmlformats.org/drawingml/2006/main">
              <a:ext uri="{FF2B5EF4-FFF2-40B4-BE49-F238E27FC236}">
                <a16:creationId xmlns:a16="http://schemas.microsoft.com/office/drawing/2014/main" id="{F2A83B07-C03D-454F-8D5A-A7616BD26E66}"/>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2927D9B8-0988-44C8-ABC6-21F85B913C2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879B9DB3-1AF8-4A4A-B451-8C3940423645}"/>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CC86792-2506-4CCF-B4FA-B8531E44D88C}"/>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F4018D8-7019-43AF-A0C2-8934DAE425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294326119"/>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268D64A1-0B9C-4D31-A482-88EA1BEA3C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0">
            <a:extLst xmlns:a="http://schemas.openxmlformats.org/drawingml/2006/main">
              <a:ext uri="{FF2B5EF4-FFF2-40B4-BE49-F238E27FC236}">
                <a16:creationId xmlns:a16="http://schemas.microsoft.com/office/drawing/2014/main" id="{16611C58-0638-4EC2-A660-5C96F6CA84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문제에 맞춰, 일하는 방식을 넓혔다">
            <a:extLst xmlns:a="http://schemas.openxmlformats.org/drawingml/2006/main">
              <a:ext uri="{FF2B5EF4-FFF2-40B4-BE49-F238E27FC236}">
                <a16:creationId xmlns:a16="http://schemas.microsoft.com/office/drawing/2014/main" id="{A4D51E1B-FE9D-4115-9A3A-E3C0015A48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331D37B5-7FAB-422E-A222-6D85E6207A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9441423E-B92F-489F-988C-1807AD414E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B0F9D8D4-4C1B-48D4-98A0-A0FDBEEC53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117E6741-EB4C-4912-8E25-872FFA1EA08E}"/>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78F24A61-0312-472A-B59F-3C93A6526285}"/>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360BEF47-7D01-475F-AAED-306A6901316C}"/>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6E4D2419-372A-411B-A65E-3893D8001CC7}"/>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7513A9E0-4F22-4C6B-9E78-3B8169647BD2}"/>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E4CAE675-5705-4BAB-B27E-E04F38A6755A}"/>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01B27C63-1ADD-4FA1-8196-636810E97111}"/>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41824598-BF4F-4683-B43C-0AD847C054FF}"/>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31361630-D144-4208-8F13-2690692DDCF2}"/>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5C65B4DE-D333-485B-8A31-B2435BAEA73D}"/>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B29233AD-3153-4E47-B868-B24F3CA1B7E9}"/>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9C995D8A-A7A9-4A52-9D5A-1CE20175024A}"/>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9D63963F-4710-4C84-81EF-F86A54317EFC}"/>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7D93E244-E7B0-4306-A3BC-13060B164CE0}"/>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F743A436-8026-4AED-BA79-E37A4BAA35B0}"/>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F4485C4F-0584-449C-A218-ED6CAADC5F0F}"/>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EF5C52F7-3EB8-4653-BA19-83508AAB1B55}"/>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EC214178-9DF5-4F36-9A1E-6DDAC335FA98}"/>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D9BE898E-F364-45AD-99E7-955ED2E7B2CA}"/>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C8A79FF9-8C15-4CF0-AAA1-03152D3D7364}"/>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17FBBEC3-7A56-478C-A437-3763648DE9F0}"/>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78FF82BC-997D-4CAC-B2AA-6CF85C1874CD}"/>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A9799D06-6C68-4228-A218-F9EA1706E0D2}"/>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C65A2742-92AD-4D19-A600-4130C2976229}"/>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A6E1B114-B860-4AF3-9FA2-93C493EDC855}"/>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5AA86972-F8FF-409F-8527-A9025CF3A32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D1FD54FD-CB04-478A-8E73-90A0FB9124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475632136"/>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619B768B-4BF7-4F31-B8DE-2597AFB83E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1">
            <a:extLst xmlns:a="http://schemas.openxmlformats.org/drawingml/2006/main">
              <a:ext uri="{FF2B5EF4-FFF2-40B4-BE49-F238E27FC236}">
                <a16:creationId xmlns:a16="http://schemas.microsoft.com/office/drawing/2014/main" id="{BD7EBBD2-8171-4817-8340-26566A9626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실제 Demo는 문제에 맞춰 바뀌었다">
            <a:extLst xmlns:a="http://schemas.openxmlformats.org/drawingml/2006/main">
              <a:ext uri="{FF2B5EF4-FFF2-40B4-BE49-F238E27FC236}">
                <a16:creationId xmlns:a16="http://schemas.microsoft.com/office/drawing/2014/main" id="{F2FE87B5-11F1-4EB2-B876-A56D5F0E7A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3ECA552E-2B9A-4BCA-AFFE-1EE23774A2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33F7696D-603F-4809-9F4B-018289DA9B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5FA65B5B-409B-44EF-BEE9-10ED80A416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EB40ADF9-2B74-497C-A46B-1457E4330C39}"/>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14E68369-59BC-4F75-8EB6-40F1C4586B1A}"/>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6451BA1B-A6F5-4077-97F5-4595A02F0CAD}"/>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43B33F09-C5C4-430D-9F36-048FF1E0284C}"/>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B0B87E0E-F700-40D1-8375-1F3F496261B3}"/>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CFA11142-66BC-4A59-8648-F3249DFFEF5D}"/>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2FCDC3DA-D4E1-4239-B81B-E388EACAD2E7}"/>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0B81FCF2-67C3-4A91-8BC9-06F148FC572E}"/>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191629B0-BBB0-4DC5-B867-B6D54211D1F3}"/>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5DB28E1B-CDE1-4F96-8F19-E69C3FB68344}"/>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18BEEB44-7719-423F-89C2-95DDB4445744}"/>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B78E8839-3BAA-4AB6-862B-481A5A694C5C}"/>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F9056B39-F332-48A3-9A11-707E971168EC}"/>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503CA373-55C9-4781-96A2-D6F6677677C8}"/>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36505A2C-473D-412D-8DB8-E04312386525}"/>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CF1C4975-4D2A-4A1D-9676-7D3EDCB6DAE3}"/>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FF407D0B-4069-47C8-8447-978CACC5ADE2}"/>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BDA18936-B744-4AE0-B818-9F7EA4C7D59A}"/>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76057D0F-3D2F-40BE-8FBB-28605D371DB3}"/>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89754230-2318-4B2C-BC52-B646FAF390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88757564"/>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68401869-3AD2-4A84-A1C1-BD442B5043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2">
            <a:extLst xmlns:a="http://schemas.openxmlformats.org/drawingml/2006/main">
              <a:ext uri="{FF2B5EF4-FFF2-40B4-BE49-F238E27FC236}">
                <a16:creationId xmlns:a16="http://schemas.microsoft.com/office/drawing/2014/main" id="{7AB9B3AA-F083-4A13-B61C-DC40AF673C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이번 문제에 필요한 구성만 선택했다">
            <a:extLst xmlns:a="http://schemas.openxmlformats.org/drawingml/2006/main">
              <a:ext uri="{FF2B5EF4-FFF2-40B4-BE49-F238E27FC236}">
                <a16:creationId xmlns:a16="http://schemas.microsoft.com/office/drawing/2014/main" id="{578BCA88-E2A0-426E-9A1F-3A1C75533B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A9C7A0C7-D3FA-4F52-97E1-63054DB999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D0091C2A-7319-411E-94CC-E96838D4DC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108B2933-5065-474E-8A40-1202F95D43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F7339E80-BB37-4F29-A95B-B32B8A341FFE}"/>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15FE1752-0C5B-4B1F-BBA9-72774034D354}"/>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FEBB4416-EAB0-4ACC-B548-07A06743D78E}"/>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BE0C5C39-7359-467A-908A-2291ABD06D12}"/>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414ABC4D-A25F-493F-AE85-719F51F90AC6}"/>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3A82A781-FAC7-4F6F-A004-70A73542F727}"/>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041BC1C9-54B4-4C8D-B6A7-8262465AD25D}"/>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F6092E8F-1543-41F5-AF8F-3F08F4D92724}"/>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BD33A1E3-F0D3-46CE-BD9E-3BB4E83BEBC6}"/>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C5EF359C-2B4C-4251-8289-D739FA9ABD2B}"/>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1F1733D0-9586-4667-8BFE-BD6626EF8368}"/>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31B5276A-EC32-4E63-B6BC-E1A71E4FC2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80272139"/>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12EC8227-B4A6-470B-B91B-49A5E9CB9A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3">
            <a:extLst xmlns:a="http://schemas.openxmlformats.org/drawingml/2006/main">
              <a:ext uri="{FF2B5EF4-FFF2-40B4-BE49-F238E27FC236}">
                <a16:creationId xmlns:a16="http://schemas.microsoft.com/office/drawing/2014/main" id="{355AF30B-4C8E-4D97-B635-096140ED9A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결과를 수용할지는 사람이 판단한다">
            <a:extLst xmlns:a="http://schemas.openxmlformats.org/drawingml/2006/main">
              <a:ext uri="{FF2B5EF4-FFF2-40B4-BE49-F238E27FC236}">
                <a16:creationId xmlns:a16="http://schemas.microsoft.com/office/drawing/2014/main" id="{3FEC80C5-B3E6-40A0-917D-2C5D860621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6A713CA5-D42D-4886-912E-12B24C8AC1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6F431381-0257-497A-84FD-0D147F0C2A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856AFDF4-0618-4D7B-96F2-DB63C71E36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696600C6-9841-47C1-B404-C23A9A122A9F}"/>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B1CDA9DD-9712-499C-A556-EF09E6D47523}"/>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940B73BE-08E8-47BF-AF88-BD3003208708}"/>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A81CDAF0-9556-4CA2-8173-92917577CCCC}"/>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8A4E049B-A237-4EC5-AA3B-74E0BEA83FD4}"/>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AD19B044-0DD1-468C-8194-5DD31CFEBD22}"/>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297FD9E4-9EFB-43DB-9EBF-9176D054140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0F28C8EB-3440-4C1F-A68C-834E321D5372}"/>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579F16FB-0478-42DE-A25A-11E564B1A303}"/>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0D911022-3E27-4B22-A737-3E2FE9CAEF1C}"/>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3CEFDCEB-A860-444C-9929-85585B707C87}"/>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968A52AA-F46C-4E62-8064-E18579CA9922}"/>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320A2386-A354-40CC-9200-A02B7295E6DB}"/>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876599A0-289E-48A7-8D24-015C261AB71C}"/>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48EB921E-CAE3-472B-9903-46D557F46903}"/>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D1E85666-1E7F-4776-9ADA-B5500B8B2CE8}"/>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C29B7BC5-E3DB-4E5C-8BC0-0495345307AA}"/>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E4F0ED04-F2C5-4601-8257-F2CFA6F0FCCF}"/>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FAFDEB3E-B253-4089-914A-79B3C21039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313618743"/>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633603C8-5CB6-471C-AB94-94E87522AC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4">
            <a:extLst xmlns:a="http://schemas.openxmlformats.org/drawingml/2006/main">
              <a:ext uri="{FF2B5EF4-FFF2-40B4-BE49-F238E27FC236}">
                <a16:creationId xmlns:a16="http://schemas.microsoft.com/office/drawing/2014/main" id="{EB447919-0515-49DA-A026-D4AA1FE59E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I가 일할 조건과 확인 경로를 설계한다">
            <a:extLst xmlns:a="http://schemas.openxmlformats.org/drawingml/2006/main">
              <a:ext uri="{FF2B5EF4-FFF2-40B4-BE49-F238E27FC236}">
                <a16:creationId xmlns:a16="http://schemas.microsoft.com/office/drawing/2014/main" id="{D0D81F4C-2C62-4EE8-BC73-21141A8DB4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BF6CE9DD-34B3-4858-BAF6-27C57ECCBE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4C77D7E9-B188-4AC4-8BD8-1828B5FB02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6B6E5803-C10D-4855-ADFA-622CBD0FA0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4F8BA72A-0B07-434B-89DA-2461C64B6C89}"/>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C6F7279E-D834-4C6A-AB1F-BA1159AACB86}"/>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61721399-EB80-4A01-B5BB-12B00C85677F}"/>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D7BD74CC-491A-428A-90D5-B06340A9863F}"/>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9F72B3FD-4DDE-4719-99DD-292FC5F02DAE}"/>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A274CAA9-9182-4FB7-9773-35A27C88259D}"/>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BCB4FC03-7129-4FCB-B6E6-B228D4508F16}"/>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514F5FBD-F6D2-4AE1-98F2-5AE20FD98425}"/>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5D4CFF7A-DADE-4C03-9538-A32396215585}"/>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9C914DED-78F9-48F0-B648-2832F6976C3D}"/>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93798321-B0CF-4A4F-8938-98622A960961}"/>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BCE6FEF0-5CCF-4332-ACAF-999FD75EC91F}"/>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28876C81-6A17-4C96-A0D9-DD358119B3F4}"/>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87CE4793-DCC1-416E-95DB-725B401D0B80}"/>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5040A17A-0115-431E-93ED-F3201EB4B652}"/>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80FDC1D2-BD92-4130-AC1C-5F5CD8D63FE4}"/>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BD97D394-BD8B-4258-9AD8-B417750215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66516690"/>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BD96A966-201E-4F31-9D4F-92506CF9B4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5">
            <a:extLst xmlns:a="http://schemas.openxmlformats.org/drawingml/2006/main">
              <a:ext uri="{FF2B5EF4-FFF2-40B4-BE49-F238E27FC236}">
                <a16:creationId xmlns:a16="http://schemas.microsoft.com/office/drawing/2014/main" id="{7F0185EC-D60A-4823-94E9-A3A6CDC48B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모델·플랫폼이 바뀌면 Harness도 다시 본다">
            <a:extLst xmlns:a="http://schemas.openxmlformats.org/drawingml/2006/main">
              <a:ext uri="{FF2B5EF4-FFF2-40B4-BE49-F238E27FC236}">
                <a16:creationId xmlns:a16="http://schemas.microsoft.com/office/drawing/2014/main" id="{C6051BB7-187F-4E25-A943-DD7280DD28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49EE67E2-2DBE-44F6-8842-7274EA487B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E9035D04-9255-4878-95B5-2FD86AC96F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CF765410-8CB0-4FA6-AE12-4723FC1085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43280DFF-FBF8-482C-BB36-A3E8CD91B3E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686EB5C4-4B4C-4811-A9C9-2A3C7516F0F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5D5D596-A5D8-4D5D-BA50-70626039DC1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510946E9-038C-4495-A784-88B5BBBEA904}"/>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9B6E5816-3AD5-445E-B3D1-5C945C50642D}"/>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9CC4EABD-E279-4EC7-9106-558E5CFC8F27}"/>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DC200A30-B308-4E5E-B1E7-D2E2EDD014F9}"/>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F20D16FA-89DD-42E1-ADB6-68BBA4BF5E57}"/>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89C58431-61BD-4D23-A88E-E006BABF03F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D54B10A-A481-4F00-895E-F34695E16D71}"/>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CF98DAA8-751D-41A8-889F-760F96432CAB}"/>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4A94DE4E-3988-4D03-98F7-24A1B17DE2DA}"/>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B5F89CB9-DEE4-480B-ACA1-F0B6840D0D7F}"/>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228A88A-8CC1-4611-888C-09F12F3C65DD}"/>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D12FF054-636B-4369-9132-60BAA21AEBFE}"/>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96DA672C-8D5D-49EB-BB38-8281D653BDE6}"/>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0C92C16F-8F95-4112-9102-6B11F7BF9716}"/>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67F8C558-9400-4DD4-A7E4-2BACBF94B71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C88C0D0B-3070-4698-B57E-1A5C5ACABDA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D623575B-AFD7-4B3F-83AF-D933F845F36C}"/>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85EAD20D-3A0D-4CE4-9CAF-DCFD92C58B57}"/>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061EC3E-6EE6-4419-87E8-77A523DA37E2}"/>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2720E63B-FA8D-4C46-8B5A-81592E99E626}"/>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D128269B-B21C-46EC-BFE7-EE188C94C61C}"/>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F5167E6-DD5F-41A3-8CB9-6B8D9A4AFD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5757052"/>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D7118148-7EA6-401B-94E1-310CA1C259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6">
            <a:extLst xmlns:a="http://schemas.openxmlformats.org/drawingml/2006/main">
              <a:ext uri="{FF2B5EF4-FFF2-40B4-BE49-F238E27FC236}">
                <a16:creationId xmlns:a16="http://schemas.microsoft.com/office/drawing/2014/main" id="{5C16A447-3482-4610-AFEF-9EE2DB3A99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무엇을 남기고, 무엇을 덜어낼까?">
            <a:extLst xmlns:a="http://schemas.openxmlformats.org/drawingml/2006/main">
              <a:ext uri="{FF2B5EF4-FFF2-40B4-BE49-F238E27FC236}">
                <a16:creationId xmlns:a16="http://schemas.microsoft.com/office/drawing/2014/main" id="{E802C7AA-E622-445F-89F8-CA6B7A83CB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B10E3169-D6AA-4267-8B5E-A5B3C96D8B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5D1F35D0-35A7-4BEA-A3F4-6B847A6D17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F7BD5D54-4BB6-435E-8B58-E3C0889139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5C0F28D1-E2EF-4445-B038-99EA140126DA}"/>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B9F694D6-EC2D-43BD-9DBC-C1E52F248A92}"/>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B1063174-07B1-4D24-BC37-24D199FCCBFD}"/>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C180EB53-0430-4AD2-86B5-C9178DEF7EB1}"/>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042889BB-3F7A-4112-8B75-30896067CA68}"/>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ABF764AB-40E4-437F-B9C6-BE87AC135D82}"/>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717C3B37-1C62-470B-A59F-673A56250AFB}"/>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6FB2A23D-DCA8-4C2B-B35D-F4293F43EDA9}"/>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D474386E-350A-4D22-A86A-F44A5E2250E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105C7ECA-D90B-4120-BCD4-498BA889F9F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5829FFEC-FA41-49B4-AE40-B6DF0007DE3F}"/>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0EAE591A-11ED-4031-9EB7-E2F02F103BC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E44F064-94B3-4960-B25A-92C81A0CA1C8}"/>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8C660E59-7C15-4965-8BC7-C7DBC708E1B5}"/>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92150966-0CFC-49F3-B317-D96BFD212B8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25A28BA-7AA0-4D09-844A-528A908AFD9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7900DB60-F0FB-4048-A332-0E88FDD4FE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50368341"/>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02D6011F-6F6B-4F53-88DF-54F1F8FC49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7">
            <a:extLst xmlns:a="http://schemas.openxmlformats.org/drawingml/2006/main">
              <a:ext uri="{FF2B5EF4-FFF2-40B4-BE49-F238E27FC236}">
                <a16:creationId xmlns:a16="http://schemas.microsoft.com/office/drawing/2014/main" id="{B0896C8A-C635-44DF-8DB3-E8B0864145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덜어낸 뒤에도 필요한 일을 하는가?">
            <a:extLst xmlns:a="http://schemas.openxmlformats.org/drawingml/2006/main">
              <a:ext uri="{FF2B5EF4-FFF2-40B4-BE49-F238E27FC236}">
                <a16:creationId xmlns:a16="http://schemas.microsoft.com/office/drawing/2014/main" id="{C8EEB833-5AB7-4970-A5FA-D8DFEC391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B42BEB7-D2F7-4A5C-B649-6A3E3BC9F0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06104FCC-96A9-4805-9416-D579ED4FC4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87BAED2B-E71F-4FD9-90AF-FAA570E1DF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E68F3282-A1C2-4BEC-A74C-032548B02FD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1F334642-88E1-4472-A53A-0601957BB1D2}"/>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9310BF58-0C4B-4044-8FFF-636A020D0BCD}"/>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C2D5DE5B-C769-420B-9652-8A54C5079AB0}"/>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ED113155-7881-469F-AAF0-B66A9250CFDE}"/>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9EFD2C12-1422-4D81-998E-FFE8F5C62E04}"/>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9A2F05DA-5CD6-4FE4-B667-144AC42BF903}"/>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6D699D7-8D20-4C81-B575-4979BB11FAF5}"/>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03B8687-2290-4F68-9063-1C17B83EA76B}"/>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7F20008A-5DA3-4DAB-89C7-0565005728F5}"/>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22E118BB-2890-48BF-B298-BBCCC9B08C03}"/>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A462CAB7-6E46-4BE2-B5BB-EDE3A0113A9B}"/>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9FC6E874-3E20-495C-A00A-42CC6B4FB01D}"/>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A93ABF5E-B4D0-4869-ABD9-762D13C2D339}"/>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9F0B913-FAEF-43C0-B85C-BB43181BE3A3}"/>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2D565EBD-B529-46A9-8862-A364F2D5C5BC}"/>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80CA901F-5F07-4480-939A-E2596338C227}"/>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646C63C4-ABBD-4D5F-8702-ED0FB3407505}"/>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1A6599F-DB4D-4BD6-8B5D-601CE773B75A}"/>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8497D9C5-F2A3-4F75-8D99-D03F4E148A78}"/>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2F34D6C5-BEBF-4AD0-B6B0-F29A90912474}"/>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A40B653-F3D5-4A00-8293-7B56251FD428}"/>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6F27FE64-5A30-482E-8DB4-C197CE02A6DC}"/>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754A529D-24D7-43D5-A303-2AA283C38876}"/>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978A3150-6354-44AB-8A3D-8CADE0189ABA}"/>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34A6046D-764B-41D9-9B96-962BD9107F02}"/>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24C5EA3A-EF03-443B-90CA-95D80CE96935}"/>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0C9EF09A-0463-4EAF-8769-F43EE44613B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0A64BDF8-8F26-41FC-B4DF-576B216FA79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D24F3F23-1F49-445C-AFB7-8A02822432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1211294"/>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1C640E7A-F008-432C-B55A-1880D93A95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08">
            <a:extLst xmlns:a="http://schemas.openxmlformats.org/drawingml/2006/main">
              <a:ext uri="{FF2B5EF4-FFF2-40B4-BE49-F238E27FC236}">
                <a16:creationId xmlns:a16="http://schemas.microsoft.com/office/drawing/2014/main" id="{76F7C2B9-BC20-4023-9011-92C5A9D1FA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내 업무에서는 무엇이 반복해서 막힐까?">
            <a:extLst xmlns:a="http://schemas.openxmlformats.org/drawingml/2006/main">
              <a:ext uri="{FF2B5EF4-FFF2-40B4-BE49-F238E27FC236}">
                <a16:creationId xmlns:a16="http://schemas.microsoft.com/office/drawing/2014/main" id="{C601FDE6-6EB6-46A0-9B32-256DC9BDB8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03083435-4107-4AAD-B325-077D03A14B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0ABEE15D-C6C3-4062-85C8-3FFBF636D9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108EBF1F-0B68-4C76-9656-E3EE1E6200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C15004F3-45EB-4050-9CD1-E125755AA5E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A4A24382-A08C-42BB-8824-D5E62468946D}"/>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3DE66C9-B1E5-47F3-8C43-EE17704393BE}"/>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2FCA5EFE-7D41-49EE-9443-42697F0216CF}"/>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0B82D13C-A4E6-43A7-8CFD-0C20230029FC}"/>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E738B9B4-5B7B-4F52-BB56-3917C080F5B5}"/>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B395BF2F-C3D7-46A6-980B-536D90E4AA7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8E357B9-0A82-4681-8B7C-07B6A72296AC}"/>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AD36FB86-8AD4-4635-851D-68BC797D6AC7}"/>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9E9408AE-D5DE-464E-B2CC-F02C0D8413AB}"/>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50838FA9-27A9-4A7D-9374-721CDE6EA6B3}"/>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0A4890E1-43FC-4704-9A2F-D6DB81BFD1B4}"/>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E65DB66-95BC-4126-AE16-6F917B6A62EB}"/>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C10134F5-93A2-4CF2-A0E7-CA781DA71E49}"/>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283FEC3B-2E0B-433D-AB91-0B6DABF339B0}"/>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588FDA98-48ED-4BD9-B0CC-653E2137CAF2}"/>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BA91A085-A66F-4534-9E8B-CDAC687EE8B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C9AD3B58-903B-4B89-BE6B-DDBF816E700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B8723C3-8452-4638-B802-292A975D3322}"/>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D75CB7A3-FF8A-40CB-9E74-52123960923D}"/>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934ABD6C-FBFC-438A-B11C-1E844CE7AAA6}"/>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965E2BBC-701B-470C-A4F4-34453529F3E0}"/>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CE74519-2865-4D4C-AC8C-B759DCD3A777}"/>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E76B3644-3DCE-454B-BF8E-7639016DFAF8}"/>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55511EC6-4064-494C-B527-651CBD17D333}"/>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9F5B511F-1185-4531-8EAB-7A72996A4D5A}"/>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AFB4A97F-FD47-4533-967B-323533E04B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22939081"/>
      </p:ext>
    </p:extLst>
  </p:cSld>
</p:sld>
</file>

<file path=ppt/slides/slide10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94EE32FB-8F32-49CA-976C-9E8276D33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09">
            <a:extLst xmlns:a="http://schemas.openxmlformats.org/drawingml/2006/main">
              <a:ext uri="{FF2B5EF4-FFF2-40B4-BE49-F238E27FC236}">
                <a16:creationId xmlns:a16="http://schemas.microsoft.com/office/drawing/2014/main" id="{74E915C7-11C2-458A-85B1-2D6A794987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고른 문제에서, 다음 행동 하나로">
            <a:extLst xmlns:a="http://schemas.openxmlformats.org/drawingml/2006/main">
              <a:ext uri="{FF2B5EF4-FFF2-40B4-BE49-F238E27FC236}">
                <a16:creationId xmlns:a16="http://schemas.microsoft.com/office/drawing/2014/main" id="{79BC2412-7820-45FE-9B42-9DB3FEA420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CA1E9DF2-3EDC-4403-ABAD-F62DB5FC98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DE40F0B9-C6EA-424E-8BF4-B1469D48F5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32290F74-C292-4E10-A818-6D8684FFAE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D34B8B77-816F-42F1-ADC5-FFBB39E45661}"/>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4D8CA8CC-E273-4EFE-9AA1-3056E5C25AAC}"/>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D27CA3F-F737-4E8F-A0F8-5117FF2B4902}"/>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AA5EFC7A-BF81-4732-83DC-3EE5E929E5F0}"/>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F61E8687-A74E-4888-A739-340F78042677}"/>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FDB0EEB7-F106-4DED-AC26-F943004B6C13}"/>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21C9382A-E9A6-47D6-B893-92D2415995F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EAE3B7C3-DBA2-499E-951A-5608C808D193}"/>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038AE86D-C1F5-49BD-9061-4B8B8D1FC656}"/>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C8B9C301-88E6-44BD-BAE0-29F0D85F9D00}"/>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B769AB01-C537-4060-9C55-D8354BE88C0B}"/>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3F724E4-9DEF-46DA-B6B4-EFF31B609AB5}"/>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3CF45140-2C45-493C-80F0-73F05097806F}"/>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EEF76759-D007-412D-8101-9D850BCF49BB}"/>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391FE6E3-FA2C-4179-9989-4B8C8C8052F3}"/>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B3E00A7E-4692-4F66-A586-076CBFE18E83}"/>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56398EAC-B361-42A5-81EC-4E3A28F11089}"/>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4647B8FC-4086-4E96-BC2E-2087E34C7C72}"/>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523E1ADF-10DA-47EF-B988-6C70F96626AC}"/>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8741C88-9114-48DC-AAC9-72766D42CD63}"/>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6E2BC0A6-E883-41E8-BF4D-850C6301924F}"/>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564FC41C-F9E3-493B-A7AC-0A5C849757BE}"/>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5AB8E46F-B67E-4F9B-A32B-EFA0EEAD9AC2}"/>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6B5C7ADF-5D22-42F6-B1EB-C0351CFBBA65}"/>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FC7FFC31-7CFD-435E-B5EF-9CA6266954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409310671"/>
      </p:ext>
    </p:extLst>
  </p:cSld>
</p:sld>
</file>

<file path=ppt/slides/slide1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1/3">
            <a:extLst xmlns:a="http://schemas.openxmlformats.org/drawingml/2006/main">
              <a:ext uri="{FF2B5EF4-FFF2-40B4-BE49-F238E27FC236}">
                <a16:creationId xmlns:a16="http://schemas.microsoft.com/office/drawing/2014/main" id="{EEDFE5B7-2509-4C78-B3D0-E82056C6B6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0">
            <a:extLst xmlns:a="http://schemas.openxmlformats.org/drawingml/2006/main">
              <a:ext uri="{FF2B5EF4-FFF2-40B4-BE49-F238E27FC236}">
                <a16:creationId xmlns:a16="http://schemas.microsoft.com/office/drawing/2014/main" id="{DE9FB4E9-F900-4D43-9FD4-E36E597843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실무 적용 팁 · 작업 환경과 기준">
            <a:extLst xmlns:a="http://schemas.openxmlformats.org/drawingml/2006/main">
              <a:ext uri="{FF2B5EF4-FFF2-40B4-BE49-F238E27FC236}">
                <a16:creationId xmlns:a16="http://schemas.microsoft.com/office/drawing/2014/main" id="{2A7B7DF7-6A4A-4F7B-B741-6143B73DF5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0D16BC94-F0DE-46B7-AB6F-E4A2576B5C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094BCBF8-AF8A-4873-873C-5710868B06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262660B0-3094-4D67-A8F2-CC9F81B609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FC2009AE-6612-4542-AD2A-9D52C53668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26E99350-E79B-4CB2-9312-F5B2C166294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345C89D7-A13D-4687-A882-9FDF2E75D028}"/>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223EE2BD-BACB-400A-B8FC-DA6DAA42F26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10FBEB2E-65D5-4F53-8231-D74BBDD84434}"/>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0DDCC741-31D0-4A91-8381-03E9AFDB3655}"/>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A8B7D0B2-D912-4905-B05A-98E7FE9347C7}"/>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710A4FD7-9D87-439B-BE5C-7BCA89CC786A}"/>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4F19475-2DE7-4784-A723-D5FD1A5572F5}"/>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916822ED-8316-4592-AC06-A58324284A06}"/>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7BD6C19A-6097-45DA-B15D-1C7E7C1461C0}"/>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084D3843-47F3-4204-B1D4-49A7638C4AED}"/>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A1232BD-0B34-42B5-B7A8-C9CFEA2899B7}"/>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E1EC1922-150E-44E4-9F0A-B274C994DF22}"/>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2E6EEA88-9CEB-424B-84A3-E3F3598D2A65}"/>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C402A36A-F9DC-42C1-9377-6EC8AEE23DD2}"/>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F811F10F-BB7C-42E0-82AD-97D5E29993A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8">
            <a:extLst xmlns:a="http://schemas.openxmlformats.org/drawingml/2006/main">
              <a:ext uri="{FF2B5EF4-FFF2-40B4-BE49-F238E27FC236}">
                <a16:creationId xmlns:a16="http://schemas.microsoft.com/office/drawing/2014/main" id="{182DB580-DE0A-4F70-8004-D0227414ECF7}"/>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5" name="이번 Context와 다시 쓸 지식">
            <a:extLst xmlns:a="http://schemas.openxmlformats.org/drawingml/2006/main">
              <a:ext uri="{FF2B5EF4-FFF2-40B4-BE49-F238E27FC236}">
                <a16:creationId xmlns:a16="http://schemas.microsoft.com/office/drawing/2014/main" id="{D734E89A-5AFC-4493-93B1-ABBBDF7D20FF}"/>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26" name="">
            <a:extLst xmlns:a="http://schemas.openxmlformats.org/drawingml/2006/main">
              <a:ext uri="{FF2B5EF4-FFF2-40B4-BE49-F238E27FC236}">
                <a16:creationId xmlns:a16="http://schemas.microsoft.com/office/drawing/2014/main" id="{2C971149-19FA-41DD-BC08-348C056C7EC8}"/>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E8BB8568-236D-492B-8A30-47E2BF0F4731}"/>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78">
            <a:extLst xmlns:a="http://schemas.openxmlformats.org/drawingml/2006/main">
              <a:ext uri="{FF2B5EF4-FFF2-40B4-BE49-F238E27FC236}">
                <a16:creationId xmlns:a16="http://schemas.microsoft.com/office/drawing/2014/main" id="{3CAAE057-8346-4863-8F51-4D9D94DA5526}"/>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S78</a:t>
            </a:r>
          </a:p>
        </p:txBody>
      </p:sp>
      <p:sp>
        <p:nvSpPr>
          <p:cNvPr id="29" name="결과와 실행 조건을 함께 남긴다">
            <a:extLst xmlns:a="http://schemas.openxmlformats.org/drawingml/2006/main">
              <a:ext uri="{FF2B5EF4-FFF2-40B4-BE49-F238E27FC236}">
                <a16:creationId xmlns:a16="http://schemas.microsoft.com/office/drawing/2014/main" id="{AF32181B-AF3C-4664-AA1E-84F331AD0178}"/>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결과와 실행 조건을 함께 남긴다</a:t>
            </a:r>
          </a:p>
        </p:txBody>
      </p:sp>
      <p:sp>
        <p:nvSpPr>
          <p:cNvPr id="30" name="Legacy module connection">
            <a:extLst xmlns:a="http://schemas.openxmlformats.org/drawingml/2006/main">
              <a:ext uri="{FF2B5EF4-FFF2-40B4-BE49-F238E27FC236}">
                <a16:creationId xmlns:a16="http://schemas.microsoft.com/office/drawing/2014/main" id="{6B2C42FC-840C-4429-AA02-FD7949E9AC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91316820"/>
      </p:ext>
    </p:extLst>
  </p:cSld>
</p:sld>
</file>

<file path=ppt/slides/slide1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E32EAC88-0C41-4C6F-83FD-BA9A8DDCEF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1">
            <a:extLst xmlns:a="http://schemas.openxmlformats.org/drawingml/2006/main">
              <a:ext uri="{FF2B5EF4-FFF2-40B4-BE49-F238E27FC236}">
                <a16:creationId xmlns:a16="http://schemas.microsoft.com/office/drawing/2014/main" id="{9AB47833-9AC3-46D3-9973-D42CF534B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실무 적용 팁 · 요청 작성">
            <a:extLst xmlns:a="http://schemas.openxmlformats.org/drawingml/2006/main">
              <a:ext uri="{FF2B5EF4-FFF2-40B4-BE49-F238E27FC236}">
                <a16:creationId xmlns:a16="http://schemas.microsoft.com/office/drawing/2014/main" id="{AB841E29-1A19-4BF0-85CA-D3EE4AB2B5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2D8B218F-E7C6-4D08-9753-46B91C762B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2AF97750-0C53-4769-BA73-28724B2CB3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9D93C379-AAD9-4D57-9762-66DB36163B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836AD10D-5608-49BA-AD97-DA33D836949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DAAA38D7-A8DB-491A-B949-D1BF6748C2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8EF3B24-7D00-4327-8A8F-A31865DE9024}"/>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AA383AE8-DEA3-45FD-8BFF-39EAB493AE77}"/>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BBAAEC5-FCBB-4AC5-9C2B-3870DCEAC1A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58D09933-7A74-4999-A1CB-552A60A2252E}"/>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EE4F2EE1-4315-4695-8F7C-52220E4F45F3}"/>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E57D8A6C-6C8A-409D-B595-E978B9E3AA6D}"/>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6C21C90-9BF5-4C31-80F8-9D9D720AD25F}"/>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29DA46F4-71A8-49A5-9C7A-B8028E732E17}"/>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E8D38171-450C-4533-A019-C930EC58B336}"/>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B4F2C672-54D6-4BBE-8ECA-6F5AE998138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0790C33-D43D-4356-8234-2E6D4300584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C55E2CB5-90DE-47CB-8EC3-AC89BD5E00BC}"/>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65F7412A-8BCC-4EF7-BE36-7573FF75E25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EA94764A-C1B7-4EED-A43E-E9DE1321CE73}"/>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FD2D94BC-52F7-4C12-9D74-5F5AC3A07B5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CFCF249C-2F98-41D3-A18E-890DA14F3DEF}"/>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5FD3AC33-3B3A-4369-83E9-3B2948063EA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961C9F97-CD25-46F4-BF2F-ECA27253E08C}"/>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85571F39-7BEE-4830-BB0F-815FF816A691}"/>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8942BAFB-CCC9-4297-9CC8-D05837C072F2}"/>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1FB72CBC-2CBB-4C07-AC02-FD601E16779B}"/>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63970FDF-37C9-4FEA-AA86-C2A9D7722D8F}"/>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1E6A03EE-B3B5-44A2-9653-1E3B82BDB59C}"/>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B6AF6184-2290-4F61-8B48-920D3110D62B}"/>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3BF7576D-8C11-4CB8-A8D9-A519655F00CE}"/>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794FB1EC-590E-4386-8092-F6EC8806FA4D}"/>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EDA6C738-0E16-4297-AA0F-CAFDF2BA6843}"/>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1169A12B-5EA4-4D89-9394-AA9DC93C5F03}"/>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C77796A2-81AD-4B94-B558-5B7854141EB5}"/>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7F16B293-143C-483B-804F-F59F7A76E5F8}"/>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6EEBEF5F-A39F-4A0B-8906-2B50F4E0306E}"/>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3534F205-9E4E-41D1-9100-D71B26A4ECA7}"/>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37849891-3CE0-45A0-9864-766186B6A52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5F7975E8-CEB3-4254-862A-89444D6293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899933655"/>
      </p:ext>
    </p:extLst>
  </p:cSld>
</p:sld>
</file>

<file path=ppt/slides/slide1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4F2E0EE4-7829-4987-962A-FE2A436C0D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2">
            <a:extLst xmlns:a="http://schemas.openxmlformats.org/drawingml/2006/main">
              <a:ext uri="{FF2B5EF4-FFF2-40B4-BE49-F238E27FC236}">
                <a16:creationId xmlns:a16="http://schemas.microsoft.com/office/drawing/2014/main" id="{E1BA7426-DBC9-4D88-9ECA-EAC9CF59E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검증과 개선">
            <a:extLst xmlns:a="http://schemas.openxmlformats.org/drawingml/2006/main">
              <a:ext uri="{FF2B5EF4-FFF2-40B4-BE49-F238E27FC236}">
                <a16:creationId xmlns:a16="http://schemas.microsoft.com/office/drawing/2014/main" id="{6FCA29B2-BD9E-4C70-A4AF-13FD70F0B7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F9C52327-0998-438C-8F42-393FB94400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361A4913-094F-4DFC-AC8F-DA972D9B54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9B8D0FDE-C757-44AD-9D64-C37B1857CD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9C45B4FF-C1FE-41A9-8E31-A696A9D8C4E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AC6531AD-A040-47B7-A204-CD3EF2B1279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3366540-3F6F-4D91-869C-BF7477531B9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0E79795A-E1D7-463D-854A-AF4B10177021}"/>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766A2E9-0F9D-457B-9856-04E5D43849AD}"/>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5">
            <a:extLst xmlns:a="http://schemas.openxmlformats.org/drawingml/2006/main">
              <a:ext uri="{FF2B5EF4-FFF2-40B4-BE49-F238E27FC236}">
                <a16:creationId xmlns:a16="http://schemas.microsoft.com/office/drawing/2014/main" id="{DFDE47B7-CAF8-46C8-A80F-244EEC25B851}"/>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S85</a:t>
            </a:r>
          </a:p>
        </p:txBody>
      </p:sp>
      <p:sp>
        <p:nvSpPr>
          <p:cNvPr id="13" name="원인을 고르기 전에 확인할 기록">
            <a:extLst xmlns:a="http://schemas.openxmlformats.org/drawingml/2006/main">
              <a:ext uri="{FF2B5EF4-FFF2-40B4-BE49-F238E27FC236}">
                <a16:creationId xmlns:a16="http://schemas.microsoft.com/office/drawing/2014/main" id="{E219578A-1962-4FA3-B0EB-F67E04DEB4EE}"/>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750523A9-9F0D-4657-B0D2-3AB59B740540}"/>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1D96C22-F947-4217-B541-E0A3AFFF1855}"/>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89">
            <a:extLst xmlns:a="http://schemas.openxmlformats.org/drawingml/2006/main">
              <a:ext uri="{FF2B5EF4-FFF2-40B4-BE49-F238E27FC236}">
                <a16:creationId xmlns:a16="http://schemas.microsoft.com/office/drawing/2014/main" id="{434DC76E-F0E8-4D62-AADB-1FC2D3E9C83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S89</a:t>
            </a:r>
          </a:p>
        </p:txBody>
      </p:sp>
      <p:sp>
        <p:nvSpPr>
          <p:cNvPr id="17" name="지침을 고친 뒤, 무엇을 다시 확인할까?">
            <a:extLst xmlns:a="http://schemas.openxmlformats.org/drawingml/2006/main">
              <a:ext uri="{FF2B5EF4-FFF2-40B4-BE49-F238E27FC236}">
                <a16:creationId xmlns:a16="http://schemas.microsoft.com/office/drawing/2014/main" id="{96BA5505-635E-4D5D-BF58-A2AEC5CD1462}"/>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98A36DED-9421-4D77-B23F-B6E29369E017}"/>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B696A61E-468B-4B12-ACF1-D6B797555DBE}"/>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6">
            <a:extLst xmlns:a="http://schemas.openxmlformats.org/drawingml/2006/main">
              <a:ext uri="{FF2B5EF4-FFF2-40B4-BE49-F238E27FC236}">
                <a16:creationId xmlns:a16="http://schemas.microsoft.com/office/drawing/2014/main" id="{E468EB55-C324-41AD-95BA-D319264D35F9}"/>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S106</a:t>
            </a:r>
          </a:p>
        </p:txBody>
      </p:sp>
      <p:sp>
        <p:nvSpPr>
          <p:cNvPr id="21" name="무엇을 남기고, 무엇을 덜어낼까?">
            <a:extLst xmlns:a="http://schemas.openxmlformats.org/drawingml/2006/main">
              <a:ext uri="{FF2B5EF4-FFF2-40B4-BE49-F238E27FC236}">
                <a16:creationId xmlns:a16="http://schemas.microsoft.com/office/drawing/2014/main" id="{27CF125C-416B-4FC3-A08D-69949561C937}"/>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C547AC82-CE2A-478B-8A0D-27E2DBF58623}"/>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F92BC89-96C2-4DC8-A8FE-2D0CCB4C0E1B}"/>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7">
            <a:extLst xmlns:a="http://schemas.openxmlformats.org/drawingml/2006/main">
              <a:ext uri="{FF2B5EF4-FFF2-40B4-BE49-F238E27FC236}">
                <a16:creationId xmlns:a16="http://schemas.microsoft.com/office/drawing/2014/main" id="{C56BBD2E-98AB-4A03-B000-3A6B5827A596}"/>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S107</a:t>
            </a:r>
          </a:p>
        </p:txBody>
      </p:sp>
      <p:sp>
        <p:nvSpPr>
          <p:cNvPr id="25" name="덜어낸 뒤에도 필요한 일을 하는가?">
            <a:extLst xmlns:a="http://schemas.openxmlformats.org/drawingml/2006/main">
              <a:ext uri="{FF2B5EF4-FFF2-40B4-BE49-F238E27FC236}">
                <a16:creationId xmlns:a16="http://schemas.microsoft.com/office/drawing/2014/main" id="{3707452D-7998-43CD-A6E7-5E4302BCFB2E}"/>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75BB34B2-04E0-4A7A-8028-EDCA31C02D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036621714"/>
      </p:ext>
    </p:extLst>
  </p:cSld>
</p:sld>
</file>

<file path=ppt/slides/slide1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820DD80C-EAE7-4402-89F3-EE0372C9C5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3">
            <a:extLst xmlns:a="http://schemas.openxmlformats.org/drawingml/2006/main">
              <a:ext uri="{FF2B5EF4-FFF2-40B4-BE49-F238E27FC236}">
                <a16:creationId xmlns:a16="http://schemas.microsoft.com/office/drawing/2014/main" id="{2620E4D7-721C-41F2-8A4D-1438FA84DB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Q&amp;A와 교육 마무리">
            <a:extLst xmlns:a="http://schemas.openxmlformats.org/drawingml/2006/main">
              <a:ext uri="{FF2B5EF4-FFF2-40B4-BE49-F238E27FC236}">
                <a16:creationId xmlns:a16="http://schemas.microsoft.com/office/drawing/2014/main" id="{F110B9EC-BD63-4A1A-A14B-74DEDBB716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AFA5B3C3-C06C-4210-BE7A-693D9218B0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EBB76707-1237-4421-A7D0-19245805F3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95905E5F-8FE8-40AC-8612-7EF31F56FA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1B8916CE-B17E-4B67-870F-26656AF31AE7}"/>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27AFC0B7-9193-4ABF-9852-53CBECBCB957}"/>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44A715A8-48B0-43C5-B018-8E72B9AE679C}"/>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AAF383B2-F029-4F54-BFF1-4E7E0A0DA7D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0F34DEAD-1F1B-46DC-973F-BD7488D54C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851762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2026-10-25T10:22:13.9780000Z</dcterms:created>
  <dcterms:modified xsi:type="dcterms:W3CDTF">2026-10-25T10:22:13.9780000Z</dcterms:modified>
</coreProperties>
</file>