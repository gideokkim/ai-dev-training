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slides/charts/chart1.xml" ContentType="application/vnd.openxmlformats-officedocument.drawingml.chart+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0c4acc04dd14c72" /><Relationship Type="http://schemas.openxmlformats.org/officeDocument/2006/relationships/extended-properties" Target="/docProps/app.xml" Id="Rf94080b7d6f541cb" /><Relationship Type="http://schemas.openxmlformats.org/officeDocument/2006/relationships/officeDocument" Target="/ppt/presentation.xml" Id="R9c23edc56a7b4dbd" /></Relationships>
</file>

<file path=ppt/presentation.xml><?xml version="1.0" encoding="utf-8"?>
<p:presentation xmlns:p="http://schemas.openxmlformats.org/presentationml/2006/main">
  <p:sldMasterIdLst>
    <p:sldMasterId xmlns:r="http://schemas.openxmlformats.org/officeDocument/2006/relationships" id="2147483648" r:id="R05444a367f8640a3"/>
  </p:sldMasterIdLst>
  <p:notesMasterIdLst>
    <p:notesMasterId xmlns:r="http://schemas.openxmlformats.org/officeDocument/2006/relationships" r:id="R824a6dceddb447f3"/>
  </p:notesMasterIdLst>
  <p:sldIdLst>
    <p:sldId xmlns:r="http://schemas.openxmlformats.org/officeDocument/2006/relationships" id="256" r:id="R21b02a347bbe40de"/>
    <p:sldId xmlns:r="http://schemas.openxmlformats.org/officeDocument/2006/relationships" id="257" r:id="R4e9e377035994a56"/>
    <p:sldId xmlns:r="http://schemas.openxmlformats.org/officeDocument/2006/relationships" id="258" r:id="Rb8673c14257e4c8c"/>
    <p:sldId xmlns:r="http://schemas.openxmlformats.org/officeDocument/2006/relationships" id="259" r:id="R2eb4363d526846a4"/>
    <p:sldId xmlns:r="http://schemas.openxmlformats.org/officeDocument/2006/relationships" id="260" r:id="Rc71c769075ec4e76"/>
    <p:sldId xmlns:r="http://schemas.openxmlformats.org/officeDocument/2006/relationships" id="261" r:id="R3479523cf7494ff7"/>
    <p:sldId xmlns:r="http://schemas.openxmlformats.org/officeDocument/2006/relationships" id="262" r:id="R9e4cf10833ff47cb"/>
    <p:sldId xmlns:r="http://schemas.openxmlformats.org/officeDocument/2006/relationships" id="263" r:id="R13352c267acb4f00"/>
    <p:sldId xmlns:r="http://schemas.openxmlformats.org/officeDocument/2006/relationships" id="264" r:id="Rbe8e4b7878b94ff0"/>
    <p:sldId xmlns:r="http://schemas.openxmlformats.org/officeDocument/2006/relationships" id="265" r:id="R0da5b2e37a8841e5"/>
    <p:sldId xmlns:r="http://schemas.openxmlformats.org/officeDocument/2006/relationships" id="266" r:id="Rd25309d949f04fde"/>
    <p:sldId xmlns:r="http://schemas.openxmlformats.org/officeDocument/2006/relationships" id="267" r:id="R4e741d877317478d"/>
    <p:sldId xmlns:r="http://schemas.openxmlformats.org/officeDocument/2006/relationships" id="268" r:id="R8c00d5a8b7844142"/>
    <p:sldId xmlns:r="http://schemas.openxmlformats.org/officeDocument/2006/relationships" id="269" r:id="R038c888852d74354"/>
    <p:sldId xmlns:r="http://schemas.openxmlformats.org/officeDocument/2006/relationships" id="270" r:id="R2c1dd1f32cae42e5"/>
    <p:sldId xmlns:r="http://schemas.openxmlformats.org/officeDocument/2006/relationships" id="271" r:id="Rcb4a67e3fa3e4bfb"/>
    <p:sldId xmlns:r="http://schemas.openxmlformats.org/officeDocument/2006/relationships" id="272" r:id="R8924a1c25c2749df"/>
    <p:sldId xmlns:r="http://schemas.openxmlformats.org/officeDocument/2006/relationships" id="273" r:id="R8989f6880a604df8"/>
    <p:sldId xmlns:r="http://schemas.openxmlformats.org/officeDocument/2006/relationships" id="274" r:id="Rde5e12622c3e4ab9"/>
    <p:sldId xmlns:r="http://schemas.openxmlformats.org/officeDocument/2006/relationships" id="275" r:id="R9f288bf735e34d7f"/>
    <p:sldId xmlns:r="http://schemas.openxmlformats.org/officeDocument/2006/relationships" id="276" r:id="Re25eab174e124c81"/>
    <p:sldId xmlns:r="http://schemas.openxmlformats.org/officeDocument/2006/relationships" id="277" r:id="R31c5472cf073442f"/>
    <p:sldId xmlns:r="http://schemas.openxmlformats.org/officeDocument/2006/relationships" id="278" r:id="R6f27f5c597dc4542"/>
    <p:sldId xmlns:r="http://schemas.openxmlformats.org/officeDocument/2006/relationships" id="279" r:id="Reca7e84fd717412b"/>
    <p:sldId xmlns:r="http://schemas.openxmlformats.org/officeDocument/2006/relationships" id="280" r:id="Rbb5b6eafb5224947"/>
    <p:sldId xmlns:r="http://schemas.openxmlformats.org/officeDocument/2006/relationships" id="281" r:id="R7a6d6f8b668840a5"/>
    <p:sldId xmlns:r="http://schemas.openxmlformats.org/officeDocument/2006/relationships" id="282" r:id="Ra1d31aac373f43f6"/>
    <p:sldId xmlns:r="http://schemas.openxmlformats.org/officeDocument/2006/relationships" id="283" r:id="Rd3f7eddf55ab4759"/>
    <p:sldId xmlns:r="http://schemas.openxmlformats.org/officeDocument/2006/relationships" id="284" r:id="Rd9fe4067cc5e4ebc"/>
    <p:sldId xmlns:r="http://schemas.openxmlformats.org/officeDocument/2006/relationships" id="285" r:id="R302a25a2f2c2484c"/>
    <p:sldId xmlns:r="http://schemas.openxmlformats.org/officeDocument/2006/relationships" id="286" r:id="Rc5062df1436a4130"/>
    <p:sldId xmlns:r="http://schemas.openxmlformats.org/officeDocument/2006/relationships" id="287" r:id="Rc41b79b00dfc484d"/>
    <p:sldId xmlns:r="http://schemas.openxmlformats.org/officeDocument/2006/relationships" id="288" r:id="R0e9d22697d464d34"/>
    <p:sldId xmlns:r="http://schemas.openxmlformats.org/officeDocument/2006/relationships" id="289" r:id="Rb5cc5800f9d94c39"/>
    <p:sldId xmlns:r="http://schemas.openxmlformats.org/officeDocument/2006/relationships" id="290" r:id="R49792d4a06c745c8"/>
    <p:sldId xmlns:r="http://schemas.openxmlformats.org/officeDocument/2006/relationships" id="291" r:id="R0acdb813a75b40f9"/>
    <p:sldId xmlns:r="http://schemas.openxmlformats.org/officeDocument/2006/relationships" id="292" r:id="Rcd74c803b4d04b5c"/>
    <p:sldId xmlns:r="http://schemas.openxmlformats.org/officeDocument/2006/relationships" id="293" r:id="Re2324bbb699e48d9"/>
    <p:sldId xmlns:r="http://schemas.openxmlformats.org/officeDocument/2006/relationships" id="294" r:id="R5dc5400ca89c4f7a"/>
    <p:sldId xmlns:r="http://schemas.openxmlformats.org/officeDocument/2006/relationships" id="295" r:id="R987f130f17094b70"/>
    <p:sldId xmlns:r="http://schemas.openxmlformats.org/officeDocument/2006/relationships" id="296" r:id="Rf396b19387b8404f"/>
    <p:sldId xmlns:r="http://schemas.openxmlformats.org/officeDocument/2006/relationships" id="297" r:id="R159656a011b74c55"/>
    <p:sldId xmlns:r="http://schemas.openxmlformats.org/officeDocument/2006/relationships" id="298" r:id="R5092c19a86544d83"/>
    <p:sldId xmlns:r="http://schemas.openxmlformats.org/officeDocument/2006/relationships" id="299" r:id="R462595e5ca8a4fbb"/>
    <p:sldId xmlns:r="http://schemas.openxmlformats.org/officeDocument/2006/relationships" id="300" r:id="Rbc2eab8d30d74c31"/>
    <p:sldId xmlns:r="http://schemas.openxmlformats.org/officeDocument/2006/relationships" id="301" r:id="R54417edecdcf4c97"/>
    <p:sldId xmlns:r="http://schemas.openxmlformats.org/officeDocument/2006/relationships" id="302" r:id="R057cc50b81834df7"/>
    <p:sldId xmlns:r="http://schemas.openxmlformats.org/officeDocument/2006/relationships" id="303" r:id="R7f54ef320e414cfb"/>
    <p:sldId xmlns:r="http://schemas.openxmlformats.org/officeDocument/2006/relationships" id="304" r:id="R77d20f93a1f84558"/>
    <p:sldId xmlns:r="http://schemas.openxmlformats.org/officeDocument/2006/relationships" id="305" r:id="Rdbf5865c28e34f6e"/>
    <p:sldId xmlns:r="http://schemas.openxmlformats.org/officeDocument/2006/relationships" id="306" r:id="R5b2e5a71bdf04461"/>
    <p:sldId xmlns:r="http://schemas.openxmlformats.org/officeDocument/2006/relationships" id="307" r:id="R74ce14f14b5847b4"/>
    <p:sldId xmlns:r="http://schemas.openxmlformats.org/officeDocument/2006/relationships" id="308" r:id="Rc8566c77c5ed44b4"/>
    <p:sldId xmlns:r="http://schemas.openxmlformats.org/officeDocument/2006/relationships" id="309" r:id="Rb33dc059368146a1"/>
    <p:sldId xmlns:r="http://schemas.openxmlformats.org/officeDocument/2006/relationships" id="310" r:id="Rff5bf8fbecb54ce8"/>
    <p:sldId xmlns:r="http://schemas.openxmlformats.org/officeDocument/2006/relationships" id="311" r:id="R9162c4e9302448e8"/>
    <p:sldId xmlns:r="http://schemas.openxmlformats.org/officeDocument/2006/relationships" id="312" r:id="Rdace9779654f4c84"/>
    <p:sldId xmlns:r="http://schemas.openxmlformats.org/officeDocument/2006/relationships" id="313" r:id="R9631c796bc9747d5"/>
    <p:sldId xmlns:r="http://schemas.openxmlformats.org/officeDocument/2006/relationships" id="314" r:id="R9c20433b89f745db"/>
    <p:sldId xmlns:r="http://schemas.openxmlformats.org/officeDocument/2006/relationships" id="315" r:id="R8970edac0d924039"/>
    <p:sldId xmlns:r="http://schemas.openxmlformats.org/officeDocument/2006/relationships" id="316" r:id="R7498f076a184432a"/>
    <p:sldId xmlns:r="http://schemas.openxmlformats.org/officeDocument/2006/relationships" id="317" r:id="Rb8b7aa18b1c24561"/>
    <p:sldId xmlns:r="http://schemas.openxmlformats.org/officeDocument/2006/relationships" id="318" r:id="Rfe6adcd99d38476a"/>
    <p:sldId xmlns:r="http://schemas.openxmlformats.org/officeDocument/2006/relationships" id="319" r:id="Rc7a0fcc8e6eb4a1e"/>
    <p:sldId xmlns:r="http://schemas.openxmlformats.org/officeDocument/2006/relationships" id="320" r:id="Rc550e0b21be945ae"/>
    <p:sldId xmlns:r="http://schemas.openxmlformats.org/officeDocument/2006/relationships" id="321" r:id="R3b8b2fd2c2794245"/>
    <p:sldId xmlns:r="http://schemas.openxmlformats.org/officeDocument/2006/relationships" id="322" r:id="R7126d116b86c4e9a"/>
    <p:sldId xmlns:r="http://schemas.openxmlformats.org/officeDocument/2006/relationships" id="323" r:id="R143c2df54a6c4c15"/>
    <p:sldId xmlns:r="http://schemas.openxmlformats.org/officeDocument/2006/relationships" id="324" r:id="Rc48769998d5a42f4"/>
    <p:sldId xmlns:r="http://schemas.openxmlformats.org/officeDocument/2006/relationships" id="325" r:id="R7543221cc0474502"/>
    <p:sldId xmlns:r="http://schemas.openxmlformats.org/officeDocument/2006/relationships" id="326" r:id="R45510dcb4eda45ad"/>
    <p:sldId xmlns:r="http://schemas.openxmlformats.org/officeDocument/2006/relationships" id="327" r:id="Rae39915990314e7b"/>
    <p:sldId xmlns:r="http://schemas.openxmlformats.org/officeDocument/2006/relationships" id="328" r:id="Ree1343c7e59d412b"/>
    <p:sldId xmlns:r="http://schemas.openxmlformats.org/officeDocument/2006/relationships" id="329" r:id="R2fdaec98a51841d0"/>
    <p:sldId xmlns:r="http://schemas.openxmlformats.org/officeDocument/2006/relationships" id="330" r:id="R68b00792c4884823"/>
    <p:sldId xmlns:r="http://schemas.openxmlformats.org/officeDocument/2006/relationships" id="331" r:id="Rb8201c568d5f4574"/>
    <p:sldId xmlns:r="http://schemas.openxmlformats.org/officeDocument/2006/relationships" id="332" r:id="R7c14c9b0056146d0"/>
    <p:sldId xmlns:r="http://schemas.openxmlformats.org/officeDocument/2006/relationships" id="333" r:id="R098441f0a1f24379"/>
    <p:sldId xmlns:r="http://schemas.openxmlformats.org/officeDocument/2006/relationships" id="334" r:id="R9c6384d82fbd4ae0"/>
    <p:sldId xmlns:r="http://schemas.openxmlformats.org/officeDocument/2006/relationships" id="335" r:id="Rb4c3995756604603"/>
    <p:sldId xmlns:r="http://schemas.openxmlformats.org/officeDocument/2006/relationships" id="336" r:id="Rd36c6aa58c4d4497"/>
    <p:sldId xmlns:r="http://schemas.openxmlformats.org/officeDocument/2006/relationships" id="337" r:id="R65bf659aa4164755"/>
    <p:sldId xmlns:r="http://schemas.openxmlformats.org/officeDocument/2006/relationships" id="338" r:id="R53eca6bff32e4ba9"/>
    <p:sldId xmlns:r="http://schemas.openxmlformats.org/officeDocument/2006/relationships" id="339" r:id="Raba4baca41a84e3f"/>
    <p:sldId xmlns:r="http://schemas.openxmlformats.org/officeDocument/2006/relationships" id="340" r:id="R87aeac520eda47bc"/>
    <p:sldId xmlns:r="http://schemas.openxmlformats.org/officeDocument/2006/relationships" id="341" r:id="Redfa1b0f88ba4fe7"/>
    <p:sldId xmlns:r="http://schemas.openxmlformats.org/officeDocument/2006/relationships" id="342" r:id="Rc6a8357d288044d6"/>
    <p:sldId xmlns:r="http://schemas.openxmlformats.org/officeDocument/2006/relationships" id="343" r:id="R6bb4f2fe543848bb"/>
    <p:sldId xmlns:r="http://schemas.openxmlformats.org/officeDocument/2006/relationships" id="344" r:id="Rae8c08e75286468c"/>
    <p:sldId xmlns:r="http://schemas.openxmlformats.org/officeDocument/2006/relationships" id="345" r:id="R016c98dedb7f462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844f0431a0b4490" /><Relationship Type="http://schemas.openxmlformats.org/officeDocument/2006/relationships/slideMaster" Target="/ppt/slideMasters/slideMaster1.xml" Id="R05444a367f8640a3" /><Relationship Type="http://schemas.openxmlformats.org/officeDocument/2006/relationships/notesMaster" Target="/ppt/notesMasters/notesMaster1.xml" Id="R824a6dceddb447f3" /><Relationship Type="http://schemas.openxmlformats.org/officeDocument/2006/relationships/presProps" Target="/ppt/presProps.xml" Id="R20b175dcaa8a44ea" /><Relationship Type="http://schemas.openxmlformats.org/officeDocument/2006/relationships/tableStyles" Target="/ppt/tableStyles.xml" Id="R766e231b036d4d96" /><Relationship Type="http://schemas.openxmlformats.org/officeDocument/2006/relationships/slide" Target="/ppt/slides/slide1.xml" Id="R21b02a347bbe40de" /><Relationship Type="http://schemas.openxmlformats.org/officeDocument/2006/relationships/slide" Target="/ppt/slides/slide2.xml" Id="R4e9e377035994a56" /><Relationship Type="http://schemas.openxmlformats.org/officeDocument/2006/relationships/slide" Target="/ppt/slides/slide3.xml" Id="Rb8673c14257e4c8c" /><Relationship Type="http://schemas.openxmlformats.org/officeDocument/2006/relationships/slide" Target="/ppt/slides/slide4.xml" Id="R2eb4363d526846a4" /><Relationship Type="http://schemas.openxmlformats.org/officeDocument/2006/relationships/slide" Target="/ppt/slides/slide5.xml" Id="Rc71c769075ec4e76" /><Relationship Type="http://schemas.openxmlformats.org/officeDocument/2006/relationships/slide" Target="/ppt/slides/slide6.xml" Id="R3479523cf7494ff7" /><Relationship Type="http://schemas.openxmlformats.org/officeDocument/2006/relationships/slide" Target="/ppt/slides/slide7.xml" Id="R9e4cf10833ff47cb" /><Relationship Type="http://schemas.openxmlformats.org/officeDocument/2006/relationships/slide" Target="/ppt/slides/slide8.xml" Id="R13352c267acb4f00" /><Relationship Type="http://schemas.openxmlformats.org/officeDocument/2006/relationships/slide" Target="/ppt/slides/slide9.xml" Id="Rbe8e4b7878b94ff0" /><Relationship Type="http://schemas.openxmlformats.org/officeDocument/2006/relationships/slide" Target="/ppt/slides/slide10.xml" Id="R0da5b2e37a8841e5" /><Relationship Type="http://schemas.openxmlformats.org/officeDocument/2006/relationships/slide" Target="/ppt/slides/slide11.xml" Id="Rd25309d949f04fde" /><Relationship Type="http://schemas.openxmlformats.org/officeDocument/2006/relationships/slide" Target="/ppt/slides/slide12.xml" Id="R4e741d877317478d" /><Relationship Type="http://schemas.openxmlformats.org/officeDocument/2006/relationships/slide" Target="/ppt/slides/slide13.xml" Id="R8c00d5a8b7844142" /><Relationship Type="http://schemas.openxmlformats.org/officeDocument/2006/relationships/slide" Target="/ppt/slides/slide14.xml" Id="R038c888852d74354" /><Relationship Type="http://schemas.openxmlformats.org/officeDocument/2006/relationships/slide" Target="/ppt/slides/slide15.xml" Id="R2c1dd1f32cae42e5" /><Relationship Type="http://schemas.openxmlformats.org/officeDocument/2006/relationships/slide" Target="/ppt/slides/slide16.xml" Id="Rcb4a67e3fa3e4bfb" /><Relationship Type="http://schemas.openxmlformats.org/officeDocument/2006/relationships/slide" Target="/ppt/slides/slide17.xml" Id="R8924a1c25c2749df" /><Relationship Type="http://schemas.openxmlformats.org/officeDocument/2006/relationships/slide" Target="/ppt/slides/slide18.xml" Id="R8989f6880a604df8" /><Relationship Type="http://schemas.openxmlformats.org/officeDocument/2006/relationships/slide" Target="/ppt/slides/slide19.xml" Id="Rde5e12622c3e4ab9" /><Relationship Type="http://schemas.openxmlformats.org/officeDocument/2006/relationships/slide" Target="/ppt/slides/slide20.xml" Id="R9f288bf735e34d7f" /><Relationship Type="http://schemas.openxmlformats.org/officeDocument/2006/relationships/slide" Target="/ppt/slides/slide21.xml" Id="Re25eab174e124c81" /><Relationship Type="http://schemas.openxmlformats.org/officeDocument/2006/relationships/slide" Target="/ppt/slides/slide22.xml" Id="R31c5472cf073442f" /><Relationship Type="http://schemas.openxmlformats.org/officeDocument/2006/relationships/slide" Target="/ppt/slides/slide23.xml" Id="R6f27f5c597dc4542" /><Relationship Type="http://schemas.openxmlformats.org/officeDocument/2006/relationships/slide" Target="/ppt/slides/slide24.xml" Id="Reca7e84fd717412b" /><Relationship Type="http://schemas.openxmlformats.org/officeDocument/2006/relationships/slide" Target="/ppt/slides/slide25.xml" Id="Rbb5b6eafb5224947" /><Relationship Type="http://schemas.openxmlformats.org/officeDocument/2006/relationships/slide" Target="/ppt/slides/slide26.xml" Id="R7a6d6f8b668840a5" /><Relationship Type="http://schemas.openxmlformats.org/officeDocument/2006/relationships/slide" Target="/ppt/slides/slide27.xml" Id="Ra1d31aac373f43f6" /><Relationship Type="http://schemas.openxmlformats.org/officeDocument/2006/relationships/slide" Target="/ppt/slides/slide28.xml" Id="Rd3f7eddf55ab4759" /><Relationship Type="http://schemas.openxmlformats.org/officeDocument/2006/relationships/slide" Target="/ppt/slides/slide29.xml" Id="Rd9fe4067cc5e4ebc" /><Relationship Type="http://schemas.openxmlformats.org/officeDocument/2006/relationships/slide" Target="/ppt/slides/slide30.xml" Id="R302a25a2f2c2484c" /><Relationship Type="http://schemas.openxmlformats.org/officeDocument/2006/relationships/slide" Target="/ppt/slides/slide31.xml" Id="Rc5062df1436a4130" /><Relationship Type="http://schemas.openxmlformats.org/officeDocument/2006/relationships/slide" Target="/ppt/slides/slide32.xml" Id="Rc41b79b00dfc484d" /><Relationship Type="http://schemas.openxmlformats.org/officeDocument/2006/relationships/slide" Target="/ppt/slides/slide33.xml" Id="R0e9d22697d464d34" /><Relationship Type="http://schemas.openxmlformats.org/officeDocument/2006/relationships/slide" Target="/ppt/slides/slide34.xml" Id="Rb5cc5800f9d94c39" /><Relationship Type="http://schemas.openxmlformats.org/officeDocument/2006/relationships/slide" Target="/ppt/slides/slide35.xml" Id="R49792d4a06c745c8" /><Relationship Type="http://schemas.openxmlformats.org/officeDocument/2006/relationships/slide" Target="/ppt/slides/slide36.xml" Id="R0acdb813a75b40f9" /><Relationship Type="http://schemas.openxmlformats.org/officeDocument/2006/relationships/slide" Target="/ppt/slides/slide37.xml" Id="Rcd74c803b4d04b5c" /><Relationship Type="http://schemas.openxmlformats.org/officeDocument/2006/relationships/slide" Target="/ppt/slides/slide38.xml" Id="Re2324bbb699e48d9" /><Relationship Type="http://schemas.openxmlformats.org/officeDocument/2006/relationships/slide" Target="/ppt/slides/slide39.xml" Id="R5dc5400ca89c4f7a" /><Relationship Type="http://schemas.openxmlformats.org/officeDocument/2006/relationships/slide" Target="/ppt/slides/slide40.xml" Id="R987f130f17094b70" /><Relationship Type="http://schemas.openxmlformats.org/officeDocument/2006/relationships/slide" Target="/ppt/slides/slide41.xml" Id="Rf396b19387b8404f" /><Relationship Type="http://schemas.openxmlformats.org/officeDocument/2006/relationships/slide" Target="/ppt/slides/slide42.xml" Id="R159656a011b74c55" /><Relationship Type="http://schemas.openxmlformats.org/officeDocument/2006/relationships/slide" Target="/ppt/slides/slide43.xml" Id="R5092c19a86544d83" /><Relationship Type="http://schemas.openxmlformats.org/officeDocument/2006/relationships/slide" Target="/ppt/slides/slide44.xml" Id="R462595e5ca8a4fbb" /><Relationship Type="http://schemas.openxmlformats.org/officeDocument/2006/relationships/slide" Target="/ppt/slides/slide45.xml" Id="Rbc2eab8d30d74c31" /><Relationship Type="http://schemas.openxmlformats.org/officeDocument/2006/relationships/slide" Target="/ppt/slides/slide46.xml" Id="R54417edecdcf4c97" /><Relationship Type="http://schemas.openxmlformats.org/officeDocument/2006/relationships/slide" Target="/ppt/slides/slide47.xml" Id="R057cc50b81834df7" /><Relationship Type="http://schemas.openxmlformats.org/officeDocument/2006/relationships/slide" Target="/ppt/slides/slide48.xml" Id="R7f54ef320e414cfb" /><Relationship Type="http://schemas.openxmlformats.org/officeDocument/2006/relationships/slide" Target="/ppt/slides/slide49.xml" Id="R77d20f93a1f84558" /><Relationship Type="http://schemas.openxmlformats.org/officeDocument/2006/relationships/slide" Target="/ppt/slides/slide50.xml" Id="Rdbf5865c28e34f6e" /><Relationship Type="http://schemas.openxmlformats.org/officeDocument/2006/relationships/slide" Target="/ppt/slides/slide51.xml" Id="R5b2e5a71bdf04461" /><Relationship Type="http://schemas.openxmlformats.org/officeDocument/2006/relationships/slide" Target="/ppt/slides/slide52.xml" Id="R74ce14f14b5847b4" /><Relationship Type="http://schemas.openxmlformats.org/officeDocument/2006/relationships/slide" Target="/ppt/slides/slide53.xml" Id="Rc8566c77c5ed44b4" /><Relationship Type="http://schemas.openxmlformats.org/officeDocument/2006/relationships/slide" Target="/ppt/slides/slide54.xml" Id="Rb33dc059368146a1" /><Relationship Type="http://schemas.openxmlformats.org/officeDocument/2006/relationships/slide" Target="/ppt/slides/slide55.xml" Id="Rff5bf8fbecb54ce8" /><Relationship Type="http://schemas.openxmlformats.org/officeDocument/2006/relationships/slide" Target="/ppt/slides/slide56.xml" Id="R9162c4e9302448e8" /><Relationship Type="http://schemas.openxmlformats.org/officeDocument/2006/relationships/slide" Target="/ppt/slides/slide57.xml" Id="Rdace9779654f4c84" /><Relationship Type="http://schemas.openxmlformats.org/officeDocument/2006/relationships/slide" Target="/ppt/slides/slide58.xml" Id="R9631c796bc9747d5" /><Relationship Type="http://schemas.openxmlformats.org/officeDocument/2006/relationships/slide" Target="/ppt/slides/slide59.xml" Id="R9c20433b89f745db" /><Relationship Type="http://schemas.openxmlformats.org/officeDocument/2006/relationships/slide" Target="/ppt/slides/slide60.xml" Id="R8970edac0d924039" /><Relationship Type="http://schemas.openxmlformats.org/officeDocument/2006/relationships/slide" Target="/ppt/slides/slide61.xml" Id="R7498f076a184432a" /><Relationship Type="http://schemas.openxmlformats.org/officeDocument/2006/relationships/slide" Target="/ppt/slides/slide62.xml" Id="Rb8b7aa18b1c24561" /><Relationship Type="http://schemas.openxmlformats.org/officeDocument/2006/relationships/slide" Target="/ppt/slides/slide63.xml" Id="Rfe6adcd99d38476a" /><Relationship Type="http://schemas.openxmlformats.org/officeDocument/2006/relationships/slide" Target="/ppt/slides/slide64.xml" Id="Rc7a0fcc8e6eb4a1e" /><Relationship Type="http://schemas.openxmlformats.org/officeDocument/2006/relationships/slide" Target="/ppt/slides/slide65.xml" Id="Rc550e0b21be945ae" /><Relationship Type="http://schemas.openxmlformats.org/officeDocument/2006/relationships/slide" Target="/ppt/slides/slide66.xml" Id="R3b8b2fd2c2794245" /><Relationship Type="http://schemas.openxmlformats.org/officeDocument/2006/relationships/slide" Target="/ppt/slides/slide67.xml" Id="R7126d116b86c4e9a" /><Relationship Type="http://schemas.openxmlformats.org/officeDocument/2006/relationships/slide" Target="/ppt/slides/slide68.xml" Id="R143c2df54a6c4c15" /><Relationship Type="http://schemas.openxmlformats.org/officeDocument/2006/relationships/slide" Target="/ppt/slides/slide69.xml" Id="Rc48769998d5a42f4" /><Relationship Type="http://schemas.openxmlformats.org/officeDocument/2006/relationships/slide" Target="/ppt/slides/slide70.xml" Id="R7543221cc0474502" /><Relationship Type="http://schemas.openxmlformats.org/officeDocument/2006/relationships/slide" Target="/ppt/slides/slide71.xml" Id="R45510dcb4eda45ad" /><Relationship Type="http://schemas.openxmlformats.org/officeDocument/2006/relationships/slide" Target="/ppt/slides/slide72.xml" Id="Rae39915990314e7b" /><Relationship Type="http://schemas.openxmlformats.org/officeDocument/2006/relationships/slide" Target="/ppt/slides/slide73.xml" Id="Ree1343c7e59d412b" /><Relationship Type="http://schemas.openxmlformats.org/officeDocument/2006/relationships/slide" Target="/ppt/slides/slide74.xml" Id="R2fdaec98a51841d0" /><Relationship Type="http://schemas.openxmlformats.org/officeDocument/2006/relationships/slide" Target="/ppt/slides/slide75.xml" Id="R68b00792c4884823" /><Relationship Type="http://schemas.openxmlformats.org/officeDocument/2006/relationships/slide" Target="/ppt/slides/slide76.xml" Id="Rb8201c568d5f4574" /><Relationship Type="http://schemas.openxmlformats.org/officeDocument/2006/relationships/slide" Target="/ppt/slides/slide77.xml" Id="R7c14c9b0056146d0" /><Relationship Type="http://schemas.openxmlformats.org/officeDocument/2006/relationships/slide" Target="/ppt/slides/slide78.xml" Id="R098441f0a1f24379" /><Relationship Type="http://schemas.openxmlformats.org/officeDocument/2006/relationships/slide" Target="/ppt/slides/slide79.xml" Id="R9c6384d82fbd4ae0" /><Relationship Type="http://schemas.openxmlformats.org/officeDocument/2006/relationships/slide" Target="/ppt/slides/slide80.xml" Id="Rb4c3995756604603" /><Relationship Type="http://schemas.openxmlformats.org/officeDocument/2006/relationships/slide" Target="/ppt/slides/slide81.xml" Id="Rd36c6aa58c4d4497" /><Relationship Type="http://schemas.openxmlformats.org/officeDocument/2006/relationships/slide" Target="/ppt/slides/slide82.xml" Id="R65bf659aa4164755" /><Relationship Type="http://schemas.openxmlformats.org/officeDocument/2006/relationships/slide" Target="/ppt/slides/slide83.xml" Id="R53eca6bff32e4ba9" /><Relationship Type="http://schemas.openxmlformats.org/officeDocument/2006/relationships/slide" Target="/ppt/slides/slide84.xml" Id="Raba4baca41a84e3f" /><Relationship Type="http://schemas.openxmlformats.org/officeDocument/2006/relationships/slide" Target="/ppt/slides/slide85.xml" Id="R87aeac520eda47bc" /><Relationship Type="http://schemas.openxmlformats.org/officeDocument/2006/relationships/slide" Target="/ppt/slides/slide86.xml" Id="Redfa1b0f88ba4fe7" /><Relationship Type="http://schemas.openxmlformats.org/officeDocument/2006/relationships/slide" Target="/ppt/slides/slide87.xml" Id="Rc6a8357d288044d6" /><Relationship Type="http://schemas.openxmlformats.org/officeDocument/2006/relationships/slide" Target="/ppt/slides/slide88.xml" Id="R6bb4f2fe543848bb" /><Relationship Type="http://schemas.openxmlformats.org/officeDocument/2006/relationships/slide" Target="/ppt/slides/slide89.xml" Id="Rae8c08e75286468c" /><Relationship Type="http://schemas.openxmlformats.org/officeDocument/2006/relationships/slide" Target="/ppt/slides/slide90.xml" Id="R016c98dedb7f462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fe26871c02e485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8b758bac2c54fd9" /><Relationship Type="http://schemas.openxmlformats.org/officeDocument/2006/relationships/notesMaster" Target="/ppt/notesMasters/notesMaster1.xml" Id="Rc68a2b0c2321470e" /></Relationships>
</file>

<file path=ppt/notesSlides/_rels/notesSlide2.xml.rels>&#65279;<?xml version="1.0" encoding="utf-8"?><Relationships xmlns="http://schemas.openxmlformats.org/package/2006/relationships"><Relationship Type="http://schemas.openxmlformats.org/officeDocument/2006/relationships/slide" Target="/ppt/slides/slide2.xml" Id="Re64645fe5ca64edc" /><Relationship Type="http://schemas.openxmlformats.org/officeDocument/2006/relationships/notesMaster" Target="/ppt/notesMasters/notesMaster1.xml" Id="R2990e86c87254d36" /></Relationships>
</file>

<file path=ppt/notesSlides/_rels/notesSlide3.xml.rels>&#65279;<?xml version="1.0" encoding="utf-8"?><Relationships xmlns="http://schemas.openxmlformats.org/package/2006/relationships"><Relationship Type="http://schemas.openxmlformats.org/officeDocument/2006/relationships/slide" Target="/ppt/slides/slide3.xml" Id="Ra53eeb52599d4c40" /><Relationship Type="http://schemas.openxmlformats.org/officeDocument/2006/relationships/notesMaster" Target="/ppt/notesMasters/notesMaster1.xml" Id="R4abadfa1aacb4c77" /></Relationships>
</file>

<file path=ppt/notesSlides/_rels/notesSlide4.xml.rels>&#65279;<?xml version="1.0" encoding="utf-8"?><Relationships xmlns="http://schemas.openxmlformats.org/package/2006/relationships"><Relationship Type="http://schemas.openxmlformats.org/officeDocument/2006/relationships/slide" Target="/ppt/slides/slide4.xml" Id="R46db177d96bc4b83" /><Relationship Type="http://schemas.openxmlformats.org/officeDocument/2006/relationships/notesMaster" Target="/ppt/notesMasters/notesMaster1.xml" Id="Rae364cf709d6447a" /></Relationships>
</file>

<file path=ppt/notesSlides/_rels/notesSlide5.xml.rels>&#65279;<?xml version="1.0" encoding="utf-8"?><Relationships xmlns="http://schemas.openxmlformats.org/package/2006/relationships"><Relationship Type="http://schemas.openxmlformats.org/officeDocument/2006/relationships/slide" Target="/ppt/slides/slide5.xml" Id="R117bc295f0704cc6" /><Relationship Type="http://schemas.openxmlformats.org/officeDocument/2006/relationships/notesMaster" Target="/ppt/notesMasters/notesMaster1.xml" Id="R2b17eca25f67450d" /></Relationships>
</file>

<file path=ppt/notesSlides/_rels/notesSlide6.xml.rels>&#65279;<?xml version="1.0" encoding="utf-8"?><Relationships xmlns="http://schemas.openxmlformats.org/package/2006/relationships"><Relationship Type="http://schemas.openxmlformats.org/officeDocument/2006/relationships/slide" Target="/ppt/slides/slide6.xml" Id="R93e6d988fad94fe9" /><Relationship Type="http://schemas.openxmlformats.org/officeDocument/2006/relationships/notesMaster" Target="/ppt/notesMasters/notesMaster1.xml" Id="R1bd08e08586541eb" /></Relationships>
</file>

<file path=ppt/notesSlides/_rels/notesSlide7.xml.rels>&#65279;<?xml version="1.0" encoding="utf-8"?><Relationships xmlns="http://schemas.openxmlformats.org/package/2006/relationships"><Relationship Type="http://schemas.openxmlformats.org/officeDocument/2006/relationships/slide" Target="/ppt/slides/slide7.xml" Id="Rfea1c73ad030479a" /><Relationship Type="http://schemas.openxmlformats.org/officeDocument/2006/relationships/notesMaster" Target="/ppt/notesMasters/notesMaster1.xml" Id="R8cdecee5bf13427c" /></Relationships>
</file>

<file path=ppt/notesSlides/_rels/notesSlide8.xml.rels>&#65279;<?xml version="1.0" encoding="utf-8"?><Relationships xmlns="http://schemas.openxmlformats.org/package/2006/relationships"><Relationship Type="http://schemas.openxmlformats.org/officeDocument/2006/relationships/slide" Target="/ppt/slides/slide8.xml" Id="R9188820d450e4f6d" /><Relationship Type="http://schemas.openxmlformats.org/officeDocument/2006/relationships/notesMaster" Target="/ppt/notesMasters/notesMaster1.xml" Id="Rbcf7b0c6d0a54edb" /></Relationships>
</file>

<file path=ppt/notesSlides/_rels/notesSlide9.xml.rels>&#65279;<?xml version="1.0" encoding="utf-8"?><Relationships xmlns="http://schemas.openxmlformats.org/package/2006/relationships"><Relationship Type="http://schemas.openxmlformats.org/officeDocument/2006/relationships/slide" Target="/ppt/slides/slide9.xml" Id="R0ce121b81043426a" /><Relationship Type="http://schemas.openxmlformats.org/officeDocument/2006/relationships/notesMaster" Target="/ppt/notesMasters/notesMaster1.xml" Id="Rf8b6611400284e7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2eec09b969e4015" /><Relationship Type="http://schemas.openxmlformats.org/officeDocument/2006/relationships/notesMaster" Target="/ppt/notesMasters/notesMaster1.xml" Id="R0f04b3d445f242e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e790417730d44b7" /><Relationship Type="http://schemas.openxmlformats.org/officeDocument/2006/relationships/notesMaster" Target="/ppt/notesMasters/notesMaster1.xml" Id="Rb613a38a4dfc4d2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355d61ca85f4f0c" /><Relationship Type="http://schemas.openxmlformats.org/officeDocument/2006/relationships/notesMaster" Target="/ppt/notesMasters/notesMaster1.xml" Id="R4927ea20cf294f2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8dbb1d4bb2244dd" /><Relationship Type="http://schemas.openxmlformats.org/officeDocument/2006/relationships/notesMaster" Target="/ppt/notesMasters/notesMaster1.xml" Id="R37454d960f0e4ac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a92b956baa1414c" /><Relationship Type="http://schemas.openxmlformats.org/officeDocument/2006/relationships/notesMaster" Target="/ppt/notesMasters/notesMaster1.xml" Id="Rec18d51027514c5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87c29c04674423b" /><Relationship Type="http://schemas.openxmlformats.org/officeDocument/2006/relationships/notesMaster" Target="/ppt/notesMasters/notesMaster1.xml" Id="R2eb080d7f33b4af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a350d0a151e4fc2" /><Relationship Type="http://schemas.openxmlformats.org/officeDocument/2006/relationships/notesMaster" Target="/ppt/notesMasters/notesMaster1.xml" Id="R79559ada143d489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27cf40f75944869" /><Relationship Type="http://schemas.openxmlformats.org/officeDocument/2006/relationships/notesMaster" Target="/ppt/notesMasters/notesMaster1.xml" Id="R063f0d529edc482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019cea4b20e4446" /><Relationship Type="http://schemas.openxmlformats.org/officeDocument/2006/relationships/notesMaster" Target="/ppt/notesMasters/notesMaster1.xml" Id="R517b8edf715a480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048e33935a64c2b" /><Relationship Type="http://schemas.openxmlformats.org/officeDocument/2006/relationships/notesMaster" Target="/ppt/notesMasters/notesMaster1.xml" Id="R350940cac5404e9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39cde887b29422a" /><Relationship Type="http://schemas.openxmlformats.org/officeDocument/2006/relationships/notesMaster" Target="/ppt/notesMasters/notesMaster1.xml" Id="R85512390d12544d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33a4384de1e4007" /><Relationship Type="http://schemas.openxmlformats.org/officeDocument/2006/relationships/notesMaster" Target="/ppt/notesMasters/notesMaster1.xml" Id="Rec23e502f0e342a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a45714dd5854563" /><Relationship Type="http://schemas.openxmlformats.org/officeDocument/2006/relationships/notesMaster" Target="/ppt/notesMasters/notesMaster1.xml" Id="R105083169588477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616a436255f4106" /><Relationship Type="http://schemas.openxmlformats.org/officeDocument/2006/relationships/notesMaster" Target="/ppt/notesMasters/notesMaster1.xml" Id="Rb81582bc4376408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45116b0387f45e7" /><Relationship Type="http://schemas.openxmlformats.org/officeDocument/2006/relationships/notesMaster" Target="/ppt/notesMasters/notesMaster1.xml" Id="Rc293cc752f5d4ae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96f4eda0f2f4662" /><Relationship Type="http://schemas.openxmlformats.org/officeDocument/2006/relationships/notesMaster" Target="/ppt/notesMasters/notesMaster1.xml" Id="R3d86d0dec22e4bd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84aafa0c5564520" /><Relationship Type="http://schemas.openxmlformats.org/officeDocument/2006/relationships/notesMaster" Target="/ppt/notesMasters/notesMaster1.xml" Id="R6c2ff87d33b34b0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8b546c8fe4646fd" /><Relationship Type="http://schemas.openxmlformats.org/officeDocument/2006/relationships/notesMaster" Target="/ppt/notesMasters/notesMaster1.xml" Id="R952c4dfa786f463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c80d29249974bdc" /><Relationship Type="http://schemas.openxmlformats.org/officeDocument/2006/relationships/notesMaster" Target="/ppt/notesMasters/notesMaster1.xml" Id="R6d3dd39e52244da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3a53a47296943d4" /><Relationship Type="http://schemas.openxmlformats.org/officeDocument/2006/relationships/notesMaster" Target="/ppt/notesMasters/notesMaster1.xml" Id="Rb0e537812deb4fc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847f2960f914e78" /><Relationship Type="http://schemas.openxmlformats.org/officeDocument/2006/relationships/notesMaster" Target="/ppt/notesMasters/notesMaster1.xml" Id="Raf777bf0695943b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bcf03f0e3fe40d1" /><Relationship Type="http://schemas.openxmlformats.org/officeDocument/2006/relationships/notesMaster" Target="/ppt/notesMasters/notesMaster1.xml" Id="R15a120e0a06643f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39eb258bce2e42d8" /><Relationship Type="http://schemas.openxmlformats.org/officeDocument/2006/relationships/notesMaster" Target="/ppt/notesMasters/notesMaster1.xml" Id="R4d8a0f10bee5441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be1256035a34434" /><Relationship Type="http://schemas.openxmlformats.org/officeDocument/2006/relationships/notesMaster" Target="/ppt/notesMasters/notesMaster1.xml" Id="R70ee64f477e8494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c34e5e132dfe4ba8" /><Relationship Type="http://schemas.openxmlformats.org/officeDocument/2006/relationships/notesMaster" Target="/ppt/notesMasters/notesMaster1.xml" Id="R654f6f4105034d61"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2042713e03e4bc0" /><Relationship Type="http://schemas.openxmlformats.org/officeDocument/2006/relationships/notesMaster" Target="/ppt/notesMasters/notesMaster1.xml" Id="Re02d6c2e382f436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8014b87a8368488b" /><Relationship Type="http://schemas.openxmlformats.org/officeDocument/2006/relationships/notesMaster" Target="/ppt/notesMasters/notesMaster1.xml" Id="R09ca4ab57cfc4c89"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191818f1c6c4af6" /><Relationship Type="http://schemas.openxmlformats.org/officeDocument/2006/relationships/notesMaster" Target="/ppt/notesMasters/notesMaster1.xml" Id="Rba11f1c42f2243d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b03da9310af4aa6" /><Relationship Type="http://schemas.openxmlformats.org/officeDocument/2006/relationships/notesMaster" Target="/ppt/notesMasters/notesMaster1.xml" Id="R0cdd3f95ba9046ab"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b2c9aa2a052e435b" /><Relationship Type="http://schemas.openxmlformats.org/officeDocument/2006/relationships/notesMaster" Target="/ppt/notesMasters/notesMaster1.xml" Id="R7ea7803e0f144476"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31fbe5eec354903" /><Relationship Type="http://schemas.openxmlformats.org/officeDocument/2006/relationships/notesMaster" Target="/ppt/notesMasters/notesMaster1.xml" Id="Re9506eaf019c4c4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0f1121974ed0448a" /><Relationship Type="http://schemas.openxmlformats.org/officeDocument/2006/relationships/notesMaster" Target="/ppt/notesMasters/notesMaster1.xml" Id="Re8e04cdf65614415"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ca36e79c07f946ff" /><Relationship Type="http://schemas.openxmlformats.org/officeDocument/2006/relationships/notesMaster" Target="/ppt/notesMasters/notesMaster1.xml" Id="Rf8633dadb6a8412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b71733ed2bf49c5" /><Relationship Type="http://schemas.openxmlformats.org/officeDocument/2006/relationships/notesMaster" Target="/ppt/notesMasters/notesMaster1.xml" Id="R4403b6faea59484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cebfe0280534665" /><Relationship Type="http://schemas.openxmlformats.org/officeDocument/2006/relationships/notesMaster" Target="/ppt/notesMasters/notesMaster1.xml" Id="R6062cccc56c7459d"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b4c3609c25c94413" /><Relationship Type="http://schemas.openxmlformats.org/officeDocument/2006/relationships/notesMaster" Target="/ppt/notesMasters/notesMaster1.xml" Id="Rc489ecfaf7d9456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ff48429a991f4119" /><Relationship Type="http://schemas.openxmlformats.org/officeDocument/2006/relationships/notesMaster" Target="/ppt/notesMasters/notesMaster1.xml" Id="R38962b503099408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6464efcdb7824c48" /><Relationship Type="http://schemas.openxmlformats.org/officeDocument/2006/relationships/notesMaster" Target="/ppt/notesMasters/notesMaster1.xml" Id="R3b6bbc0a0a1742bd"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e741c53816404e5b" /><Relationship Type="http://schemas.openxmlformats.org/officeDocument/2006/relationships/notesMaster" Target="/ppt/notesMasters/notesMaster1.xml" Id="Rb0aefcb3dd8048d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9ea99a24c69d4919" /><Relationship Type="http://schemas.openxmlformats.org/officeDocument/2006/relationships/notesMaster" Target="/ppt/notesMasters/notesMaster1.xml" Id="Re0a70aad70ff423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657e8343280f4282" /><Relationship Type="http://schemas.openxmlformats.org/officeDocument/2006/relationships/notesMaster" Target="/ppt/notesMasters/notesMaster1.xml" Id="R191b10e58ff34469"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bf5c0e88eb1341c7" /><Relationship Type="http://schemas.openxmlformats.org/officeDocument/2006/relationships/notesMaster" Target="/ppt/notesMasters/notesMaster1.xml" Id="Re6252a1e6d1e43b4"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1631515753b47a0" /><Relationship Type="http://schemas.openxmlformats.org/officeDocument/2006/relationships/notesMaster" Target="/ppt/notesMasters/notesMaster1.xml" Id="R565f7bd6d48c45de"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66c006b52b7b4946" /><Relationship Type="http://schemas.openxmlformats.org/officeDocument/2006/relationships/notesMaster" Target="/ppt/notesMasters/notesMaster1.xml" Id="R4dbbcf63b8a04f4c"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4f42d1c3d64c43ba" /><Relationship Type="http://schemas.openxmlformats.org/officeDocument/2006/relationships/notesMaster" Target="/ppt/notesMasters/notesMaster1.xml" Id="R0c7b2c4f40c04c83"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d503ad30a15848ba" /><Relationship Type="http://schemas.openxmlformats.org/officeDocument/2006/relationships/notesMaster" Target="/ppt/notesMasters/notesMaster1.xml" Id="Rf91388dad52f4f46"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7afb43192de94673" /><Relationship Type="http://schemas.openxmlformats.org/officeDocument/2006/relationships/notesMaster" Target="/ppt/notesMasters/notesMaster1.xml" Id="Rf767daab5b794097"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3848a4cf9a7b4441" /><Relationship Type="http://schemas.openxmlformats.org/officeDocument/2006/relationships/notesMaster" Target="/ppt/notesMasters/notesMaster1.xml" Id="R2ef58bb919c74b71"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ef8f59cfd174100" /><Relationship Type="http://schemas.openxmlformats.org/officeDocument/2006/relationships/notesMaster" Target="/ppt/notesMasters/notesMaster1.xml" Id="Rb4b6353764b2409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a3e0615396054423" /><Relationship Type="http://schemas.openxmlformats.org/officeDocument/2006/relationships/notesMaster" Target="/ppt/notesMasters/notesMaster1.xml" Id="Rccc44e6fa5904a28"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5a5675c149584460" /><Relationship Type="http://schemas.openxmlformats.org/officeDocument/2006/relationships/notesMaster" Target="/ppt/notesMasters/notesMaster1.xml" Id="R6d86cf37b8cc4e82"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a2a7edfca78a4d11" /><Relationship Type="http://schemas.openxmlformats.org/officeDocument/2006/relationships/notesMaster" Target="/ppt/notesMasters/notesMaster1.xml" Id="R9fa11b7c657143fe"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197c738d50b64b0f" /><Relationship Type="http://schemas.openxmlformats.org/officeDocument/2006/relationships/notesMaster" Target="/ppt/notesMasters/notesMaster1.xml" Id="R09458f79eed04c25"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0065a1658b5e4031" /><Relationship Type="http://schemas.openxmlformats.org/officeDocument/2006/relationships/notesMaster" Target="/ppt/notesMasters/notesMaster1.xml" Id="R4b3b68991f434940"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caae927cf8d6439a" /><Relationship Type="http://schemas.openxmlformats.org/officeDocument/2006/relationships/notesMaster" Target="/ppt/notesMasters/notesMaster1.xml" Id="Rdef89fda5ba64550"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a961ec09c60f47ee" /><Relationship Type="http://schemas.openxmlformats.org/officeDocument/2006/relationships/notesMaster" Target="/ppt/notesMasters/notesMaster1.xml" Id="Rae41400bf4f74a27"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b72175d65c324c47" /><Relationship Type="http://schemas.openxmlformats.org/officeDocument/2006/relationships/notesMaster" Target="/ppt/notesMasters/notesMaster1.xml" Id="R455a727278234107"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d3a24cc23c1e41f3" /><Relationship Type="http://schemas.openxmlformats.org/officeDocument/2006/relationships/notesMaster" Target="/ppt/notesMasters/notesMaster1.xml" Id="Rbbe8d194aa474f84"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743e63c16f574ffe" /><Relationship Type="http://schemas.openxmlformats.org/officeDocument/2006/relationships/notesMaster" Target="/ppt/notesMasters/notesMaster1.xml" Id="R1cef548f538f43e1"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aa3a93e9e8e4869" /><Relationship Type="http://schemas.openxmlformats.org/officeDocument/2006/relationships/notesMaster" Target="/ppt/notesMasters/notesMaster1.xml" Id="R202103cd91de4c87"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a743cf24fdf44aba" /><Relationship Type="http://schemas.openxmlformats.org/officeDocument/2006/relationships/notesMaster" Target="/ppt/notesMasters/notesMaster1.xml" Id="R0ff14d5710764de8"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cf3a9c225b514485" /><Relationship Type="http://schemas.openxmlformats.org/officeDocument/2006/relationships/notesMaster" Target="/ppt/notesMasters/notesMaster1.xml" Id="R8977b33f6e1546b3"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e1def9121f294474" /><Relationship Type="http://schemas.openxmlformats.org/officeDocument/2006/relationships/notesMaster" Target="/ppt/notesMasters/notesMaster1.xml" Id="R45b08fb73ea743d6"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a3533e10f12e45ec" /><Relationship Type="http://schemas.openxmlformats.org/officeDocument/2006/relationships/notesMaster" Target="/ppt/notesMasters/notesMaster1.xml" Id="Ra5d5c7ef60be488b"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7fe524b159f048cf" /><Relationship Type="http://schemas.openxmlformats.org/officeDocument/2006/relationships/notesMaster" Target="/ppt/notesMasters/notesMaster1.xml" Id="R7d31d847c9f14632"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2a21ad552bcf4ff0" /><Relationship Type="http://schemas.openxmlformats.org/officeDocument/2006/relationships/notesMaster" Target="/ppt/notesMasters/notesMaster1.xml" Id="Rcec6009281864ffa"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ea799e84a3d94c5d" /><Relationship Type="http://schemas.openxmlformats.org/officeDocument/2006/relationships/notesMaster" Target="/ppt/notesMasters/notesMaster1.xml" Id="Rf9fb00dc04ca48fc"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195a9d35d4e4495c" /><Relationship Type="http://schemas.openxmlformats.org/officeDocument/2006/relationships/notesMaster" Target="/ppt/notesMasters/notesMaster1.xml" Id="R849bc6d766e24306"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53245bf1ec084193" /><Relationship Type="http://schemas.openxmlformats.org/officeDocument/2006/relationships/notesMaster" Target="/ppt/notesMasters/notesMaster1.xml" Id="R7753a9f3e71542c8"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39489125ed2940da" /><Relationship Type="http://schemas.openxmlformats.org/officeDocument/2006/relationships/notesMaster" Target="/ppt/notesMasters/notesMaster1.xml" Id="R7dd36e7f1f534f12"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c7b1303920974ea0" /><Relationship Type="http://schemas.openxmlformats.org/officeDocument/2006/relationships/notesMaster" Target="/ppt/notesMasters/notesMaster1.xml" Id="R37f606666d0f4f2d"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75ac600bef694e47" /><Relationship Type="http://schemas.openxmlformats.org/officeDocument/2006/relationships/notesMaster" Target="/ppt/notesMasters/notesMaster1.xml" Id="R2c18c1f0af5e4a6a"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dfea3e80f79345db" /><Relationship Type="http://schemas.openxmlformats.org/officeDocument/2006/relationships/notesMaster" Target="/ppt/notesMasters/notesMaster1.xml" Id="R76b24fa888914b45"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62ab387456604f93" /><Relationship Type="http://schemas.openxmlformats.org/officeDocument/2006/relationships/notesMaster" Target="/ppt/notesMasters/notesMaster1.xml" Id="Rdacaec7e1486454d"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15727b18acbc4c4f" /><Relationship Type="http://schemas.openxmlformats.org/officeDocument/2006/relationships/notesMaster" Target="/ppt/notesMasters/notesMaster1.xml" Id="R3ceb2167dc674175"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36a461bae2f24e6a" /><Relationship Type="http://schemas.openxmlformats.org/officeDocument/2006/relationships/notesMaster" Target="/ppt/notesMasters/notesMaster1.xml" Id="R7aca245b3db6439c"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8497179a75754212" /><Relationship Type="http://schemas.openxmlformats.org/officeDocument/2006/relationships/notesMaster" Target="/ppt/notesMasters/notesMaster1.xml" Id="R42d4e034a800446b"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d065500a1b3243b6" /><Relationship Type="http://schemas.openxmlformats.org/officeDocument/2006/relationships/notesMaster" Target="/ppt/notesMasters/notesMaster1.xml" Id="R0f589fde9bdd4a0f"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117fcf5598c24834" /><Relationship Type="http://schemas.openxmlformats.org/officeDocument/2006/relationships/notesMaster" Target="/ppt/notesMasters/notesMaster1.xml" Id="R9df13686a3aa454a"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49fc88f0debd4cd7" /><Relationship Type="http://schemas.openxmlformats.org/officeDocument/2006/relationships/notesMaster" Target="/ppt/notesMasters/notesMaster1.xml" Id="Rcdcb6a49998e4ee3"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14e2b99fa7824d70" /><Relationship Type="http://schemas.openxmlformats.org/officeDocument/2006/relationships/notesMaster" Target="/ppt/notesMasters/notesMaster1.xml" Id="R682fa9c6efb9445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Task에는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S37 또는 `production/preview/act2/S37.png`다.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Performance Task, 반복되는 절차</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production/preview/act3/S47.png와 production/preview/full/S47.png다.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Project 사실과 작업 절차는 다르다</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Task, Context, Workflow의 역할</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반복 절차를 Skill로 옮길 수 있을까?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Skill을 어떻게 발견하고 호출할까?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절차의 책임이 Prompt에서 Repository로 이동</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답을 담지 않는 Workflow</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측정으로 후보를 고르다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Working Harness Success</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S55 및 `production/preview/act3/S55.png`의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이 작업에 Subagent가 필요했을까?</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Subagent를 고려할 조건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무엇이 다시 찾기 어려운 지식인가?</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Memory는 재발견 비용으로 판단</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Minimum Effective Harness</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61–63에서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Harness는 작업 환경 설계다</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Repository 밖의 환경도 결과에 영향을 준다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S62 또는 `production/preview/act3/S62.png`의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Engineering Pattern은 C++에도 전이된다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production/preview/act3/S63.png와 production/preview/full/S63.png다.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필요한 구조부터 질문하기</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여기까지는 잘 동작했다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개념 사례: Project와 Workflow는 현재 맞다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Project는 바뀌고 Workflow는 남았다</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S67와 production/preview/act4/S67.png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Task 해결과 System 문제는 다르다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원인에 맞는 Layer를 고르기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실패 지점과 원인 Layer 구분하기</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먼저 관찰하고, 그다음 가설을 세운다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Cause가 지지하는 최소 변경</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같은 Task의 재실행만으로 충분할까?</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대표 작업으로 변경 범위를 확인하기</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Harness도 특정 실패에 맞춰 과적합될 수 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Feedback을 System Change와 Evaluation으로 잇기</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S77로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실제 제작 기록: TRIAL-006</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결과의 타당성과 원인 귀속은 별개다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평가와 보고 규칙을 Evidence에 맞추다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후속 기록은 개선됐지만 완전하지 않았다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실제 Meta Loop에서 바뀐 것</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Project와 환경이 바뀌면 검증도 다시 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production/preview/act4/S82.png 및 production/preview/full/S82.png.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여섯 시간의 Story를 한 장으로</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S84 실제 Repository 이력→S85 선택 기준→S86 책임을 거쳐 S87에서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S84와 S86에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S87의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S83와 production/preview/act5/S83.png를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하나의 Repository가 문제에 대응해 진화했다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S42 상세 문서 분리, S55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파일명은 최초80장판 캡처 시점의 번호이며 현재 대응은 S18/S42/S55다. 실제 Trial 원본 화면이 아닌 당시 production PNG 발췌다. S18은 TRIAL-002 diff 재구성, S42는 STATE-02→03 문구 발췌, S55는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S42로 Routing 우월성·토큰 절감을 주장하지 않고, S55는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S84와 production/preview/act5/S84.png를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필요성이 입증되지 않은 것은 보류했다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S85와 production/preview/act5/S85.png를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위임이 늘어도 개발자 책임은 남는다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S87의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S87로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AI-Native Development는 이 교육의 운영 모델</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어느 Layer에서 마찰이 반복되는가?</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작은 행동을 개인적으로 고른다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Q&amp;A와 교육 마무리</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ec1266bfd6d4cb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e4488e16a794c7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b9c8585e04ac4ee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30866f21e454d7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ca8c2e0eb8541e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a53ba7d62cf4e4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3ED2242-CB47-4510-8810-921E7782DDA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39325B1-6018-44D9-B07C-C02C5EC0208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7A71CAE-C417-4A28-BA1A-FFDB7C5B624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59F236E-8449-4074-88D9-2ED91C9862C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610C4B2-441E-4FAB-8EEE-E70ED2A9DC2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0A995AD-36F0-4707-8C1D-E5AAEEBA18C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761ED8C-B991-4207-9604-ECA352F4ED0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07E1818-6A5B-4FBF-A756-81D14DE38CC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DED97D4-9EAF-4E44-A039-1010EDD69AA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3921098-6EF6-40D2-A496-F44C3465413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5e70decd635464e" /><Relationship Type="http://schemas.openxmlformats.org/officeDocument/2006/relationships/slideLayout" Target="/ppt/slideLayouts/slideLayout1.xml" Id="R92ee0a7557854fa5" /><Relationship Type="http://schemas.openxmlformats.org/officeDocument/2006/relationships/slideLayout" Target="/ppt/slideLayouts/slideLayout2.xml" Id="R2689ae02a5ef43de" /><Relationship Type="http://schemas.openxmlformats.org/officeDocument/2006/relationships/slideLayout" Target="/ppt/slideLayouts/slideLayout3.xml" Id="Raba4c9680c114b8d" /><Relationship Type="http://schemas.openxmlformats.org/officeDocument/2006/relationships/slideLayout" Target="/ppt/slideLayouts/slideLayout4.xml" Id="Rac2f9a1ab96a4835" /><Relationship Type="http://schemas.openxmlformats.org/officeDocument/2006/relationships/slideLayout" Target="/ppt/slideLayouts/slideLayout5.xml" Id="Rcfcf1f5d13e6459f" /><Relationship Type="http://schemas.openxmlformats.org/officeDocument/2006/relationships/slideLayout" Target="/ppt/slideLayouts/slideLayout6.xml" Id="R263155741d0345c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2ee0a7557854fa5"/>
    <p:sldLayoutId xmlns:r="http://schemas.openxmlformats.org/officeDocument/2006/relationships" id="2147483650" r:id="R2689ae02a5ef43de"/>
    <p:sldLayoutId xmlns:r="http://schemas.openxmlformats.org/officeDocument/2006/relationships" id="2147483651" r:id="Raba4c9680c114b8d"/>
    <p:sldLayoutId xmlns:r="http://schemas.openxmlformats.org/officeDocument/2006/relationships" id="2147483652" r:id="Rac2f9a1ab96a4835"/>
    <p:sldLayoutId xmlns:r="http://schemas.openxmlformats.org/officeDocument/2006/relationships" id="2147483653" r:id="Rcfcf1f5d13e6459f"/>
    <p:sldLayoutId xmlns:r="http://schemas.openxmlformats.org/officeDocument/2006/relationships" id="2147483654" r:id="R263155741d0345c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e9213811c2d47b3" /><Relationship Type="http://schemas.openxmlformats.org/officeDocument/2006/relationships/image" Target="/ppt/media/image.png" Id="Rfbdad866524e4aeb" /><Relationship Type="http://schemas.openxmlformats.org/officeDocument/2006/relationships/notesSlide" Target="/ppt/notesSlides/notesSlide1.xml" Id="R1d8dd32ca48840d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f7b938d5584125" /><Relationship Type="http://schemas.openxmlformats.org/officeDocument/2006/relationships/notesSlide" Target="/ppt/notesSlides/notesSlide2.xml" Id="Rc4e2f63114b0450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f78497ecc0a4a18" /><Relationship Type="http://schemas.openxmlformats.org/officeDocument/2006/relationships/notesSlide" Target="/ppt/notesSlides/notesSlide3.xml" Id="R261853ebb9c54b7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f19c35becbc4abb" /><Relationship Type="http://schemas.openxmlformats.org/officeDocument/2006/relationships/image" Target="/ppt/media/image2.png" Id="R8c6d7476834d41e4" /><Relationship Type="http://schemas.openxmlformats.org/officeDocument/2006/relationships/notesSlide" Target="/ppt/notesSlides/notesSlide4.xml" Id="Rf7b907d0564e47a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64482faff0a4193" /><Relationship Type="http://schemas.openxmlformats.org/officeDocument/2006/relationships/notesSlide" Target="/ppt/notesSlides/notesSlide5.xml" Id="R656b49297a194a8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bdf17795bb44484" /><Relationship Type="http://schemas.openxmlformats.org/officeDocument/2006/relationships/notesSlide" Target="/ppt/notesSlides/notesSlide6.xml" Id="R159477f363c14b7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a66070640a942d1" /><Relationship Type="http://schemas.openxmlformats.org/officeDocument/2006/relationships/image" Target="/ppt/media/image3.png" Id="R900cd8f34e364205" /><Relationship Type="http://schemas.openxmlformats.org/officeDocument/2006/relationships/notesSlide" Target="/ppt/notesSlides/notesSlide7.xml" Id="R0082915174dd404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6c66f8ea5984e2c" /><Relationship Type="http://schemas.openxmlformats.org/officeDocument/2006/relationships/notesSlide" Target="/ppt/notesSlides/notesSlide8.xml" Id="R37aa7c81fc9942e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072cb3d01e84a30" /><Relationship Type="http://schemas.openxmlformats.org/officeDocument/2006/relationships/image" Target="/ppt/media/image4.png" Id="Rb442b2ab753846a7" /><Relationship Type="http://schemas.openxmlformats.org/officeDocument/2006/relationships/image" Target="/ppt/media/image5.png" Id="Re15351a448b24c54" /><Relationship Type="http://schemas.openxmlformats.org/officeDocument/2006/relationships/image" Target="/ppt/media/image6.png" Id="Rd64add76cd41402b" /><Relationship Type="http://schemas.openxmlformats.org/officeDocument/2006/relationships/notesSlide" Target="/ppt/notesSlides/notesSlide9.xml" Id="R2e1f0b2b1145433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97b236ca10d4e67" /><Relationship Type="http://schemas.openxmlformats.org/officeDocument/2006/relationships/notesSlide" Target="/ppt/notesSlides/notesSlide10.xml" Id="Ra4b75c7ad96645e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10892b5c1a4423e" /><Relationship Type="http://schemas.openxmlformats.org/officeDocument/2006/relationships/image" Target="/ppt/media/image7.png" Id="R01ab6eee17694f54" /><Relationship Type="http://schemas.openxmlformats.org/officeDocument/2006/relationships/image" Target="/ppt/media/image8.png" Id="R3333fa403cbb44d8" /><Relationship Type="http://schemas.openxmlformats.org/officeDocument/2006/relationships/image" Target="/ppt/media/image9.png" Id="R6f7cbb8782ed4cbe" /><Relationship Type="http://schemas.openxmlformats.org/officeDocument/2006/relationships/notesSlide" Target="/ppt/notesSlides/notesSlide11.xml" Id="R4d53bc30b84b44c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3c61282e8a042c7" /><Relationship Type="http://schemas.openxmlformats.org/officeDocument/2006/relationships/image" Target="/ppt/media/image10.png" Id="R78bc794be8b94f70" /><Relationship Type="http://schemas.openxmlformats.org/officeDocument/2006/relationships/notesSlide" Target="/ppt/notesSlides/notesSlide12.xml" Id="R2e042d360f6a4a1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a351a90b7ef403b" /><Relationship Type="http://schemas.openxmlformats.org/officeDocument/2006/relationships/image" Target="/ppt/media/image11.png" Id="R7c5a2ae06b484d9a" /><Relationship Type="http://schemas.openxmlformats.org/officeDocument/2006/relationships/notesSlide" Target="/ppt/notesSlides/notesSlide13.xml" Id="R9cce670700ac44a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99282bef4cb4791" /><Relationship Type="http://schemas.openxmlformats.org/officeDocument/2006/relationships/notesSlide" Target="/ppt/notesSlides/notesSlide14.xml" Id="Rd9384da8aa4e4aa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b3417835d754563" /><Relationship Type="http://schemas.openxmlformats.org/officeDocument/2006/relationships/notesSlide" Target="/ppt/notesSlides/notesSlide15.xml" Id="Rab0a480f3872404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ab9ab9044c64212" /><Relationship Type="http://schemas.openxmlformats.org/officeDocument/2006/relationships/notesSlide" Target="/ppt/notesSlides/notesSlide16.xml" Id="R9159ea43c62b43e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d7cc30a11ed4a94" /><Relationship Type="http://schemas.openxmlformats.org/officeDocument/2006/relationships/notesSlide" Target="/ppt/notesSlides/notesSlide17.xml" Id="R1754ea2f9430492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c8401f0b18f4cb8" /><Relationship Type="http://schemas.openxmlformats.org/officeDocument/2006/relationships/notesSlide" Target="/ppt/notesSlides/notesSlide18.xml" Id="R5908d3ec63a04b0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d2535e3dc2b4c67" /><Relationship Type="http://schemas.openxmlformats.org/officeDocument/2006/relationships/notesSlide" Target="/ppt/notesSlides/notesSlide19.xml" Id="R68e016dba4eb44f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e4557b585dd46fa" /><Relationship Type="http://schemas.openxmlformats.org/officeDocument/2006/relationships/notesSlide" Target="/ppt/notesSlides/notesSlide20.xml" Id="R06096dfa2d3648d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351bde0886942bc" /><Relationship Type="http://schemas.openxmlformats.org/officeDocument/2006/relationships/notesSlide" Target="/ppt/notesSlides/notesSlide21.xml" Id="R5803bab73c684bc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92c72ede0e04cce" /><Relationship Type="http://schemas.openxmlformats.org/officeDocument/2006/relationships/notesSlide" Target="/ppt/notesSlides/notesSlide22.xml" Id="R1f60a200e736441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fd0e44aacace4312" /><Relationship Type="http://schemas.openxmlformats.org/officeDocument/2006/relationships/notesSlide" Target="/ppt/notesSlides/notesSlide23.xml" Id="Rd0930bbc180a4c4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b3d6e861f7644de" /><Relationship Type="http://schemas.openxmlformats.org/officeDocument/2006/relationships/notesSlide" Target="/ppt/notesSlides/notesSlide24.xml" Id="Rc6464884a5ed41b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c58cad66e7844e0" /><Relationship Type="http://schemas.openxmlformats.org/officeDocument/2006/relationships/notesSlide" Target="/ppt/notesSlides/notesSlide25.xml" Id="R7c925fae7fae4f0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8c50cf1f2d0434e" /><Relationship Type="http://schemas.openxmlformats.org/officeDocument/2006/relationships/notesSlide" Target="/ppt/notesSlides/notesSlide26.xml" Id="R2bfa0242da58497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8d541a30ed024c54" /><Relationship Type="http://schemas.openxmlformats.org/officeDocument/2006/relationships/notesSlide" Target="/ppt/notesSlides/notesSlide27.xml" Id="R44e3f9466b6f4b0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af8ab08d8beb4c25" /><Relationship Type="http://schemas.openxmlformats.org/officeDocument/2006/relationships/notesSlide" Target="/ppt/notesSlides/notesSlide28.xml" Id="Rd7946e064db44f7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4b2d0bae43746a7" /><Relationship Type="http://schemas.openxmlformats.org/officeDocument/2006/relationships/notesSlide" Target="/ppt/notesSlides/notesSlide29.xml" Id="Rbb4f4c85cf2a413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e8789c8d62dc44c4" /><Relationship Type="http://schemas.openxmlformats.org/officeDocument/2006/relationships/notesSlide" Target="/ppt/notesSlides/notesSlide30.xml" Id="R20ce92724052492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d6de69bc39734abf" /><Relationship Type="http://schemas.openxmlformats.org/officeDocument/2006/relationships/notesSlide" Target="/ppt/notesSlides/notesSlide31.xml" Id="Rc2f4f693c5d34dd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dca4ac3a925d4aa1" /><Relationship Type="http://schemas.openxmlformats.org/officeDocument/2006/relationships/notesSlide" Target="/ppt/notesSlides/notesSlide32.xml" Id="R388134de546c42a0"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14029ad19aa64ed2" /><Relationship Type="http://schemas.openxmlformats.org/officeDocument/2006/relationships/notesSlide" Target="/ppt/notesSlides/notesSlide33.xml" Id="R17c94b39f585463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02ae05015b824a82" /><Relationship Type="http://schemas.openxmlformats.org/officeDocument/2006/relationships/notesSlide" Target="/ppt/notesSlides/notesSlide34.xml" Id="Rf34e483e3c534d5e"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a8b1ec2f27ad46d4" /><Relationship Type="http://schemas.openxmlformats.org/officeDocument/2006/relationships/image" Target="/ppt/media/image12.png" Id="R0f6d66443840416e" /><Relationship Type="http://schemas.openxmlformats.org/officeDocument/2006/relationships/image" Target="/ppt/media/image13.png" Id="R5049841281fe4792" /><Relationship Type="http://schemas.openxmlformats.org/officeDocument/2006/relationships/notesSlide" Target="/ppt/notesSlides/notesSlide35.xml" Id="R26a6b00d0d494d1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2cc9a1d2b27c46df" /><Relationship Type="http://schemas.openxmlformats.org/officeDocument/2006/relationships/image" Target="/ppt/media/image14.png" Id="R7c0ee5802b3b4b93" /><Relationship Type="http://schemas.openxmlformats.org/officeDocument/2006/relationships/notesSlide" Target="/ppt/notesSlides/notesSlide36.xml" Id="Rfa8c6ce612cb413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f7f40605ff064a8c" /><Relationship Type="http://schemas.openxmlformats.org/officeDocument/2006/relationships/notesSlide" Target="/ppt/notesSlides/notesSlide37.xml" Id="R5b1e00e28bef46b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52dc20f137d74bca" /><Relationship Type="http://schemas.openxmlformats.org/officeDocument/2006/relationships/notesSlide" Target="/ppt/notesSlides/notesSlide38.xml" Id="R252fc32147fe4b74"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cf89a344f3654386" /><Relationship Type="http://schemas.openxmlformats.org/officeDocument/2006/relationships/notesSlide" Target="/ppt/notesSlides/notesSlide39.xml" Id="Rd359d21a06f44bf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0220aa2258b24fc8" /><Relationship Type="http://schemas.openxmlformats.org/officeDocument/2006/relationships/notesSlide" Target="/ppt/notesSlides/notesSlide40.xml" Id="R221110e480a64f04"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d65676aaca664ac8" /><Relationship Type="http://schemas.openxmlformats.org/officeDocument/2006/relationships/notesSlide" Target="/ppt/notesSlides/notesSlide41.xml" Id="Rd3c54c1d742a43cf"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5b36f75a3dff4260" /><Relationship Type="http://schemas.openxmlformats.org/officeDocument/2006/relationships/notesSlide" Target="/ppt/notesSlides/notesSlide42.xml" Id="R2d454c019157400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81cafe8c13ad4cf3" /><Relationship Type="http://schemas.openxmlformats.org/officeDocument/2006/relationships/notesSlide" Target="/ppt/notesSlides/notesSlide43.xml" Id="Rae7b8a6d339446f5"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ba3878e125274674" /><Relationship Type="http://schemas.openxmlformats.org/officeDocument/2006/relationships/notesSlide" Target="/ppt/notesSlides/notesSlide44.xml" Id="R298248542d974d49"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7d2c261359c046d0" /><Relationship Type="http://schemas.openxmlformats.org/officeDocument/2006/relationships/notesSlide" Target="/ppt/notesSlides/notesSlide45.xml" Id="R791177414c1e475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bcfb7fa5e4f04109" /><Relationship Type="http://schemas.openxmlformats.org/officeDocument/2006/relationships/notesSlide" Target="/ppt/notesSlides/notesSlide46.xml" Id="Rebed73874cdd48d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b8f9bcde2ee84a57" /><Relationship Type="http://schemas.openxmlformats.org/officeDocument/2006/relationships/image" Target="/ppt/media/image15.png" Id="R29f29ea063e941fa" /><Relationship Type="http://schemas.openxmlformats.org/officeDocument/2006/relationships/image" Target="/ppt/media/image16.png" Id="R22e77ab3b2314d50" /><Relationship Type="http://schemas.openxmlformats.org/officeDocument/2006/relationships/image" Target="/ppt/media/image17.png" Id="R8b47b7b4b15e4d94" /><Relationship Type="http://schemas.openxmlformats.org/officeDocument/2006/relationships/image" Target="/ppt/media/image18.png" Id="R4eb0be64c7b048b9" /><Relationship Type="http://schemas.openxmlformats.org/officeDocument/2006/relationships/notesSlide" Target="/ppt/notesSlides/notesSlide47.xml" Id="Rc84bdcf2c72e4e4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827f225832cc4986" /><Relationship Type="http://schemas.openxmlformats.org/officeDocument/2006/relationships/notesSlide" Target="/ppt/notesSlides/notesSlide48.xml" Id="Rf64859af74c24d2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906ca3f3c42747e4" /><Relationship Type="http://schemas.openxmlformats.org/officeDocument/2006/relationships/notesSlide" Target="/ppt/notesSlides/notesSlide49.xml" Id="R1f237b458638417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e67079c7f309403d" /><Relationship Type="http://schemas.openxmlformats.org/officeDocument/2006/relationships/notesSlide" Target="/ppt/notesSlides/notesSlide50.xml" Id="Re2b670e205034e2f"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5ae844d0cc0a4ab9" /><Relationship Type="http://schemas.openxmlformats.org/officeDocument/2006/relationships/notesSlide" Target="/ppt/notesSlides/notesSlide51.xml" Id="Ra5eaf8e91aec405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8f90dd7e1a8a4fbc" /><Relationship Type="http://schemas.openxmlformats.org/officeDocument/2006/relationships/notesSlide" Target="/ppt/notesSlides/notesSlide52.xml" Id="R7f22592641334b25"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899c4b6003b14849" /><Relationship Type="http://schemas.openxmlformats.org/officeDocument/2006/relationships/notesSlide" Target="/ppt/notesSlides/notesSlide53.xml" Id="Rf1766e54632243a7"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46a8496e31264900" /><Relationship Type="http://schemas.openxmlformats.org/officeDocument/2006/relationships/notesSlide" Target="/ppt/notesSlides/notesSlide54.xml" Id="R143340152abb462a"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9be513cd4fb64cdd" /><Relationship Type="http://schemas.openxmlformats.org/officeDocument/2006/relationships/chart" Target="/ppt/slides/charts/chart1.xml" Id="R39965a87f5744cfa" /><Relationship Type="http://schemas.openxmlformats.org/officeDocument/2006/relationships/notesSlide" Target="/ppt/notesSlides/notesSlide55.xml" Id="Rc3f5a80713f24df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2e85a72afde24482" /><Relationship Type="http://schemas.openxmlformats.org/officeDocument/2006/relationships/notesSlide" Target="/ppt/notesSlides/notesSlide56.xml" Id="Rfebdc2db69c34f6c"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937e11da7c864d08" /><Relationship Type="http://schemas.openxmlformats.org/officeDocument/2006/relationships/notesSlide" Target="/ppt/notesSlides/notesSlide57.xml" Id="R0b1e1e25ffe240c2"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d7f944e47ae34036" /><Relationship Type="http://schemas.openxmlformats.org/officeDocument/2006/relationships/notesSlide" Target="/ppt/notesSlides/notesSlide58.xml" Id="R4e2db98867044840"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177a8a0814f94eb8" /><Relationship Type="http://schemas.openxmlformats.org/officeDocument/2006/relationships/notesSlide" Target="/ppt/notesSlides/notesSlide59.xml" Id="R0e41765fd2c849e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75215cf6077a440a" /><Relationship Type="http://schemas.openxmlformats.org/officeDocument/2006/relationships/notesSlide" Target="/ppt/notesSlides/notesSlide60.xml" Id="Rbd2852cac9ee4128"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8fbff68071ac446c" /><Relationship Type="http://schemas.openxmlformats.org/officeDocument/2006/relationships/notesSlide" Target="/ppt/notesSlides/notesSlide61.xml" Id="Radd7bcaa4f1241c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81b26a8e610248f6" /><Relationship Type="http://schemas.openxmlformats.org/officeDocument/2006/relationships/notesSlide" Target="/ppt/notesSlides/notesSlide62.xml" Id="R2745abb29a154234"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9ed955615a154c7e" /><Relationship Type="http://schemas.openxmlformats.org/officeDocument/2006/relationships/image" Target="/ppt/media/image19.png" Id="R056cba4d484d4d64" /><Relationship Type="http://schemas.openxmlformats.org/officeDocument/2006/relationships/notesSlide" Target="/ppt/notesSlides/notesSlide63.xml" Id="Raa699c360dd144a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b4346fa92f414bd0" /><Relationship Type="http://schemas.openxmlformats.org/officeDocument/2006/relationships/notesSlide" Target="/ppt/notesSlides/notesSlide64.xml" Id="R1133babe35444ea0"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769b66b923644034" /><Relationship Type="http://schemas.openxmlformats.org/officeDocument/2006/relationships/notesSlide" Target="/ppt/notesSlides/notesSlide65.xml" Id="R5986515e344342b4"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3a4ab00cc8a249a9" /><Relationship Type="http://schemas.openxmlformats.org/officeDocument/2006/relationships/notesSlide" Target="/ppt/notesSlides/notesSlide66.xml" Id="R7d1a847704d44e93"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61b63937e02d4546" /><Relationship Type="http://schemas.openxmlformats.org/officeDocument/2006/relationships/notesSlide" Target="/ppt/notesSlides/notesSlide67.xml" Id="R9607ef995b3f4f8f"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6875470765e8483b" /><Relationship Type="http://schemas.openxmlformats.org/officeDocument/2006/relationships/notesSlide" Target="/ppt/notesSlides/notesSlide68.xml" Id="Rba1dc15bf36e44c1"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4c0f2511221b4432" /><Relationship Type="http://schemas.openxmlformats.org/officeDocument/2006/relationships/notesSlide" Target="/ppt/notesSlides/notesSlide69.xml" Id="Rae04490bed46465f"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dfaeea54bcd541ee" /><Relationship Type="http://schemas.openxmlformats.org/officeDocument/2006/relationships/notesSlide" Target="/ppt/notesSlides/notesSlide70.xml" Id="R9d3e6bd0741149b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5f6e714da79a4948" /><Relationship Type="http://schemas.openxmlformats.org/officeDocument/2006/relationships/notesSlide" Target="/ppt/notesSlides/notesSlide71.xml" Id="Rf4b333be2aa642f4"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99c0aa181a3b49b2" /><Relationship Type="http://schemas.openxmlformats.org/officeDocument/2006/relationships/notesSlide" Target="/ppt/notesSlides/notesSlide72.xml" Id="R3535147eb3bd4033"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b3616ffc2d9149b3" /><Relationship Type="http://schemas.openxmlformats.org/officeDocument/2006/relationships/notesSlide" Target="/ppt/notesSlides/notesSlide73.xml" Id="R89fe5f7853ca4d5d"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389e02ec3d71409d" /><Relationship Type="http://schemas.openxmlformats.org/officeDocument/2006/relationships/notesSlide" Target="/ppt/notesSlides/notesSlide74.xml" Id="R2c4afbe97fe94166"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1d04865729144c49" /><Relationship Type="http://schemas.openxmlformats.org/officeDocument/2006/relationships/notesSlide" Target="/ppt/notesSlides/notesSlide75.xml" Id="Rb638082319dc45f6"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7fd18916c52b4e81" /><Relationship Type="http://schemas.openxmlformats.org/officeDocument/2006/relationships/notesSlide" Target="/ppt/notesSlides/notesSlide76.xml" Id="Ra2b472f1b0964310"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6a57edb5d3734f91" /><Relationship Type="http://schemas.openxmlformats.org/officeDocument/2006/relationships/notesSlide" Target="/ppt/notesSlides/notesSlide77.xml" Id="R234b89d879044872"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78ebe33262f64940" /><Relationship Type="http://schemas.openxmlformats.org/officeDocument/2006/relationships/notesSlide" Target="/ppt/notesSlides/notesSlide78.xml" Id="R8408468a93144e29"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d3dfa9c7675f4c40" /><Relationship Type="http://schemas.openxmlformats.org/officeDocument/2006/relationships/notesSlide" Target="/ppt/notesSlides/notesSlide79.xml" Id="Ra0e92dc41cdb4aaf"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97f105865837463a" /><Relationship Type="http://schemas.openxmlformats.org/officeDocument/2006/relationships/notesSlide" Target="/ppt/notesSlides/notesSlide80.xml" Id="R96f83c64f9d440bf"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68e4b7b2b267441c" /><Relationship Type="http://schemas.openxmlformats.org/officeDocument/2006/relationships/notesSlide" Target="/ppt/notesSlides/notesSlide81.xml" Id="R7715270eb13b4914"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6972f843bf484c39" /><Relationship Type="http://schemas.openxmlformats.org/officeDocument/2006/relationships/image" Target="/ppt/media/image20.png" Id="R441a0555552947c1" /><Relationship Type="http://schemas.openxmlformats.org/officeDocument/2006/relationships/notesSlide" Target="/ppt/notesSlides/notesSlide82.xml" Id="R5e41e9c7b886458c"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de79435172d64fbf" /><Relationship Type="http://schemas.openxmlformats.org/officeDocument/2006/relationships/notesSlide" Target="/ppt/notesSlides/notesSlide83.xml" Id="R4a9bff5eb3f441dd"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62497e9f17704a50" /><Relationship Type="http://schemas.openxmlformats.org/officeDocument/2006/relationships/image" Target="/ppt/media/image21.png" Id="R1a63f7fe62714013" /><Relationship Type="http://schemas.openxmlformats.org/officeDocument/2006/relationships/image" Target="/ppt/media/image22.png" Id="Rdb269490cbf24a74" /><Relationship Type="http://schemas.openxmlformats.org/officeDocument/2006/relationships/image" Target="/ppt/media/image23.png" Id="R7cfd973b406f4677" /><Relationship Type="http://schemas.openxmlformats.org/officeDocument/2006/relationships/notesSlide" Target="/ppt/notesSlides/notesSlide84.xml" Id="R717ef509e19d480f"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3bfaab4ebd5646db" /><Relationship Type="http://schemas.openxmlformats.org/officeDocument/2006/relationships/notesSlide" Target="/ppt/notesSlides/notesSlide85.xml" Id="R3d0a488e46824d03"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8ff82b7270204bb4" /><Relationship Type="http://schemas.openxmlformats.org/officeDocument/2006/relationships/notesSlide" Target="/ppt/notesSlides/notesSlide86.xml" Id="R1fd4b65ef3014677"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afa3a8b775cb4bbe" /><Relationship Type="http://schemas.openxmlformats.org/officeDocument/2006/relationships/notesSlide" Target="/ppt/notesSlides/notesSlide87.xml" Id="R53f08b2c7aac4efc"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c3300816f25e4fc1" /><Relationship Type="http://schemas.openxmlformats.org/officeDocument/2006/relationships/notesSlide" Target="/ppt/notesSlides/notesSlide88.xml" Id="R4575d95d24eb485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40486d380c774431" /><Relationship Type="http://schemas.openxmlformats.org/officeDocument/2006/relationships/notesSlide" Target="/ppt/notesSlides/notesSlide89.xml" Id="R3e63586d2e134d30"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31db83fead7242a8" /><Relationship Type="http://schemas.openxmlformats.org/officeDocument/2006/relationships/notesSlide" Target="/ppt/notesSlides/notesSlide90.xml" Id="R06318bd146034c2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F0A98526-2DA1-468A-AF97-9653574D3E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975C1E2B-A233-41A8-88B1-3E9119D4B8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69350708-EB76-443F-A740-3E47967D07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C745603C-8480-487E-8FF3-2D515CA679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8350A0FB-833A-4C88-A93E-7D5E2AC209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34CF04D3-E2C7-42CC-9DB8-0C2AEA24A2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B844DDCA-DF20-42AF-AFFA-D242C4736FD9}"/>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C98C19FA-9E56-4219-942C-9854EAACDD3B}"/>
              </a:ext>
            </a:extLst>
          </p:cNvPr>
          <p:cNvPicPr>
            <a:picLocks xmlns:a="http://schemas.openxmlformats.org/drawingml/2006/main" noChangeAspect="1"/>
          </p:cNvPicPr>
          <p:nvPr/>
        </p:nvPicPr>
        <p:blipFill>
          <a:blip xmlns:r="http://schemas.openxmlformats.org/officeDocument/2006/relationships" xmlns:a="http://schemas.openxmlformats.org/drawingml/2006/main" r:embed="Rfbdad866524e4aeb"/>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E91129AD-D1D9-4900-A3A4-FB6416E1497E}"/>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C18BA82F-7977-4A09-85DB-2C50E4287021}"/>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3FFE7FEC-AAD0-49D0-A5A7-DBAC1C45435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56728C3F-20C1-422E-8CCA-DDB04B7527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8500915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91FF3549-3117-49AE-A332-E9CC2A8CEE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D474F4EF-F471-4CEF-9D6B-49D0502A2A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F21B29EB-B0F3-4A89-9AC3-FF25397836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56EFED8B-695F-442C-8E26-344184C430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BD5C8A78-26F2-4724-9043-2448B1114E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4193CEE3-08F0-4029-A8B7-2C459CFF2D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80730A2E-F3F3-4325-8BDC-7822BECF57C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DEA6D7D9-ACEF-4AC8-990D-6C778D4706F4}"/>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DD0A188-7B8D-41AF-A6DF-67365C365FF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D1CED8E7-80B0-459B-8CAB-71D5368F9E06}"/>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D6B6BB5-E13D-4CC7-837F-D8777E90CF16}"/>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2452089F-18F7-4292-B03F-5AF2088D6B03}"/>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CAF3C14F-B7E4-4868-A57F-4F7C259C92F0}"/>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A7EF02DF-5365-4A4C-A685-1A2A93AEAF22}"/>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BA9210E-F7A7-4D86-975A-2AA71697C3A3}"/>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518C599F-55AD-4077-840F-4A2812304AC4}"/>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D2F4840C-ED5A-44A2-B900-E4A1415C42BE}"/>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368DF3F9-00EA-4DE5-A56B-968D43A1FF44}"/>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CCE87B9B-A07C-418C-9327-BFB84AFE688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D29879EB-48F1-483D-A380-0E312EE6B9F9}"/>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E1973EF-D75A-447A-8352-F4A2F8DE5744}"/>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B9237AB8-8C2E-4D48-8F8E-2244F6FCADB0}"/>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3FBF49DA-CF5E-4B96-BAC4-3E4A0751B6B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80B29377-6DB5-4EFB-8362-3197D1166F90}"/>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834B7C45-FF51-4FB6-99AA-E2EC1722DA33}"/>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67146606-2FA0-4766-B968-EB42C8A127E0}"/>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0A1F22A4-9B4C-45BD-9C68-8AB4A37F3F03}"/>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B831BE1A-75A1-4A07-ADF0-EDA7CD4022ED}"/>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A4B2F940-00FD-44E3-90B4-CCC5111B8E38}"/>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F11FDD77-E98E-4243-B6B7-75BE26A5F015}"/>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8164F003-1B6D-48F8-AAEC-138D5FA1A84E}"/>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AA99EC73-7B0B-403C-909C-D78DD0AA367F}"/>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A3A6BF37-371F-46F5-859E-430DD3C80D48}"/>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03E46DF8-CBF1-4B60-B6BD-2082E02308C4}"/>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F8D27895-33D4-47A7-A4EE-E277D286E3E3}"/>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A9C28CB-0260-4DB0-8A07-F3359DAE36BE}"/>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E9B431A5-2558-4A08-99B4-22E379EBC2C4}"/>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D7A6FC44-96B3-4F63-8676-55670E4401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62302287"/>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F6D4A8AB-FB70-4B32-9837-E7F1B001D8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CB3D35D1-A897-4803-BE61-7966E9E774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370EB3DE-6C41-4F0A-A28A-B51F305450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09DDE010-3A19-4268-8774-F303D67FA0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1F920FB6-7907-4F89-AF73-F7901F997F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60D0302E-E85D-4CE0-AA99-DF6146ECC4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F374D72C-3D11-4F8A-9E62-002BE795C82E}"/>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333CABD-EDCB-49A0-A4A5-580E1CF11205}"/>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48DF112A-E745-4B69-8775-1E3BFFD35B38}"/>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4A484A6F-2062-4683-8CF1-3284B47E0A3E}"/>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2C34B09A-0928-4259-ACA6-CC3C12C68B7E}"/>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112EA0D-67AA-4FA1-9219-43C40303046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7516A56-1F3A-4BA8-B11A-3A0683913FD7}"/>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86315A92-AF24-43EC-BEE3-E381BA7003EA}"/>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F553BD70-B2E6-4D59-8174-434F1778644E}"/>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FB8997B1-5DAD-4730-8AB0-2247B1DD9306}"/>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7BCECAEE-8693-4F56-A6D6-A5C23CCA71A4}"/>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A29A1D4D-63B2-49C0-B120-734385A69C14}"/>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F248ED5F-A516-4F25-89A9-5D8BD4F8C092}"/>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40C1D8ED-B931-47F8-BF70-9A5D37ED7156}"/>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0EA471EF-77F1-4D4B-B809-82F6532BF466}"/>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5BFBABFA-1CB2-4D20-836E-D7CB6D7A090A}"/>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DC4E67B2-9478-4585-B125-ABBEF0F8B323}"/>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1016A9B6-3A5A-4021-B412-AA22E674B103}"/>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269F1C74-ABB9-4272-9578-AE79CD8BB8F9}"/>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11F5025C-8F5F-4ED5-AFFD-0D2CB548CC88}"/>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8554EACE-4F80-4015-B87E-493635481B05}"/>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6392AE4A-5913-4E92-8227-1FC6B092E1EC}"/>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A64E829F-755D-4A78-AC50-881E1DECAA0B}"/>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F78E1133-4B2B-4EA5-A9DA-7439D52984F7}"/>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B12DC8B6-20EC-4355-A3F1-C17D37B4D074}"/>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D4A125EA-01BF-488A-9C20-A4E862BC2535}"/>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A0B37808-56DC-4376-B7E5-C287A366A0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90340707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2AC6D6DE-69AD-4FB3-9A31-5F0C9CF096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22B3957B-7ADD-4BC4-905D-DFAFA1C340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C2AE5D46-2517-489F-A4B3-3669B92581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F1005D55-0D32-4533-8002-896679D4D1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9BC2B92A-1498-45FE-8DA9-9758BCD8E4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041FCFE8-E69E-4D95-AFB1-718F2403A35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BD563D21-F1E0-42B3-A2EF-5FB00309CAAA}"/>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B6849778-908D-44BD-AC2C-FDF49C37ACC5}"/>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771EB61A-5DFE-4B4B-AB8A-ACCEC39899D2}"/>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170FD551-37B2-48AE-A2DA-C8C885467B72}"/>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3D9B9F16-392B-4529-A365-7CA3B2BA838B}"/>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27593C1F-1179-4B5C-A2BB-16163E0827BB}"/>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CC25232-A9D4-450E-9BEA-D989AAB787A4}"/>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5D28AB83-8821-4766-A0BD-A0361D70A8B5}"/>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A0A0B91F-9F4F-4CA6-A395-72F744587346}"/>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9E934CC-7657-484B-8BE5-CE89FA56BF41}"/>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88C8290D-A2E4-4C6E-9EA9-21A5F803D518}"/>
              </a:ext>
            </a:extLst>
          </p:cNvPr>
          <p:cNvPicPr>
            <a:picLocks xmlns:a="http://schemas.openxmlformats.org/drawingml/2006/main" noChangeAspect="1"/>
          </p:cNvPicPr>
          <p:nvPr/>
        </p:nvPicPr>
        <p:blipFill>
          <a:blip xmlns:r="http://schemas.openxmlformats.org/officeDocument/2006/relationships" xmlns:a="http://schemas.openxmlformats.org/drawingml/2006/main" r:embed="R8c6d7476834d41e4"/>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253558B5-9AB2-4070-881C-F60E265AD30A}"/>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6EA5548E-297E-42A5-B703-0A6109682C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781100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8C2BB8E1-F56A-47C0-B323-BD2352A83B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3F1959D8-D845-437C-9622-138EBFC700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E303F83B-28C3-4ED4-8A2E-A09B169C2C6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DAE93589-0952-4F77-87EB-427DED8BD6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D12A43D4-C992-4502-B579-DAFBDD6723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0AA39F6E-053C-48B9-AE10-3D1E7DCD1D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5C9C4473-C7B4-49E0-8EDA-3845451EF79C}"/>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77623D6B-A608-41ED-AD56-0D3ED2CA5019}"/>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7FC36D7D-6673-4C0D-A96B-E213710D8DA1}"/>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425CCDE3-E289-4D18-B2B4-0AF58B41574C}"/>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A1850910-D993-4A58-8ACF-A38FA5B15E01}"/>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F491D7B0-3ED3-40B4-8203-30A6DC6A2C82}"/>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D110FAB9-6AA7-4BF2-AE90-15858CA367FF}"/>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881FB427-A40B-4219-BB2C-CCB0AD1E7522}"/>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FB56DF58-09D3-4AF1-9C2B-9B405DB99657}"/>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354BFA2D-4C86-42F5-AB01-1C482069385C}"/>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8ABDA3E2-C7DC-432E-881E-2B06ECA25524}"/>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2DE82AE3-0F09-43AA-BD61-898290D7EA64}"/>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03BA972C-1990-4417-AB99-53A002CA17D2}"/>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2665CA07-6F0E-4280-947A-7950302F18C9}"/>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8D42D55A-3D6E-419B-A379-8A1E852466C2}"/>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639EAC18-64D4-4FD4-A538-404DD96C0E36}"/>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6E1F53FA-7591-45E8-849E-C80138FC9326}"/>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D69D0A38-86F6-458F-9E45-CA49ECDE6C25}"/>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57311A15-1BB6-491E-8FCD-7732CA77C295}"/>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018FB297-4529-40C2-A037-D5B82FFE4215}"/>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CEF2EFC7-8123-432C-B6C9-E5EDC3F071CD}"/>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AFF762F1-BEE4-4578-96CB-9B3BDEDE954A}"/>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83E6AC14-2BF9-4295-9C3B-9678DD8AD56A}"/>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53CC7523-1A54-4505-9422-CEFBC3709530}"/>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06F1E1CC-64BF-4D3F-9312-535A84172AE0}"/>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0FB14A0E-D383-47D7-9A56-81DCC8E7CAE1}"/>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1E6C73D9-B84D-4A1E-BC24-6AC3AD9DAE54}"/>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C359849C-43ED-44F7-B02D-00F23057AF4E}"/>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65E5FD69-989F-4970-AD74-017CE3C66095}"/>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CAF81883-4E09-4E84-B82E-D24A69487546}"/>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9605FAE9-F6FF-461C-BB09-178A1383E6AE}"/>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3EF0C931-4CFD-4426-94A7-C03C83C439E9}"/>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F96C5D4E-7B64-474F-8F48-B7A3AEB5275C}"/>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92AEE567-7F9F-4B3B-83F5-868C620DD37D}"/>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BD9E3BD4-EE2F-4678-83D7-244DC929F247}"/>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06B521AD-B57D-4076-8395-16BAEE7C6664}"/>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871DCA53-F502-4727-888A-82BD84344828}"/>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2EF1D84B-C2B4-4A31-AD04-EFE474B13FB6}"/>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F4C65267-B4BA-4F92-BDEC-A5CBA3669F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55530494"/>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D89F853F-C4F6-4E8C-828E-5EFB79A249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919BF8E0-7CC8-42D9-97FC-11A0EC33BA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9A9174A0-632E-4E8D-9182-3AD34B02B5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B8D13679-F0A0-4069-9CA5-A52A90A2F3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5582D521-8D36-4903-9B2A-344A62DDF2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A68D5EC5-5FE2-4E29-A46C-3621A15E70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0D4D5A70-B973-40A1-8C6B-247E34B92010}"/>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9E73BF89-7EFC-423C-830F-FE8B27A0AF66}"/>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4C0D7EE3-5CE8-488D-A7E5-CB865518B26B}"/>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1B93D1D7-8647-4F1E-BDFC-C0F3A021DCF5}"/>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6FB2BB9E-745C-4E5E-87A3-04948A231749}"/>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EDD4DC68-A910-4BD6-9FA2-D956C1336351}"/>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9FDF3D7D-C0C9-43ED-9C64-8FD3281373F5}"/>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48780DDC-B423-47DE-919D-20615FB98649}"/>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74227019-2ED6-49A3-ACA9-CA2E22ED4996}"/>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76EADFBD-FE2F-4FF0-9031-C1AEF2E18457}"/>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E7DA7A78-0093-419A-8B2A-EA91F71068EE}"/>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39053B17-B89E-4E9C-A656-A77486EF2BA8}"/>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94A85F0A-66A5-4F2A-B61D-1447D094E0C4}"/>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32A3D568-E8AC-4D60-B163-B775782EA3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98866685"/>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DC7619D6-5D24-4B0A-983D-5814B5C6133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0C1DA669-6381-486C-8E7C-CE1147783A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F4A72F53-BF79-48E3-9D12-12C7B27C022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44879A05-4FC1-45C5-9D48-5C85D94800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842811F2-C40F-421A-AF65-4AC796EF01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3CD19F0E-2753-4313-9477-0B2986FD36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31DA1F75-A4EC-41A6-81BE-430A12E398B1}"/>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D7C1208C-71CE-4094-8A8E-2D66C5F532AF}"/>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A07C594E-FB6A-4204-B4A3-418098E88223}"/>
              </a:ext>
            </a:extLst>
          </p:cNvPr>
          <p:cNvPicPr>
            <a:picLocks xmlns:a="http://schemas.openxmlformats.org/drawingml/2006/main" noChangeAspect="1"/>
          </p:cNvPicPr>
          <p:nvPr/>
        </p:nvPicPr>
        <p:blipFill>
          <a:blip xmlns:r="http://schemas.openxmlformats.org/officeDocument/2006/relationships" xmlns:a="http://schemas.openxmlformats.org/drawingml/2006/main" r:embed="R900cd8f34e364205"/>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A9B72823-00E4-45D0-A9D7-4DD031C7F4C6}"/>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35A02C5A-C6DF-41FC-BD2A-A0173051E82C}"/>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52090F06-980C-4963-B7D6-BEADF974AB11}"/>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849B5BC8-E547-4E9A-88AB-7C31B78249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68784427"/>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154EE747-573A-4C3E-B883-8699726A90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CEBED8FF-D73A-4609-9AFE-10C935CDBC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4DD00010-C2A8-420F-ACD9-A12C19A082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DC35F943-7469-4480-8068-939DAF01B44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20E713FB-5835-42C4-B471-BCCD88139F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2628F8E7-462A-4530-A583-6DFBEF8B82F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694E6933-3D4F-4740-BDBD-3FACFDEB14E4}"/>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BC32642E-7C0E-4136-8F94-B5509A2D8F07}"/>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DEC204A2-00F3-46F1-9F78-348241642B66}"/>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F16F05BB-FF00-45B2-B13C-5955935E246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FED7CB2A-87F6-4C08-A70A-263E84B8A2FB}"/>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067DC8B9-5DB3-4468-A881-1E96A8304B00}"/>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377BAFE4-7368-4837-B158-5E772BE5F268}"/>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10B9E05D-E99C-4346-8488-78023CF9B5FF}"/>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0E26865E-B913-46F3-8DDA-E7247041225D}"/>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98D8D9C3-57E1-42CB-BB58-8CB0AC544C07}"/>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CCC0ED8F-39CB-4CFE-A298-4DAA3CAF9C57}"/>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E51A40F7-78FE-4778-AA47-6CDD8C3D6B3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C137E87A-C010-4D81-869A-3A1C37043517}"/>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82CF41EB-DB0D-430B-8463-3DA798E3088F}"/>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63033CEF-15F3-4AD8-91D0-DE598252C9DB}"/>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CCE80CA0-57D9-40F9-9D2C-97196CC62E9F}"/>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6FBD8D15-6F52-4B5C-BE97-EA9D19721951}"/>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E95F1BB8-89C4-437B-802A-63DEFBCCB318}"/>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421DC702-BBF1-4B67-9FFF-19813022DA76}"/>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E65B963F-2861-4B74-A55D-E1FB8A5DB431}"/>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9763FCD9-DEAE-4C3C-9266-EAFB7C632235}"/>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8B1A45DB-1FA5-4011-81F3-C157568A1D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9799483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E82D7267-720C-49D5-8213-60B9206E0F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4D0C5BAE-2FFD-44BE-B191-CCB82009B2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ADAA9E77-44DC-4A47-BA91-9680C1A099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261FAED4-45B2-4B75-A4DF-EB42065B62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673EB6F8-E44A-4570-B12C-C8193D4274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9188595C-335E-4B5B-8801-EB2E771952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B3C00046-EF74-49DB-B473-F90FB0F6438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2605E75F-921A-4983-8310-3391C2DE5A4C}"/>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EA09690-D4CA-4DA7-9324-C9BDCE1175BD}"/>
              </a:ext>
            </a:extLst>
          </p:cNvPr>
          <p:cNvPicPr>
            <a:picLocks xmlns:a="http://schemas.openxmlformats.org/drawingml/2006/main" noChangeAspect="1"/>
          </p:cNvPicPr>
          <p:nvPr/>
        </p:nvPicPr>
        <p:blipFill>
          <a:blip xmlns:r="http://schemas.openxmlformats.org/officeDocument/2006/relationships" xmlns:a="http://schemas.openxmlformats.org/drawingml/2006/main" r:embed="Rb442b2ab753846a7"/>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8CF1C0F3-97E3-41AE-9E29-C34755B04F3F}"/>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4436F0BB-2BF6-48A5-A509-24D6444E80B3}"/>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15069D53-6D87-425E-A29B-FFA7B1F93DE0}"/>
              </a:ext>
            </a:extLst>
          </p:cNvPr>
          <p:cNvPicPr>
            <a:picLocks xmlns:a="http://schemas.openxmlformats.org/drawingml/2006/main" noChangeAspect="1"/>
          </p:cNvPicPr>
          <p:nvPr/>
        </p:nvPicPr>
        <p:blipFill>
          <a:blip xmlns:r="http://schemas.openxmlformats.org/officeDocument/2006/relationships" xmlns:a="http://schemas.openxmlformats.org/drawingml/2006/main" r:embed="Re15351a448b24c54"/>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CB345DEE-798F-41B2-94A1-141AF9F3A10F}"/>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28E15BA4-D93D-417F-8237-4A67E8CB2C46}"/>
              </a:ext>
            </a:extLst>
          </p:cNvPr>
          <p:cNvPicPr>
            <a:picLocks xmlns:a="http://schemas.openxmlformats.org/drawingml/2006/main" noChangeAspect="1"/>
          </p:cNvPicPr>
          <p:nvPr/>
        </p:nvPicPr>
        <p:blipFill>
          <a:blip xmlns:r="http://schemas.openxmlformats.org/officeDocument/2006/relationships" xmlns:a="http://schemas.openxmlformats.org/drawingml/2006/main" r:embed="Rd64add76cd41402b"/>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F0DCC40E-D5AC-474F-A389-F22C70F13B93}"/>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E9C1B35-BFEC-4DF5-AC4B-2D3BFBD374EC}"/>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C3EDB787-EF57-4A38-9EF5-A241E4A35719}"/>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3403A5E5-F686-40C0-BA76-C8D9FBB4A0C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68433B18-7F6F-49F6-B70D-0C544BC26FFA}"/>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27215BA1-D84F-48F2-936F-C69465AFCA77}"/>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14DBF20E-B643-4158-8072-46924617D10A}"/>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54CB9476-5543-4AB5-A96A-2370714D6D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224420012"/>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CB27857D-9AE1-4102-89A1-7E5685E8C7E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F4C9383C-AA32-4EAB-8972-2EB7C28F2B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9A4EE2D5-A053-453C-8DBB-2F0D2897A1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B939F656-01F4-48DF-8F01-78BFDCDA7A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51CBAE4F-3157-4E71-8B8B-0704844754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109BCEEB-A852-4819-95DF-52C21F7EC0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F1281650-7CAA-433B-A32E-4E5B090A3D9E}"/>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258DC4DB-E2F6-491E-8F57-AB8C4016F68F}"/>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8AE24075-AF4E-48B9-9D05-9F2F0F9751EE}"/>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92232D23-30F1-452C-9472-C1B925080D91}"/>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F0A8331B-4772-4405-A75F-17E7892CDC82}"/>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A88F3DEC-97F7-4CE6-A4BB-22C950311209}"/>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5FE73B05-B138-4D5F-B3A5-C3F683F0E3DC}"/>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EE96183-BE2D-4648-9C95-A0236EA2E597}"/>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2112783A-A4BE-43CA-9839-9E9436CFCE93}"/>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48E8D6CB-5317-4F8E-BF92-38AFC28981A6}"/>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DF4B5242-7FD3-4A98-932C-AFAAE478FFE0}"/>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3C455669-7181-4B35-8C5D-0C5CC86D1709}"/>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4F08B5C-0E36-43C2-8605-7650BA2FAC63}"/>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1828A4BF-5292-4A13-AC3C-AD772F1F0917}"/>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89F7A34C-7BE7-42BD-A3AE-3DF50728A93D}"/>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491B09EE-82E3-4697-AC3B-F586F71E916F}"/>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39AA9DB8-68C3-4460-B38F-B5D6F81CFAA3}"/>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E40BEB19-FE6B-4B8E-953C-5FA1BA5E486A}"/>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BBB16043-8E6D-48E0-96F6-D8D5286B835C}"/>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677D2A09-4EDE-4A11-8DDF-C2099DBF82C1}"/>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A21D663F-0F3F-4D0E-95BC-0ADB6CE7FC21}"/>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C02739F6-AA63-4FD5-941E-88DACD27DF18}"/>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001096BB-7439-4B98-8695-240FD7ABB93D}"/>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66124122-B9A3-4917-9001-572C21EDB2BD}"/>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FAE1032D-0D18-4148-88B2-56F047F677D9}"/>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B9ADD04D-970B-40C6-9AC8-B225EDA61D32}"/>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0D498271-BFB2-4365-8666-243E66F2BE5C}"/>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F721F753-522B-4350-AAFE-CCA306ACB095}"/>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250B665C-9C32-43D7-8468-78FC3ABD939E}"/>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E438371B-C67D-4739-AB05-E27B1279440A}"/>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D326C6A4-FC30-4832-B1FF-CD860D1CCCA1}"/>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EBB7940B-29AA-46A3-B8F7-D692B6C7CD78}"/>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841008C5-A538-4CEF-B2AA-61E5CAD8A59D}"/>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3DD595A5-86CE-418A-BD88-05A0101E96DD}"/>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0268D40A-8DF6-4F63-90B1-7AE4E86ECDE5}"/>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D60B9E3F-0A06-4B84-81C4-E170E44CC6D3}"/>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8074396A-3D90-4B88-976D-05F76DE8B254}"/>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3702F331-DA7D-4FD1-B95F-B7FBAB269ABD}"/>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C5F9204C-6D13-4C89-A5A3-BF794D87D2D5}"/>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EB926E42-87BA-44FF-9CAC-FD3878EAC89B}"/>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B99AF59C-BEBC-47BC-91A9-17960316BF91}"/>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30F10C25-9991-438B-BCBE-11571F98D8A9}"/>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C0B69AB1-C59C-4C14-82E5-935A486F0CD7}"/>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66DA6023-E7B4-4415-946F-1C8885637E9A}"/>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CA75C4F5-3763-42E1-B5D5-BDCE879E3728}"/>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7A1914D2-EEDD-42F0-A7F7-076FBE11294B}"/>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58059B8C-3E61-41BA-958B-230BCBDFEA1E}"/>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63E156FE-BF47-4B80-8FAE-23C82C147846}"/>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8B5826B4-206F-46AE-869F-F96885BF45C9}"/>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FFDB90B3-8E1D-43CB-9038-C79C27B6B8A4}"/>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D948F35D-82A5-40F5-8EC5-26FC3B5E61FB}"/>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D5D815AF-DD6C-4EC2-884C-2104F1AA151E}"/>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DADBF2C5-615B-4794-86FF-1493948F7D44}"/>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BE392A34-CCD9-4962-AAA2-10EF54DF2D42}"/>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B0E9499C-4E35-4698-8CC5-35056EEAA2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42905055"/>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E4358BD6-B9E5-47D6-9A67-1AF1B60C9E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AFA97B98-980F-4A92-85CF-F216154D11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CC6A1F38-CA4B-4A9D-AFC3-CFCF3DA3564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0E2D19CD-AE0B-4E17-9AFC-0603926350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89B51EC3-48EB-438C-8C00-F4429F93CB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BC8E9D4B-0932-4A3F-9521-9A56E7230A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B7C4D61A-4526-4305-A5BE-34F1254B77E3}"/>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68B2B7FB-AD9E-4F22-B39C-B66D57D55568}"/>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DBCDBE5B-0DA6-40E9-B3F6-133C05FB815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15F99BAB-AB96-4D9C-94F7-D5B7670E2B38}"/>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532272B1-0A9C-4A0D-8880-05CB2312DB89}"/>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78C5D228-68D7-4047-B8E3-4EB0D993AEFB}"/>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64A548EC-2C00-4FB0-8FC8-1D0842FB181E}"/>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C3054B8-58D0-4BB0-A5C8-752055456C36}"/>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9167A480-CDCB-4FC7-AEE9-FB5FB3E1D65C}"/>
              </a:ext>
            </a:extLst>
          </p:cNvPr>
          <p:cNvPicPr>
            <a:picLocks xmlns:a="http://schemas.openxmlformats.org/drawingml/2006/main" noChangeAspect="1"/>
          </p:cNvPicPr>
          <p:nvPr/>
        </p:nvPicPr>
        <p:blipFill>
          <a:blip xmlns:r="http://schemas.openxmlformats.org/officeDocument/2006/relationships" xmlns:a="http://schemas.openxmlformats.org/drawingml/2006/main" r:embed="R01ab6eee17694f54"/>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DFB0E421-BE81-4EE4-BCD5-8C1443710D60}"/>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EB193E3F-7D9A-487A-85D4-E1B925EFC47E}"/>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D5BE798E-80F8-48F5-A5CD-4E846051D591}"/>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40A0CBA5-9237-4105-A04E-B64275A221EE}"/>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439A3A9-F769-46A7-A40B-6D24A3FE28F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F2F5B0B6-92EA-4FE3-B86E-188E504D4EB3}"/>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31960103-2F51-427E-AAF5-EA6DF2808D74}"/>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97193A06-A14D-44E9-A868-45ABD8D17E50}"/>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C7F63809-ADA3-4A61-B3C5-B8EBD3B2FBAD}"/>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5042E37D-2384-46D3-A05A-24AF3536049F}"/>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C33CEB63-F5DF-4CCF-A4F1-FFB461DB266F}"/>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13E55700-7E27-46BD-84AA-091CC00567E3}"/>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26DCEA24-3D7D-4592-A11D-3D58ED4E4C26}"/>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5693C118-5AAE-4634-B8C1-6B897CB5A8C3}"/>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C3CFF0AD-B807-41F7-90E1-8E424C23B2C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7226D023-D338-4533-90F3-9870BA11072D}"/>
              </a:ext>
            </a:extLst>
          </p:cNvPr>
          <p:cNvPicPr>
            <a:picLocks xmlns:a="http://schemas.openxmlformats.org/drawingml/2006/main" noChangeAspect="1"/>
          </p:cNvPicPr>
          <p:nvPr/>
        </p:nvPicPr>
        <p:blipFill>
          <a:blip xmlns:r="http://schemas.openxmlformats.org/officeDocument/2006/relationships" xmlns:a="http://schemas.openxmlformats.org/drawingml/2006/main" r:embed="R3333fa403cbb44d8"/>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BF78D73B-5734-4F65-BF48-085F716CA208}"/>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D2FDA715-EDBA-4CDD-9361-F1858B7B24A1}"/>
              </a:ext>
            </a:extLst>
          </p:cNvPr>
          <p:cNvPicPr>
            <a:picLocks xmlns:a="http://schemas.openxmlformats.org/drawingml/2006/main" noChangeAspect="1"/>
          </p:cNvPicPr>
          <p:nvPr/>
        </p:nvPicPr>
        <p:blipFill>
          <a:blip xmlns:r="http://schemas.openxmlformats.org/officeDocument/2006/relationships" xmlns:a="http://schemas.openxmlformats.org/drawingml/2006/main" r:embed="R6f7cbb8782ed4cbe"/>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A3A9C9B6-17D1-4358-BFB5-3B025083E80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7629126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103868A6-291E-4739-8B73-7AB84750BC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C731A137-B491-4AE0-9F0B-33AC3F871D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C29A99FA-A3AF-4B62-A7B9-CA520EF2B2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DA27A6B8-6DCC-47B3-B7E8-90B456FB12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C9C39A08-4AA2-413E-A3B9-6276743007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9ECA018E-19D9-4F98-8881-8964EC2E26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F44D6F51-CFC2-412C-BD41-D6AFE8B9F97B}"/>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B5A50142-9A93-46A6-816A-DAAA22075B2D}"/>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4D82BEC7-C7A1-4BFB-8820-A47F43E4F8E8}"/>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8B4CB91-365A-45F4-9592-ED3AC94688C7}"/>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146F1CF-D5AA-413D-B65C-EBA8FCFF8B17}"/>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CFFCF0F1-074B-4248-8B65-82D89C53E76C}"/>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65B9ABDA-5F30-4916-B590-7381739A1008}"/>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4E3A7B6-5C64-4181-9D22-AE36C8CB6E45}"/>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980C3E91-A016-46C9-B6FE-2775D49E9A8D}"/>
              </a:ext>
            </a:extLst>
          </p:cNvPr>
          <p:cNvPicPr>
            <a:picLocks xmlns:a="http://schemas.openxmlformats.org/drawingml/2006/main" noChangeAspect="1"/>
          </p:cNvPicPr>
          <p:nvPr/>
        </p:nvPicPr>
        <p:blipFill>
          <a:blip xmlns:r="http://schemas.openxmlformats.org/officeDocument/2006/relationships" xmlns:a="http://schemas.openxmlformats.org/drawingml/2006/main" r:embed="R78bc794be8b94f70"/>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096B10BD-946F-46E6-86D4-528FCDD4CC6F}"/>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65C72A29-DB2A-41FD-AB74-8B549630FE42}"/>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BDF63B5A-D26D-4067-950E-7BDE8E48BE2D}"/>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2D9B2E89-E4BF-4BBE-AB95-8FF392E80794}"/>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A08C4949-A98C-435F-89FB-49170115C61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C4B1CCD6-7D09-48D3-84CA-E711B2A699DB}"/>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AF60C145-7322-4BE9-AAE5-686A0C9C7538}"/>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EF38BD99-BECE-47AB-81C3-C411DB24127B}"/>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EAB1818E-1F05-4267-AE1B-9D1F49BAF0AB}"/>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6456B188-738F-4A84-8DCD-FE0692BA10A8}"/>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6521F8CA-1C90-4ED5-90D1-49AE680A733F}"/>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33F6A5A-3B5E-4171-925D-0E5E8ABB516A}"/>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B695ACA4-27E1-4F22-BACF-5EA7C24DADB9}"/>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8A2C3719-0A73-4583-8486-33104B9C1FB6}"/>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42334CCC-E4DF-47AD-BFE4-98F1824084F0}"/>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85858728-3EF4-41E5-8A05-C95AA715C392}"/>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29375732-4724-4944-9442-E0CB12B766C3}"/>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A584D0C9-90A1-4EA9-A348-F67E25A6A4B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28F0540F-C7F8-48F5-B135-A440D0FE574D}"/>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A6E9CF32-D32B-48B7-BA3E-86C6E18B92D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C4806519-D61C-41F3-BE13-B16A31BB4053}"/>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8C02E8EF-F5EF-46F5-920E-F24CBBDB811E}"/>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B95E7737-2010-413D-9FDD-661EFBAB6E79}"/>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96C3EEB-7618-4517-8081-68C834657C75}"/>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0174C1B6-4A3F-4169-8517-452207397913}"/>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706DAE49-C1F7-414C-A190-A0B70C5C72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39511395"/>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E19D525A-A0E0-4940-8D48-399E270F38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0F9C76BE-3AC1-4B10-B516-AB6B7DDEDC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C950235E-75E6-459C-9F0A-1508F4DC31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3ED0D173-DC69-4A09-9524-4D971FC4A8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43DCAC4F-0B56-42A8-8A70-87448F82DCF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D3A85014-5439-407E-933B-A330F4E972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761A9BB6-4337-4740-954C-67760F309179}"/>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D595C5D0-219E-4543-AF8B-BD7E623C839E}"/>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93E0D4B3-CCD2-497B-A7E3-7433DE02A606}"/>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00F68E28-F46F-4AE3-850D-B026A16E33F0}"/>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581DBC79-BF50-454F-B3A3-B41A5FC48BA7}"/>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B549C7B1-A62E-406B-B1DC-8A34DD560C49}"/>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B0EFFD7C-DAE1-4844-9447-5645E5ACEAC5}"/>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3FFACCA7-DE58-43CE-9E73-02836AEC6E74}"/>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26A7201F-3BFF-423A-879E-FC00FC474DDA}"/>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BD90E15B-512F-49D0-B0B5-BB49698494D9}"/>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32F16B40-96C5-41AB-A676-E641AD8770CD}"/>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4A800E22-C549-4396-9A7A-B2E92B930822}"/>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5CA8C55C-A4FA-4474-8875-B428E3CAFAF6}"/>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D7304D4F-DB34-4F4C-B65F-E23881858332}"/>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975DB247-6D2D-4DF5-98EF-675E8E5ACAF2}"/>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6575F13F-EF88-452F-A7B0-BA8BFEAD935D}"/>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A8B86950-722F-4A54-A0BC-EB8AB486BB7A}"/>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22F454B4-0811-4D96-A117-E9AC98DCD45F}"/>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2E9D16A0-F082-4093-9B1C-C17AAEB4CB13}"/>
              </a:ext>
            </a:extLst>
          </p:cNvPr>
          <p:cNvPicPr>
            <a:picLocks xmlns:a="http://schemas.openxmlformats.org/drawingml/2006/main" noChangeAspect="1"/>
          </p:cNvPicPr>
          <p:nvPr/>
        </p:nvPicPr>
        <p:blipFill>
          <a:blip xmlns:r="http://schemas.openxmlformats.org/officeDocument/2006/relationships" xmlns:a="http://schemas.openxmlformats.org/drawingml/2006/main" r:embed="R7c5a2ae06b484d9a"/>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954FB73E-118B-40B6-BBA8-3CB6256EF423}"/>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40972173-C8B3-4E10-98AA-9120B5C57F86}"/>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D289A625-749D-4B84-BD69-0E79C336D611}"/>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CA49A2B4-1381-4991-AFF0-9A8A98BCBFB0}"/>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0D4E45E7-D748-4450-83F9-0739F65E35AF}"/>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7F752F64-0B1A-47EB-AD6F-3056A9319661}"/>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C8730960-4DFD-42AA-A0D1-8CFE32E0A2C8}"/>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1A4CAD79-F5B6-486E-8184-7F4B1783B18F}"/>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767AD77A-725A-494B-8339-CC9886F9EB2A}"/>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6BDC7E1F-FABD-47F8-8689-DFCDABA120EB}"/>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646B45E5-A1D2-4B40-83E7-6FBEAFB0DC2C}"/>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99DAE1C0-4B0E-47C4-993C-E0ED8FBD4559}"/>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07929C00-E004-4ABA-8575-39F992AB7024}"/>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EA782498-5979-4D8D-8366-33379CA7565D}"/>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9FB0ED5A-6B73-4A40-9623-CBF93B970C7A}"/>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26657BFE-D76E-402D-9714-E8E907EC63D5}"/>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6E3C4533-24C4-4938-9BC1-47EA6509CD57}"/>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52A17A7A-5F7F-49FE-9591-132CE1DB9878}"/>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6D2505A0-738D-42AE-97A4-7CC469BA6532}"/>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5BFA51DD-4B20-4D50-95B3-77FF8AF6E64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6198421"/>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78418466-60AC-4467-80F7-6065D7C265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9866D606-B187-43B0-B6E3-F76435F7B1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97EB21B1-9AFE-41B8-8E29-8508F8A07E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180BDA6B-6C20-4484-B67B-2BC7B17A31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3A4E803A-C29B-401C-9E5D-ADC19A1DEFD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1277D01A-6690-446E-82FA-51A58776A5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23E9BDB7-BD9A-4F14-B606-074D172E8494}"/>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3E5DD4F9-14B4-482E-BB5C-FFCF6A63A6C3}"/>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2799731C-6A10-407D-834E-A4161654EFC4}"/>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03317850-CFA9-44A0-8743-42CF05767878}"/>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C2C53E79-5E03-44AD-9E1A-54360E122F4B}"/>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B170197A-6A6B-4C42-9DE7-83442BD26495}"/>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1E9C2A25-BAC5-489E-83D5-17E8BEBE94B1}"/>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BD36DBF9-C7F3-462F-8671-EE191AA45EFE}"/>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284EEA9-EF87-4DB1-ADE1-E50DB8F82BC3}"/>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494225E3-DDBA-4E17-AF31-D61EB0F11F10}"/>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C5B1B633-88DD-4EF3-8137-7BB632884E06}"/>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968A8C74-ECA3-4FCF-A1DD-634F739E401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6CE32B55-9030-48FB-BC82-D26B508D6CDA}"/>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2FC8F18-BF72-4C47-AC0C-A64FA8E2B17D}"/>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DBC99C89-7FE5-48BE-A0A9-87AF38A53F19}"/>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C87A49A2-A40A-4FEF-B363-842E07E31671}"/>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084DE6B-1603-40AB-9C77-E55D99BAFC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481420123"/>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7195DEAD-E065-44A6-BA9D-57D4AD4EFA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EED083A2-0035-4988-81C0-CFF64EE568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A6EE38C3-F487-437B-8F43-A994E5E093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913CFEE4-E37F-4300-8E5A-7C69AEC377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2719F9E9-D9C8-43EE-B6B7-41DDCCE7DA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9E6786E1-3632-474A-BEAF-40A87B1D28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62648DF1-DF78-4285-953A-364824A47827}"/>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D826573A-4C2B-45B7-87D0-D2CDE385E45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3B720A7A-4CC7-4B08-B643-1F279B938125}"/>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1EB8642E-B1EE-43B0-9AC2-B2B4BD41D073}"/>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F05141F4-CCEC-4707-9925-455A080090A0}"/>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3C16691C-0068-43EC-B6D8-012E9C70EF31}"/>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BA04A91E-DB00-43C3-B26A-B729F04D83E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AC2EC194-CDC1-444A-BC49-74078C2A4527}"/>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B4CC206D-BF98-48B8-9F20-2DB12493012E}"/>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2D443D2C-EE63-41CE-BE69-5D6A9EBECBD2}"/>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4B940D9B-57BC-4DF1-B493-03024C7FB90F}"/>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EBB5EAD7-EEB4-4165-AC33-F07C3426A799}"/>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DB17CD62-75ED-4F54-945C-37C5CC280CE5}"/>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6F77DCF9-93BF-4EC8-AEA7-9DE5529FB867}"/>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B834EEE9-32E3-4136-9C0D-D61D010F3347}"/>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85435EEF-EA30-4E1C-82E1-A4D4FD9DA2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8A9ECA35-13E7-4C66-A519-4AE4A2C39CEB}"/>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A36066AE-8CFB-4908-BA83-BB3209B4879C}"/>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3EAF88F2-6903-4B2D-9946-25D144C6313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6282969"/>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D27595CB-1D75-461E-A412-07BC3D56D1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A8C46851-E255-4962-942F-02CC42E669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A57F4AEE-3230-49A6-97DE-1188D0CCE4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70C454CC-A61C-4B92-BBAB-87686DCE40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DCA77F55-A264-46F8-9B9F-FFFD69C1CC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74675203-7AE0-44BF-803F-142AE53BD5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E2DBD4BA-1396-4CDE-BF52-0B4CC96D2B96}"/>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C9FAADDD-89B6-45AC-B75B-FDEDD7D856A3}"/>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347D4461-4890-4F3D-A9F8-8055EB72FF82}"/>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A45B9190-B03B-43A8-8035-9E0D6F7E9CD5}"/>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35959D6C-1FA1-4CCD-A592-5760652133A0}"/>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86C1F987-2697-427B-8C77-A234F46CB3BE}"/>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61C9BC83-F562-4A44-B15D-90AF181C9624}"/>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32EBBA7-DEF7-49DD-B933-F78B4E73C650}"/>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E7587017-A893-4336-BC3B-874432868DCD}"/>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3A7D86B6-1596-438B-9333-99FDF71A340F}"/>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B475BE64-178F-42B4-9524-090EEBF5C607}"/>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7CC7D318-8276-4FF6-9CA3-A7144EFB90A6}"/>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D24A3778-D1FB-4B26-8343-D4B5B8B509D4}"/>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71A1AC23-79DF-4158-84AA-28A9A2171B26}"/>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BFDE75B1-D0BF-4C2D-8A42-5DAFE1B892F1}"/>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2F3271EB-76C9-4FFF-B3BE-210FF768F584}"/>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A457CC9C-D57B-4301-ADFD-041C78E1EC18}"/>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EE1B1A75-FA7C-4521-9AB7-BF242306294D}"/>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CA6D599E-5C2E-40F4-A15F-D25072E2D8B1}"/>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085DE331-4521-4B51-8192-6DC0ED64923A}"/>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67AAB91F-965B-46CF-940E-CB6D754C7ACA}"/>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12519036-0D8D-4483-8FED-9D6FFCE6135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B1E0C43A-9754-4C85-B7BB-4AAF7A19A5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9083857"/>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DDD90F85-2535-431A-8A9E-500BE66C88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3981FB9B-941F-4107-8132-F3E47A914D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A6B0BBDD-8CB2-4594-BD93-2F00BE0F27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5877984D-B1A5-4DBD-A94D-48E5FBD298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1422C245-2C5A-49A0-9C8E-582FDC9E917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5259CD2C-59A6-49D4-9346-9D13FA9816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F8FAE045-3ADD-42F9-B87F-3932BAD0C2A9}"/>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07CC75FC-885F-40BF-9340-12277069ED1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A05080D1-1EE1-4090-A2A7-285607C8CBCA}"/>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DD03682C-A135-40E5-8010-AA80F741855D}"/>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2E1D6EF8-349D-4935-AEB6-8CD124439CF8}"/>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59D08EAB-5662-4F30-939C-417682B5CC8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F5C81C30-141B-4B91-A138-FC7F6FF85FFB}"/>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95BEDB47-824C-4229-ADFA-E9C144626377}"/>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D2E38B6-31DE-46DF-ACEC-E7FACA9B41A1}"/>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8AC65029-D1C1-4B48-97A9-0C9527316696}"/>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F9F60983-7D01-4350-8928-88C82956EB33}"/>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7E9CBC5-F18E-4209-9D2C-38871E92DA7E}"/>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9D8814D0-0C55-4D24-89A1-7B51E921C48E}"/>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A6E2A3A6-4426-4681-9B1D-8DFFB7C69183}"/>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BC09DCB5-1876-4A73-85FB-D1479AB007E6}"/>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F95D6EDC-0CCA-4C54-B025-567D87A6A00A}"/>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BDC770FB-E60A-4C71-9F9A-62DF4B400857}"/>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4F8F53B2-9C73-4BB1-AF08-0550ED8C508D}"/>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28B315C4-02A4-40EF-8C1D-DD688FB8CFFD}"/>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8A6AD396-93A5-450E-A98D-9BAAE6C052E4}"/>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219D8C8E-F173-44E3-9C1C-8A37673FF856}"/>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544E7011-B9E6-4298-9DA7-7540985911EA}"/>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BC6FEF40-C14F-4BFF-8600-B8A95C9C5F65}"/>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0ECFC06B-F763-4EA7-86AC-B6C365883700}"/>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12003023-FE13-44DB-A808-E71C5D55D148}"/>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F9EC729A-135F-466C-9F58-DA0A5B89A18D}"/>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105D1977-63E8-4FCD-8630-8B810F35C8AF}"/>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45401B77-B6C8-4B6D-AF88-3FAFE3F8EC5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51560157"/>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7602F026-3BD4-44F9-AE54-B6A97CA60E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B0A8797B-5908-4335-8D98-DBB6B41C19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0C3D505E-4094-4891-BA8B-4F82856052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A6546F50-C13A-4AA8-942E-E03001B0DA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98FF8282-782B-409C-B682-6EBA985134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7C8B715D-588D-47B1-9C90-89FA57F28F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3326A9FA-49FA-4352-9D1F-70554FC487EB}"/>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5EE51E42-3754-4668-96B6-568335CF81E7}"/>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BDD5B16E-92B4-4CFB-BADA-01D046D286D9}"/>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9E3C0EA-69F8-423C-A58B-597B6A6166BB}"/>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1CF36BA9-200D-4BCF-B3AD-F0BB1CD0349D}"/>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2F49E0B0-CC7A-46C0-A4DB-98DE76F8BAA8}"/>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8FDE4D2E-D40C-4D30-A928-76C5FCAAF7FE}"/>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C70D888-5952-4DAE-A0DD-4A43EE55E82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8F1F9EF5-52F8-4FB3-8E93-8E40DA84661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21579920-5917-4EFF-8121-430EEA6CFBA9}"/>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C8D6F57-EB12-4483-96C4-F6D62AE91941}"/>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B0BEDF5B-192F-4F87-9E8C-EAB51DBC5491}"/>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C1217E37-9DCB-48AA-8A73-06F86E59F4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25840954"/>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742D6A06-FA94-4307-98DE-CC159AE21D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6D850EF0-7811-4D4A-9F73-6984C0A924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D4F5D409-4BB2-49B2-B5D1-F101A5932A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EA3DAC43-B395-4AAD-984F-7E31CDCBF3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13AA65B1-5E3B-4514-8CF1-DDAB1D0D9D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63799DDA-8582-4EC5-9B3C-33DC0EC6D92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AEE029A2-7E56-4AFB-9EAB-58C7E7CDB19F}"/>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1316DC00-4C63-4E1A-A6B1-09ABC5242633}"/>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6CE2FECB-1EDD-4CFB-B1AA-EB4C6B1055AE}"/>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32647D05-B7F5-4AFA-97CF-9FF1C461DC38}"/>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DE8A0887-F7FB-4FD0-9D3C-E5B866D8C039}"/>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AD0ACE43-9602-4549-881E-59C89B7948A6}"/>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C0289C00-FA0C-44C3-8BE0-CC6D2501220C}"/>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E1F2A5FC-9274-4438-8C37-F679D3BD1EF4}"/>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7FB13B71-37D7-4E8B-9824-79A3D9E6C545}"/>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606A3628-9AAB-4A85-9798-54BF2777631D}"/>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AFD44B6B-9994-46BF-80DF-F6EB7D0E754F}"/>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9F177F01-BE07-4F76-8E39-CF489141EB3E}"/>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7387A8F3-0A38-49E8-8A61-607046447232}"/>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6080632D-3E56-46B8-BED4-DAFBE3C1EE1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2F15BF10-5E54-4DF0-8763-EFB821ED9535}"/>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71CEC5E9-EDCC-4819-B978-5FE0F461C5C6}"/>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6B0FB2B-F7C7-4C99-9EDB-50E6462CBB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83474372"/>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31501A9C-4DF3-43FF-A724-E7EF725641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83CE2B79-8276-48DE-9BA2-2E2E41D0DF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4875BE88-B86D-467C-B7E1-95936C0A4BD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841A05AC-3EA9-4668-93DB-52D6C69277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50558A30-8555-409A-8ABF-8001258FB0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DAD690C9-0F09-4A8A-9308-A3C0515D43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E31E11C7-9DDF-4A75-89AB-38D54255916C}"/>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A0525B9F-BAF6-48E1-B5CB-273A0B0CFF39}"/>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5086D37C-2621-4638-963D-681870BB2D9C}"/>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0CA66D84-6936-4A79-9178-14C4550D6AE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765A1E57-22B5-4226-8E35-FC6E96A85C54}"/>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CF687647-BA16-48CA-8EBA-E9C1D8505604}"/>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AEF6FB54-A575-41FB-9D05-FEC528FEF49D}"/>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DF95E3D7-1504-4DED-B204-F0E165BAD0E7}"/>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D8F21F8D-A951-4166-8582-D63F2CA41EE9}"/>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D520882E-F894-41C0-9482-18590604BACD}"/>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A3D248CE-F1A0-4E62-9380-152F43562107}"/>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2ECD8DD3-C25A-4720-ABA5-C865837E1368}"/>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612E3349-1B0C-457D-B0C9-673A84854907}"/>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2B1F7505-E3C6-4419-8486-3E3D08D5CAC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AB7E882C-6160-48F5-B8EF-24BAAE7AFF2B}"/>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EEE7894C-F464-4CB8-9EEA-99038D1FD716}"/>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E8DA1602-15A6-45F3-B713-14CCC6BECF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568279149"/>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B1E6D15C-A7D0-4BA7-A618-57AF739E53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5DB8B6BB-CC29-4D58-8E01-FC3FE4CD85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AF2C4765-E281-4BC7-93DB-A93C999F71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25757872-BFF6-45C2-AB82-A88B6C9456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06F62CEE-C779-4582-B2B2-A96E2D1C5F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CF5265EE-42A1-43CF-B5F4-AF9DED1F68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84706C98-68B6-4E9C-A6BD-02E4F938F3D6}"/>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F5E924A1-A5E4-48BE-9E5B-3A3179C5EC6E}"/>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A00EAF49-7E69-44A8-B1A1-EA2C7FF2A72C}"/>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EB9E2B4C-BBF1-4A76-9FF7-49529EFDA711}"/>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27356587-4729-4FD6-BDB5-FCB417CC3D79}"/>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4E528990-5EFB-4386-AE83-10558B82D206}"/>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9047A363-4D3E-480E-8C46-2735461FE2EB}"/>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8A50289D-B78A-4A5C-9235-9B79D335C38E}"/>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D21056BF-FBC9-4E75-B400-D6612FE759D9}"/>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916B66B-62F1-40A4-8913-6E9FD32B4F7E}"/>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B2B17B7A-2A75-4399-BEF7-B1BE5FF453C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D1D41752-4913-4337-907A-67CAD175ED35}"/>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ECC473B1-F136-4D11-95E0-FF3B161EA96F}"/>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44491A53-C651-4757-AC28-F8B7F3041DF3}"/>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A14D7CB2-27A0-4934-8E63-DB92536B3467}"/>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42A7653A-11A1-4711-BCA6-24824F8BB8E9}"/>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7321769A-5177-4CAE-AC90-C02BD39B19A7}"/>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76318D6F-2419-4F6A-A35D-99A5C4F58523}"/>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BBDF8771-E52F-4A31-ACC0-7DD28E897C4E}"/>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73454AAA-0281-443D-94C0-C7AA27A2325C}"/>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F8805CA1-B9BA-46CE-845E-EA60371D9D2E}"/>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670C0E63-775F-4EB7-99DA-26E1AD8E04CB}"/>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C790300D-8559-4785-BBB3-9DB5499BAB42}"/>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502CB922-8D46-4A4F-B351-9456739F371B}"/>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E4E04B74-FC6F-4DE4-AF96-AC588F7D9020}"/>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B8A9BF9B-3A38-459E-93DC-0A0E8ECC671D}"/>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D9A13AD7-F546-420E-9653-ECCC485F026B}"/>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36B97DB5-5DF5-4C65-86C6-8B5BA28D6CBF}"/>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359F54BE-EBB1-4642-8F5C-3CE4F5DE002D}"/>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0482E04B-AD39-451C-85B6-C1875EC9694A}"/>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770CDE17-7824-4548-BD6B-810756269DCE}"/>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14373C6-30E9-4F72-9CD9-98BAA055B4FD}"/>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903D90D3-F4FE-4831-AF1C-F43E8B189133}"/>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BA4BDC35-F37A-4317-808D-6EDF9A2FDEFB}"/>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FE12CC33-1513-4725-BB91-829CE3B02777}"/>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2F940B16-1B9B-4C0B-AEB3-C2EAC3375532}"/>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7BDC7AD3-73AC-468F-A595-091E22DB74CF}"/>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AF9956AE-A8C7-49EB-A7CC-5D8FCE9D24C6}"/>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28A891D1-8251-4988-BBD8-DC86C6301F57}"/>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CB2A24E1-431A-4451-A316-9FD71C4A6B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97387972"/>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87A42258-E670-492C-A760-0747201448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6F51CF03-4329-4A3E-BAAA-99776174D9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02E19330-7CEF-47AF-BE95-AE3190809E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9BBA0465-F101-469B-8B1D-CDC54E252A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CFFBAFAC-6B6B-41A3-B14C-A63D37E039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CB734419-4824-4EFA-B40C-4B0F24A33D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1449A9BE-9D68-496D-850F-572C317F27A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A54F567-9DFD-47DB-A255-474A20C9BCD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4551C40A-636F-40B5-B8F5-B039E3F0FB8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14C1258F-FC02-4B6D-A948-8DD0F88DD39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ED096C1A-470F-421F-8027-C96A283F042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6301153-4384-4C4A-BC1C-A1665BD2E75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0DC81F00-D006-44EE-AD3D-27144DBF277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2C71846D-63FE-48FC-9F80-F1EA71ACB40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B3D40A8E-281D-497A-89BB-4A62997BF56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4BB3EEB7-2DBB-4F77-8EE6-39A3A730E62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A0065AB4-7249-4A8A-B2FA-A627C376C94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F261599F-F763-4416-96B5-EA6F21B16E5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D581A26-7B00-4A78-AA73-C9526D389DF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E56D03FA-929A-41B4-B5EF-6C3F60EC0A6B}"/>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4B8FA093-2808-4FAE-82B7-3AC26DE059C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43695081"/>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077968AA-06E8-437B-94BD-27106BDB83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924DC076-50CF-448E-8B85-E0070A1499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8372228F-E99C-4976-98EA-5F5FE95A2E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5AB1E0AA-7256-4552-9C46-EEF4A94D82B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77172D12-F4D3-41AF-8502-9E8EDA73E8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4AD2AC13-F7FE-4863-AED0-930ADD595D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3462F1B5-37CB-4C81-89C0-8C804DE3F7D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8B8D153-7D74-48A6-9A61-A750A3844E6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6A51CACB-73AD-4CE8-AA01-903091D3D45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B1A21542-14B6-4E3E-B740-EB7D02BDE2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91F99F-55C3-472E-9DF2-D0CF33FA180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A874B53-B83B-42F0-B9D5-CC46E825E36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DEEDFF02-0B7D-4ABB-B4AA-4EF77A0CDFC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91F77412-5F2B-4D4D-9783-D594599423F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8B74C4CE-5FE3-4532-A37F-042F97B5CDB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5C0AFDA3-8EC2-4C7C-AEC7-C1CE6FDE5F7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C90C6086-0013-4D5E-B88D-DE887141BC5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ADD0149E-8D06-4FFE-A17F-7A3DA6305E7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3E23F83F-16C0-4E83-8043-D16421994FF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A0DB4C29-7433-4A82-9A1C-3B26ACCD94D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9F666672-12D4-4E37-B7FC-CC1CF98B17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99033281"/>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93B76C4B-24FD-45D4-921D-491A50D3CB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0A9F96C7-83C3-440C-97D1-D385B62262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A3B9C67D-4C55-4C42-ACCF-FD63CAD11F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BC9823B6-1079-4FE3-97E3-13AE20C277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5641A1E2-6ECF-43AD-A092-BC151CA245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092D9F87-28D9-4DAC-80A3-F09D72F12F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55F375DE-D04A-4A74-8DC4-A8A90B4E8C4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8D7A9BF-7048-4F1C-8922-2F5D0157958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71F8599E-0EA5-40E1-A7CD-2F456CBE841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EBB3BFBF-817A-4A17-BD5D-201C651DF71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6DD5C2F-71B2-4809-95A1-033FFE16F60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4DD6A4C-61AC-49F1-A593-37AEB6993D7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1C06710B-8676-4D59-95CF-10995D4D26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A4E3C2C5-AD34-43B5-B393-B1597E7558E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6F34CFA6-92BF-4726-AA9D-787555971A0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B3B11E1F-D96A-49FE-89CD-7499941D5CB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8C9E6A9A-70FB-4A07-9FBF-E2E164E6489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08053C2A-E265-42D6-8126-1BA958A3A11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310FB669-F2D7-41B5-97C5-DD917CFBC42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16C0001E-F61B-4A8F-8428-C0EA81DE1EF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EFD0CD43-201E-4A47-9F49-D364915544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43938308"/>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BFADAD82-EE95-471E-95A8-35785267B4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14A94EF4-AA89-423E-A40D-4DC80420D1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627F6041-59B7-41FD-976D-92E033880B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123632BD-D1DF-4BE2-BE27-A637960862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F0E046AE-A8DC-43C7-899C-79E47993E0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52C810EE-1B12-4252-A8ED-12306D74BF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979ADE1D-70C5-49B2-9B52-AD33E076F5F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413855E-51D7-4241-A5DB-38EC06C1FFD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D31AD871-3CC4-49EB-8BC5-305384D8F881}"/>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9E180400-4941-4854-BD75-6259A9B0682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0A1453F-D8C3-47EA-AD36-C2BAE2EA9B5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5E1F141-61D2-4353-AE38-2A47D588CB3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D4313660-D3BB-4968-9B03-6D4340E475E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1981043B-0652-47C8-91DD-4AABCECF972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64354147-4FDA-4043-A37F-D7A315E7104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F482C367-EFDA-4C0A-B355-64B936F92A3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AEEF3D9-9281-4B14-B3EC-D5F7161FEC3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0E137293-623A-49F3-ACF8-6F846A5D3F2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9BD22350-AC79-459D-95F7-7F8DE92E384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749D72BC-5B14-4A79-AB97-858C97B5A35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7FD9021B-39A4-4145-9343-B6A2CA4D1A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24813244"/>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EC6B71E1-8946-4CF4-806B-9707B0159C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A7B1A8C0-0474-4A27-B218-9D68BA0BB1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16132D2F-DD2E-47F4-B354-C219241570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3EC25DC9-176C-48D5-BFB0-BB30738A58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E9ECFCB9-F287-43B5-A328-435FC41EED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674E1865-A5EA-442C-B5B7-E9447595E6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1DCC08F9-755C-4EEF-924B-8B9C5B817DF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2C09027-9C7A-4BBB-8CBE-3141665C6E8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07A00F6C-E583-4433-8400-C7F8C470A97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3C42EC8D-EA75-49D0-932E-0CC3907826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9CDE5DE-49F9-40EB-92FE-7BE71D48339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557F951-17DE-4BFF-9088-8BE7ECAEF91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4FB437EB-25D7-4C54-B189-E3655650100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69040928-6C12-41DD-B627-DE08E1AC20A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27AA15E7-9002-4993-88A3-2289CB2FDB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1015463D-1C8B-41D2-A6C6-3E1605A6BAF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99B0D29B-910F-447B-BBAE-C725FFEE11D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C76A9CA-C3D0-44C7-9613-EE7CFE6057B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F86F6927-B545-457B-8275-56925D4E707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CB4D206F-82C4-4153-821B-586B4D9E6BE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23D15673-BC0C-4A1C-8828-F6367BA927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60505740"/>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2E5CE6EB-CBD8-4092-9E04-4453C4ABDC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2E4C3E56-A851-429E-960E-B39B45251E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E2E2BA89-F01A-47B3-83F7-2C6A84E568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C3808077-FE90-44ED-8F1D-B74E7C5B4A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69ED44CC-33BF-4D39-8C3E-7AD4712E26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9A883190-8D6F-4373-82F4-CE960A1E62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48187F51-E3CA-4925-B912-CB86750D924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3739228-0787-4CB2-8C36-AF0A2CFE275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8D86ED7A-2D3F-4835-9B18-819626105AE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C2427373-CA0E-4283-BFBC-861EF01B095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972DA68-1E27-4DF8-A563-1F770995825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C910A895-0ACA-4989-B698-9BE2DB89BA6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1E70EC5D-5266-41DD-B319-E1CF63D0A4D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C5807F68-A7B5-49D5-8364-E0CBF8CCA2F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E3DB3916-27A1-47C4-BCAC-1352663E6E9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A26D2807-531B-499D-89A9-3E62C3E44E3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7A84B837-D230-4EF0-B0F4-65E9F2E9284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0F15A8A9-6774-44FF-BE5B-FE49B8F565B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22830CC-591B-442B-9C0C-22445715E96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5224793-238F-4416-B0F9-58B69061C45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AE7FBC4C-D537-42A0-B39C-DD93E303D2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7156266"/>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DC7A44F4-0DB1-4D99-A169-9EB364081B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0CCDC60A-E56E-46A6-ACD7-3D55AF233D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B3A9CF6D-F601-4F57-AD21-0E48E8DEB3E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C05A4E48-F0D0-42A9-8524-0856315A8D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5027A1C5-8E98-4DAC-AC32-5C350B54EE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35B8AD1C-0356-4C18-ABAC-081573287F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EFF19C0D-D462-4A80-8005-3EEC997A5E9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3706CAB-86EB-4507-9343-402C5E2AB9E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412B1554-CCF7-4B96-AE40-5AAD1A95C1A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0E246FB2-E310-4E3A-887B-268323E9690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4E388CD-C9F0-4F5C-B8F8-A90DEAF49F7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079D9E7-0C6D-4686-B3A1-CBC37370778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7F75471B-FD33-4A0E-9393-3BD95DAC33C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3AFE30FF-EACC-40B3-9030-13DBF51FEEF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6126B369-1E9E-4CED-8BA9-AE0EEA33C80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5549D02E-7D46-494E-812C-303B4625B70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48CE52A8-86D4-4424-8CE4-5140DE3CB58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A60A7AF6-4332-4F19-9AB9-BDAFE59FE7C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4264AAEC-F4E6-4288-95CE-C99D595C931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8AEA9D2E-7AB9-4DE8-999D-73A53977BE5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7E992960-6E88-4514-871E-7C5E3DFBB7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92504488"/>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1FC36090-1AE2-4962-BB0D-F4C5B30AC0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1147F1EF-C1B8-473D-8A15-152711D6C3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6E70EACD-868A-421E-ABA0-ADA390209A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1E48AD87-865B-4BBF-A3D9-AD35E896B9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9261B867-FF4C-4377-99EF-C2199B5F07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9CBBBEF1-0E35-4EFC-BD06-4353BFDD6F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D4F8E055-43ED-4122-9B49-4A5B4071052F}"/>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70B09FF-EC0E-406F-AE30-7C20DF48C88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9589C44C-8087-4D03-92DE-FDF7E9EAF10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17805C5-202F-4CEA-99D5-E4FE8D5580A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E8C2551-BC4F-472A-B134-D8775365505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AD914B9-322A-4432-875D-854D2820586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651E1771-7697-4CAF-AF0F-A4E5265DF7B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D72FFD58-295D-48DC-ABD7-6C94D9120C6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A1253B2-47E2-4190-A892-B189F9BA416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E547D358-8B25-424E-BDC6-1BAB85931BD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E5BA1B1F-6336-47E6-98D1-73840B861F3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6F61AEFD-C66D-4C24-B401-4E057309C27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FC27EFCB-3E60-427F-AE84-C411D008833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EF7BEA17-4BA8-4404-9072-B6CA990EBFC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7C854385-695F-4322-819E-537D43CE7F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0421733"/>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5BFCC829-9637-46FC-8B76-EE5FAB7528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698A34F4-A0F1-4EA9-84E5-13EF76799E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A72E991E-8132-489D-8DD1-23F0AB465E5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9A7ED7F3-0DC8-4246-8593-2D9B5AC92E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E36C96E1-3AFC-495D-AC8B-1717E40662E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1A92CD28-C236-4C7B-B017-5C465D8618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69E38892-2E1A-4CEA-991D-5E327401976A}"/>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3573DD78-FF4B-4F2F-B6AE-F561B4D55040}"/>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CB3AE78A-7F33-43C1-AA72-2DA787FDC9E8}"/>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082ABE76-779D-4B68-A964-2808E123C89D}"/>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438B4539-2CE4-410B-B2C5-0517D4200A12}"/>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6EDE1825-6DC9-4274-92A4-4D75309E7673}"/>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D3F47F5D-F36F-4BD4-937F-452541E91B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50494661"/>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204A3234-1EA3-41D7-85CC-0131D113F6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AB08C390-D63F-4E6E-A0E5-86043C6BAA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D71B9739-7A78-4D28-8C0C-89F1E9BE30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85C9542D-23F8-49CF-838E-52BCF199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9B42B69C-3C89-4905-89AE-6D7B29B5E3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04E46334-EEC5-40CB-9A46-39E8B2135C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3C41B218-AC29-4522-B65A-FE1D7B98D157}"/>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85C225B0-03E9-4C54-B7F6-DE713D45EA29}"/>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617C0F75-AB07-48C4-BDCA-68CB0A132F1D}"/>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02FDE260-C837-480B-A5D1-1A193E7E29A2}"/>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3469883E-AA67-47C7-B7E7-F9CC7C29F17D}"/>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C0444B77-C2DE-4400-B5DA-9CC71E577BDB}"/>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1DB2392D-CDBB-4146-BC4E-B527E7021825}"/>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9BEAB432-2ED4-4C26-872B-A6B155555DD5}"/>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A9045915-7267-4E0A-AF72-3D551871676D}"/>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5A0F1BFC-D092-4AA0-9E5A-D5A90C61249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5A5E1466-E2E0-418C-B711-765F25C0FD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5969359"/>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4A67F072-5FB6-414B-BA53-1AE079B2F5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18EA468B-BBD6-4ED7-9A85-6DB1DA1C08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D8DF50F1-5B9E-4C68-AA85-C42925701A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170AFA56-C6EB-4689-8373-7D15805B5B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430C4D96-3751-4256-8DD4-6A34000FDC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FDB685DB-82DF-49CC-ACB1-C17CB9FEE6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BCDC68B9-F836-42C5-AF84-1C27A423BF85}"/>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D0C1A2AB-B7F2-4D33-B829-B5FDF056157B}"/>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55C91E55-38A5-4ADE-9949-04C077467547}"/>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F89F3759-67EF-411E-9C4F-0EA99F422210}"/>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B03151F9-5210-4D5B-9EAD-1EA869E12A6A}"/>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70A37C0C-5FA9-4851-AFA3-6A7B479C7819}"/>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0E677D12-68F7-427F-A405-61953B05FA9D}"/>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6F35EAAA-EF67-4FD2-9C24-5F285912878C}"/>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7C13E3FD-C44E-4F81-974F-FC2A6AA83A79}"/>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1ACF967-CFCF-4AE1-9FE3-CC5DFB17970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EAE968D2-AFC4-49E0-9A8A-9BAB70056AD2}"/>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F56B7A15-7DBB-42CE-8D19-34368CF2775C}"/>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8203777-DDAA-4422-9B94-B5058C448D2C}"/>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42012E7B-E85E-4723-A3C6-197F905957F6}"/>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B81B3A3F-429E-4C25-975F-311610BC977E}"/>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9A872F35-EE29-4D5F-B54D-1F6F119C66B1}"/>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9845E43-DDDC-438B-941D-2ECE498579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1505317"/>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C7D9CA33-EDD4-4665-9A49-4E9E9B0C2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15065DA5-6773-4803-B34F-9A32400D47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C4DD7C82-849B-4126-B87D-8C82D2E09B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E488C45A-182C-45B0-A22D-7FFF7D4277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A4FA12BF-EC41-4C7C-B6F9-406AE7F8AA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B99FEEB9-9DD7-4F52-9C8B-E637462D93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23DCA9D9-FCCB-4E54-83FB-6E6C210B7EB4}"/>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73285B72-E82C-42C1-983F-BFDCEB91C400}"/>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44D12CB-BB42-41A9-AADF-462467A4D579}"/>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75CC2C37-BCAE-4BF7-8A35-7A1920D1DDFA}"/>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64B7050C-F925-46C5-81C5-0644AA6331FE}"/>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A3CCFC33-352B-41E7-AA18-75A5DF59D99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7CFBDDD5-DAA6-4DE4-A300-8CB140F9FF85}"/>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56642599-2D32-4C14-A6A8-5759D968D3CF}"/>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F196A5C2-0994-4FCD-8621-E56E5187FF02}"/>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96DFB000-0885-4EBA-BAE5-97F953D0CEA6}"/>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FB911C1F-F22D-48E7-BF0C-A9D93D410522}"/>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C1E974DB-3F03-407C-9CBE-21EB4FC0B493}"/>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1CDD8709-B769-49FB-8465-4F425B23064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B3D1150C-F546-4B3E-AD05-5A6B97AF856F}"/>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E720D2BC-0689-4893-8B2B-642CCDA6BC33}"/>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A9C39B25-A584-43FA-9AE6-4B7FD7F40CF7}"/>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5E82CEE1-8E33-4D45-B605-918F40AAD58E}"/>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42D75E46-6B0D-4E17-A66B-4867CC0B11B7}"/>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283ABA9C-3A9C-4C7E-8783-03176D5D2765}"/>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A7E3C9E9-2064-48E2-911C-FB82C86CD8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77581362"/>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909D1638-82C6-4FDB-9A77-D8009CDE10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4B6FC298-851C-478A-9C8F-517E715B85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435987C7-DC42-4B9C-BC17-1337F23942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03A10725-D93B-4314-814B-667C3A1D16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C619C20F-EAE7-4115-9B68-6A8858C6F6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4ED56D58-6D44-4796-8A0C-D0ABAFA3EB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02832D27-16BE-45D2-B9E7-FD78F23F5649}"/>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6D86C82-9C55-4F09-892B-A6E88651BED2}"/>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E3B7E771-3267-46D9-902F-7D5B1C73D8AE}"/>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8735DE1B-7B53-4D41-8BB3-8F1C26F52B6C}"/>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19B9D3C1-F470-4610-B0AD-83B2289389B0}"/>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9E92D311-7746-4623-B60B-047885FD013D}"/>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3BB200D6-A3FD-4FAB-8404-CDCDB7C51828}"/>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7A4225BA-D5E4-42DB-8709-EF567EA8369B}"/>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14D0F9F4-4759-4973-815F-F25937E07755}"/>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4D5B92DA-CF4F-40B0-8E90-22D65ED402F6}"/>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815C7E9C-D3CD-429C-9B57-130A2336AF46}"/>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BF1A1340-3512-402F-A940-FD4AF7715D3E}"/>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9AA01580-0E15-43FB-ABDE-C0340E09F748}"/>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D0DA4677-9136-4957-AC16-690730618670}"/>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374DB733-AAFC-4048-B658-CBE0C1243DE0}"/>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3A5DD4C8-388A-4AB5-9759-3AD65D5583E3}"/>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BFB7CBD7-6E0F-48E5-8D32-66B5F7BE33B4}"/>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BAF97610-138C-4A90-8C40-5A453BC66AA0}"/>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2186369B-493D-47BB-A068-683F21B04884}"/>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8229707C-2438-42FB-8626-2C0603FDB314}"/>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8362AA11-CAB0-4095-A7C3-2989F3B15A62}"/>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ED77EF85-1FDE-4589-A148-F6F000389A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218827"/>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2AE24B78-A004-4B81-ADE8-98045D13406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E2340C32-A3E0-4259-B5C9-2E7FA90CF5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40078E6F-41EA-456E-BD64-E2E4E861EF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5D5F03B2-A58F-4956-9A4D-FC240DD5A4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6390F175-DA9E-4EED-96AE-F0397E7D35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3C024FD9-C683-4F74-BD0F-AEF28C47CD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469BB68A-CE20-418B-8034-7D7A9D94099F}"/>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69DB7C2E-0096-46E8-AD26-651E94473C07}"/>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F9883A80-669E-4F20-A85E-7E08761BC96A}"/>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BC2DF557-8442-4F08-ADE6-CE13ED1BCF6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99171AFB-73C6-477A-84F2-DD5F2620569B}"/>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A8BF0A36-340C-4F6C-9B16-B79CD882A83B}"/>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F7903919-16EA-4E54-94F0-06149F303024}"/>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46AF2BAE-C207-4ED2-96B7-E7AF6B6FDF2E}"/>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0042B56F-4883-4F98-8631-F56959242DB8}"/>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52A366FD-480F-429E-896C-D6B9B9C582C2}"/>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32FD55ED-AC33-482B-8FFF-175CB51C0857}"/>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547A5DCA-7998-4304-A82A-845F823D098B}"/>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10397236-62B0-4A87-B265-004952A0FC29}"/>
              </a:ext>
            </a:extLst>
          </p:cNvPr>
          <p:cNvPicPr>
            <a:picLocks xmlns:a="http://schemas.openxmlformats.org/drawingml/2006/main" noChangeAspect="1"/>
          </p:cNvPicPr>
          <p:nvPr/>
        </p:nvPicPr>
        <p:blipFill>
          <a:blip xmlns:r="http://schemas.openxmlformats.org/officeDocument/2006/relationships" xmlns:a="http://schemas.openxmlformats.org/drawingml/2006/main" r:embed="R0f6d66443840416e"/>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737789F1-CE8E-4B3F-BA4B-FF910118E032}"/>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80248C9A-9F6D-451C-AF8C-1E47A9AB48E1}"/>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5E3C1D8E-119E-4D1F-BED4-F00BAEE9E9B5}"/>
              </a:ext>
            </a:extLst>
          </p:cNvPr>
          <p:cNvPicPr>
            <a:picLocks xmlns:a="http://schemas.openxmlformats.org/drawingml/2006/main" noChangeAspect="1"/>
          </p:cNvPicPr>
          <p:nvPr/>
        </p:nvPicPr>
        <p:blipFill>
          <a:blip xmlns:r="http://schemas.openxmlformats.org/officeDocument/2006/relationships" xmlns:a="http://schemas.openxmlformats.org/drawingml/2006/main" r:embed="R5049841281fe4792"/>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547B4F8-B1EF-4157-A189-AE791AC683EC}"/>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870B801C-D60A-457B-AA4E-6EA770A745B0}"/>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DFCA5FD7-BBEC-4D6C-B1B7-BC7003580850}"/>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DC17E002-991C-4C6B-A228-07628EFBA92B}"/>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5CAC0489-4746-4623-9E76-E92AFBD64E97}"/>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0666A182-E5BF-4BB2-8A2D-149FF99236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12122179"/>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DCD135D6-9CD1-4734-AA26-04AA8DE940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84FFD23D-F63C-4754-BEA2-E3DCF47FA0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8AF1F662-F0AC-46D7-92C3-A0AF6662A0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47DA95CD-23CD-4D7F-AE23-72B2381944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6499F69A-33C6-4BA4-88BD-F3E2C62E209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57B04A6D-8DBE-4B17-BFD0-315FB64DDC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F3E34A68-1FAA-42C3-8A6B-7A9F12020476}"/>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17D4045A-1685-4C19-B3BD-80E880E22957}"/>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0B98E4A1-0D5B-43E8-8ED8-26FB44235B05}"/>
              </a:ext>
            </a:extLst>
          </p:cNvPr>
          <p:cNvPicPr>
            <a:picLocks xmlns:a="http://schemas.openxmlformats.org/drawingml/2006/main" noChangeAspect="1"/>
          </p:cNvPicPr>
          <p:nvPr/>
        </p:nvPicPr>
        <p:blipFill>
          <a:blip xmlns:r="http://schemas.openxmlformats.org/officeDocument/2006/relationships" xmlns:a="http://schemas.openxmlformats.org/drawingml/2006/main" r:embed="R7c0ee5802b3b4b93"/>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E6DC060A-92D4-4E7B-95DD-D076E3F108B8}"/>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777A7CE5-0316-43B3-8F71-DEB1F4E92844}"/>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BBF6EBCA-2F7A-4A97-9B65-14704EE3D9B3}"/>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0016E29B-A1D2-408F-8D1C-915C52ACA6ED}"/>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FBF24FE5-FAA2-4EE5-8799-C4666CDADEA1}"/>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26E85CC-5611-4B0E-A671-8B0BB9EE5697}"/>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AD7153CA-A1DB-4D54-A1CF-D9D85D3FF8B1}"/>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AC07A7B5-D5F2-434D-9F32-4BD072FA78F1}"/>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8558FCF5-1828-49D8-AF8D-04334D957520}"/>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6B637ADA-4426-4675-8250-AF8B57878E4F}"/>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E16EFAA6-50BA-459B-9DE5-0ED4324081F6}"/>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50E7C2FE-3DE4-4F1D-8A3A-02CD289FAC9F}"/>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CFB428E-D324-43D5-84CC-A0DE1FA49190}"/>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696A1C69-5C3E-42C6-B332-278A9D38DAA2}"/>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EBAD843C-C8AC-4DA7-B114-557C67344D39}"/>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490E3413-FEF7-4906-BCBD-DDBDDA902059}"/>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9AC7DAE8-7E2B-4906-8D10-7F7A519E16B7}"/>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E5FE044C-34DC-443D-A312-6C4F520D7705}"/>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33253540-1C6F-4083-8F93-FC09D1E0DE99}"/>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B0BBC65-49D0-4907-8BB6-B890A09EBA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93720998"/>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A53D7E3C-B680-4DF9-A9F0-8C9C83D900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5590C774-CC11-406D-A0F4-04416C5833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Task에는 불필요한 정보">
            <a:extLst xmlns:a="http://schemas.openxmlformats.org/drawingml/2006/main">
              <a:ext uri="{FF2B5EF4-FFF2-40B4-BE49-F238E27FC236}">
                <a16:creationId xmlns:a16="http://schemas.microsoft.com/office/drawing/2014/main" id="{70EB9BDF-C04E-46B7-ACCF-DC053DE3E0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0B620940-0DEF-4865-B74C-076B19CCF4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78828DA9-BA36-404A-8233-87365BE87C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BE7FC4E4-44C4-46DF-B166-01880CB60B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301932BE-D6E4-49CA-8F00-25EA284D31A1}"/>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CFE28628-DB31-4DDC-8796-E78AD59356F6}"/>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7D5A1B8A-F2F1-4D8B-A45C-4B2B2CF85E83}"/>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D878FAD8-B2AA-4778-9D03-F578C80F6923}"/>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DB93D98A-9615-4356-A65B-883B5504953C}"/>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73B1E0B8-A053-4159-B4A2-02359597EFE2}"/>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9F8F052E-85B9-45E4-8244-C4C72DD438D9}"/>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5ECF16A1-3120-403C-992E-0BE86B558299}"/>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D705CA35-7CA1-42F8-BBCD-248ACADAE3B5}"/>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F3324136-5680-4098-B216-B4E4D9FBCB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922224"/>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1FB1D885-4FF4-4376-9407-C3CC5DC72D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74CEF136-559B-423C-AECB-5851AC0D92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3FA23AAA-594D-4DA5-83DA-C2C11EF724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915B33D-E8EB-4933-BF91-36D82F4BA1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2A6C0D68-1BBE-4F01-9DEC-9FC3630D0B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E377785C-417C-4E9C-B831-22EA9EDE02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F97B500F-0D71-4A3A-9DD2-08B10D829B2F}"/>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3F3812B0-F00C-45C5-AF6B-F6032F0D7A25}"/>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3A1EB290-3A5D-483E-80A2-9A1C7B81EC8E}"/>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BD26C119-2B4B-4B29-8DC8-76D58BEE9E01}"/>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D5B4983B-13D1-48F9-B3D3-43EE1A58C7E3}"/>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DD389423-CC7A-45BA-A19B-FCB0621D22B9}"/>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8E914222-3CC2-494E-AB05-8D3750DBD449}"/>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8BE6D352-0A2F-4407-814D-6572687C0A21}"/>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49BEA043-818C-4220-A29A-C072F83E5843}"/>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EAB9542F-860D-491F-976B-F7C41A82302C}"/>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F483380F-4017-47B5-89E3-72F3076E1529}"/>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70CEC5E8-2D7F-46FB-80C0-C9D42D5AADC6}"/>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483A576D-5D2B-465D-A8CE-3042F876A0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0172076"/>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2B8BA87E-0320-4544-934B-1DAF3685A3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4219ADB6-A678-497B-9166-6FF1AF1885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223757BF-1561-4700-A6C7-F425004F30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1EAD2439-3321-49C3-BCEE-C29D63EA05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D6EE249A-395A-41BB-9145-9DDAE80AE8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E8099EEE-037F-43E8-9473-0B6CFF2A81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81D9736D-2413-4385-8765-BAC5A0EC94B1}"/>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7F148375-4D11-4DBE-BBC3-3B7368908E5D}"/>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95ABCC76-42AE-4BF8-BCB4-3CA420852E17}"/>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8417FDA6-016F-4C3F-A8BC-5031F44BBE94}"/>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85F75DE4-6258-46E1-ADC6-11C9F7010A06}"/>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6C72C381-68EC-4A98-B165-738BB8DDBF3D}"/>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D09B81C3-DD4F-4D1D-AB99-71F14EB831F6}"/>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6D10C1A0-FE47-4D9E-937C-B1844F936882}"/>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7121262D-D146-4677-B38F-D884FF97B2C7}"/>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0E66189A-58AC-4869-863D-41D39AD95D2D}"/>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1495C35-56B6-42AB-86E9-9E285C7C5BED}"/>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F37F3F16-1166-4E4A-ABEA-26AB6D81CB1A}"/>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A6BE02A-A661-4FE5-9EC3-E5CC91014815}"/>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D76B069B-C197-45D2-A2EF-D69A8136C7A5}"/>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4A947E5-2417-469C-88BF-25E630DE3FBE}"/>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8173AA9-69E6-4313-9C63-9884CC2D852E}"/>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F9929142-8E40-4CF4-B459-C479315F6CAF}"/>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78BB56CC-D925-47D3-87DB-8BA08F99C283}"/>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7897D27B-52EA-4E5C-8CB7-3CF95F700E5D}"/>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33871DA3-5211-4A69-821C-92F3B27B003A}"/>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3195219-C3EE-4184-B13D-83C1A1D38A14}"/>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74B681F8-6107-4DAE-877D-AB3E3BBF2830}"/>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EF92655D-3048-4F92-B104-31678A90AE79}"/>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FA82253C-19D9-4AFC-8209-58AB58BE2B29}"/>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7AB9D25B-F163-4DFB-8B35-BA74FC6FBD4D}"/>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A2BA5EE3-F7E1-4707-A674-2D528022E936}"/>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942CFC6B-7252-41AC-AA4C-63913DED6FB8}"/>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2289628B-3770-42FF-925D-F9E3327F742F}"/>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7238416E-4B0A-43DF-A90B-633C705B226C}"/>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8D3A4EE0-F662-4CBF-B506-FE2453DD51ED}"/>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32181554-0554-4EE1-982D-68DD51DBF9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66950225"/>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AFCED8B5-AAAF-433C-B65D-6C4AB112C9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434DEB7F-9239-4951-8036-A4506E456A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6355646C-EAB0-4D7A-BD4F-5301661C7A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6DE6EE20-91F6-4419-8CFF-7D19AF10CB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B1F86D51-07FA-462D-A77E-36C24BE72E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EDF1BB07-51AA-4B12-A816-B1031E24D2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A5E92848-6317-41B2-B3C4-1DFAFDE59BD6}"/>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92E9EC21-EF44-4466-89D3-DF6591E6E1A5}"/>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BECFA909-3106-44D1-B3E5-D1C87DE316DA}"/>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8514921F-6102-433E-AC55-5A43BCF8F44F}"/>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4084AD8E-38CC-4616-AF07-5D3577F1DE12}"/>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9285619-CEB9-4910-B61C-DFF9B5C224D2}"/>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7785F8D6-CDCD-4CC9-BC03-3111BDCF3382}"/>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B0C9040A-1F59-4739-8E0B-3DE9B2BE07D3}"/>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93A27565-B718-4E85-800B-AD358A240AA0}"/>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9DF2ACAA-ABE2-44B6-8FB7-19497DA0486D}"/>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189ACC2B-B6B1-4120-B4AC-E1335EC3D1E1}"/>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7AD1E357-C5CA-43BB-AF2B-0623C65611D7}"/>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39585267-2730-4991-8180-6C9996A0B31B}"/>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9F402410-6F5F-46BE-8692-26F7166D91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5562560"/>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C95789F1-97C1-41FD-91FD-1365A9BEBE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83419F77-E599-436E-A2A5-A59C891AD2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CBFAD282-E8E2-4875-8703-98F3BB0E60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1013FDF6-12E8-4464-8650-4A79DBB1E9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9EFE54EC-434B-42A0-8A62-F729D839C07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35D010F4-70C0-44A1-BF76-35D53C4ED5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E3856892-8BC5-4984-8211-1E4019614823}"/>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D496B33A-BFD2-4449-9DF2-995D54226105}"/>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5B9502E7-1B3F-482C-87CE-D7335C2BF742}"/>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E7BDE105-B3E3-4EE5-B8B0-DD76ED9A7277}"/>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B33B6050-0087-4DF7-985E-780D527AE161}"/>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BE17C295-1270-4A00-9E8D-A8BFA8582CC7}"/>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13E19E8A-037F-49F3-85DD-71A63BE9F071}"/>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B8BC6E31-775E-4BB8-8992-9F6C0BA81200}"/>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425C8040-3E1A-4A5F-AA9D-93B2A43882D6}"/>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721F9C1F-65FA-4685-8E38-0CCD6D1DC2D2}"/>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84E91252-8B45-42FD-A20A-A2F7F82B0148}"/>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69DBF411-99B2-452A-B0A3-D848ED50CBAA}"/>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1B2F776C-2B75-4967-9493-36A76F86E6C1}"/>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F172007D-1AFB-402C-AE97-84E43A59B443}"/>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9F2D2A95-E28E-4415-8206-9F4CA4B02101}"/>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32B8C2E3-1752-46AB-8BB4-17471B651FC1}"/>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D6823295-73B5-4A9C-9A59-1521572381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02059285"/>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100783B4-BA68-4AA9-BDB2-205B341950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C54B1999-04D6-4D09-A8ED-C2FAAA5589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AE2706D3-6A83-4C9C-BD06-1D939F21B3A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E7209D2F-8F8D-4371-9D55-9DCA48EF93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3CC8767A-B28D-4772-A92E-00AF7B8BAB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4D054CC0-26CD-4E8D-A304-997F7BB244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EB416009-1531-456A-803F-2C1426130035}"/>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419F15C1-6B9D-4EF1-AE60-35E9BE8771EB}"/>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6BC1A41A-B1C0-4BE1-B60B-A4E197076F48}"/>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E408AE81-913C-4D1B-BA9B-5377CD3063A0}"/>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91D69E7E-3429-40B4-8608-7A73BC47E25C}"/>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9A41055C-A69D-4F3E-98E0-6208EC5AB579}"/>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A6C7D342-E6D1-4878-B405-3BE2E2E25D52}"/>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8CB7F413-068D-483D-98A0-1DB28BEA6BAC}"/>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5BE2A3AB-C441-48D9-8F99-C729887F381F}"/>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2670604E-8A16-40E9-B092-DEE34C7E4813}"/>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F759AEA4-9EB7-42EA-9CC6-E097E27BB6B9}"/>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978A3DB3-3B82-43E7-A746-7BFCEB414CE1}"/>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74F4CB37-45E4-4215-9E08-F592A6F96694}"/>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B68B7028-6F28-422C-B6AD-0A30A3B55379}"/>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231B3937-101D-44CF-B401-2616EF29A9EA}"/>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86EA284D-3FB5-43C5-8FC0-4C6984B86C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84051509"/>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9ED9006E-7D76-411D-9840-4B172CB9ED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0DB943F8-C72F-45C9-85F3-536F3BCC51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5EC256CB-DF4C-45FD-9C19-CD67D2535B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687FF102-5CD2-40E1-9CAA-0D9603B11E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0B16939F-B05A-4B1C-8D29-496CE67069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B7B5D7BD-D278-4E50-9612-BF4722117F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2E919871-C20F-416D-8755-C609BB24E345}"/>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651628A3-65FA-44F7-8275-3BDCC405906C}"/>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8D67516B-8290-4DAE-8732-6DA3BCC7284D}"/>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18F370DA-0383-4643-9447-702E4F46FFCD}"/>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5FF939D8-7D28-46E2-B46B-69E2C1069349}"/>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2EA9233D-025B-4054-9F6C-A7ECD13A179B}"/>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55B1605B-42EC-4B88-95D6-E64FEE08081E}"/>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97CCEED9-386B-4129-A9D0-B8BBDF3C58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77029584"/>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0EF6CBEE-7552-49FA-90B3-553BDD9418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C6F9604D-9D43-4956-8C37-AC366F98C8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502A9363-78D5-4053-945F-D14690CA5C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4206B3CC-1D6C-4879-96EC-DAB95DE5A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A75BD169-A0C7-4009-A9DC-A7A0B675AA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7923FCF5-FA9A-4896-BCA0-A7CF9BAD96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3E4D913A-AAFD-4577-9AD8-34D354857CC2}"/>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A567509F-B4BD-49AC-B24B-F4E07701688D}"/>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24E61917-A0E7-4D63-BD75-626141ABE252}"/>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BC62FEEC-9882-4267-8991-3567D2A96428}"/>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514DA784-FBCF-402A-BD1F-C2B19C562DDF}"/>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1CEAF8F8-CCB2-4E71-BFDE-0E0AC0DA3CDD}"/>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74E3D3F8-A417-46AD-892E-206B65801A47}"/>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ACFE5AF7-60C7-4804-BA07-756499EA0277}"/>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EE2B1DF0-28AC-4B54-9DCC-71D9D2860F51}"/>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DBEF5031-9D44-4573-9208-BEFE8A66E9B6}"/>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3A489721-85F3-4802-827D-04064632E1DC}"/>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B635F54E-D425-4D02-8213-C0F74D316844}"/>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4FB2F35E-58B2-4287-9A68-8876DCE42E33}"/>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3A2F0302-977D-44D7-8D7E-37DC6D1AC62F}"/>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95DAEFF8-43DA-4D7E-ABC7-19C73E808EC3}"/>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C0DA42AA-286F-4683-A7D5-3BF39500014B}"/>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36B4EC89-0644-4280-90CE-079709405D74}"/>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095A1797-58B3-481F-8494-289B25740C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97732220"/>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F6D6BD6B-51B5-4E25-879C-7C3138F1E7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80B11421-EAD7-40BD-BB3A-D76D1E9D4D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AF4D35BF-6C5A-46C7-818E-BE48A2662D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351517BE-F09C-4BB7-91A0-F409A134FD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692887BA-D387-46BE-BBDB-04906BB6B1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ECD8E42C-753C-4119-BAF1-A9ABA0479D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FAE6F9B9-977B-4CA3-9B32-CD3C45A56AA5}"/>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B06A32F6-1190-4F91-8A14-233BEA8CA4F2}"/>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621E471D-543E-4A1B-A95B-7A604E2D57DF}"/>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D78B1D07-D639-4896-9262-73E66BCAF445}"/>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59B135E5-125F-4C8F-A052-87CBC4E8F59E}"/>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4FB0B469-6058-4A57-A2D3-2258CA78AB52}"/>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C73CA2A8-08DB-45B2-9FF2-541D98365F04}"/>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39963383-97DC-4DDB-B6BD-7C5949BF408E}"/>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9AE2058A-4912-4879-828D-5C590223CE09}"/>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6F0D082B-AC27-44DF-B3F3-C68E8132B0AD}"/>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9A7AD79F-16EC-4ADF-A669-86CE1E95AB7F}"/>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D17707D8-2199-4085-989B-6663758FEF29}"/>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53A58096-6868-4F9C-A465-68DA52AFA3A3}"/>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6D9EA4FD-D9FE-404C-8590-1ABBBAC6D90A}"/>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B4D577EF-30D9-4D5F-889E-F1B1A661CB9E}"/>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68D70325-C347-4E06-ACB9-F96A813A175D}"/>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F621E172-579B-46D7-9C3A-C0C3199693BF}"/>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933DE91A-E02D-4BEB-AC44-1855E62916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11935400"/>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5027CE5C-0E84-466E-BBD5-0E568B34F8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D224E41F-59EA-43AC-B1F4-76C5DBF9B8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68176081-A306-4A79-9A1A-2E9E1468D9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ABF16257-0CA7-44A3-A212-AFB268BBFC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190F3E4A-88C6-4BA1-831C-A559FB360C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46852002-1B6F-4D37-930D-CA5EAC528A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8CCF5C79-987F-4C8F-A37B-9CA5648AA522}"/>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9060BB9E-1751-4BF5-BA13-68DB61D9F8AF}"/>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E5B106C4-1EC9-4941-97DB-FEA5DF4ED549}"/>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D8E6F8A7-2849-4311-A287-2A9DED417FFB}"/>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31EBA975-6C9F-46F8-9D2A-4123908DEEBD}"/>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BC31E820-5F55-47D6-8F1E-D4F7B2C20ED1}"/>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9D895820-FDE4-42BC-BAE7-B3AB63FEAA77}"/>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8E1BDB36-DDF2-4D23-9B73-7362208B1B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09625550"/>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1275451C-5F23-48AA-9606-6DFB65FE0B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47">
            <a:extLst xmlns:a="http://schemas.openxmlformats.org/drawingml/2006/main">
              <a:ext uri="{FF2B5EF4-FFF2-40B4-BE49-F238E27FC236}">
                <a16:creationId xmlns:a16="http://schemas.microsoft.com/office/drawing/2014/main" id="{E53D2CB3-957A-48F1-B460-5BED42CAC8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Performance Task,&#10;반복되는 절차">
            <a:extLst xmlns:a="http://schemas.openxmlformats.org/drawingml/2006/main">
              <a:ext uri="{FF2B5EF4-FFF2-40B4-BE49-F238E27FC236}">
                <a16:creationId xmlns:a16="http://schemas.microsoft.com/office/drawing/2014/main" id="{A2D0971A-5893-4B08-8EE9-1A39E7DA2A44}"/>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B5D86358-E038-4B3D-9B2B-75DC24C5B6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BC968D88-7886-4CB0-BD16-A1700C38E9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833C944F-C5E4-4611-B51B-17EAA88CB0C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D1B16EDD-D1EE-468A-957E-EEB860005816}"/>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BA9B8906-0098-428C-AC64-E474FCC50905}"/>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E6692679-9E39-4531-AF2B-1862046A27C9}"/>
              </a:ext>
            </a:extLst>
          </p:cNvPr>
          <p:cNvPicPr>
            <a:picLocks xmlns:a="http://schemas.openxmlformats.org/drawingml/2006/main" noChangeAspect="1"/>
          </p:cNvPicPr>
          <p:nvPr/>
        </p:nvPicPr>
        <p:blipFill>
          <a:blip xmlns:r="http://schemas.openxmlformats.org/officeDocument/2006/relationships" xmlns:a="http://schemas.openxmlformats.org/drawingml/2006/main" r:embed="R29f29ea063e941fa"/>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19E23D78-C795-44F3-BDD1-9A385AD3B141}"/>
              </a:ext>
            </a:extLst>
          </p:cNvPr>
          <p:cNvPicPr>
            <a:picLocks xmlns:a="http://schemas.openxmlformats.org/drawingml/2006/main" noChangeAspect="1"/>
          </p:cNvPicPr>
          <p:nvPr/>
        </p:nvPicPr>
        <p:blipFill>
          <a:blip xmlns:r="http://schemas.openxmlformats.org/officeDocument/2006/relationships" xmlns:a="http://schemas.openxmlformats.org/drawingml/2006/main" r:embed="R22e77ab3b2314d50"/>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3F770CF8-74F9-4D92-B529-971BE1F72354}"/>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6EC64F3D-DAE9-468A-896F-D14C41C8DD81}"/>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EEF1B6D2-491A-4ECD-ADAD-AA6970E94F59}"/>
              </a:ext>
            </a:extLst>
          </p:cNvPr>
          <p:cNvPicPr>
            <a:picLocks xmlns:a="http://schemas.openxmlformats.org/drawingml/2006/main" noChangeAspect="1"/>
          </p:cNvPicPr>
          <p:nvPr/>
        </p:nvPicPr>
        <p:blipFill>
          <a:blip xmlns:r="http://schemas.openxmlformats.org/officeDocument/2006/relationships" xmlns:a="http://schemas.openxmlformats.org/drawingml/2006/main" r:embed="R8b47b7b4b15e4d94"/>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FBBE276B-92A4-4741-8C85-025CEC8AA6FA}"/>
              </a:ext>
            </a:extLst>
          </p:cNvPr>
          <p:cNvPicPr>
            <a:picLocks xmlns:a="http://schemas.openxmlformats.org/drawingml/2006/main" noChangeAspect="1"/>
          </p:cNvPicPr>
          <p:nvPr/>
        </p:nvPicPr>
        <p:blipFill>
          <a:blip xmlns:r="http://schemas.openxmlformats.org/officeDocument/2006/relationships" xmlns:a="http://schemas.openxmlformats.org/drawingml/2006/main" r:embed="R4eb0be64c7b048b9"/>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3A1DEEEC-1BC5-435F-929B-18FF848F86D2}"/>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C5269A05-DEFA-41D0-AD03-EF94A7E977F8}"/>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FFDF0673-F822-4CC2-9982-E004BF75916B}"/>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467A369C-C37E-4EC8-AB6D-2EF73C452A86}"/>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8FFA4880-D336-45E4-816E-65213495F507}"/>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7291725A-50A7-4FED-93E2-85ACC60F41A2}"/>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071C330E-05DB-4414-818B-5AF8669C762C}"/>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0A85D255-65C9-46D5-B7EF-8B89E880F1E4}"/>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F754010C-239D-456C-B4F3-8DA1C1DF50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341470298"/>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D280FA3B-1EF8-4680-AAF0-45E2871C32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8">
            <a:extLst xmlns:a="http://schemas.openxmlformats.org/drawingml/2006/main">
              <a:ext uri="{FF2B5EF4-FFF2-40B4-BE49-F238E27FC236}">
                <a16:creationId xmlns:a16="http://schemas.microsoft.com/office/drawing/2014/main" id="{A160B3A3-8BE4-497B-AEA7-789252C6E6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Project 사실과 작업 절차는 다르다">
            <a:extLst xmlns:a="http://schemas.openxmlformats.org/drawingml/2006/main">
              <a:ext uri="{FF2B5EF4-FFF2-40B4-BE49-F238E27FC236}">
                <a16:creationId xmlns:a16="http://schemas.microsoft.com/office/drawing/2014/main" id="{71F3BD8E-E30E-410E-8692-CC96928460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23B074DA-564D-4589-B06E-98141D9D0C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2D55A65B-5D4E-4F63-861C-EAAE643A5C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BED2E7E4-0045-43A3-BE77-A4A277BF1F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7EF64B2D-D000-4CB2-BBB5-34052FE3B1FA}"/>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443A11A1-6464-434A-AE68-D664D2A75E3A}"/>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0E189683-5FDE-4944-A3B9-1B171A2A4D2F}"/>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635D12D-C2A8-4451-AE45-6BEF492676BE}"/>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20C44F34-F42F-4B1A-A672-3624B8C95ED6}"/>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25070A91-93EE-45F7-90CB-A690D720EC91}"/>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156CA272-50CE-49BE-8C74-ABE52B5824B8}"/>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545F80D2-C872-4CAC-890E-F34530718B40}"/>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E5CC6AA9-F5AC-4B3C-826E-28E85CB2011D}"/>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D5F1ED8B-E64E-4B52-96CF-8CA26A63871E}"/>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BFDEC8A5-B20C-49C6-AF64-91066BBD8816}"/>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2F20B920-C788-4BEE-AE83-00D327A4CE08}"/>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424468BD-4A0F-491D-B0B7-EF225240607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5862534"/>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FF63C813-1A87-46B0-B038-1FEA6CCA89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9">
            <a:extLst xmlns:a="http://schemas.openxmlformats.org/drawingml/2006/main">
              <a:ext uri="{FF2B5EF4-FFF2-40B4-BE49-F238E27FC236}">
                <a16:creationId xmlns:a16="http://schemas.microsoft.com/office/drawing/2014/main" id="{C337ED05-A7DB-49D1-95BF-747E25A302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Task, Context, Workflow의 역할">
            <a:extLst xmlns:a="http://schemas.openxmlformats.org/drawingml/2006/main">
              <a:ext uri="{FF2B5EF4-FFF2-40B4-BE49-F238E27FC236}">
                <a16:creationId xmlns:a16="http://schemas.microsoft.com/office/drawing/2014/main" id="{8969D429-EECD-4FED-8CEA-2E519FC77A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0E5C0D73-6E65-4D5F-8C13-833E731252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286D9F19-16FF-4566-AC7B-75710FA64D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38D13DC6-973B-464F-9F5F-B76B6EF162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64494D5C-6EF6-483D-B1B4-71FD8A27D329}"/>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78C2E920-F48E-4631-9083-675818E89760}"/>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4551E9EB-693B-46E9-8B2B-72002A86FDCE}"/>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A7064ECF-4199-4FC2-8ED3-00D970F23F81}"/>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72440DA3-A77E-436A-A2B4-C912473853FB}"/>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1196FA4D-7AD7-4965-BBC0-544271DDCFEB}"/>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0CFF2A15-C31E-447D-9DE8-6C2084377CE3}"/>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768097B1-E2B3-4C28-8212-AD7EA6812026}"/>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BB1D3210-2AA5-4373-91B9-2899B377BCEC}"/>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283300F3-637D-44FE-AC6E-424BBF9FC06C}"/>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F7A4FE56-51F0-4AC0-958C-688803490735}"/>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A9DAAD9E-F380-4600-A2D4-E8D70B428D55}"/>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EE223B7C-9316-41C4-8D31-0E41275FBF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52299243"/>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2681FACA-F257-4E7F-97B1-889F29F4F7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0">
            <a:extLst xmlns:a="http://schemas.openxmlformats.org/drawingml/2006/main">
              <a:ext uri="{FF2B5EF4-FFF2-40B4-BE49-F238E27FC236}">
                <a16:creationId xmlns:a16="http://schemas.microsoft.com/office/drawing/2014/main" id="{6E9CEDAA-3495-4E7F-A61C-61933E2E1D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반복 절차를 Skill로 옮길 수 있을까?">
            <a:extLst xmlns:a="http://schemas.openxmlformats.org/drawingml/2006/main">
              <a:ext uri="{FF2B5EF4-FFF2-40B4-BE49-F238E27FC236}">
                <a16:creationId xmlns:a16="http://schemas.microsoft.com/office/drawing/2014/main" id="{A0AA1703-175E-43D2-B74E-C76F80BE87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454E9BC1-890A-4FB2-957B-DE445C296A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2175CF1B-8187-4625-9363-F630858AB7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F852F917-13AD-45CF-AAA4-0CC02573CD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1969D2AC-AA56-4A81-848F-04ABEE788ED7}"/>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AA921317-1FA6-4A62-9D31-EC9DBB867B63}"/>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7E307BDA-1BB6-4B95-84E0-01C5FFBA092E}"/>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D9D1BB09-430E-4F97-9E0C-4F35EFE6FCC5}"/>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A95486F5-0826-4251-A16F-AC8F1551BF2B}"/>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826051AF-8945-40CC-A679-FF74B8BB1066}"/>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9AC5D7B7-7486-4327-B736-625149CA9A8C}"/>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B5BEC8D0-B42C-4A6A-BDE6-8FE9D0E2036A}"/>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435F1882-0C03-4029-B26A-3D6CEA0075E3}"/>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07639937-5416-4B79-9995-D76FB93D8063}"/>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87B19386-5A5B-4521-A8DC-61817279D9E1}"/>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7413C1E3-E1B1-43E5-A4F6-B79FBF739F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55788137"/>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73EF85C6-DC08-4755-BC96-B4270ADB69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1">
            <a:extLst xmlns:a="http://schemas.openxmlformats.org/drawingml/2006/main">
              <a:ext uri="{FF2B5EF4-FFF2-40B4-BE49-F238E27FC236}">
                <a16:creationId xmlns:a16="http://schemas.microsoft.com/office/drawing/2014/main" id="{D5118F14-34D1-4284-AF52-AFC0895C9C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Skill을 어떻게 발견하고 호출할까?">
            <a:extLst xmlns:a="http://schemas.openxmlformats.org/drawingml/2006/main">
              <a:ext uri="{FF2B5EF4-FFF2-40B4-BE49-F238E27FC236}">
                <a16:creationId xmlns:a16="http://schemas.microsoft.com/office/drawing/2014/main" id="{3819C043-98F1-4D25-A88B-FAD160F156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AD305EC0-5940-4222-8F28-4FF3D9B073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C679DDDF-C18D-4930-B54C-588F21524B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4426F3B6-13A3-4E35-8683-E0AF8100D72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F9F5D638-9188-48F6-8522-CDF41E5EDB9A}"/>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4BCD0AE9-9C52-4C87-AFB7-A6B7F7354EDE}"/>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DD639048-E612-4797-BC12-353CCF76E36A}"/>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85A37BC3-DF79-498E-A201-82DFD3BC22F3}"/>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A4A37B7E-7D5D-45A8-A2E7-C5A5036E9DDD}"/>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38A803A9-4C9B-41FE-8D63-C171E6427EEF}"/>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E39B70B2-522D-4D71-B7A0-2B483FFAC67B}"/>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19094CB8-7A86-4C18-BFA0-401CAB1AA185}"/>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411D3986-76C9-433A-B128-92FEA6BC0208}"/>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B3A1AB78-3005-4287-9DEF-B35005CFD9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55411256"/>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E74DFC6E-CFE6-4375-A25A-7B53481747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2">
            <a:extLst xmlns:a="http://schemas.openxmlformats.org/drawingml/2006/main">
              <a:ext uri="{FF2B5EF4-FFF2-40B4-BE49-F238E27FC236}">
                <a16:creationId xmlns:a16="http://schemas.microsoft.com/office/drawing/2014/main" id="{1664C6B6-5249-470A-AF10-26186BE69E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절차의 책임이 Prompt에서&#10;Repository로 이동">
            <a:extLst xmlns:a="http://schemas.openxmlformats.org/drawingml/2006/main">
              <a:ext uri="{FF2B5EF4-FFF2-40B4-BE49-F238E27FC236}">
                <a16:creationId xmlns:a16="http://schemas.microsoft.com/office/drawing/2014/main" id="{6A614CB4-87B9-4DA4-8604-DB62AA678DC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7D7036C8-3401-49F4-97C8-21EA6A023FC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D0BBEFCF-2506-4237-A7BD-C94DB79DD4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1E261AEB-4543-4E64-BF35-01F7B49353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1F2BCAB3-35E2-4AF2-AAE4-ECD4E44E40D7}"/>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5703DAAF-C2EB-4FB7-B464-033FE8C6FB6B}"/>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C828C688-8498-4EBE-A6D0-D45E9B3E8996}"/>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58F6E52D-70A0-4C49-90FE-35C0F6415F17}"/>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DEEC720C-0793-471A-A3BE-288C2304D108}"/>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7E5B1618-E349-47CC-AC23-9BD1C573E84C}"/>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97F665AB-BB8B-43E3-BAF3-28704B55DD45}"/>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5DC2FC3A-E5FE-4DB7-B743-E4CA4CE5FB38}"/>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5F2437FC-0F48-4EEE-8947-739803AA0AB7}"/>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F837A67D-9D28-43C6-99BD-799F56DF3228}"/>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B783CD95-938D-4FBC-839E-D345DCD19EA2}"/>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049EE693-AA0F-49B7-9995-29CC8836804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07459498"/>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81C02873-9CE5-448E-BA49-64F1030C0F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3">
            <a:extLst xmlns:a="http://schemas.openxmlformats.org/drawingml/2006/main">
              <a:ext uri="{FF2B5EF4-FFF2-40B4-BE49-F238E27FC236}">
                <a16:creationId xmlns:a16="http://schemas.microsoft.com/office/drawing/2014/main" id="{A7A003D8-EEDF-43A0-8CB3-8C4783E8CD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답을 담지 않는 Workflow">
            <a:extLst xmlns:a="http://schemas.openxmlformats.org/drawingml/2006/main">
              <a:ext uri="{FF2B5EF4-FFF2-40B4-BE49-F238E27FC236}">
                <a16:creationId xmlns:a16="http://schemas.microsoft.com/office/drawing/2014/main" id="{10B4FC8D-2167-44AD-A689-26942CEC46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CBA6217E-B191-4240-9A62-45E06603AD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7F5A915D-D26B-418B-A42D-03F3AC5F3E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81F61C1E-3383-45CA-9A04-AAEC64F8DE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BD24DDEB-3083-403C-8FDE-B5D2FAF88B8B}"/>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E969B4B6-AF54-4EF8-B6FD-D19E43B6012C}"/>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2115281B-6203-40F9-8C82-25C5CEBB7B1A}"/>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C0A762F8-E872-4750-9E3F-C41473274040}"/>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FF2B483E-F5D5-4435-8DA4-7BA322718072}"/>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2BA1514D-D1E0-4E4D-B89F-A4F9AEB03246}"/>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444519A5-4FC8-4893-BA0F-FF055B4D4000}"/>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4B694BD4-3B5F-4F13-B939-7D0629ABF19F}"/>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5640813D-F54E-45CD-9755-17D20C3195C4}"/>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D7993E1D-138C-4267-90F5-9AD58B093D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895127379"/>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B85666EB-D0B6-498C-A9B4-D8B976D100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4">
            <a:extLst xmlns:a="http://schemas.openxmlformats.org/drawingml/2006/main">
              <a:ext uri="{FF2B5EF4-FFF2-40B4-BE49-F238E27FC236}">
                <a16:creationId xmlns:a16="http://schemas.microsoft.com/office/drawing/2014/main" id="{7008C75D-56DF-41B7-ABE1-A55AE6CFAD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측정으로 후보를 고르다">
            <a:extLst xmlns:a="http://schemas.openxmlformats.org/drawingml/2006/main">
              <a:ext uri="{FF2B5EF4-FFF2-40B4-BE49-F238E27FC236}">
                <a16:creationId xmlns:a16="http://schemas.microsoft.com/office/drawing/2014/main" id="{06EC082C-48E3-4910-9A9A-FC71351345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6B8381EA-70EB-4C81-8E21-C9D42DB69DA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2E63A60B-6C49-4C0D-8C6C-F20CE9184A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780DCF83-9406-41E2-B484-DC204296087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E951D900-3868-43FB-9102-A264C7A6DEEC}"/>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25359DFB-D87D-43CB-980A-FC021CF2BE2D}"/>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C9FDFDC9-F9A4-4C72-B51B-EFF8C066E834}"/>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C500B783-3B5E-4132-B49C-D2B9A37DB25F}"/>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C0253181-1D5F-4E44-87D5-12217FE5412C}"/>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E256178D-224D-4501-9927-49CDD4970158}"/>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D2F7DF07-5FF2-4D39-952B-AED7E081A61D}"/>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13385B8E-E969-4835-AAE8-91E82B342BC2}"/>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EE939663-027E-45F2-85DB-B1EC0DBA29FF}"/>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475B613E-847D-4941-83D1-2C8D0A45251D}"/>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87B4F259-5DEA-4AE7-B0BC-45FCFE8B1489}"/>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D7A08B1A-8193-497B-8184-2CE7A93ECC8C}"/>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F51F4EAD-D228-470F-9E2D-47E3F00C86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403004073"/>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BE9AFA69-926E-436A-9739-49DE1E24DA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5">
            <a:extLst xmlns:a="http://schemas.openxmlformats.org/drawingml/2006/main">
              <a:ext uri="{FF2B5EF4-FFF2-40B4-BE49-F238E27FC236}">
                <a16:creationId xmlns:a16="http://schemas.microsoft.com/office/drawing/2014/main" id="{30C783F9-BBB2-44B9-A750-ADEBE60A8F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Working Harness Success">
            <a:extLst xmlns:a="http://schemas.openxmlformats.org/drawingml/2006/main">
              <a:ext uri="{FF2B5EF4-FFF2-40B4-BE49-F238E27FC236}">
                <a16:creationId xmlns:a16="http://schemas.microsoft.com/office/drawing/2014/main" id="{A2E9B69F-C190-469E-9199-D11EB702EA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416C7F8C-942D-4F58-97CC-9F9D1161CF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A5DB7245-EF68-4030-A4BF-488EC8F48D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460698FB-9F34-4384-89E5-0A2AA81899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167E6178-1AB3-4358-AA77-F9FAC6AA0C52}"/>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EBB3960D-9B45-4119-A97B-63FB84A24C32}"/>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5C27C772-9E95-4863-86B3-DA439634B681}"/>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E3BC6EC6-774D-4586-9194-02E96CFEBAFE}"/>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39965a87f5744cfa"/>
          </a:graphicData>
        </a:graphic>
      </p:graphicFrame>
      <p:sp>
        <p:nvSpPr>
          <p:cNvPr id="11" name="">
            <a:extLst xmlns:a="http://schemas.openxmlformats.org/drawingml/2006/main">
              <a:ext uri="{FF2B5EF4-FFF2-40B4-BE49-F238E27FC236}">
                <a16:creationId xmlns:a16="http://schemas.microsoft.com/office/drawing/2014/main" id="{7FB7422C-9AED-4BD4-BFCF-DA5C12EC6BA7}"/>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6654B67B-2AA0-4489-901B-4EBCE5093E07}"/>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D296C7E1-59E2-422D-A03D-215397738CFA}"/>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457B51EF-13DB-4B5E-A51E-850AA06EE668}"/>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A784C309-3065-4734-B588-08155D41E9B6}"/>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C2B67A4C-6FC5-4545-A588-782B34A216FE}"/>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0A861193-8927-4538-8103-0F687F70D866}"/>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96AA606F-F7E5-43EC-B08C-3FEC02452C98}"/>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25FDFDC9-84B8-4E13-8F6B-1DBE90DEF0F1}"/>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7E0D4FBB-9DA8-4D96-A959-AFF48EE75C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507632505"/>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0B19A160-C409-4EF2-9FF8-41943A4680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6">
            <a:extLst xmlns:a="http://schemas.openxmlformats.org/drawingml/2006/main">
              <a:ext uri="{FF2B5EF4-FFF2-40B4-BE49-F238E27FC236}">
                <a16:creationId xmlns:a16="http://schemas.microsoft.com/office/drawing/2014/main" id="{5C413EFE-6F42-444E-AF36-68ABD53F3A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이 작업에 Subagent가 필요했을까?">
            <a:extLst xmlns:a="http://schemas.openxmlformats.org/drawingml/2006/main">
              <a:ext uri="{FF2B5EF4-FFF2-40B4-BE49-F238E27FC236}">
                <a16:creationId xmlns:a16="http://schemas.microsoft.com/office/drawing/2014/main" id="{EC0EDF1C-17DB-4B91-BF95-50A19AC286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FD789924-30E4-46FD-942B-BB4802547F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847CBA98-2E4D-4370-AC7B-FE5E5E05B7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5F21B538-D85E-4E01-A4E8-D157078538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2B683598-EC44-4DAD-B510-9E61CB46CA21}"/>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372E10C7-0EE6-4B38-99F6-07D3D6A25362}"/>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A9B73310-633D-4A87-99BC-18D623ADB793}"/>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3CFB6337-90EF-4CA1-A9C0-3FC2DC45DC8D}"/>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82D5AF18-27A0-457C-BFDF-2B03A5A0D0FB}"/>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994CCB2E-E5A9-4F44-8B20-0748C4D6244F}"/>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B1DDB85A-159E-4731-B8D4-2EAB6841E92D}"/>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7E6D2D0E-11A1-4237-97E6-2CCF9E82B24E}"/>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FE65DE6-DF2B-4AF6-901F-8754A029CDE3}"/>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0C00149E-52DB-450D-8884-FF164974A5BB}"/>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55475BAB-9A20-4496-B0AF-C089E293B77F}"/>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1B3DE95A-C9AA-48C6-B7A6-6DCC78E3EE17}"/>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662B0D17-E2B5-4C73-950A-CA966D7074C9}"/>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34B05D56-D3B1-4629-80F4-0962ED26F23D}"/>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1DF84845-6E99-403A-A65E-D31D922AF7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20349373"/>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D1AD5B15-C88C-45D8-914B-9E74E6B14C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57">
            <a:extLst xmlns:a="http://schemas.openxmlformats.org/drawingml/2006/main">
              <a:ext uri="{FF2B5EF4-FFF2-40B4-BE49-F238E27FC236}">
                <a16:creationId xmlns:a16="http://schemas.microsoft.com/office/drawing/2014/main" id="{34A26EB7-8F07-4A5E-9CE3-6B24E48B1A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ubagent를 고려할 조건">
            <a:extLst xmlns:a="http://schemas.openxmlformats.org/drawingml/2006/main">
              <a:ext uri="{FF2B5EF4-FFF2-40B4-BE49-F238E27FC236}">
                <a16:creationId xmlns:a16="http://schemas.microsoft.com/office/drawing/2014/main" id="{7BE146E5-BC6C-4DC5-925A-F7CF82A42D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788FBC8C-107B-4739-AA60-4E6A2A5C4F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C3468C05-FB5E-464F-AA0B-152980A49E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B6B6FA06-21E3-43A0-B5A3-14A67D552D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748450C0-DE69-4C92-BFBE-2E862963692C}"/>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AD21DC01-E775-4EEF-899C-BAA0E89E5F5D}"/>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D586E528-2754-4366-BB24-A14345B72F4E}"/>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4FE9DC0E-6C24-4934-81AA-4AE5FB7E04EA}"/>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E071CB23-97F3-48B0-A99E-EF379E10BF10}"/>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7A8D0C19-E328-4C6E-8DFA-34200B29B0DF}"/>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67368704-F717-4509-84B7-6CDAB4CC464E}"/>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DF4DBFF8-537D-4C90-9565-704314B377CB}"/>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A5E494B0-7F6A-43E4-8EE3-ECB8D2FE5144}"/>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DAB2E526-72E6-4E3C-9915-CA10C8186356}"/>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5869DDFC-ED3A-41BC-8E6A-D747BED67C5B}"/>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8854D58A-AD51-449D-85F2-7BB5452F2094}"/>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866C1BCF-4F47-4913-82F6-793A9CD110BA}"/>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A0A38E00-623C-4E73-9404-29DF5ECB32A8}"/>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6770D8D0-A93F-42F9-A0E4-B9491A18B1A8}"/>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759B41BA-710A-422D-BB54-9AAFEE8F672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65494431"/>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B9A7AB68-C9E2-4E22-BCC6-87BC7F4DDC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8">
            <a:extLst xmlns:a="http://schemas.openxmlformats.org/drawingml/2006/main">
              <a:ext uri="{FF2B5EF4-FFF2-40B4-BE49-F238E27FC236}">
                <a16:creationId xmlns:a16="http://schemas.microsoft.com/office/drawing/2014/main" id="{3E581906-407F-4661-8726-7AE37C0DA8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무엇이 다시 찾기 어려운 지식인가?">
            <a:extLst xmlns:a="http://schemas.openxmlformats.org/drawingml/2006/main">
              <a:ext uri="{FF2B5EF4-FFF2-40B4-BE49-F238E27FC236}">
                <a16:creationId xmlns:a16="http://schemas.microsoft.com/office/drawing/2014/main" id="{9919FF94-A167-40B9-BB95-3328477055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F790C358-F018-4205-A622-949CD90FC2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CB4394AB-2062-46C4-B7DE-23B8F474AF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F2B0038B-1EEA-4CA7-BA68-497A64A86F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501261CB-2C77-4AF5-9475-5BC6ECEBE12B}"/>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C578487F-58B3-4DC0-ADFF-5C3D953894E4}"/>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748667D4-6C48-4502-9500-85E11D5D8892}"/>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3D2DECC0-B62F-4DEB-A1E3-D20E8B7760E7}"/>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423B0021-F28B-47DD-BE05-77645E79BE72}"/>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DFE75A8C-2DD4-493B-9C78-76BB5BDAE75B}"/>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D319C549-5993-4CC3-A1C0-B89F3DBD6150}"/>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1C89ADDF-FCB0-4EF1-8B87-A7765D42AB95}"/>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1A124A1B-CA48-4CAE-B6E7-295FD3FD1777}"/>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EE2005BF-9314-42E1-9F30-4BA413E81CAF}"/>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875250A4-8CCF-48C8-93E4-8689DE76434E}"/>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1E3142CA-3338-46F2-80FE-9D5DDE24A68D}"/>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0975D18A-811A-4A50-BAE7-D83B04F12DBD}"/>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9D2356AC-5F8F-4E1F-8F01-47DF377D3397}"/>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2FE5D118-02B2-4EEE-B8BE-DDDB05824492}"/>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2BE8D813-11EC-4513-8250-9E7EA29A8D4A}"/>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8B3A65EA-8331-4DCA-9C4C-4F21C69C328A}"/>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8360AB9E-FE8C-461F-B3A5-EB0AA645B095}"/>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6FDF03F2-76BF-45B3-80F2-DF10906736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83508144"/>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ECBF7CAD-0CE8-4888-88D1-7159871016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9">
            <a:extLst xmlns:a="http://schemas.openxmlformats.org/drawingml/2006/main">
              <a:ext uri="{FF2B5EF4-FFF2-40B4-BE49-F238E27FC236}">
                <a16:creationId xmlns:a16="http://schemas.microsoft.com/office/drawing/2014/main" id="{9F9B56E0-5D11-4EFD-9BB7-635914C3CA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Memory는 재발견 비용으로 판단">
            <a:extLst xmlns:a="http://schemas.openxmlformats.org/drawingml/2006/main">
              <a:ext uri="{FF2B5EF4-FFF2-40B4-BE49-F238E27FC236}">
                <a16:creationId xmlns:a16="http://schemas.microsoft.com/office/drawing/2014/main" id="{BCEC9C52-C70A-405A-A361-580B37F3CBA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4BC3DB3E-C5E2-4FE6-946D-7C19D6ACB3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0BE88615-85EA-40DB-B762-BAA9147918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18BF22FF-0C90-455D-876B-3EDF29AE34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02814754-092F-44EA-A6AA-EACC1E0BE408}"/>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EB2F0AAA-5AE8-465B-A8FF-F4F0D0DA7F24}"/>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D27EC77A-0AD3-4CF4-A5C6-5AB3D493A019}"/>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B2739139-8966-430A-B09F-0EACDFBF6E52}"/>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42C1284D-5A56-4275-817E-FDBA533BF1A8}"/>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9D6C3A63-139A-4820-84DC-044407A1D742}"/>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F036B7CA-3D33-47A7-B9D4-522C53861BAB}"/>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207F9F3A-68FE-4B03-BFB7-49D24975E5D8}"/>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E9BC4467-CD98-483C-9DD3-11A2BC860DE5}"/>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9775B9F0-7A0B-40CD-9A4D-1DC135A26A16}"/>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CF9980B1-3D12-40AE-9137-62F2F5880BB5}"/>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BFB26718-6B7D-4290-9D75-EDC8247750F3}"/>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44846129-62D3-47FE-B9DA-EE96F2AC1F34}"/>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AB7A968E-0DD7-4116-990A-2E393C298C2A}"/>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B95EF10F-C551-4707-B0EB-F9D50E291173}"/>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6A991EC3-F47C-4AE6-8669-67BC22CC7922}"/>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CF1FE6CA-3B69-464A-9082-617B34D7ED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26736376"/>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AB3F8122-8834-48BA-849F-9FED901E9B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0">
            <a:extLst xmlns:a="http://schemas.openxmlformats.org/drawingml/2006/main">
              <a:ext uri="{FF2B5EF4-FFF2-40B4-BE49-F238E27FC236}">
                <a16:creationId xmlns:a16="http://schemas.microsoft.com/office/drawing/2014/main" id="{EE8B5CD9-06DD-43BF-8A52-7693E3F74B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Minimum Effective Harness">
            <a:extLst xmlns:a="http://schemas.openxmlformats.org/drawingml/2006/main">
              <a:ext uri="{FF2B5EF4-FFF2-40B4-BE49-F238E27FC236}">
                <a16:creationId xmlns:a16="http://schemas.microsoft.com/office/drawing/2014/main" id="{60E42ACA-7807-4948-AF37-E0EECA517F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976A2642-6839-400D-8329-755C4FBBEE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B91CC292-E3F3-4F26-9BB8-7171D3C212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1C656716-DA90-4124-9C95-48D082B7026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26C0DD46-431A-4850-936E-3034337D18EF}"/>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4AECB286-12F8-40B5-8272-36A95FE12F06}"/>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6A97D43A-E7AD-4109-A275-056E593BECA8}"/>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C1BDCDF0-B10A-47AC-BAAC-60E0B8145180}"/>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866EEF23-3DD6-4700-9ACF-E2EA7EF6B7CF}"/>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E6E1BA17-0D7F-450D-8C15-5C31A1905A33}"/>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ACB09EA0-838F-4038-A702-1C14AA19A19F}"/>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229CECC5-CF4C-4A3B-B8CC-2EE0A08382C5}"/>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5AAC9499-4D7C-48A5-95C5-B1E8FC6F5800}"/>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C54B7DC9-B55A-41E8-A3AB-1B872E8BDABC}"/>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82A15DFB-ABD2-4886-BC60-2A89BAB47CDB}"/>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975BBD6C-CFC0-49A3-9BF7-A550CEA23297}"/>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7E132E7E-75B6-4943-B4EC-BB20395A854D}"/>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8CF91A54-123E-4646-AFC3-A091F4AC8837}"/>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CED35BB2-6876-4BF7-8082-E1BC5D8BD0BC}"/>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AD01C00F-5A84-4A75-B3D3-50A31374E49A}"/>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57FF290C-3680-4085-9CD6-912687F77869}"/>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2E4F6B03-C892-4F93-A2A6-1E5BE2A9CF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27113852"/>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12D2CBCC-5FC3-402D-AC95-6CA3E6E05B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1">
            <a:extLst xmlns:a="http://schemas.openxmlformats.org/drawingml/2006/main">
              <a:ext uri="{FF2B5EF4-FFF2-40B4-BE49-F238E27FC236}">
                <a16:creationId xmlns:a16="http://schemas.microsoft.com/office/drawing/2014/main" id="{63FF0877-4951-43D7-B4AB-CC7B8B511AC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Harness는 작업 환경 설계다">
            <a:extLst xmlns:a="http://schemas.openxmlformats.org/drawingml/2006/main">
              <a:ext uri="{FF2B5EF4-FFF2-40B4-BE49-F238E27FC236}">
                <a16:creationId xmlns:a16="http://schemas.microsoft.com/office/drawing/2014/main" id="{1FBC835A-AAEC-496B-B86D-8A7B5494F7F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185155AF-D7D5-4E18-A20F-48D0F7656F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4C12575C-E7CB-46F5-A5E1-B74C8D3C14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5BF74464-4F8D-4B23-B45B-2B011EED26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C48B01F2-E3D0-4D3A-9217-3AA026FD883E}"/>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58EDB654-65F5-410A-A026-E52A2CDD0DF9}"/>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44FA777C-E6C9-4EA6-BB47-418E563D00E5}"/>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69BECEEA-49DA-4BB7-83DA-9C50B74249C6}"/>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2EB229B1-BCDF-4123-96FD-D4A09E3286CD}"/>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C1554A4F-8CC3-4EF8-A436-53321CCD80DA}"/>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5E8A60B-20D5-4B9F-A8EE-96C87A148088}"/>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5AE0EBE-860D-4E17-AA7B-8E3DD577CCA9}"/>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A70DBBFB-937B-4776-982F-9BB9280F75C1}"/>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1F680AA1-5B12-4D33-B2B3-7E3BC51ED7D0}"/>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B1109C10-22A9-45C7-AB5B-DBC6083AF7F8}"/>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A9F6A4C7-6634-40BB-BB9A-9CC8B18F3C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59796372"/>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2A5173C6-A41F-4C1D-A364-78651722EF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2">
            <a:extLst xmlns:a="http://schemas.openxmlformats.org/drawingml/2006/main">
              <a:ext uri="{FF2B5EF4-FFF2-40B4-BE49-F238E27FC236}">
                <a16:creationId xmlns:a16="http://schemas.microsoft.com/office/drawing/2014/main" id="{1056644C-13CE-44AA-BA79-B75F702B41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Repository 밖의 환경도 결과에 영향을 준다">
            <a:extLst xmlns:a="http://schemas.openxmlformats.org/drawingml/2006/main">
              <a:ext uri="{FF2B5EF4-FFF2-40B4-BE49-F238E27FC236}">
                <a16:creationId xmlns:a16="http://schemas.microsoft.com/office/drawing/2014/main" id="{FDE4403A-2F35-4981-BE76-276CF17867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6F65ACA1-127D-4A22-B914-28DB35C0F80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455AC10-7425-437B-8926-CD09BC7B2E9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C979F938-548F-487F-992B-65B69C1DB8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82A39B2C-6A75-49DD-9149-3ABFF89F9FF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5C0E8929-1313-4EB2-A5A7-8AB9AFFC0DDF}"/>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59AC19AF-986A-42F9-95FE-4226DC85B1A4}"/>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6626B9B5-2AD1-4149-9C05-6081DD81C74A}"/>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34DE72E8-9C6C-4C4C-868D-14B2DDB6B006}"/>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9D459424-C4AB-4938-A348-EBDAA7432683}"/>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CE88A6C0-8420-4518-A928-44AD09F020CD}"/>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2E0956C3-27B3-4753-BD0F-3F330D5726C7}"/>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CFA15C8E-BF13-4070-83A2-4744EAA5E257}"/>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32E2BADF-42E8-4A2B-B478-84281953E175}"/>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DBC6B03C-01B7-4589-A1DC-914A6DC5EA5C}"/>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94B234C2-1B14-4C34-A87D-A02644EA9958}"/>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C6618DDC-1FF2-4AB6-857C-964F87AE0ACB}"/>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84AA3CD2-BAC2-4D2D-8C16-3C0711C30CAC}"/>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08F6975D-D441-4B8C-A721-EDEDE5A4AB68}"/>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2DC312BA-D9FA-4061-9FA8-0D87FC1AD5E6}"/>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02BA2090-7FEA-4A8C-BF0E-7E62940E73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66480168"/>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A28CECD2-6316-4EEC-B156-7D4F0C92917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3">
            <a:extLst xmlns:a="http://schemas.openxmlformats.org/drawingml/2006/main">
              <a:ext uri="{FF2B5EF4-FFF2-40B4-BE49-F238E27FC236}">
                <a16:creationId xmlns:a16="http://schemas.microsoft.com/office/drawing/2014/main" id="{A4790FF0-6A6E-4764-ACE8-336FA0B2D6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Engineering Pattern은 C++에도 전이된다">
            <a:extLst xmlns:a="http://schemas.openxmlformats.org/drawingml/2006/main">
              <a:ext uri="{FF2B5EF4-FFF2-40B4-BE49-F238E27FC236}">
                <a16:creationId xmlns:a16="http://schemas.microsoft.com/office/drawing/2014/main" id="{8F0D522E-983F-4C0B-8B54-2ECE5C3AD7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86B6C80D-084E-4607-9DCA-06A47992A7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A1463361-D2A0-4333-9181-3AD0B99AC6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6671B02C-D792-45EB-9630-06BA8241FC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67E05472-2ED9-464E-AEFE-3FF57DF3C1AE}"/>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28EAA673-F2B5-4BAB-AB51-C434F1642A58}"/>
              </a:ext>
            </a:extLst>
          </p:cNvPr>
          <p:cNvPicPr>
            <a:picLocks xmlns:a="http://schemas.openxmlformats.org/drawingml/2006/main" noChangeAspect="1"/>
          </p:cNvPicPr>
          <p:nvPr/>
        </p:nvPicPr>
        <p:blipFill>
          <a:blip xmlns:r="http://schemas.openxmlformats.org/officeDocument/2006/relationships" xmlns:a="http://schemas.openxmlformats.org/drawingml/2006/main" r:embed="R056cba4d484d4d64"/>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6B31FB32-5E5B-4E46-8ED0-B6523FDEB815}"/>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81BC4B69-9244-4442-BC7F-42C11789411B}"/>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B04EF382-385D-4F82-85E4-92A4C2F32C7B}"/>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757FEF53-DAEF-4BF7-9C00-FB6D47FDE5A4}"/>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78DBE27A-0476-4BBD-B671-55705B48FCB0}"/>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63898102-DE71-42C2-87A7-B1497B360BCC}"/>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167CF862-0203-44B8-9B93-70F4267731C4}"/>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8DA6C1F7-6B22-46F1-AFEA-BF33FB96615B}"/>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0DBD6CDD-22AF-4E90-9990-E2149D63D25E}"/>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CE9BEBDF-1768-4847-ACF3-CAE9868F882C}"/>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DA9BC705-0C70-4F72-BDAB-20A07155B346}"/>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B8A2FD78-76DB-457F-90FC-8D44FB93670B}"/>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5559A613-9ED7-4CFC-B55D-76EB8E9549D8}"/>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5ED9E56E-A289-44E9-A381-37638944FCA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30316380"/>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F3D579B5-4B84-4498-A729-294CCF36E6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4">
            <a:extLst xmlns:a="http://schemas.openxmlformats.org/drawingml/2006/main">
              <a:ext uri="{FF2B5EF4-FFF2-40B4-BE49-F238E27FC236}">
                <a16:creationId xmlns:a16="http://schemas.microsoft.com/office/drawing/2014/main" id="{887FD6C8-FD45-4292-A577-AA6BDFA6B72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필요한 구조부터 질문하기">
            <a:extLst xmlns:a="http://schemas.openxmlformats.org/drawingml/2006/main">
              <a:ext uri="{FF2B5EF4-FFF2-40B4-BE49-F238E27FC236}">
                <a16:creationId xmlns:a16="http://schemas.microsoft.com/office/drawing/2014/main" id="{8C7DDD85-63FB-43CB-95FE-A52F9CCF04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D123D7D2-ABD7-4701-98FD-5118338D0C5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66FF4389-1B11-462B-8D0B-4871201FA7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76E56616-7663-4837-BFD2-425A282C6C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7DAE232A-F8F2-4820-9C8C-05E9F4DA1926}"/>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02B783CB-2D42-4F36-9B16-D59939592CDF}"/>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15E93AED-F25F-457D-816F-023F706551D6}"/>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4C0CD0C9-2885-45A6-B254-9D1C02D5A8CB}"/>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6F5790A7-2144-4F06-A8DE-9F716B9E0142}"/>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2D085B31-EE5B-4763-839B-548AB8FE8734}"/>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A5E66842-B6D5-49AD-9CFA-FAFFAD765654}"/>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A5ECB7D8-2748-4425-BDC7-D7FA069F42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540984793"/>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A5E00C15-4DC2-4027-A984-DB2F05E0EE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5">
            <a:extLst xmlns:a="http://schemas.openxmlformats.org/drawingml/2006/main">
              <a:ext uri="{FF2B5EF4-FFF2-40B4-BE49-F238E27FC236}">
                <a16:creationId xmlns:a16="http://schemas.microsoft.com/office/drawing/2014/main" id="{3B3499FE-73F9-4045-A4DD-0EA7AB1D4F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여기까지는 잘 동작했다">
            <a:extLst xmlns:a="http://schemas.openxmlformats.org/drawingml/2006/main">
              <a:ext uri="{FF2B5EF4-FFF2-40B4-BE49-F238E27FC236}">
                <a16:creationId xmlns:a16="http://schemas.microsoft.com/office/drawing/2014/main" id="{FA6F1221-735A-42F6-AD62-0F462D1F73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558496CE-C681-47B1-8FEE-6AB4D77BFA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EF904828-C6E0-480B-A66E-D2496AD60B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A796E713-F767-4867-8023-3A9014D6EC1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CF9D23E0-4658-4CF7-8781-BF93082D0AEF}"/>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B7A58315-2C7F-4655-8873-8BF48BABB931}"/>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A9DE4868-68F2-4024-B12D-4A46206B7CB9}"/>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2276CE3B-3D2A-44A5-9FBC-1649CF6B48E6}"/>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8CEB9881-27D1-444E-B9B9-5509CC82627B}"/>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E3F676B8-C431-4AB6-A09B-A6BF551DD542}"/>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27454891-C65B-49A4-8BCF-9CA6228758B0}"/>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F7A510BD-58D5-4894-9566-C96DD0245AC7}"/>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3BE92629-7E93-47CF-BD98-7D577DA78E98}"/>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78BF1C6A-F31C-4641-828A-52E1A0A9C581}"/>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55644B35-EB0E-4D6D-A77D-7C083E716518}"/>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2949D9CF-E625-4B39-8E58-35B10E3597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97886089"/>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69F0E899-EE64-4B83-B1E9-7C8D990684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6">
            <a:extLst xmlns:a="http://schemas.openxmlformats.org/drawingml/2006/main">
              <a:ext uri="{FF2B5EF4-FFF2-40B4-BE49-F238E27FC236}">
                <a16:creationId xmlns:a16="http://schemas.microsoft.com/office/drawing/2014/main" id="{DCB6A4F8-7844-4DB8-AF54-7C9AF5B570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개념 사례: Project와 Workflow는 현재 맞다">
            <a:extLst xmlns:a="http://schemas.openxmlformats.org/drawingml/2006/main">
              <a:ext uri="{FF2B5EF4-FFF2-40B4-BE49-F238E27FC236}">
                <a16:creationId xmlns:a16="http://schemas.microsoft.com/office/drawing/2014/main" id="{6CA7766B-4157-4EB7-91B8-CC8171334E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2E428A1D-199D-42E0-A897-363CC073C1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FD016EEA-3CEC-4662-92D2-8A8F4949C4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DD187EC0-64B0-45B1-8CC4-3056EB22ADA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39BF7C87-B85E-4449-BF79-E66B6ECEB839}"/>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1EDBF104-C4F2-4911-91C0-C75FA01C2292}"/>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1913FD57-BA46-482F-AC10-314A264D236C}"/>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E1CF15F9-18E0-4513-9E90-641DD170F069}"/>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EA40A93F-4B00-449A-B826-1BF986C52EBF}"/>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58E18623-59A6-45EF-A6EC-9948D424F748}"/>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1594BBD2-D098-4DEF-80A9-CD601EABB33B}"/>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33F932CD-304C-4DB8-95F9-8490CD351EAB}"/>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5A888520-4F84-44BC-8D77-150B6E7A0E26}"/>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762DDC93-3D3D-4050-BDF4-AEDE2A11D1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97651476"/>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57F24737-7D7D-4238-A192-5093E63EB68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7">
            <a:extLst xmlns:a="http://schemas.openxmlformats.org/drawingml/2006/main">
              <a:ext uri="{FF2B5EF4-FFF2-40B4-BE49-F238E27FC236}">
                <a16:creationId xmlns:a16="http://schemas.microsoft.com/office/drawing/2014/main" id="{D025CA7A-64F0-4B99-9DAE-637624D009B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Project는 바뀌고 Workflow는 남았다">
            <a:extLst xmlns:a="http://schemas.openxmlformats.org/drawingml/2006/main">
              <a:ext uri="{FF2B5EF4-FFF2-40B4-BE49-F238E27FC236}">
                <a16:creationId xmlns:a16="http://schemas.microsoft.com/office/drawing/2014/main" id="{83B79B58-FE3E-41D9-A280-1E8E3C3A35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BF480705-815D-4B14-B0A6-9AC25959F773}"/>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FE297DC6-AE01-4056-AA71-4E4C7D13D36C}"/>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289CB921-BB0A-4EAF-A015-5A0B4E5D0927}"/>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19AE8BC8-1679-4F38-BC62-0239DE51D6B1}"/>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EFF5E4E7-2D56-4F4A-82BF-853D3D87F1B4}"/>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5A701847-9288-44FF-88BD-3972DAD8DA93}"/>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6C73E85E-F64E-4D46-8A0E-ED28901A87CB}"/>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F1947845-0081-49D6-8C3B-21946CF6F056}"/>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59CFD9A3-E7CB-4D71-8FDB-8502FE280716}"/>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87426A9F-E0F9-4B37-930C-DE503AEF570E}"/>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551B7096-6018-43AF-8D73-A76F19624B5A}"/>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8B718BC7-8DF8-4C55-ADF9-BDE721D3FEDC}"/>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8F7F92B0-F264-4217-A69B-11E1578992D9}"/>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EF52D9BA-6681-4DE2-88B8-C23233C74293}"/>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1A3C7585-B609-45CF-B8C9-DC15B6269112}"/>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8160B532-FE01-4F42-9457-60188B65D708}"/>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F6D3671B-2C05-430F-8891-7DC0F541D5F3}"/>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72B9EF3B-5217-423E-A7D9-1D58B13F58F3}"/>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F221F194-0570-4E68-9792-3E9893F91FD1}"/>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09C76CC-809A-427C-94D9-B19D5E42C0D0}"/>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AF654A5B-39B0-4B45-8A25-C116CD26C3EE}"/>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C9A7056C-9DB0-4C57-8C25-71D9BC518E60}"/>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1030AE5E-20DC-44FA-AEE2-741DB7A9FD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DBA288AB-1CA7-4795-82BA-862C4EF22C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E162B999-8EEE-4911-863D-46EA9B03BA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616A99DE-8620-4211-9DAD-86CEF7FCA2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7223895"/>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06B89BED-5E6D-4D33-828B-DC535CD3F4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8">
            <a:extLst xmlns:a="http://schemas.openxmlformats.org/drawingml/2006/main">
              <a:ext uri="{FF2B5EF4-FFF2-40B4-BE49-F238E27FC236}">
                <a16:creationId xmlns:a16="http://schemas.microsoft.com/office/drawing/2014/main" id="{FBB42FD9-1227-4DDF-914F-316CBCC9E2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Task 해결과 System 문제는 다르다">
            <a:extLst xmlns:a="http://schemas.openxmlformats.org/drawingml/2006/main">
              <a:ext uri="{FF2B5EF4-FFF2-40B4-BE49-F238E27FC236}">
                <a16:creationId xmlns:a16="http://schemas.microsoft.com/office/drawing/2014/main" id="{899955A8-9802-4680-83AC-0AFA41A744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4BC01814-A8EE-4028-81B0-D315AD1524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ABD39067-A524-4F9E-A427-64B7E7C8A2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7BF1B22B-B8FD-47F0-8477-5326F46F15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6F8C8256-0BC6-4931-A72C-EDCE770FB360}"/>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4EF932B3-384F-43A6-A648-EB4F6CCA20C1}"/>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1DEAD38C-E62A-4D28-A450-751D138164B7}"/>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4C4C2580-D1B1-40E2-B315-3D91D59A045A}"/>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596B6A4C-D938-4234-B1EC-1CAAB831F20D}"/>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33FF22C3-E6EF-4FC3-9732-DED6686F7049}"/>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703B2969-DB2A-47E9-AFBB-F338C5255F59}"/>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BB916464-494B-432C-9448-1271BBCF18FB}"/>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9EB25EDA-10B9-4E2E-B04D-66719C53EB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12252000"/>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FC466855-FFD2-4440-BC42-2282292A8C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9">
            <a:extLst xmlns:a="http://schemas.openxmlformats.org/drawingml/2006/main">
              <a:ext uri="{FF2B5EF4-FFF2-40B4-BE49-F238E27FC236}">
                <a16:creationId xmlns:a16="http://schemas.microsoft.com/office/drawing/2014/main" id="{D8462C49-65C5-44C3-89FC-41BEF32AF5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원인에 맞는 Layer를 고르기">
            <a:extLst xmlns:a="http://schemas.openxmlformats.org/drawingml/2006/main">
              <a:ext uri="{FF2B5EF4-FFF2-40B4-BE49-F238E27FC236}">
                <a16:creationId xmlns:a16="http://schemas.microsoft.com/office/drawing/2014/main" id="{55C06F34-2D3E-4202-99DC-F7A989671B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9ADF94B2-9BCC-47C4-9B36-365B9E7831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5640963A-50FC-40B0-AA1A-D8D7FFA797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A3898FC6-5779-48E7-8211-3C55EF0DE90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4A78FC1C-096B-40DE-95B7-DBDB2048AC62}"/>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5BFD7DAF-28E4-4B95-9EF9-75F14AC6D78C}"/>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27DB329D-3D4E-4806-A088-68A09DE386B2}"/>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67860A4C-07B2-408A-91B5-2528E4C143D5}"/>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76A40D90-1569-44EC-98BC-373E3E4497BA}"/>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D28F5E56-A577-4111-A7A0-4EC9A4B89182}"/>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DD23552A-9528-4CE1-973C-7998221DD43C}"/>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E83AFA00-5F55-4EB6-B04C-74FFB7BEBBC3}"/>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DFD7ADF8-DE7B-41B9-958B-6714D40C5829}"/>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453A2C6B-7EE4-420F-B70E-CF3D7C19C650}"/>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255460D8-F672-40D7-8C82-6E7A5B84739F}"/>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B28FB89C-E120-432A-88D7-879AAF28C2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3770417"/>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0FD8C1F6-E4E5-4E22-BE8C-DB177516E4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0">
            <a:extLst xmlns:a="http://schemas.openxmlformats.org/drawingml/2006/main">
              <a:ext uri="{FF2B5EF4-FFF2-40B4-BE49-F238E27FC236}">
                <a16:creationId xmlns:a16="http://schemas.microsoft.com/office/drawing/2014/main" id="{10FFD0AD-DB24-464F-B372-D8027AE035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실패 지점과 원인 Layer 구분하기">
            <a:extLst xmlns:a="http://schemas.openxmlformats.org/drawingml/2006/main">
              <a:ext uri="{FF2B5EF4-FFF2-40B4-BE49-F238E27FC236}">
                <a16:creationId xmlns:a16="http://schemas.microsoft.com/office/drawing/2014/main" id="{2171362D-B5FC-4643-9FD9-FD4767C3C7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7E8B305E-45CD-4060-AF5C-2C257F69A0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F237B466-600F-4A33-BC16-7A70A169DAC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F3F818D6-EC46-44C1-B6B4-C3056BA502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52BB4BDF-5C8E-46EF-8979-57CB995A8826}"/>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CBDE5C5D-5A8C-49C5-B54B-6C113B55DBC6}"/>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4B2D710F-EB51-453A-9A5A-E74D96000B42}"/>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219F126E-5BB5-4308-8721-D6D5615716FF}"/>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81884D5B-1861-4F34-9000-C3D2D7D47D21}"/>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00BE7788-555C-439A-8133-54A5E9608BDB}"/>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B47B4468-414D-451A-AAB4-18F27196AE63}"/>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52FCA5F9-2123-4668-B7A8-902931F875C0}"/>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3A347E2A-FA77-4EA2-BE66-6F574F5BF2E2}"/>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1E2D5B43-C1A3-429D-9322-2DE102DA5654}"/>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180EE5C5-9D96-40DD-83A7-14B0376B39E8}"/>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AD877EC2-0017-47C0-A0E7-E02E226365B1}"/>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7DE17605-AA04-4751-B71E-21C1452CF301}"/>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8D6B127A-B600-4E4B-9794-405B5E39BD20}"/>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2F0AF77A-92EB-4D76-9AA9-1CB095B98531}"/>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5BC8967F-FA9E-4FB6-A6B9-903C8F47DF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20779432"/>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F0CF5653-4092-4125-9B48-98C30C511C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1">
            <a:extLst xmlns:a="http://schemas.openxmlformats.org/drawingml/2006/main">
              <a:ext uri="{FF2B5EF4-FFF2-40B4-BE49-F238E27FC236}">
                <a16:creationId xmlns:a16="http://schemas.microsoft.com/office/drawing/2014/main" id="{66021C05-5F25-4858-B9A4-947ABC580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먼저 관찰하고, 그다음 가설을 세운다">
            <a:extLst xmlns:a="http://schemas.openxmlformats.org/drawingml/2006/main">
              <a:ext uri="{FF2B5EF4-FFF2-40B4-BE49-F238E27FC236}">
                <a16:creationId xmlns:a16="http://schemas.microsoft.com/office/drawing/2014/main" id="{368CFA6C-5A76-485F-A53F-9E58410D9C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E6843B8F-42AE-416F-BBA6-CDE61BC3AF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3B7F8F0A-7AD8-4B79-9058-9D837D0242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FEBB52A2-D527-4185-887B-7E12F0D3CEE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A8694FE7-0937-45B4-96A6-45562F54AC57}"/>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F2CFB11E-75C1-4140-AC92-091263586270}"/>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CC14C16C-F2D6-4344-B714-01F3FC7D7630}"/>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444C935-EDCB-483A-8182-C242B773B08A}"/>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B0840496-D81E-4D4F-8F9A-46D56EB7176B}"/>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510E3C5E-5BE3-4BA7-8D78-3197F9A37D3F}"/>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03B4D02C-269C-4049-A1E4-CB43592C3FF3}"/>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6BE37BE2-37F3-4D5A-8A0C-F9DB5EA6D7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59667648"/>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32D08A8A-14C2-4054-95EE-14D3663000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2">
            <a:extLst xmlns:a="http://schemas.openxmlformats.org/drawingml/2006/main">
              <a:ext uri="{FF2B5EF4-FFF2-40B4-BE49-F238E27FC236}">
                <a16:creationId xmlns:a16="http://schemas.microsoft.com/office/drawing/2014/main" id="{51DDBEF2-5996-4F3F-BEA6-0E880FD23B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Cause가 지지하는 최소 변경">
            <a:extLst xmlns:a="http://schemas.openxmlformats.org/drawingml/2006/main">
              <a:ext uri="{FF2B5EF4-FFF2-40B4-BE49-F238E27FC236}">
                <a16:creationId xmlns:a16="http://schemas.microsoft.com/office/drawing/2014/main" id="{DA71BEFC-0598-4EE3-89DF-508201F958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2DF72E98-77BB-44DB-9D94-3FDC60C2DD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03F2D42B-5D7D-447B-9AC9-492F10855A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F005C350-DFB1-421E-AEFD-8B827D324A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0FEDD397-F6F7-410E-ADA9-25749C4CF05B}"/>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440786B3-FF90-4604-970D-98E9F989A4AD}"/>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B24C209E-F29B-4F37-9B54-9AEAFDFEC264}"/>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FA15775D-32DB-4114-A7E4-FF4E735F442A}"/>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9C6687C2-35AB-49ED-B07E-3DFDA68B2EE9}"/>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C4C4045B-D9D1-4DCB-B53D-58CE26FF90C1}"/>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34690CE0-340C-4113-8786-B92AC433EA7C}"/>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30F1965B-FF8A-496A-A1A2-F0A5BFC62883}"/>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7A2583F8-635A-4B94-B5A5-6F5161905C53}"/>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067AF717-A68A-4176-BE40-4DAA37BBAE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66641392"/>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C4F4469B-0370-4E63-93C7-F6240A20174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3">
            <a:extLst xmlns:a="http://schemas.openxmlformats.org/drawingml/2006/main">
              <a:ext uri="{FF2B5EF4-FFF2-40B4-BE49-F238E27FC236}">
                <a16:creationId xmlns:a16="http://schemas.microsoft.com/office/drawing/2014/main" id="{2AF693AD-F020-419C-B4B9-685EBE9EC2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같은 Task의 재실행만으로 충분할까?">
            <a:extLst xmlns:a="http://schemas.openxmlformats.org/drawingml/2006/main">
              <a:ext uri="{FF2B5EF4-FFF2-40B4-BE49-F238E27FC236}">
                <a16:creationId xmlns:a16="http://schemas.microsoft.com/office/drawing/2014/main" id="{E8975E7E-BF15-4140-8A51-EFA7C15A8D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BD696C08-3693-4065-98C6-09105025F70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4F406CE4-6581-438D-8984-8BF482A73F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428655EE-96D2-4A47-9545-93875C7C9F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E4B33BB8-8B85-4468-9271-2C10EC4BE210}"/>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114C5525-9894-4974-B1D1-13F1D053DD55}"/>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3D6A3A34-EEBD-4701-A8F6-CD882264E288}"/>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5409F5AC-4216-4D9D-89BD-8D4690AD8A0B}"/>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1245305C-38CC-44BC-AE52-97095924FA15}"/>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FFC06B9D-6E4A-4E4A-AB61-F659E89855EB}"/>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166F32B3-5AB9-4B67-B75E-52C4152CAB95}"/>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9B22058B-4043-4E1E-9163-CC825BD969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4763502"/>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C6EAFE07-7D36-4C42-8F43-2F5B7A855CD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4">
            <a:extLst xmlns:a="http://schemas.openxmlformats.org/drawingml/2006/main">
              <a:ext uri="{FF2B5EF4-FFF2-40B4-BE49-F238E27FC236}">
                <a16:creationId xmlns:a16="http://schemas.microsoft.com/office/drawing/2014/main" id="{06E8D436-ADAA-4134-ABDD-F71A3FCF29F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대표 작업으로 변경 범위를 확인하기">
            <a:extLst xmlns:a="http://schemas.openxmlformats.org/drawingml/2006/main">
              <a:ext uri="{FF2B5EF4-FFF2-40B4-BE49-F238E27FC236}">
                <a16:creationId xmlns:a16="http://schemas.microsoft.com/office/drawing/2014/main" id="{A755C4FE-4481-4DBB-8D92-36C031A0375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CBA02D32-6349-4C8C-AD16-24454BE9D7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92873FA2-E373-44B1-9FE9-4B37A94679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3646F945-F7B6-4664-BA72-771875BB20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8D6727F9-F094-47F3-9748-14EEA45835CA}"/>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4AEC1192-33C3-4E81-BD66-B59CF61AF437}"/>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769E2228-E3AB-4ED4-9641-24EF474E3DC5}"/>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327B8EEE-CCB5-4F62-B447-B6695B1C2BFD}"/>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C30EC017-7B94-46BD-995E-96D2F573CE13}"/>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96EA82A1-D5D6-4B46-B7BA-DEF4F388D454}"/>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D6823D21-0758-4C6A-AD2F-C0EF2D60E0E3}"/>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288F3B96-7C3E-4A88-9133-69AAE711A1DD}"/>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ACD82564-9A56-4C9F-91E5-D69FCE1AC05F}"/>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2550C320-995D-4103-9D52-65E423B22489}"/>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805C32FB-95E6-496E-BF4F-EF0B7A1A3159}"/>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567ED1CF-0585-4D29-8693-014AE56B9B67}"/>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F810F24E-F8F8-4AC3-9E21-77D862ACFB14}"/>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00A96FBB-54DB-4BC9-82B2-D944685BDB15}"/>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1E819B55-A3EC-4136-8CBF-4BF1390EFBCF}"/>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B35F6F8D-EA57-40A9-9F1E-C1967F3DD0D6}"/>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D53E8301-B5BF-4EFB-A2DA-CF3ED5C300AF}"/>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EB0EDF08-6D4D-4397-B7D2-49FDCAEDD4C6}"/>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8FA29782-CEB8-4416-A316-AF9B7B518D9A}"/>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524F90BF-D2FE-49CA-81CC-C257A35CCCF2}"/>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EFE2C931-B768-4EC3-9254-1772D1F33E6A}"/>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F640C6BE-1950-44D8-9424-70CEF2E01043}"/>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7E8D7117-FFC4-4A33-9D8F-36D69DB3D90E}"/>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D03F5991-47CF-4D29-925B-5586AF16765A}"/>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B8D277E6-C4E9-475D-B2F1-787DC87C0D96}"/>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70B983FF-83A5-4F3D-B39D-4FFF34528327}"/>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E30459D0-C677-4504-BD3A-11EF1D190DF6}"/>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8FFF31D5-0846-408B-8746-57BCE56DE7D8}"/>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0C4CA5AF-656E-4CAE-8B0C-AFD90E210CE7}"/>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2DDB7E38-0A7F-4963-B27D-2931F9C9FAD5}"/>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93CF5B6B-B23E-4818-92CB-21C323F30A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15654522"/>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2AA80639-F05B-4C4F-BBB4-39C3047251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5">
            <a:extLst xmlns:a="http://schemas.openxmlformats.org/drawingml/2006/main">
              <a:ext uri="{FF2B5EF4-FFF2-40B4-BE49-F238E27FC236}">
                <a16:creationId xmlns:a16="http://schemas.microsoft.com/office/drawing/2014/main" id="{5E81E6E4-289F-4C0B-A9C8-5740905AE3B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Harness도 특정 실패에 맞춰&#10;과적합될 수 있다">
            <a:extLst xmlns:a="http://schemas.openxmlformats.org/drawingml/2006/main">
              <a:ext uri="{FF2B5EF4-FFF2-40B4-BE49-F238E27FC236}">
                <a16:creationId xmlns:a16="http://schemas.microsoft.com/office/drawing/2014/main" id="{A9EAD472-8BA7-4388-A6FD-4B50C948C8F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BC8088E0-922C-4E1F-AEB3-760F849DCE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0ABD5C14-3483-48FF-8FE3-5AC797F198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CD629421-8224-4A74-B318-7C4748068F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7E951D6D-8EBB-432B-9EFB-6FC4884C7343}"/>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D45EA389-D333-4C3A-BF19-AABEC9D09291}"/>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5D14FC89-7B98-42F3-A045-D94417DEECA0}"/>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CBFF22FA-E470-4C47-B635-857FA2AA9F2A}"/>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4923C4AD-8BC4-4048-9902-C8B7CF34FD40}"/>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FD428F45-D17F-49CA-9AD5-0D8EABA46012}"/>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015F7A12-04A3-438A-8835-5CF626CEA24B}"/>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C7D640DD-B3AA-4AE0-8906-CF73A767EE2A}"/>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2FEFC1C3-0DF9-431D-9410-CF4921BA14AC}"/>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D5BA08D6-DF16-4485-A6EB-45F1C5B3A7B0}"/>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B4458484-C0BB-444F-B3A8-461A50CCF52B}"/>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66D30D3C-CEBE-410A-91E8-3382F79C7D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54229483"/>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41D4F0D3-BBDD-433A-8AAB-DB0418CFAEE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6">
            <a:extLst xmlns:a="http://schemas.openxmlformats.org/drawingml/2006/main">
              <a:ext uri="{FF2B5EF4-FFF2-40B4-BE49-F238E27FC236}">
                <a16:creationId xmlns:a16="http://schemas.microsoft.com/office/drawing/2014/main" id="{D7674985-61EC-4635-8A0E-7D20AA16F2E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Feedback을 System Change와&#10;Evaluation으로 잇기">
            <a:extLst xmlns:a="http://schemas.openxmlformats.org/drawingml/2006/main">
              <a:ext uri="{FF2B5EF4-FFF2-40B4-BE49-F238E27FC236}">
                <a16:creationId xmlns:a16="http://schemas.microsoft.com/office/drawing/2014/main" id="{3FF6D087-3BD5-491D-8F39-092B505CFF2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FD139094-BBC5-45FC-9999-B3413124B9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F871D10B-AEEA-4088-9173-ADF5A3A555A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99D1C5E6-AE6C-49F8-AB79-3E2F0BB875D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9F547920-DF9D-41B7-B95E-C10E67C61C94}"/>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E1D5FDBF-8533-4A10-A58E-98354A6FB176}"/>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9B0AC39E-976F-474C-AA8F-BF5AF2449F3D}"/>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596EB7F7-7D99-48D3-BD7B-D86E9D471102}"/>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52AE7264-1736-40BE-B4C8-2C1652529979}"/>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6ECEA890-4118-4876-8CB9-3509908B1433}"/>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DB9ECFB5-C0CF-4939-9DB8-D5834E5170D1}"/>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E33399DD-3C80-43F4-92C2-B882D95E1B86}"/>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D05C3942-AA31-4BA8-B4D3-1666B972F84F}"/>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C04F4796-6C81-491D-892C-E6C751BF263F}"/>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77B1EA07-2A16-4469-910A-50F675EF7194}"/>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F9D4BF57-7E80-4CBC-9183-E999DEDE28A3}"/>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31C292CB-25F2-4BE7-82E2-D236F373F541}"/>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2D361DE4-0B70-4D2E-AA37-C2E3AD235F91}"/>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05A9F8CA-9B9D-4E94-93DC-7874FCDC9F91}"/>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592A96D2-26C9-42E8-BDFC-23C92DFE88E3}"/>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81D96FC2-8128-464C-AC96-8F3F98732B88}"/>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69206A14-6454-4766-AC2E-3DE396EBFBDA}"/>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BB1CCD67-6AD5-42A5-AFCB-9EC020C47C6A}"/>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8DCC0308-07D7-420F-87A9-55692B46F90D}"/>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3252411E-CE84-4ADD-8315-12FF90A7E8E4}"/>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8CF3FCC3-CA64-4FC7-B343-E2E3979EB842}"/>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F0BF4DE2-E73F-4DC8-8A48-649687D42DBD}"/>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441B2335-ABA1-4170-AC60-F108C827542A}"/>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028C0B40-1C2B-4096-8DD3-B85E006644D5}"/>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65DAB8B9-AD80-4B85-BB68-37C6A2288423}"/>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4F6CDA55-D90B-43F1-B2E3-369BB0F21BFE}"/>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52480594-2249-4119-B021-9A820F0DB696}"/>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D8BF83FC-9E35-4FA3-86D4-E4C700ADC314}"/>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B0346BF8-73ED-43E8-B84D-389279E196CE}"/>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93F3EE8F-3E2A-492A-87A2-E267A96E4D6C}"/>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75085245-710B-404E-ADD7-35A034F250F8}"/>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01F4AC00-8BDA-4788-AAB5-85D054F0527A}"/>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52029033-D65E-49BB-ACC5-A7BE5155401F}"/>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FB7181A6-1FF4-4D71-8A10-3359B5BC2F9F}"/>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DF9AA8A8-D686-4048-9FF4-DC72E383FD26}"/>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931B2E2D-FEDC-441E-AAFD-459BDA7590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91675646"/>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E2D9E2D6-619D-45EC-8492-4A31067F1C0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77">
            <a:extLst xmlns:a="http://schemas.openxmlformats.org/drawingml/2006/main">
              <a:ext uri="{FF2B5EF4-FFF2-40B4-BE49-F238E27FC236}">
                <a16:creationId xmlns:a16="http://schemas.microsoft.com/office/drawing/2014/main" id="{18756026-8A55-458F-A9D9-B48A2419A4B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실제 제작 기록: TRIAL-006">
            <a:extLst xmlns:a="http://schemas.openxmlformats.org/drawingml/2006/main">
              <a:ext uri="{FF2B5EF4-FFF2-40B4-BE49-F238E27FC236}">
                <a16:creationId xmlns:a16="http://schemas.microsoft.com/office/drawing/2014/main" id="{9B0B6FCE-060E-439A-9E11-7EC831B49D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5F39A919-9658-4713-A4FF-1573D3A5C34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A07AF3D-A928-4430-B642-74FC0766D20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E69BDEE5-041D-46C5-9F68-1531E4FC3F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A0DC6B8C-22B5-44E2-BD8E-1ED3C31DEF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36CEA7BC-814D-4B92-A247-16C501099618}"/>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17E86183-C229-4B09-AA40-5FDDCBD9CA7E}"/>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58F0B194-1BE5-4AC8-9486-23FDB389C587}"/>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AFF92F15-A0E7-43AE-8B14-C28FE111CAA9}"/>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C6B86F8A-7017-40D2-BC01-73997FF7B796}"/>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B896156A-B0A8-4E4C-83D1-2B29E317A416}"/>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C681319C-7429-43A8-B212-1CA0614D4090}"/>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77337B23-21AE-4BD4-B466-F6914EB493CC}"/>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581C0B5D-CCE1-4CC2-8B0B-4419C620447F}"/>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82D4996F-B620-40A6-8DB6-63F5745DCA67}"/>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9A229FE2-F48C-4252-B62B-DB4B1239DFAF}"/>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4CE4EB1E-A6C7-4D64-813B-C79C00DCE83C}"/>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C95F4C71-E6F6-4927-820C-1D2B91E193E2}"/>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CC6542C2-F71D-446D-8ED1-803288318D83}"/>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EE52FF4D-11F8-460B-9BDB-BAF50EAABC1E}"/>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1859611E-F78B-4D20-A223-58715B3D740A}"/>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2A4C5A7C-AC48-404F-99B3-7BA9B3E148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92816729"/>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AA5470BB-5BB1-4DC8-A1AA-27632739C3C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8">
            <a:extLst xmlns:a="http://schemas.openxmlformats.org/drawingml/2006/main">
              <a:ext uri="{FF2B5EF4-FFF2-40B4-BE49-F238E27FC236}">
                <a16:creationId xmlns:a16="http://schemas.microsoft.com/office/drawing/2014/main" id="{61F613BF-C44F-48B4-96E3-DB0913965F6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의 타당성과 원인 귀속은 별개다">
            <a:extLst xmlns:a="http://schemas.openxmlformats.org/drawingml/2006/main">
              <a:ext uri="{FF2B5EF4-FFF2-40B4-BE49-F238E27FC236}">
                <a16:creationId xmlns:a16="http://schemas.microsoft.com/office/drawing/2014/main" id="{F9B98F4D-D59D-42BD-B43C-214C2428D6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4C30225A-B172-40C0-BA74-D9DF96D609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7106F6CE-FC61-4885-BA43-711C34BB358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79DBCCE3-E715-47E9-AAF2-5388DCDD8A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DBF781D1-C633-4EC8-8DE8-650994006A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4DCD3DFC-8E5F-4978-9C07-03471DDBFE8A}"/>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980976FE-BF4C-4976-8364-74BD473D1E6F}"/>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0BC25C9C-C664-40A3-81A4-A32D5DE9AEB2}"/>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75A23256-42CC-4B07-A6ED-B14C7B78FBB8}"/>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B524D299-0FA9-484A-A0BB-9BC4A170E2E7}"/>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BD846711-1681-42C0-96C6-597F1B44AF3C}"/>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9E3FA976-E4B1-48BE-A10A-3754F4C8ACF8}"/>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AE3DD4CA-632A-40DE-A326-9012C9352F48}"/>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F792AB54-C092-4B6B-BD97-1D89FFC23C8A}"/>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2474E6D2-8955-4317-882E-BE65931F8604}"/>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8642E993-C461-4219-87C1-9F893CDDA149}"/>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C69ADAC1-4B4C-4D69-85D3-FD974A0233C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42593158"/>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CEF6E90E-1871-4851-A588-B6290B46E8E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9">
            <a:extLst xmlns:a="http://schemas.openxmlformats.org/drawingml/2006/main">
              <a:ext uri="{FF2B5EF4-FFF2-40B4-BE49-F238E27FC236}">
                <a16:creationId xmlns:a16="http://schemas.microsoft.com/office/drawing/2014/main" id="{38799929-0AC4-4B5C-856C-14A0CEAA98A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평가와 보고 규칙을 Evidence에 맞추다">
            <a:extLst xmlns:a="http://schemas.openxmlformats.org/drawingml/2006/main">
              <a:ext uri="{FF2B5EF4-FFF2-40B4-BE49-F238E27FC236}">
                <a16:creationId xmlns:a16="http://schemas.microsoft.com/office/drawing/2014/main" id="{7A72DA47-99A5-488E-B9B0-C94D589359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D87F994E-0E36-4AF2-89F1-B9D7CCBF90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EB806A8B-E766-41B7-8520-AD3924DEBC6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85B9AAAF-1450-44F6-B6BE-10FD04C41E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B3E66CB8-756B-4BAE-91F7-73234DC3BB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AA4C1669-F202-480A-97AE-944B283DFA59}"/>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6AF1D896-6BD4-42F3-B0CB-9B36622B9892}"/>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CFBF7855-D3D1-4E01-B0E1-5C0AE0C9659F}"/>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23F50CD5-AA5F-4A0A-AFAE-22FA1FB350BA}"/>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ADFECD34-317E-45F3-9D34-71486F933730}"/>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AE30140E-77F7-46AC-A77A-1923C14AB588}"/>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F220168-1794-4F66-BC7A-212E79E9F33B}"/>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2B7DD1E6-C3DE-416A-9475-CF39D7C6676C}"/>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E70954BE-6884-4162-95A9-08699D4A9391}"/>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4AB654B6-7DBF-4ED5-831E-D77D9C860829}"/>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307B81B-318E-4457-A001-844AE547FCA4}"/>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18E66ECB-7225-4538-A9BE-A7CEE95184B8}"/>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55FCD0C2-A0CF-4F16-B548-EC441E55DB39}"/>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5E9645AA-E3B8-42E8-8A22-FDD872ABECAD}"/>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2B2373C0-B064-4C77-BD66-2622775EDC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3324441"/>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AFDC056A-852D-49DC-A1A3-C157171A578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0">
            <a:extLst xmlns:a="http://schemas.openxmlformats.org/drawingml/2006/main">
              <a:ext uri="{FF2B5EF4-FFF2-40B4-BE49-F238E27FC236}">
                <a16:creationId xmlns:a16="http://schemas.microsoft.com/office/drawing/2014/main" id="{BB5F5CD1-F702-4A1E-A827-055FD5FF152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후속 기록은 개선됐지만 완전하지 않았다">
            <a:extLst xmlns:a="http://schemas.openxmlformats.org/drawingml/2006/main">
              <a:ext uri="{FF2B5EF4-FFF2-40B4-BE49-F238E27FC236}">
                <a16:creationId xmlns:a16="http://schemas.microsoft.com/office/drawing/2014/main" id="{2FC83921-0F6D-4276-8459-BBA0B8C1A5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8EAA3C1E-1016-415E-AE41-384CD3EF08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C67AC35-D5CC-4A6F-8D98-30E2D5118F0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A03D152E-D707-44E6-BF29-C973D2EA9D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E42F50CA-8C15-449F-9B1B-74D69B0DCE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51F28DEB-AB2D-4966-B0D3-CDDB7F433662}"/>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D2794FA6-B62D-4F3B-867C-9EB6D8ABB7C6}"/>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39D78C70-BA84-4B46-B4A6-8777D5332B67}"/>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891C81BB-5551-4FFE-A3BD-85D97CF73373}"/>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976957D2-E45D-4E3C-92E9-B0F5B96A4533}"/>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71BE37CB-636E-403D-B603-EEAB50414AC4}"/>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5FF20475-5FC8-419E-8E61-84B997AEFDA5}"/>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BCF1A3EA-EC37-4BF1-AA1E-98E13E89AC72}"/>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B68D61F0-FFBB-4328-B360-5A138D0820AA}"/>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98B1FD88-12D0-449E-A9FB-DB37D5B34992}"/>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877AFF70-B24B-4B4C-90C5-1E4E7569F32E}"/>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479A3068-DD05-4829-A3F5-EB57D529A5CC}"/>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A04EECA6-84A9-448C-A35F-74E4D3732FA8}"/>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DCA15100-86FD-4EF8-87D0-3CE7949DA4A8}"/>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738028DE-21CA-4E69-90D7-860294616E6C}"/>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6F7BD874-60DB-4AE6-AD2E-8287447EAC04}"/>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05173219-F72A-4F7C-BBF6-9A1F98CFD8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7001575"/>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029EAFAE-41AB-4291-94DB-09465CEC6D1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1">
            <a:extLst xmlns:a="http://schemas.openxmlformats.org/drawingml/2006/main">
              <a:ext uri="{FF2B5EF4-FFF2-40B4-BE49-F238E27FC236}">
                <a16:creationId xmlns:a16="http://schemas.microsoft.com/office/drawing/2014/main" id="{C7CEFC41-4F88-4D68-8560-6BCAC87103B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실제 Meta Loop에서 바뀐 것">
            <a:extLst xmlns:a="http://schemas.openxmlformats.org/drawingml/2006/main">
              <a:ext uri="{FF2B5EF4-FFF2-40B4-BE49-F238E27FC236}">
                <a16:creationId xmlns:a16="http://schemas.microsoft.com/office/drawing/2014/main" id="{D2323142-4D59-4A80-8B68-CA222C0BD9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9758FE8A-68CA-47A1-855A-D2233E26DCD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DA53630-AF88-419E-8200-805909895F4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5FDF61D6-BDC9-40C0-85C3-393E179D16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D789ACAF-C040-4F18-9C98-2DC2BB7F69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8F7DDCDA-38A9-45B7-8528-6A6E9FBC435D}"/>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F80E3311-0048-4F44-A658-F36C082B29D8}"/>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62BFECE1-C0C0-4394-A2D6-D49D63F588F6}"/>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66ABBE34-BE99-4860-A9FF-59D5D532FBE1}"/>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1C2B9EA3-3FC8-41E8-A70F-69B227DEC539}"/>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6662D572-7853-4E32-9A7E-315BFFE6D71B}"/>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DCFDBD9F-488F-4CD7-806D-4840C1A7B996}"/>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631F7D9B-B3A4-4285-A632-4AB00204B540}"/>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18A77606-AE9E-4209-95CD-FD15CA2D97C6}"/>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04D6EC62-BEC2-4385-8221-A44B64E7F46A}"/>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93CF931E-59D2-4454-8E3C-9B558B419DBB}"/>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0321D115-0DE8-4BC9-9E8B-9E76935373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87114035"/>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BEA586D5-0EB6-47AF-A451-24E649B82C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2">
            <a:extLst xmlns:a="http://schemas.openxmlformats.org/drawingml/2006/main">
              <a:ext uri="{FF2B5EF4-FFF2-40B4-BE49-F238E27FC236}">
                <a16:creationId xmlns:a16="http://schemas.microsoft.com/office/drawing/2014/main" id="{ED833826-146F-49B2-BF0B-75B944AD7E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Project와 환경이 바뀌면&#10;검증도 다시 본다">
            <a:extLst xmlns:a="http://schemas.openxmlformats.org/drawingml/2006/main">
              <a:ext uri="{FF2B5EF4-FFF2-40B4-BE49-F238E27FC236}">
                <a16:creationId xmlns:a16="http://schemas.microsoft.com/office/drawing/2014/main" id="{1CBAFC90-CF5B-4D1F-A16A-7C33DE9B6D5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86291054-515A-4D1C-B563-A4ACAD4A70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1141429D-A634-4E4E-BAB2-C2D90DECC8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527F1A80-319B-4AC0-871F-749F9142AD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8158E9C7-B63F-422C-911D-29C0BA0B0F09}"/>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48F2837B-9432-4E55-AC7E-E0AF367CE590}"/>
              </a:ext>
            </a:extLst>
          </p:cNvPr>
          <p:cNvPicPr>
            <a:picLocks xmlns:a="http://schemas.openxmlformats.org/drawingml/2006/main" noChangeAspect="1"/>
          </p:cNvPicPr>
          <p:nvPr/>
        </p:nvPicPr>
        <p:blipFill>
          <a:blip xmlns:r="http://schemas.openxmlformats.org/officeDocument/2006/relationships" xmlns:a="http://schemas.openxmlformats.org/drawingml/2006/main" r:embed="R441a0555552947c1"/>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33EDB0B7-1037-4BAE-AAD8-5043A68E6006}"/>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CC521083-0958-415F-9CE3-ECFAAB1FAF83}"/>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4E7D0F7A-CA98-4979-A3B2-1E3F53DDDB9E}"/>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6EDBE0AD-6E95-4CF4-AB7B-812EA50E7FB5}"/>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2390B25D-A2E1-4BEB-9A90-98DBF2EBE34D}"/>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3EF7AA64-0164-4A22-B77D-6ED08EDE8967}"/>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4B63F06A-9AB5-45A2-9DD3-AB81CD237F0E}"/>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F68939BF-39A8-48FC-B8AD-FE67E2B2D288}"/>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B23CBE4B-0CFE-40E4-AEC4-0F27BC6C6392}"/>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C16A220C-6E82-4711-BC33-9687107265E3}"/>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32AF05D0-FEB0-4CF8-9626-E91DA47AEB47}"/>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702567D0-237B-4D76-A2D6-96AD89974167}"/>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20695B5F-DFEE-414C-B023-977E2B7F36A2}"/>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ED0B1DDF-2C52-4C32-BF51-5A25A4AEDE02}"/>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A5F46B18-07D7-4B19-8080-D9FFE7FF8C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32030765"/>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AA57D36F-E684-4506-8B20-25B2BBBCD6A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3">
            <a:extLst xmlns:a="http://schemas.openxmlformats.org/drawingml/2006/main">
              <a:ext uri="{FF2B5EF4-FFF2-40B4-BE49-F238E27FC236}">
                <a16:creationId xmlns:a16="http://schemas.microsoft.com/office/drawing/2014/main" id="{C925A797-BDE5-45B2-A07E-EEDE1282590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여섯 시간의 Story를 한 장으로">
            <a:extLst xmlns:a="http://schemas.openxmlformats.org/drawingml/2006/main">
              <a:ext uri="{FF2B5EF4-FFF2-40B4-BE49-F238E27FC236}">
                <a16:creationId xmlns:a16="http://schemas.microsoft.com/office/drawing/2014/main" id="{F4D90102-7DCD-450B-9B1F-CE5B4E7275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5C602578-409F-4A93-96AC-699DB6050B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35AAFE84-779B-411A-B85C-8E0102E5DB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AEA7CE25-FE5D-4E20-9F68-FEE4F48A77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C765A824-C6E6-4E86-A718-33CDCC02B4A2}"/>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F91F18DC-52A1-45CD-995F-C713CB7DE593}"/>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CDDF82EC-0700-4C50-AA94-57352BAF256E}"/>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33A09951-6922-472B-B117-BEA1FEAE87DC}"/>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90A3472C-A247-47B1-8675-E8EB6FD63CA5}"/>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6284A005-3769-4FE6-A9AD-4EA82D1A372E}"/>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53A5897E-EAC3-4868-932C-B07466CE8029}"/>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E0F1B156-009C-404A-8917-6AE9B24B5989}"/>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6F87DF17-FF26-4208-AD74-D7D81895C4D4}"/>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D9F063F9-E6F7-4427-8FBD-D835FAF0DA2D}"/>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86C41276-A159-4706-B933-2FFF846DBD6C}"/>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A20CE0C5-D180-4035-B619-7B9312563046}"/>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E64E966E-E62B-4B95-B479-F940CCE3F0CE}"/>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298422F2-302F-41A1-8971-545AD2FFC04C}"/>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40FD40A3-59F9-4871-8091-4E060E6B09B9}"/>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971F42B5-28BD-462D-9F9B-B1FE5A817DCF}"/>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67D146D0-62B6-40F0-B706-B54CB61DD265}"/>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91ED764E-220F-4058-940E-248CD02969DB}"/>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4BD03C09-EB57-409B-BEFD-14C66A235CAC}"/>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36B1A7BE-73DC-4D79-B0FE-074C776F0167}"/>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41D1C2F8-F6D6-4F00-B50D-AAD1E952B5D0}"/>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BFBF9AEC-B2A0-4D83-A646-33BF0F0BEA98}"/>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882DE4B1-021B-4C21-82B2-1A7284849D05}"/>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09687885-EC90-4B3E-A0C2-834961C3035D}"/>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F956F9C6-BBB3-471C-9E30-87A9EE79D7AF}"/>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9FF2016B-D8E7-4BA9-BD9C-2946216E327C}"/>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4847E0BB-E4D1-4E35-BC38-5CD60939B6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82649805"/>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3A0431CA-F8E8-4DDC-AE14-90E2BF0E66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4">
            <a:extLst xmlns:a="http://schemas.openxmlformats.org/drawingml/2006/main">
              <a:ext uri="{FF2B5EF4-FFF2-40B4-BE49-F238E27FC236}">
                <a16:creationId xmlns:a16="http://schemas.microsoft.com/office/drawing/2014/main" id="{701490C2-EC06-4B16-B8AE-3196EB2299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하나의 Repository가 문제에 대응해 진화했다">
            <a:extLst xmlns:a="http://schemas.openxmlformats.org/drawingml/2006/main">
              <a:ext uri="{FF2B5EF4-FFF2-40B4-BE49-F238E27FC236}">
                <a16:creationId xmlns:a16="http://schemas.microsoft.com/office/drawing/2014/main" id="{879B466F-57FF-49D7-8D24-E4CF67A589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146738A1-D492-4791-9278-5F954280E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2 / S55 발표자료 발췌">
            <a:extLst xmlns:a="http://schemas.openxmlformats.org/drawingml/2006/main">
              <a:ext uri="{FF2B5EF4-FFF2-40B4-BE49-F238E27FC236}">
                <a16:creationId xmlns:a16="http://schemas.microsoft.com/office/drawing/2014/main" id="{B2BD57FF-704C-4827-94FF-F07FEFC260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S42 / S55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56D3A1DA-BAC6-44D9-AC83-35A9445D1A9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DD6BE8CB-DFE6-47F0-AFC3-ED22689143E6}"/>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C55E20BE-C8BA-4D1C-80F7-9029EDC747C5}"/>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975AE960-E32C-4129-B201-A0D693677D42}"/>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F274DE1D-09B7-4C98-ADCC-EE369FEA2167}"/>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C346D1A4-8792-432B-8360-9E958FD7A4AD}"/>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41B1CFF-B4B1-4B7A-B18E-52BE4F549742}"/>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9E305D30-4C4C-4826-B1D2-B916EA44DB35}"/>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7D949A07-06D5-4B25-9F7C-1E781B40B4F3}"/>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2DE1AED0-B1FD-45CA-8F65-FE2F50963E01}"/>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7B0547D3-DE5E-4E1D-A5C5-652CD1FA0AFE}"/>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F5F577B-FB5E-4818-B6C4-BA71326337F7}"/>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9F1AA4E2-4D6C-4309-BA1C-1E32DFB53513}"/>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3F8AA7C8-A91D-4EA2-ACA9-0F66143A245F}"/>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D197B9B9-DCC4-42DA-A577-DABFD03B4082}"/>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72BE81C0-78B5-422D-82AB-F2D70EF16B4B}"/>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5352249-2467-43B1-90F3-3A1C85E8168A}"/>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4802F8D6-176C-49A4-BADC-EAD47FD08709}"/>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F4E389AE-9C66-4FC9-808B-AAB6BA481377}"/>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3265D83A-284D-4BD8-8772-D30D6F1D6363}"/>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69F1237B-605F-4FBA-9F30-1EFF5CD5D432}"/>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70B938AA-6B1A-4FDF-B622-2D9D8D79CF30}"/>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5B1EEE25-C718-4940-9187-2334E8FAE4A3}"/>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AF069B80-7085-4DFC-956D-26F148208549}"/>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5B094406-F8AB-4D65-8ECB-3A794D93C3EB}"/>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E649E285-0A9A-41E2-B089-4CE170C1D26E}"/>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DCDDA9E0-F882-49B2-B506-E3769489A297}"/>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C0CFEB46-12CE-4CC8-95F2-B823BD3E4ACB}"/>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874DA613-F56F-4BB1-9A43-BFC1095B6A1A}"/>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8F9783FF-4D71-4DEF-80A7-66E39F8033BE}"/>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A2B23AFA-1D60-4CAF-A53D-A1A1D7F8CF04}"/>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51D3EA59-ADDA-4055-BD6E-5CCEDAC3DA8F}"/>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092CE14D-DDBF-4B0F-8100-881D49F3D019}"/>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1068C7FD-9CB7-4AB5-8DD3-BF0C09FBA850}"/>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B7B0143A-3AE5-4FBB-BF21-C18261C83FA3}"/>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42E616E-847E-4A42-A325-BAD44C04DAF1}"/>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0264AAC4-44DF-4B01-A744-4C95C4C3337B}"/>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FF1AA787-5867-40DA-BDB7-DFF154CACF45}"/>
              </a:ext>
            </a:extLst>
          </p:cNvPr>
          <p:cNvPicPr>
            <a:picLocks xmlns:a="http://schemas.openxmlformats.org/drawingml/2006/main" noChangeAspect="1"/>
          </p:cNvPicPr>
          <p:nvPr/>
        </p:nvPicPr>
        <p:blipFill>
          <a:blip xmlns:r="http://schemas.openxmlformats.org/officeDocument/2006/relationships" xmlns:a="http://schemas.openxmlformats.org/drawingml/2006/main" r:embed="R1a63f7fe62714013"/>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D11C0E03-FB11-4E1E-A5B7-64C0A680F613}"/>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DCECCE89-F024-4A8C-B1ED-0319468A00B9}"/>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F242161B-590C-4561-A6D1-23E7033E32A1}"/>
              </a:ext>
            </a:extLst>
          </p:cNvPr>
          <p:cNvPicPr>
            <a:picLocks xmlns:a="http://schemas.openxmlformats.org/drawingml/2006/main" noChangeAspect="1"/>
          </p:cNvPicPr>
          <p:nvPr/>
        </p:nvPicPr>
        <p:blipFill>
          <a:blip xmlns:r="http://schemas.openxmlformats.org/officeDocument/2006/relationships" xmlns:a="http://schemas.openxmlformats.org/drawingml/2006/main" r:embed="Rdb269490cbf24a74"/>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E081B0C1-A722-42AA-88C4-FC46A3E9BF53}"/>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2 · STATE-02 → STATE-03">
            <a:extLst xmlns:a="http://schemas.openxmlformats.org/drawingml/2006/main">
              <a:ext uri="{FF2B5EF4-FFF2-40B4-BE49-F238E27FC236}">
                <a16:creationId xmlns:a16="http://schemas.microsoft.com/office/drawing/2014/main" id="{4C660C69-7ADC-41E2-A37B-D9C00EF1B7C7}"/>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S42 · STATE-02 → STATE-03</a:t>
            </a:r>
          </a:p>
        </p:txBody>
      </p:sp>
      <p:pic>
        <p:nvPicPr>
          <p:cNvPr id="49" name="">
            <a:extLst xmlns:a="http://schemas.openxmlformats.org/drawingml/2006/main">
              <a:ext uri="{FF2B5EF4-FFF2-40B4-BE49-F238E27FC236}">
                <a16:creationId xmlns:a16="http://schemas.microsoft.com/office/drawing/2014/main" id="{7E0AE9A4-8E7D-4F33-94DD-7FBDF55E344B}"/>
              </a:ext>
            </a:extLst>
          </p:cNvPr>
          <p:cNvPicPr>
            <a:picLocks xmlns:a="http://schemas.openxmlformats.org/drawingml/2006/main" noChangeAspect="1"/>
          </p:cNvPicPr>
          <p:nvPr/>
        </p:nvPicPr>
        <p:blipFill>
          <a:blip xmlns:r="http://schemas.openxmlformats.org/officeDocument/2006/relationships" xmlns:a="http://schemas.openxmlformats.org/drawingml/2006/main" r:embed="R7cfd973b406f4677"/>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725A907C-0D8E-4BDB-8B6B-580510A64581}"/>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5 · STATE-04 → STATE-04-PERF">
            <a:extLst xmlns:a="http://schemas.openxmlformats.org/drawingml/2006/main">
              <a:ext uri="{FF2B5EF4-FFF2-40B4-BE49-F238E27FC236}">
                <a16:creationId xmlns:a16="http://schemas.microsoft.com/office/drawing/2014/main" id="{1CFE1248-C2B0-4B28-8060-678774EB2BEB}"/>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DB7C624E-B6E0-4381-AE1A-79C885C466AC}"/>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EA8F5525-F951-449D-A2A9-F56A47C515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39890506"/>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6014FA4B-DA35-4FD9-A140-2F30EC246FB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5">
            <a:extLst xmlns:a="http://schemas.openxmlformats.org/drawingml/2006/main">
              <a:ext uri="{FF2B5EF4-FFF2-40B4-BE49-F238E27FC236}">
                <a16:creationId xmlns:a16="http://schemas.microsoft.com/office/drawing/2014/main" id="{9B00832B-2615-439E-B8F1-62DFD274367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필요성이 입증되지 않은 것은 보류했다">
            <a:extLst xmlns:a="http://schemas.openxmlformats.org/drawingml/2006/main">
              <a:ext uri="{FF2B5EF4-FFF2-40B4-BE49-F238E27FC236}">
                <a16:creationId xmlns:a16="http://schemas.microsoft.com/office/drawing/2014/main" id="{B0AEFF36-B9AD-46E7-A8DF-9A0B1F5BAB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059CC573-69E5-4DEA-ADBE-9574609464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005DB10D-9EB6-4F3A-8E22-E8801EFC88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D799751A-3579-44AD-A318-6CEC44AAF9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B3741FC8-BCED-469C-8F78-D2B5CAA28037}"/>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A8ED5335-A858-46FD-A14A-3D79893145DF}"/>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70E008CD-109C-4B69-9615-BCCECF09186E}"/>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4BBEA701-8140-4E9A-A9BA-79CDD688D3E8}"/>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DEE090E1-FB81-49E0-A1E5-85BF1B3DF074}"/>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82256401-AC4C-46ED-92D6-59F707198DA3}"/>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81164A87-D450-4006-BC4F-DB68EE3A287D}"/>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BD5055A5-9121-4C41-8E26-A85505570FB6}"/>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6E391063-D4EB-4652-AD02-EE3E4A7087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2100828017"/>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B7908C9D-DCF0-488E-9DE1-48C3873F72D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6">
            <a:extLst xmlns:a="http://schemas.openxmlformats.org/drawingml/2006/main">
              <a:ext uri="{FF2B5EF4-FFF2-40B4-BE49-F238E27FC236}">
                <a16:creationId xmlns:a16="http://schemas.microsoft.com/office/drawing/2014/main" id="{4CA4E77C-E255-4973-BFBB-3C02BD2FDE0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위임이 늘어도 개발자 책임은 남는다">
            <a:extLst xmlns:a="http://schemas.openxmlformats.org/drawingml/2006/main">
              <a:ext uri="{FF2B5EF4-FFF2-40B4-BE49-F238E27FC236}">
                <a16:creationId xmlns:a16="http://schemas.microsoft.com/office/drawing/2014/main" id="{05437AC8-0C2E-47B5-8E00-6923248DC9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3FAE63B1-030F-481C-ADE3-CC9DBC90FC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6BD36B92-2156-409E-98C3-8FE8FC0259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BB9FEB71-5080-4A49-B20D-0874C992F4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EF5CB6FD-FFCD-458D-AF09-263EA2134950}"/>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51BABD32-FB79-444F-B48C-E935E3D57654}"/>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5710C92B-6995-4A29-AE02-D62319DFAC62}"/>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C0AFD982-2629-47DF-BD6E-4AE0216A5CFC}"/>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A748ED48-6861-402A-ABC6-16445869AC30}"/>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4E92A54D-6273-4908-A3D4-28F4113FAC11}"/>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A183DC5A-C75F-4BE5-B01E-C7AB5A79C4C8}"/>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446287C3-33B0-41C9-BF2E-8C81007930B6}"/>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784227EB-A9E3-4BD9-8816-2673EE6D765C}"/>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D122E27E-1E37-4856-BFF8-FE2994C83B7E}"/>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CA31E7E1-3FB6-4172-A789-47F430E03C53}"/>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D301C4AF-C557-44EE-B163-6F7BD36EB91B}"/>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E3571DF6-68BA-48EA-9B12-3C759AFF5F49}"/>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A9086856-AD2A-4AFF-9365-987FCDC0DD80}"/>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A44BDE3C-9434-41A0-A021-D9DAB385F138}"/>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D239A004-E87D-44D3-A515-C83AA49094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481158566"/>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F4D1249A-46A0-4F26-81C8-85453C64313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87">
            <a:extLst xmlns:a="http://schemas.openxmlformats.org/drawingml/2006/main">
              <a:ext uri="{FF2B5EF4-FFF2-40B4-BE49-F238E27FC236}">
                <a16:creationId xmlns:a16="http://schemas.microsoft.com/office/drawing/2014/main" id="{61063FBD-0E6A-4198-AAC6-AF779187855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AI-Native Development는&#10;이 교육의 운영 모델">
            <a:extLst xmlns:a="http://schemas.openxmlformats.org/drawingml/2006/main">
              <a:ext uri="{FF2B5EF4-FFF2-40B4-BE49-F238E27FC236}">
                <a16:creationId xmlns:a16="http://schemas.microsoft.com/office/drawing/2014/main" id="{0BA25352-3155-4173-BBA7-B6EED0BC7B3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5077F6C1-0FCC-4A92-98E1-94E44B1F9F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84CB34F8-9CA5-4860-9959-7AA47B5501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85C68207-FC86-43FC-B2CB-54F8C9A4D8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078094C8-25B8-407D-B1FE-0F37924BA644}"/>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F2EA701F-2B1D-4774-85F7-389D2DF20ED7}"/>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E02061FE-F3D5-4112-8C68-F2896DC27195}"/>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792E99C5-1F60-4CFF-BFFF-3264D3B2D8A6}"/>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85E1A731-31BB-4911-B219-B8EBFBA580E8}"/>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DEA90705-CE51-4D50-A455-9D6A2D480A82}"/>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84EAEBCE-A3FA-4EDF-9121-D47372187EBF}"/>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3FDF9EFF-F187-46E6-AEBA-78FB5DD76D18}"/>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2FFD9A36-7D8D-400C-A185-9FEA8AFA7CFE}"/>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C1B940E8-1009-4FE9-B3C3-5B5533D56803}"/>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1A37B6D4-DEBC-443D-BA00-E23A88ECDB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57327469"/>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B8F4F46B-972E-4811-BDBC-7F69DCD1FB1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8">
            <a:extLst xmlns:a="http://schemas.openxmlformats.org/drawingml/2006/main">
              <a:ext uri="{FF2B5EF4-FFF2-40B4-BE49-F238E27FC236}">
                <a16:creationId xmlns:a16="http://schemas.microsoft.com/office/drawing/2014/main" id="{82B425CC-E1A8-4B9D-81E4-56C4E35C6C0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어느 Layer에서 마찰이 반복되는가?">
            <a:extLst xmlns:a="http://schemas.openxmlformats.org/drawingml/2006/main">
              <a:ext uri="{FF2B5EF4-FFF2-40B4-BE49-F238E27FC236}">
                <a16:creationId xmlns:a16="http://schemas.microsoft.com/office/drawing/2014/main" id="{75FFC9F0-17D4-443D-8608-2E1419D3AA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F48B8BEA-6811-4ED6-B6FC-D28487D598D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05734EC4-5324-435D-8C57-F7FAD6BCAB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9D8F35AE-C8B0-4F0E-8227-8B6FCA0A6A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6F39A7DE-2280-4F81-9C9B-38C2825FED96}"/>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0FFFBCC1-55FD-4D83-B33F-BA00EF7D1EAD}"/>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093D084-6DDD-460E-9BD2-60CF13A58360}"/>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C9737C7F-FE68-4C18-8697-46E09265CB59}"/>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1231B198-5EC8-4DC1-B635-07184CF84CF1}"/>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A3DD7AB3-FA11-4BED-B3F6-748473F6BCD8}"/>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34F87259-955F-4F90-ACA8-37B651025380}"/>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2E2C98CE-2165-46A7-93A5-774E4E839EB5}"/>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851A25CB-93C5-4B4A-89FD-B43439B20818}"/>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EC279A1A-7E51-4970-847C-06795CC3ABBB}"/>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04E9FFCF-8BC6-4684-B440-6E849A38ECA0}"/>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C1B4EA05-F735-4C06-9E12-E037B0B34DD2}"/>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949259A-92F2-43C4-86E3-41DA41588DB2}"/>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F288FCC5-90B6-4DB1-9B8E-4D0CE8917085}"/>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7B5AAF7A-F01E-4D88-B20F-1FD862638AC4}"/>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D422346E-91CF-450F-B9CE-4AB9C5C6A386}"/>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D730D995-5BD3-494C-967E-1E76B433F2F9}"/>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8EFEF0B5-7238-4B2B-A3C5-3023A781EC20}"/>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3F7AB62A-1866-478C-9527-0764EC53C80F}"/>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C4D2E0AF-E32A-46AA-A291-B3752CF6D981}"/>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EF191DAD-AD9F-479D-9F89-4FF98F24345E}"/>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F90F1D5F-5791-4061-BA66-21F1436BA079}"/>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603C7C3-C32F-421C-81CE-68316259212C}"/>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EEBF6644-08E7-47EA-9490-A4FDBA930E62}"/>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B2605FB3-E149-4112-A65F-56F9EB2D7CB5}"/>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3F5707FB-9150-472D-A86C-B5994FBB64BC}"/>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948FF6C0-86AF-452B-9257-C5A475BCE9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54405944"/>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176BEFE8-9358-4995-B2D6-11CB54719E0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9">
            <a:extLst xmlns:a="http://schemas.openxmlformats.org/drawingml/2006/main">
              <a:ext uri="{FF2B5EF4-FFF2-40B4-BE49-F238E27FC236}">
                <a16:creationId xmlns:a16="http://schemas.microsoft.com/office/drawing/2014/main" id="{12107ACD-5D8F-438A-B9DA-B37B698CD49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작은 행동을 개인적으로 고른다">
            <a:extLst xmlns:a="http://schemas.openxmlformats.org/drawingml/2006/main">
              <a:ext uri="{FF2B5EF4-FFF2-40B4-BE49-F238E27FC236}">
                <a16:creationId xmlns:a16="http://schemas.microsoft.com/office/drawing/2014/main" id="{F72E9D23-D099-4B3B-8E39-AEEA511CB2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061874C7-AF1A-4843-9509-26565A2692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1CA245C2-63BB-4799-AFCE-EDB36B829C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CF79BFF6-94EA-4F38-8C9C-ABE3782F25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82C53565-80B6-4A1C-9FBF-22B632A89CC2}"/>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CBACA837-C67B-400D-AB26-36DFEC0757B8}"/>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EB018658-9F1A-4BCF-A053-FDD7E895A919}"/>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73936970-CE0B-4C8E-8511-DA94B1980AC8}"/>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5DAE4DD7-D167-4FF7-BA58-969FF2C12082}"/>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74C178C6-E1A6-4974-B317-D3B4224BD9DA}"/>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6C27FD00-2037-4BD4-A428-D574E88AA7BB}"/>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12ABFFEF-363F-4DEB-A9C8-F595E5A297EE}"/>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74407D62-D0C1-4055-A081-21D8D4E44FA2}"/>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71F0508F-64EA-41C1-827E-CF4AC5853EBA}"/>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FBDA72BC-9D47-4F0C-8B0D-B4C86DAAEC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2096791032"/>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016E268B-200B-47E2-B25B-66FB6E299E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0">
            <a:extLst xmlns:a="http://schemas.openxmlformats.org/drawingml/2006/main">
              <a:ext uri="{FF2B5EF4-FFF2-40B4-BE49-F238E27FC236}">
                <a16:creationId xmlns:a16="http://schemas.microsoft.com/office/drawing/2014/main" id="{2CBD9F07-B743-4E1D-A67E-670D11F79B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Q&amp;A와 교육 마무리">
            <a:extLst xmlns:a="http://schemas.openxmlformats.org/drawingml/2006/main">
              <a:ext uri="{FF2B5EF4-FFF2-40B4-BE49-F238E27FC236}">
                <a16:creationId xmlns:a16="http://schemas.microsoft.com/office/drawing/2014/main" id="{ED4E5850-A8C0-4391-8510-06FB283119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39C5405D-EE82-46E3-B8E8-F05083EA9F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8B01C1CF-02A0-42E0-A783-A5DD5DF578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C1C8FA93-AA43-4406-AB65-A60FA713FC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3359AB98-2DBD-42C7-B19C-2EA1ACE8F9F0}"/>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B048A4F4-9997-4DEE-9929-DF0D265A9663}"/>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87F696F0-D21E-42DC-8B03-F6C4986741C8}"/>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2610013C-5B38-448D-A6C7-137976CD3FAD}"/>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F1DD1783-8820-4E1E-B057-6862CD0AC3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436579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2026-10-21T14:28:18.1510000Z</dcterms:created>
  <dcterms:modified xsi:type="dcterms:W3CDTF">2026-10-21T14:28:18.1510000Z</dcterms:modified>
</coreProperties>
</file>