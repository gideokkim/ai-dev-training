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60ebf5b8a6a42dc" /><Relationship Type="http://schemas.openxmlformats.org/officeDocument/2006/relationships/extended-properties" Target="/docProps/app.xml" Id="R409960c5c0de4235" /><Relationship Type="http://schemas.openxmlformats.org/officeDocument/2006/relationships/officeDocument" Target="/ppt/presentation.xml" Id="R34e2dc90103445a5" /></Relationships>
</file>

<file path=ppt/presentation.xml><?xml version="1.0" encoding="utf-8"?>
<p:presentation xmlns:p="http://schemas.openxmlformats.org/presentationml/2006/main">
  <p:sldMasterIdLst>
    <p:sldMasterId xmlns:r="http://schemas.openxmlformats.org/officeDocument/2006/relationships" id="2147483648" r:id="Rb7d7fce20a0a4620"/>
  </p:sldMasterIdLst>
  <p:notesMasterIdLst>
    <p:notesMasterId xmlns:r="http://schemas.openxmlformats.org/officeDocument/2006/relationships" r:id="Rf7c99deb9da44200"/>
  </p:notesMasterIdLst>
  <p:sldIdLst>
    <p:sldId xmlns:r="http://schemas.openxmlformats.org/officeDocument/2006/relationships" id="256" r:id="R32238bc790e24907"/>
    <p:sldId xmlns:r="http://schemas.openxmlformats.org/officeDocument/2006/relationships" id="257" r:id="Rd013346b29c04b3e"/>
    <p:sldId xmlns:r="http://schemas.openxmlformats.org/officeDocument/2006/relationships" id="258" r:id="R0de60008257b4f4a"/>
    <p:sldId xmlns:r="http://schemas.openxmlformats.org/officeDocument/2006/relationships" id="259" r:id="Re763313c3d49427b"/>
    <p:sldId xmlns:r="http://schemas.openxmlformats.org/officeDocument/2006/relationships" id="260" r:id="R5341613d821248a0"/>
    <p:sldId xmlns:r="http://schemas.openxmlformats.org/officeDocument/2006/relationships" id="261" r:id="Rf66a49cc012a4d9b"/>
    <p:sldId xmlns:r="http://schemas.openxmlformats.org/officeDocument/2006/relationships" id="262" r:id="R20d99b7c882c4ede"/>
    <p:sldId xmlns:r="http://schemas.openxmlformats.org/officeDocument/2006/relationships" id="263" r:id="R04dbfca9f02046c7"/>
    <p:sldId xmlns:r="http://schemas.openxmlformats.org/officeDocument/2006/relationships" id="264" r:id="R802f0520724f4ac1"/>
    <p:sldId xmlns:r="http://schemas.openxmlformats.org/officeDocument/2006/relationships" id="265" r:id="Rfc637e76c21e4b5b"/>
    <p:sldId xmlns:r="http://schemas.openxmlformats.org/officeDocument/2006/relationships" id="266" r:id="R5b0e6cc3394b4718"/>
    <p:sldId xmlns:r="http://schemas.openxmlformats.org/officeDocument/2006/relationships" id="267" r:id="R23d0a2c57bba4270"/>
    <p:sldId xmlns:r="http://schemas.openxmlformats.org/officeDocument/2006/relationships" id="268" r:id="R28b5f7d3f37d485d"/>
    <p:sldId xmlns:r="http://schemas.openxmlformats.org/officeDocument/2006/relationships" id="269" r:id="R28e632ae7f584c76"/>
    <p:sldId xmlns:r="http://schemas.openxmlformats.org/officeDocument/2006/relationships" id="270" r:id="R353cfeb3c7ca42ba"/>
    <p:sldId xmlns:r="http://schemas.openxmlformats.org/officeDocument/2006/relationships" id="271" r:id="Rbb6404fe35964d28"/>
    <p:sldId xmlns:r="http://schemas.openxmlformats.org/officeDocument/2006/relationships" id="272" r:id="R0bd239cba7604c7d"/>
    <p:sldId xmlns:r="http://schemas.openxmlformats.org/officeDocument/2006/relationships" id="273" r:id="Rab724098673b493d"/>
    <p:sldId xmlns:r="http://schemas.openxmlformats.org/officeDocument/2006/relationships" id="274" r:id="R7265ad2bd4d24100"/>
    <p:sldId xmlns:r="http://schemas.openxmlformats.org/officeDocument/2006/relationships" id="275" r:id="R4c091d37236b4637"/>
    <p:sldId xmlns:r="http://schemas.openxmlformats.org/officeDocument/2006/relationships" id="276" r:id="R500391f41d684f55"/>
    <p:sldId xmlns:r="http://schemas.openxmlformats.org/officeDocument/2006/relationships" id="277" r:id="R33758862db6749e7"/>
    <p:sldId xmlns:r="http://schemas.openxmlformats.org/officeDocument/2006/relationships" id="278" r:id="R4272bb46c37442ad"/>
    <p:sldId xmlns:r="http://schemas.openxmlformats.org/officeDocument/2006/relationships" id="279" r:id="R8adee6ef9cbf4901"/>
    <p:sldId xmlns:r="http://schemas.openxmlformats.org/officeDocument/2006/relationships" id="280" r:id="Reb2b97dcec9744e5"/>
    <p:sldId xmlns:r="http://schemas.openxmlformats.org/officeDocument/2006/relationships" id="281" r:id="Rf8ca9d5924394bfc"/>
    <p:sldId xmlns:r="http://schemas.openxmlformats.org/officeDocument/2006/relationships" id="282" r:id="Ra72f445f5c0e499f"/>
    <p:sldId xmlns:r="http://schemas.openxmlformats.org/officeDocument/2006/relationships" id="283" r:id="Rdfa26aee251b4639"/>
    <p:sldId xmlns:r="http://schemas.openxmlformats.org/officeDocument/2006/relationships" id="284" r:id="Re1ae5b00ccd8470c"/>
    <p:sldId xmlns:r="http://schemas.openxmlformats.org/officeDocument/2006/relationships" id="285" r:id="R9fd9cfca2f6346b8"/>
    <p:sldId xmlns:r="http://schemas.openxmlformats.org/officeDocument/2006/relationships" id="286" r:id="R8abdebe4ee6a40f4"/>
    <p:sldId xmlns:r="http://schemas.openxmlformats.org/officeDocument/2006/relationships" id="287" r:id="R727565caaf2646e9"/>
    <p:sldId xmlns:r="http://schemas.openxmlformats.org/officeDocument/2006/relationships" id="288" r:id="Rccf5ba33964f48a6"/>
    <p:sldId xmlns:r="http://schemas.openxmlformats.org/officeDocument/2006/relationships" id="289" r:id="R8b3a47a7865f4e3e"/>
    <p:sldId xmlns:r="http://schemas.openxmlformats.org/officeDocument/2006/relationships" id="290" r:id="Rfd09309b8fc44a98"/>
    <p:sldId xmlns:r="http://schemas.openxmlformats.org/officeDocument/2006/relationships" id="291" r:id="Rd7a9994d4abe4d14"/>
    <p:sldId xmlns:r="http://schemas.openxmlformats.org/officeDocument/2006/relationships" id="292" r:id="R472750a325fb4552"/>
    <p:sldId xmlns:r="http://schemas.openxmlformats.org/officeDocument/2006/relationships" id="293" r:id="Rb4215105c6f94e6e"/>
    <p:sldId xmlns:r="http://schemas.openxmlformats.org/officeDocument/2006/relationships" id="294" r:id="Rc01457673aba4991"/>
    <p:sldId xmlns:r="http://schemas.openxmlformats.org/officeDocument/2006/relationships" id="295" r:id="Rc159eee9f3f545d6"/>
    <p:sldId xmlns:r="http://schemas.openxmlformats.org/officeDocument/2006/relationships" id="296" r:id="R92819cbdc32e47ab"/>
    <p:sldId xmlns:r="http://schemas.openxmlformats.org/officeDocument/2006/relationships" id="297" r:id="Rb33cdd59663a4b8a"/>
    <p:sldId xmlns:r="http://schemas.openxmlformats.org/officeDocument/2006/relationships" id="298" r:id="Rd525ffe63bed46f1"/>
    <p:sldId xmlns:r="http://schemas.openxmlformats.org/officeDocument/2006/relationships" id="299" r:id="Rdc84e194cb2046d4"/>
    <p:sldId xmlns:r="http://schemas.openxmlformats.org/officeDocument/2006/relationships" id="300" r:id="R90474497743143e4"/>
    <p:sldId xmlns:r="http://schemas.openxmlformats.org/officeDocument/2006/relationships" id="301" r:id="R2970d253044c42d9"/>
    <p:sldId xmlns:r="http://schemas.openxmlformats.org/officeDocument/2006/relationships" id="302" r:id="R71d7832d775d49a2"/>
    <p:sldId xmlns:r="http://schemas.openxmlformats.org/officeDocument/2006/relationships" id="303" r:id="R083bbb6251c54559"/>
    <p:sldId xmlns:r="http://schemas.openxmlformats.org/officeDocument/2006/relationships" id="304" r:id="Rdc67e3c067ad419a"/>
    <p:sldId xmlns:r="http://schemas.openxmlformats.org/officeDocument/2006/relationships" id="305" r:id="R703acc87fb9841eb"/>
    <p:sldId xmlns:r="http://schemas.openxmlformats.org/officeDocument/2006/relationships" id="306" r:id="R70cba4a1210644c0"/>
    <p:sldId xmlns:r="http://schemas.openxmlformats.org/officeDocument/2006/relationships" id="307" r:id="R4d2ed98009724fcf"/>
    <p:sldId xmlns:r="http://schemas.openxmlformats.org/officeDocument/2006/relationships" id="308" r:id="Re7a4825a2b66474f"/>
    <p:sldId xmlns:r="http://schemas.openxmlformats.org/officeDocument/2006/relationships" id="309" r:id="R302d607d167b4b28"/>
    <p:sldId xmlns:r="http://schemas.openxmlformats.org/officeDocument/2006/relationships" id="310" r:id="R9ed642d21d8249d0"/>
    <p:sldId xmlns:r="http://schemas.openxmlformats.org/officeDocument/2006/relationships" id="311" r:id="R80b97756d18c4fea"/>
    <p:sldId xmlns:r="http://schemas.openxmlformats.org/officeDocument/2006/relationships" id="312" r:id="Raa6f7f8f0bc144ca"/>
    <p:sldId xmlns:r="http://schemas.openxmlformats.org/officeDocument/2006/relationships" id="313" r:id="R8ad7256edb9d4412"/>
    <p:sldId xmlns:r="http://schemas.openxmlformats.org/officeDocument/2006/relationships" id="314" r:id="R136a2c0064ac4d9b"/>
    <p:sldId xmlns:r="http://schemas.openxmlformats.org/officeDocument/2006/relationships" id="315" r:id="R70f43699d6794416"/>
    <p:sldId xmlns:r="http://schemas.openxmlformats.org/officeDocument/2006/relationships" id="316" r:id="R5a5103dfee914044"/>
    <p:sldId xmlns:r="http://schemas.openxmlformats.org/officeDocument/2006/relationships" id="317" r:id="R80ff8a1ad111434f"/>
    <p:sldId xmlns:r="http://schemas.openxmlformats.org/officeDocument/2006/relationships" id="318" r:id="Rdbb1bd93eb5449b0"/>
    <p:sldId xmlns:r="http://schemas.openxmlformats.org/officeDocument/2006/relationships" id="319" r:id="Rc59372a8fb5b41d1"/>
    <p:sldId xmlns:r="http://schemas.openxmlformats.org/officeDocument/2006/relationships" id="320" r:id="Ra482cd3f5b1b4379"/>
    <p:sldId xmlns:r="http://schemas.openxmlformats.org/officeDocument/2006/relationships" id="321" r:id="Rc5531b1a4ef24ab8"/>
    <p:sldId xmlns:r="http://schemas.openxmlformats.org/officeDocument/2006/relationships" id="322" r:id="R39bd11f8a67542ff"/>
    <p:sldId xmlns:r="http://schemas.openxmlformats.org/officeDocument/2006/relationships" id="323" r:id="R43615b9250334457"/>
    <p:sldId xmlns:r="http://schemas.openxmlformats.org/officeDocument/2006/relationships" id="324" r:id="Ra796d750b9284a67"/>
    <p:sldId xmlns:r="http://schemas.openxmlformats.org/officeDocument/2006/relationships" id="325" r:id="R10ef616d6bd34b4c"/>
    <p:sldId xmlns:r="http://schemas.openxmlformats.org/officeDocument/2006/relationships" id="326" r:id="Rd35fed2b8b8845d6"/>
    <p:sldId xmlns:r="http://schemas.openxmlformats.org/officeDocument/2006/relationships" id="327" r:id="R16fb66114cdd4ae7"/>
    <p:sldId xmlns:r="http://schemas.openxmlformats.org/officeDocument/2006/relationships" id="328" r:id="Rb14d1ca95c954a8d"/>
    <p:sldId xmlns:r="http://schemas.openxmlformats.org/officeDocument/2006/relationships" id="329" r:id="R9a44a4250abb4f00"/>
    <p:sldId xmlns:r="http://schemas.openxmlformats.org/officeDocument/2006/relationships" id="330" r:id="Rfc7537bda6694679"/>
    <p:sldId xmlns:r="http://schemas.openxmlformats.org/officeDocument/2006/relationships" id="331" r:id="Re56b700b355a4143"/>
    <p:sldId xmlns:r="http://schemas.openxmlformats.org/officeDocument/2006/relationships" id="332" r:id="R06f14a4a36c441f9"/>
    <p:sldId xmlns:r="http://schemas.openxmlformats.org/officeDocument/2006/relationships" id="333" r:id="R080d607ec18043ac"/>
    <p:sldId xmlns:r="http://schemas.openxmlformats.org/officeDocument/2006/relationships" id="334" r:id="R72c7907657e94e2f"/>
    <p:sldId xmlns:r="http://schemas.openxmlformats.org/officeDocument/2006/relationships" id="335" r:id="R09d6772c84bc4a03"/>
    <p:sldId xmlns:r="http://schemas.openxmlformats.org/officeDocument/2006/relationships" id="336" r:id="R203c67f2d0fb4046"/>
    <p:sldId xmlns:r="http://schemas.openxmlformats.org/officeDocument/2006/relationships" id="337" r:id="R20b4625ba8654705"/>
    <p:sldId xmlns:r="http://schemas.openxmlformats.org/officeDocument/2006/relationships" id="338" r:id="R3146c0c8480d41c5"/>
    <p:sldId xmlns:r="http://schemas.openxmlformats.org/officeDocument/2006/relationships" id="339" r:id="R82530b8d10814041"/>
    <p:sldId xmlns:r="http://schemas.openxmlformats.org/officeDocument/2006/relationships" id="340" r:id="Rff871e61a4144deb"/>
    <p:sldId xmlns:r="http://schemas.openxmlformats.org/officeDocument/2006/relationships" id="341" r:id="Rb17946fceb5c471d"/>
    <p:sldId xmlns:r="http://schemas.openxmlformats.org/officeDocument/2006/relationships" id="342" r:id="R7538a634afb84f03"/>
    <p:sldId xmlns:r="http://schemas.openxmlformats.org/officeDocument/2006/relationships" id="343" r:id="R777a71ffa5fc448d"/>
    <p:sldId xmlns:r="http://schemas.openxmlformats.org/officeDocument/2006/relationships" id="344" r:id="Rf7531a50dece4e7e"/>
    <p:sldId xmlns:r="http://schemas.openxmlformats.org/officeDocument/2006/relationships" id="345" r:id="R006141ec6b4c4323"/>
    <p:sldId xmlns:r="http://schemas.openxmlformats.org/officeDocument/2006/relationships" id="346" r:id="Rc0d8187d36684b6f"/>
    <p:sldId xmlns:r="http://schemas.openxmlformats.org/officeDocument/2006/relationships" id="347" r:id="R87a8be5cc85a41e8"/>
    <p:sldId xmlns:r="http://schemas.openxmlformats.org/officeDocument/2006/relationships" id="348" r:id="R0a04cc093a0e45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d21a394fa943b1" /><Relationship Type="http://schemas.openxmlformats.org/officeDocument/2006/relationships/slideMaster" Target="/ppt/slideMasters/slideMaster1.xml" Id="Rb7d7fce20a0a4620" /><Relationship Type="http://schemas.openxmlformats.org/officeDocument/2006/relationships/notesMaster" Target="/ppt/notesMasters/notesMaster1.xml" Id="Rf7c99deb9da44200" /><Relationship Type="http://schemas.openxmlformats.org/officeDocument/2006/relationships/presProps" Target="/ppt/presProps.xml" Id="R269d7b06e33543dd" /><Relationship Type="http://schemas.openxmlformats.org/officeDocument/2006/relationships/tableStyles" Target="/ppt/tableStyles.xml" Id="Ra633fe53052741f2" /><Relationship Type="http://schemas.openxmlformats.org/officeDocument/2006/relationships/slide" Target="/ppt/slides/slide1.xml" Id="R32238bc790e24907" /><Relationship Type="http://schemas.openxmlformats.org/officeDocument/2006/relationships/slide" Target="/ppt/slides/slide2.xml" Id="Rd013346b29c04b3e" /><Relationship Type="http://schemas.openxmlformats.org/officeDocument/2006/relationships/slide" Target="/ppt/slides/slide3.xml" Id="R0de60008257b4f4a" /><Relationship Type="http://schemas.openxmlformats.org/officeDocument/2006/relationships/slide" Target="/ppt/slides/slide4.xml" Id="Re763313c3d49427b" /><Relationship Type="http://schemas.openxmlformats.org/officeDocument/2006/relationships/slide" Target="/ppt/slides/slide5.xml" Id="R5341613d821248a0" /><Relationship Type="http://schemas.openxmlformats.org/officeDocument/2006/relationships/slide" Target="/ppt/slides/slide6.xml" Id="Rf66a49cc012a4d9b" /><Relationship Type="http://schemas.openxmlformats.org/officeDocument/2006/relationships/slide" Target="/ppt/slides/slide7.xml" Id="R20d99b7c882c4ede" /><Relationship Type="http://schemas.openxmlformats.org/officeDocument/2006/relationships/slide" Target="/ppt/slides/slide8.xml" Id="R04dbfca9f02046c7" /><Relationship Type="http://schemas.openxmlformats.org/officeDocument/2006/relationships/slide" Target="/ppt/slides/slide9.xml" Id="R802f0520724f4ac1" /><Relationship Type="http://schemas.openxmlformats.org/officeDocument/2006/relationships/slide" Target="/ppt/slides/slide10.xml" Id="Rfc637e76c21e4b5b" /><Relationship Type="http://schemas.openxmlformats.org/officeDocument/2006/relationships/slide" Target="/ppt/slides/slide11.xml" Id="R5b0e6cc3394b4718" /><Relationship Type="http://schemas.openxmlformats.org/officeDocument/2006/relationships/slide" Target="/ppt/slides/slide12.xml" Id="R23d0a2c57bba4270" /><Relationship Type="http://schemas.openxmlformats.org/officeDocument/2006/relationships/slide" Target="/ppt/slides/slide13.xml" Id="R28b5f7d3f37d485d" /><Relationship Type="http://schemas.openxmlformats.org/officeDocument/2006/relationships/slide" Target="/ppt/slides/slide14.xml" Id="R28e632ae7f584c76" /><Relationship Type="http://schemas.openxmlformats.org/officeDocument/2006/relationships/slide" Target="/ppt/slides/slide15.xml" Id="R353cfeb3c7ca42ba" /><Relationship Type="http://schemas.openxmlformats.org/officeDocument/2006/relationships/slide" Target="/ppt/slides/slide16.xml" Id="Rbb6404fe35964d28" /><Relationship Type="http://schemas.openxmlformats.org/officeDocument/2006/relationships/slide" Target="/ppt/slides/slide17.xml" Id="R0bd239cba7604c7d" /><Relationship Type="http://schemas.openxmlformats.org/officeDocument/2006/relationships/slide" Target="/ppt/slides/slide18.xml" Id="Rab724098673b493d" /><Relationship Type="http://schemas.openxmlformats.org/officeDocument/2006/relationships/slide" Target="/ppt/slides/slide19.xml" Id="R7265ad2bd4d24100" /><Relationship Type="http://schemas.openxmlformats.org/officeDocument/2006/relationships/slide" Target="/ppt/slides/slide20.xml" Id="R4c091d37236b4637" /><Relationship Type="http://schemas.openxmlformats.org/officeDocument/2006/relationships/slide" Target="/ppt/slides/slide21.xml" Id="R500391f41d684f55" /><Relationship Type="http://schemas.openxmlformats.org/officeDocument/2006/relationships/slide" Target="/ppt/slides/slide22.xml" Id="R33758862db6749e7" /><Relationship Type="http://schemas.openxmlformats.org/officeDocument/2006/relationships/slide" Target="/ppt/slides/slide23.xml" Id="R4272bb46c37442ad" /><Relationship Type="http://schemas.openxmlformats.org/officeDocument/2006/relationships/slide" Target="/ppt/slides/slide24.xml" Id="R8adee6ef9cbf4901" /><Relationship Type="http://schemas.openxmlformats.org/officeDocument/2006/relationships/slide" Target="/ppt/slides/slide25.xml" Id="Reb2b97dcec9744e5" /><Relationship Type="http://schemas.openxmlformats.org/officeDocument/2006/relationships/slide" Target="/ppt/slides/slide26.xml" Id="Rf8ca9d5924394bfc" /><Relationship Type="http://schemas.openxmlformats.org/officeDocument/2006/relationships/slide" Target="/ppt/slides/slide27.xml" Id="Ra72f445f5c0e499f" /><Relationship Type="http://schemas.openxmlformats.org/officeDocument/2006/relationships/slide" Target="/ppt/slides/slide28.xml" Id="Rdfa26aee251b4639" /><Relationship Type="http://schemas.openxmlformats.org/officeDocument/2006/relationships/slide" Target="/ppt/slides/slide29.xml" Id="Re1ae5b00ccd8470c" /><Relationship Type="http://schemas.openxmlformats.org/officeDocument/2006/relationships/slide" Target="/ppt/slides/slide30.xml" Id="R9fd9cfca2f6346b8" /><Relationship Type="http://schemas.openxmlformats.org/officeDocument/2006/relationships/slide" Target="/ppt/slides/slide31.xml" Id="R8abdebe4ee6a40f4" /><Relationship Type="http://schemas.openxmlformats.org/officeDocument/2006/relationships/slide" Target="/ppt/slides/slide32.xml" Id="R727565caaf2646e9" /><Relationship Type="http://schemas.openxmlformats.org/officeDocument/2006/relationships/slide" Target="/ppt/slides/slide33.xml" Id="Rccf5ba33964f48a6" /><Relationship Type="http://schemas.openxmlformats.org/officeDocument/2006/relationships/slide" Target="/ppt/slides/slide34.xml" Id="R8b3a47a7865f4e3e" /><Relationship Type="http://schemas.openxmlformats.org/officeDocument/2006/relationships/slide" Target="/ppt/slides/slide35.xml" Id="Rfd09309b8fc44a98" /><Relationship Type="http://schemas.openxmlformats.org/officeDocument/2006/relationships/slide" Target="/ppt/slides/slide36.xml" Id="Rd7a9994d4abe4d14" /><Relationship Type="http://schemas.openxmlformats.org/officeDocument/2006/relationships/slide" Target="/ppt/slides/slide37.xml" Id="R472750a325fb4552" /><Relationship Type="http://schemas.openxmlformats.org/officeDocument/2006/relationships/slide" Target="/ppt/slides/slide38.xml" Id="Rb4215105c6f94e6e" /><Relationship Type="http://schemas.openxmlformats.org/officeDocument/2006/relationships/slide" Target="/ppt/slides/slide39.xml" Id="Rc01457673aba4991" /><Relationship Type="http://schemas.openxmlformats.org/officeDocument/2006/relationships/slide" Target="/ppt/slides/slide40.xml" Id="Rc159eee9f3f545d6" /><Relationship Type="http://schemas.openxmlformats.org/officeDocument/2006/relationships/slide" Target="/ppt/slides/slide41.xml" Id="R92819cbdc32e47ab" /><Relationship Type="http://schemas.openxmlformats.org/officeDocument/2006/relationships/slide" Target="/ppt/slides/slide42.xml" Id="Rb33cdd59663a4b8a" /><Relationship Type="http://schemas.openxmlformats.org/officeDocument/2006/relationships/slide" Target="/ppt/slides/slide43.xml" Id="Rd525ffe63bed46f1" /><Relationship Type="http://schemas.openxmlformats.org/officeDocument/2006/relationships/slide" Target="/ppt/slides/slide44.xml" Id="Rdc84e194cb2046d4" /><Relationship Type="http://schemas.openxmlformats.org/officeDocument/2006/relationships/slide" Target="/ppt/slides/slide45.xml" Id="R90474497743143e4" /><Relationship Type="http://schemas.openxmlformats.org/officeDocument/2006/relationships/slide" Target="/ppt/slides/slide46.xml" Id="R2970d253044c42d9" /><Relationship Type="http://schemas.openxmlformats.org/officeDocument/2006/relationships/slide" Target="/ppt/slides/slide47.xml" Id="R71d7832d775d49a2" /><Relationship Type="http://schemas.openxmlformats.org/officeDocument/2006/relationships/slide" Target="/ppt/slides/slide48.xml" Id="R083bbb6251c54559" /><Relationship Type="http://schemas.openxmlformats.org/officeDocument/2006/relationships/slide" Target="/ppt/slides/slide49.xml" Id="Rdc67e3c067ad419a" /><Relationship Type="http://schemas.openxmlformats.org/officeDocument/2006/relationships/slide" Target="/ppt/slides/slide50.xml" Id="R703acc87fb9841eb" /><Relationship Type="http://schemas.openxmlformats.org/officeDocument/2006/relationships/slide" Target="/ppt/slides/slide51.xml" Id="R70cba4a1210644c0" /><Relationship Type="http://schemas.openxmlformats.org/officeDocument/2006/relationships/slide" Target="/ppt/slides/slide52.xml" Id="R4d2ed98009724fcf" /><Relationship Type="http://schemas.openxmlformats.org/officeDocument/2006/relationships/slide" Target="/ppt/slides/slide53.xml" Id="Re7a4825a2b66474f" /><Relationship Type="http://schemas.openxmlformats.org/officeDocument/2006/relationships/slide" Target="/ppt/slides/slide54.xml" Id="R302d607d167b4b28" /><Relationship Type="http://schemas.openxmlformats.org/officeDocument/2006/relationships/slide" Target="/ppt/slides/slide55.xml" Id="R9ed642d21d8249d0" /><Relationship Type="http://schemas.openxmlformats.org/officeDocument/2006/relationships/slide" Target="/ppt/slides/slide56.xml" Id="R80b97756d18c4fea" /><Relationship Type="http://schemas.openxmlformats.org/officeDocument/2006/relationships/slide" Target="/ppt/slides/slide57.xml" Id="Raa6f7f8f0bc144ca" /><Relationship Type="http://schemas.openxmlformats.org/officeDocument/2006/relationships/slide" Target="/ppt/slides/slide58.xml" Id="R8ad7256edb9d4412" /><Relationship Type="http://schemas.openxmlformats.org/officeDocument/2006/relationships/slide" Target="/ppt/slides/slide59.xml" Id="R136a2c0064ac4d9b" /><Relationship Type="http://schemas.openxmlformats.org/officeDocument/2006/relationships/slide" Target="/ppt/slides/slide60.xml" Id="R70f43699d6794416" /><Relationship Type="http://schemas.openxmlformats.org/officeDocument/2006/relationships/slide" Target="/ppt/slides/slide61.xml" Id="R5a5103dfee914044" /><Relationship Type="http://schemas.openxmlformats.org/officeDocument/2006/relationships/slide" Target="/ppt/slides/slide62.xml" Id="R80ff8a1ad111434f" /><Relationship Type="http://schemas.openxmlformats.org/officeDocument/2006/relationships/slide" Target="/ppt/slides/slide63.xml" Id="Rdbb1bd93eb5449b0" /><Relationship Type="http://schemas.openxmlformats.org/officeDocument/2006/relationships/slide" Target="/ppt/slides/slide64.xml" Id="Rc59372a8fb5b41d1" /><Relationship Type="http://schemas.openxmlformats.org/officeDocument/2006/relationships/slide" Target="/ppt/slides/slide65.xml" Id="Ra482cd3f5b1b4379" /><Relationship Type="http://schemas.openxmlformats.org/officeDocument/2006/relationships/slide" Target="/ppt/slides/slide66.xml" Id="Rc5531b1a4ef24ab8" /><Relationship Type="http://schemas.openxmlformats.org/officeDocument/2006/relationships/slide" Target="/ppt/slides/slide67.xml" Id="R39bd11f8a67542ff" /><Relationship Type="http://schemas.openxmlformats.org/officeDocument/2006/relationships/slide" Target="/ppt/slides/slide68.xml" Id="R43615b9250334457" /><Relationship Type="http://schemas.openxmlformats.org/officeDocument/2006/relationships/slide" Target="/ppt/slides/slide69.xml" Id="Ra796d750b9284a67" /><Relationship Type="http://schemas.openxmlformats.org/officeDocument/2006/relationships/slide" Target="/ppt/slides/slide70.xml" Id="R10ef616d6bd34b4c" /><Relationship Type="http://schemas.openxmlformats.org/officeDocument/2006/relationships/slide" Target="/ppt/slides/slide71.xml" Id="Rd35fed2b8b8845d6" /><Relationship Type="http://schemas.openxmlformats.org/officeDocument/2006/relationships/slide" Target="/ppt/slides/slide72.xml" Id="R16fb66114cdd4ae7" /><Relationship Type="http://schemas.openxmlformats.org/officeDocument/2006/relationships/slide" Target="/ppt/slides/slide73.xml" Id="Rb14d1ca95c954a8d" /><Relationship Type="http://schemas.openxmlformats.org/officeDocument/2006/relationships/slide" Target="/ppt/slides/slide74.xml" Id="R9a44a4250abb4f00" /><Relationship Type="http://schemas.openxmlformats.org/officeDocument/2006/relationships/slide" Target="/ppt/slides/slide75.xml" Id="Rfc7537bda6694679" /><Relationship Type="http://schemas.openxmlformats.org/officeDocument/2006/relationships/slide" Target="/ppt/slides/slide76.xml" Id="Re56b700b355a4143" /><Relationship Type="http://schemas.openxmlformats.org/officeDocument/2006/relationships/slide" Target="/ppt/slides/slide77.xml" Id="R06f14a4a36c441f9" /><Relationship Type="http://schemas.openxmlformats.org/officeDocument/2006/relationships/slide" Target="/ppt/slides/slide78.xml" Id="R080d607ec18043ac" /><Relationship Type="http://schemas.openxmlformats.org/officeDocument/2006/relationships/slide" Target="/ppt/slides/slide79.xml" Id="R72c7907657e94e2f" /><Relationship Type="http://schemas.openxmlformats.org/officeDocument/2006/relationships/slide" Target="/ppt/slides/slide80.xml" Id="R09d6772c84bc4a03" /><Relationship Type="http://schemas.openxmlformats.org/officeDocument/2006/relationships/slide" Target="/ppt/slides/slide81.xml" Id="R203c67f2d0fb4046" /><Relationship Type="http://schemas.openxmlformats.org/officeDocument/2006/relationships/slide" Target="/ppt/slides/slide82.xml" Id="R20b4625ba8654705" /><Relationship Type="http://schemas.openxmlformats.org/officeDocument/2006/relationships/slide" Target="/ppt/slides/slide83.xml" Id="R3146c0c8480d41c5" /><Relationship Type="http://schemas.openxmlformats.org/officeDocument/2006/relationships/slide" Target="/ppt/slides/slide84.xml" Id="R82530b8d10814041" /><Relationship Type="http://schemas.openxmlformats.org/officeDocument/2006/relationships/slide" Target="/ppt/slides/slide85.xml" Id="Rff871e61a4144deb" /><Relationship Type="http://schemas.openxmlformats.org/officeDocument/2006/relationships/slide" Target="/ppt/slides/slide86.xml" Id="Rb17946fceb5c471d" /><Relationship Type="http://schemas.openxmlformats.org/officeDocument/2006/relationships/slide" Target="/ppt/slides/slide87.xml" Id="R7538a634afb84f03" /><Relationship Type="http://schemas.openxmlformats.org/officeDocument/2006/relationships/slide" Target="/ppt/slides/slide88.xml" Id="R777a71ffa5fc448d" /><Relationship Type="http://schemas.openxmlformats.org/officeDocument/2006/relationships/slide" Target="/ppt/slides/slide89.xml" Id="Rf7531a50dece4e7e" /><Relationship Type="http://schemas.openxmlformats.org/officeDocument/2006/relationships/slide" Target="/ppt/slides/slide90.xml" Id="R006141ec6b4c4323" /><Relationship Type="http://schemas.openxmlformats.org/officeDocument/2006/relationships/slide" Target="/ppt/slides/slide91.xml" Id="Rc0d8187d36684b6f" /><Relationship Type="http://schemas.openxmlformats.org/officeDocument/2006/relationships/slide" Target="/ppt/slides/slide92.xml" Id="R87a8be5cc85a41e8" /><Relationship Type="http://schemas.openxmlformats.org/officeDocument/2006/relationships/slide" Target="/ppt/slides/slide93.xml" Id="R0a04cc093a0e45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e19a1f9d91545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b820d176fe478e" /><Relationship Type="http://schemas.openxmlformats.org/officeDocument/2006/relationships/notesMaster" Target="/ppt/notesMasters/notesMaster1.xml" Id="R3361276800b24a7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3e06f74cb84c3b" /><Relationship Type="http://schemas.openxmlformats.org/officeDocument/2006/relationships/notesMaster" Target="/ppt/notesMasters/notesMaster1.xml" Id="R3ccfd612b25a4b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19ce0156684324" /><Relationship Type="http://schemas.openxmlformats.org/officeDocument/2006/relationships/notesMaster" Target="/ppt/notesMasters/notesMaster1.xml" Id="R5454e52c019e4c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fe460ed8fd43d3" /><Relationship Type="http://schemas.openxmlformats.org/officeDocument/2006/relationships/notesMaster" Target="/ppt/notesMasters/notesMaster1.xml" Id="R9db33f8df0d943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7d47257f3c47bb" /><Relationship Type="http://schemas.openxmlformats.org/officeDocument/2006/relationships/notesMaster" Target="/ppt/notesMasters/notesMaster1.xml" Id="R6fe30de5d1b440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c6449f25d8f46cc" /><Relationship Type="http://schemas.openxmlformats.org/officeDocument/2006/relationships/notesMaster" Target="/ppt/notesMasters/notesMaster1.xml" Id="Re02e45a9e15c4d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c2a0d37ca04a44" /><Relationship Type="http://schemas.openxmlformats.org/officeDocument/2006/relationships/notesMaster" Target="/ppt/notesMasters/notesMaster1.xml" Id="R6c87d0eb821c42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cf0ade0f704fdb" /><Relationship Type="http://schemas.openxmlformats.org/officeDocument/2006/relationships/notesMaster" Target="/ppt/notesMasters/notesMaster1.xml" Id="Rd68fd8a44ff14b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c8ae9e0e9d4cf6" /><Relationship Type="http://schemas.openxmlformats.org/officeDocument/2006/relationships/notesMaster" Target="/ppt/notesMasters/notesMaster1.xml" Id="R81637505f0b54f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24796997ac4259" /><Relationship Type="http://schemas.openxmlformats.org/officeDocument/2006/relationships/notesMaster" Target="/ppt/notesMasters/notesMaster1.xml" Id="R4e800693b21544b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83881006b54201" /><Relationship Type="http://schemas.openxmlformats.org/officeDocument/2006/relationships/notesMaster" Target="/ppt/notesMasters/notesMaster1.xml" Id="R9aa1a66b895844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1f1a0b2c464c58" /><Relationship Type="http://schemas.openxmlformats.org/officeDocument/2006/relationships/notesMaster" Target="/ppt/notesMasters/notesMaster1.xml" Id="Re92506c3c03748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02046a8a8b4204" /><Relationship Type="http://schemas.openxmlformats.org/officeDocument/2006/relationships/notesMaster" Target="/ppt/notesMasters/notesMaster1.xml" Id="R74b2b2358710416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71eeb812063461d" /><Relationship Type="http://schemas.openxmlformats.org/officeDocument/2006/relationships/notesMaster" Target="/ppt/notesMasters/notesMaster1.xml" Id="R497c4d38ca2648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773881b2a54051" /><Relationship Type="http://schemas.openxmlformats.org/officeDocument/2006/relationships/notesMaster" Target="/ppt/notesMasters/notesMaster1.xml" Id="Rca6d5f20d63741d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3224e9992f48f2" /><Relationship Type="http://schemas.openxmlformats.org/officeDocument/2006/relationships/notesMaster" Target="/ppt/notesMasters/notesMaster1.xml" Id="Rec72fc6e9ab24dc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35ff5fc2c74cd9" /><Relationship Type="http://schemas.openxmlformats.org/officeDocument/2006/relationships/notesMaster" Target="/ppt/notesMasters/notesMaster1.xml" Id="Re6514b1d739b439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2b94ca7992f4929" /><Relationship Type="http://schemas.openxmlformats.org/officeDocument/2006/relationships/notesMaster" Target="/ppt/notesMasters/notesMaster1.xml" Id="R38b936a7038647e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617d1f254314c99" /><Relationship Type="http://schemas.openxmlformats.org/officeDocument/2006/relationships/notesMaster" Target="/ppt/notesMasters/notesMaster1.xml" Id="R52d34372026646a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36e3ded51e4f39" /><Relationship Type="http://schemas.openxmlformats.org/officeDocument/2006/relationships/notesMaster" Target="/ppt/notesMasters/notesMaster1.xml" Id="Rf27a013cc15d408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3e12a2d47c46a8" /><Relationship Type="http://schemas.openxmlformats.org/officeDocument/2006/relationships/notesMaster" Target="/ppt/notesMasters/notesMaster1.xml" Id="R08b0e6af28014e5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806ca0e3274470d" /><Relationship Type="http://schemas.openxmlformats.org/officeDocument/2006/relationships/notesMaster" Target="/ppt/notesMasters/notesMaster1.xml" Id="R4df6f145b49347c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710d145e5af4b19" /><Relationship Type="http://schemas.openxmlformats.org/officeDocument/2006/relationships/notesMaster" Target="/ppt/notesMasters/notesMaster1.xml" Id="R30aa7f71432244b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e8c008bab5d4a90" /><Relationship Type="http://schemas.openxmlformats.org/officeDocument/2006/relationships/notesMaster" Target="/ppt/notesMasters/notesMaster1.xml" Id="Re0e71385413041b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d4a724d6cc5444a" /><Relationship Type="http://schemas.openxmlformats.org/officeDocument/2006/relationships/notesMaster" Target="/ppt/notesMasters/notesMaster1.xml" Id="Rcf2711e36a14490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cbc203ea2c44e97" /><Relationship Type="http://schemas.openxmlformats.org/officeDocument/2006/relationships/notesMaster" Target="/ppt/notesMasters/notesMaster1.xml" Id="Rcef263fb2445490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6d707cebab8413c" /><Relationship Type="http://schemas.openxmlformats.org/officeDocument/2006/relationships/notesMaster" Target="/ppt/notesMasters/notesMaster1.xml" Id="Rc608495a62a648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5e559ff896c4f14" /><Relationship Type="http://schemas.openxmlformats.org/officeDocument/2006/relationships/notesMaster" Target="/ppt/notesMasters/notesMaster1.xml" Id="R5b985a08015a4e4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633741f7cbe4c6e" /><Relationship Type="http://schemas.openxmlformats.org/officeDocument/2006/relationships/notesMaster" Target="/ppt/notesMasters/notesMaster1.xml" Id="R3efa5062de404cf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a00d53d6a944387" /><Relationship Type="http://schemas.openxmlformats.org/officeDocument/2006/relationships/notesMaster" Target="/ppt/notesMasters/notesMaster1.xml" Id="R8fea3e95e9964a3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173f8b1853842de" /><Relationship Type="http://schemas.openxmlformats.org/officeDocument/2006/relationships/notesMaster" Target="/ppt/notesMasters/notesMaster1.xml" Id="Rf400e7b1ca054a6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ac07b15201341c0" /><Relationship Type="http://schemas.openxmlformats.org/officeDocument/2006/relationships/notesMaster" Target="/ppt/notesMasters/notesMaster1.xml" Id="R437e19439d4f427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a321b18830f4fb0" /><Relationship Type="http://schemas.openxmlformats.org/officeDocument/2006/relationships/notesMaster" Target="/ppt/notesMasters/notesMaster1.xml" Id="R6b3dc3c1d9db47b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6053de2df9a4a3d" /><Relationship Type="http://schemas.openxmlformats.org/officeDocument/2006/relationships/notesMaster" Target="/ppt/notesMasters/notesMaster1.xml" Id="R2e9c8bef44364ea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30f361f7575451f" /><Relationship Type="http://schemas.openxmlformats.org/officeDocument/2006/relationships/notesMaster" Target="/ppt/notesMasters/notesMaster1.xml" Id="R1068271fd64f426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5c67772cca4e99" /><Relationship Type="http://schemas.openxmlformats.org/officeDocument/2006/relationships/notesMaster" Target="/ppt/notesMasters/notesMaster1.xml" Id="R6df4305389f94f2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7a0aec99341454e" /><Relationship Type="http://schemas.openxmlformats.org/officeDocument/2006/relationships/notesMaster" Target="/ppt/notesMasters/notesMaster1.xml" Id="R6537f89a3f12437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3d7f924ba15407a" /><Relationship Type="http://schemas.openxmlformats.org/officeDocument/2006/relationships/notesMaster" Target="/ppt/notesMasters/notesMaster1.xml" Id="R83e5f33ddf16435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4312871564249f4" /><Relationship Type="http://schemas.openxmlformats.org/officeDocument/2006/relationships/notesMaster" Target="/ppt/notesMasters/notesMaster1.xml" Id="R7c963c1f2c434b1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c4e87c068e7433c" /><Relationship Type="http://schemas.openxmlformats.org/officeDocument/2006/relationships/notesMaster" Target="/ppt/notesMasters/notesMaster1.xml" Id="Rf374d0e23347476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cd66cc547cf4d00" /><Relationship Type="http://schemas.openxmlformats.org/officeDocument/2006/relationships/notesMaster" Target="/ppt/notesMasters/notesMaster1.xml" Id="R98b83627ef7741c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b6ed4e8c23d4452" /><Relationship Type="http://schemas.openxmlformats.org/officeDocument/2006/relationships/notesMaster" Target="/ppt/notesMasters/notesMaster1.xml" Id="R12ac737288044e8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b5cad69d56d4697" /><Relationship Type="http://schemas.openxmlformats.org/officeDocument/2006/relationships/notesMaster" Target="/ppt/notesMasters/notesMaster1.xml" Id="Re81435788011456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db024c9668748a4" /><Relationship Type="http://schemas.openxmlformats.org/officeDocument/2006/relationships/notesMaster" Target="/ppt/notesMasters/notesMaster1.xml" Id="Rc139a9debf7649e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5ef9f6808d2465a" /><Relationship Type="http://schemas.openxmlformats.org/officeDocument/2006/relationships/notesMaster" Target="/ppt/notesMasters/notesMaster1.xml" Id="R951bed506b27483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c9714092a294550" /><Relationship Type="http://schemas.openxmlformats.org/officeDocument/2006/relationships/notesMaster" Target="/ppt/notesMasters/notesMaster1.xml" Id="R4ec0d8cf127d4d7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f9585b3e7f146ec" /><Relationship Type="http://schemas.openxmlformats.org/officeDocument/2006/relationships/notesMaster" Target="/ppt/notesMasters/notesMaster1.xml" Id="Rf2ce64cde0eb494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dd671dbed96422f" /><Relationship Type="http://schemas.openxmlformats.org/officeDocument/2006/relationships/notesMaster" Target="/ppt/notesMasters/notesMaster1.xml" Id="R49d54f5535c04c4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40a6a44570c4aa6" /><Relationship Type="http://schemas.openxmlformats.org/officeDocument/2006/relationships/notesMaster" Target="/ppt/notesMasters/notesMaster1.xml" Id="R791f0cea56504b9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6c561a5ca3a46c9" /><Relationship Type="http://schemas.openxmlformats.org/officeDocument/2006/relationships/notesMaster" Target="/ppt/notesMasters/notesMaster1.xml" Id="R3dbb5f9808fc4d1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25cddba84e74d79" /><Relationship Type="http://schemas.openxmlformats.org/officeDocument/2006/relationships/notesMaster" Target="/ppt/notesMasters/notesMaster1.xml" Id="R13517a892625410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322e1393e544c90" /><Relationship Type="http://schemas.openxmlformats.org/officeDocument/2006/relationships/notesMaster" Target="/ppt/notesMasters/notesMaster1.xml" Id="R85cf75997900405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d0cac9ec9514a90" /><Relationship Type="http://schemas.openxmlformats.org/officeDocument/2006/relationships/notesMaster" Target="/ppt/notesMasters/notesMaster1.xml" Id="R72d643ddeb3c438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25910c7bbc749d5" /><Relationship Type="http://schemas.openxmlformats.org/officeDocument/2006/relationships/notesMaster" Target="/ppt/notesMasters/notesMaster1.xml" Id="R3956f3b8c3f6494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fe651c3432a4f55" /><Relationship Type="http://schemas.openxmlformats.org/officeDocument/2006/relationships/notesMaster" Target="/ppt/notesMasters/notesMaster1.xml" Id="R95bc508ee37340e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03fbd0b507f4e13" /><Relationship Type="http://schemas.openxmlformats.org/officeDocument/2006/relationships/notesMaster" Target="/ppt/notesMasters/notesMaster1.xml" Id="Rdcc3718d5a32410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5076d5fc967450d" /><Relationship Type="http://schemas.openxmlformats.org/officeDocument/2006/relationships/notesMaster" Target="/ppt/notesMasters/notesMaster1.xml" Id="Re7e8747fc16b445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52a29df26c04c8c" /><Relationship Type="http://schemas.openxmlformats.org/officeDocument/2006/relationships/notesMaster" Target="/ppt/notesMasters/notesMaster1.xml" Id="Rd5ca62fd3931461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53e0dbd2e5c428a" /><Relationship Type="http://schemas.openxmlformats.org/officeDocument/2006/relationships/notesMaster" Target="/ppt/notesMasters/notesMaster1.xml" Id="Rcd21d609775445f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02d5466564c426d" /><Relationship Type="http://schemas.openxmlformats.org/officeDocument/2006/relationships/notesMaster" Target="/ppt/notesMasters/notesMaster1.xml" Id="Rfa57db84b64047a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ea75025f36847f3" /><Relationship Type="http://schemas.openxmlformats.org/officeDocument/2006/relationships/notesMaster" Target="/ppt/notesMasters/notesMaster1.xml" Id="Raa921eae98be426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db853db0c8e428a" /><Relationship Type="http://schemas.openxmlformats.org/officeDocument/2006/relationships/notesMaster" Target="/ppt/notesMasters/notesMaster1.xml" Id="Rc07d468e7abe4e7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f4d273d5a7142bc" /><Relationship Type="http://schemas.openxmlformats.org/officeDocument/2006/relationships/notesMaster" Target="/ppt/notesMasters/notesMaster1.xml" Id="R214c5e45a8fc419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5d4ced697af443aa" /><Relationship Type="http://schemas.openxmlformats.org/officeDocument/2006/relationships/notesMaster" Target="/ppt/notesMasters/notesMaster1.xml" Id="Rdcafa426feb147a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977cd6fcc1a4d92" /><Relationship Type="http://schemas.openxmlformats.org/officeDocument/2006/relationships/notesMaster" Target="/ppt/notesMasters/notesMaster1.xml" Id="R5f3fb8f890ba42c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b0e6f15156943eb" /><Relationship Type="http://schemas.openxmlformats.org/officeDocument/2006/relationships/notesMaster" Target="/ppt/notesMasters/notesMaster1.xml" Id="R98e1b2a4bffb4c4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55f70981b8948b8" /><Relationship Type="http://schemas.openxmlformats.org/officeDocument/2006/relationships/notesMaster" Target="/ppt/notesMasters/notesMaster1.xml" Id="R799d65ccd18b4a8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267df8dd94d4958" /><Relationship Type="http://schemas.openxmlformats.org/officeDocument/2006/relationships/notesMaster" Target="/ppt/notesMasters/notesMaster1.xml" Id="R506f36e964c24dc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3cd943354804698" /><Relationship Type="http://schemas.openxmlformats.org/officeDocument/2006/relationships/notesMaster" Target="/ppt/notesMasters/notesMaster1.xml" Id="R8cb993d4a164448f"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271e75fbe78452b" /><Relationship Type="http://schemas.openxmlformats.org/officeDocument/2006/relationships/notesMaster" Target="/ppt/notesMasters/notesMaster1.xml" Id="R6df17c9e68b848a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40b0954ee554edb" /><Relationship Type="http://schemas.openxmlformats.org/officeDocument/2006/relationships/notesMaster" Target="/ppt/notesMasters/notesMaster1.xml" Id="R47980aafa4ce481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0c96d4cd2704087" /><Relationship Type="http://schemas.openxmlformats.org/officeDocument/2006/relationships/notesMaster" Target="/ppt/notesMasters/notesMaster1.xml" Id="Rda42bb70b3e2402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bc3d69c55ab49d3" /><Relationship Type="http://schemas.openxmlformats.org/officeDocument/2006/relationships/notesMaster" Target="/ppt/notesMasters/notesMaster1.xml" Id="R6e0563d6717e402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365a50c96fb48b8" /><Relationship Type="http://schemas.openxmlformats.org/officeDocument/2006/relationships/notesMaster" Target="/ppt/notesMasters/notesMaster1.xml" Id="R643ba5e91ef941b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17c66d7ea034ec4" /><Relationship Type="http://schemas.openxmlformats.org/officeDocument/2006/relationships/notesMaster" Target="/ppt/notesMasters/notesMaster1.xml" Id="Rdbd7d5f5e09e498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483e464acff43bd" /><Relationship Type="http://schemas.openxmlformats.org/officeDocument/2006/relationships/notesMaster" Target="/ppt/notesMasters/notesMaster1.xml" Id="R262370eea3e54d9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0c333ad3fd34b45" /><Relationship Type="http://schemas.openxmlformats.org/officeDocument/2006/relationships/notesMaster" Target="/ppt/notesMasters/notesMaster1.xml" Id="Rbedd3fb705374f8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6cb5296d0914559" /><Relationship Type="http://schemas.openxmlformats.org/officeDocument/2006/relationships/notesMaster" Target="/ppt/notesMasters/notesMaster1.xml" Id="Rd4c6fd7d12c04be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8cc734296104643" /><Relationship Type="http://schemas.openxmlformats.org/officeDocument/2006/relationships/notesMaster" Target="/ppt/notesMasters/notesMaster1.xml" Id="R2ea83376f0c245a8"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57887394a0542f3" /><Relationship Type="http://schemas.openxmlformats.org/officeDocument/2006/relationships/notesMaster" Target="/ppt/notesMasters/notesMaster1.xml" Id="R18487448620d4de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4112642726d4eaf" /><Relationship Type="http://schemas.openxmlformats.org/officeDocument/2006/relationships/notesMaster" Target="/ppt/notesMasters/notesMaster1.xml" Id="R633da10cf4754c6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b815d283953462f" /><Relationship Type="http://schemas.openxmlformats.org/officeDocument/2006/relationships/notesMaster" Target="/ppt/notesMasters/notesMaster1.xml" Id="Rf91e2f08c53845a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9ca4f863ea04a50" /><Relationship Type="http://schemas.openxmlformats.org/officeDocument/2006/relationships/notesMaster" Target="/ppt/notesMasters/notesMaster1.xml" Id="R07c7bdf974024e27"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26a8fa02915c46cf" /><Relationship Type="http://schemas.openxmlformats.org/officeDocument/2006/relationships/notesMaster" Target="/ppt/notesMasters/notesMaster1.xml" Id="Re3a34c6d12bc49e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f11dea529e642dc" /><Relationship Type="http://schemas.openxmlformats.org/officeDocument/2006/relationships/notesMaster" Target="/ppt/notesMasters/notesMaster1.xml" Id="R6556a85e6bc84cf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706e9b436a64f06" /><Relationship Type="http://schemas.openxmlformats.org/officeDocument/2006/relationships/notesMaster" Target="/ppt/notesMasters/notesMaster1.xml" Id="Rf73ac240ee44479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98687ddd6c04e14" /><Relationship Type="http://schemas.openxmlformats.org/officeDocument/2006/relationships/notesMaster" Target="/ppt/notesMasters/notesMaster1.xml" Id="R27ac26b91ec2400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01d4d315f6449c6" /><Relationship Type="http://schemas.openxmlformats.org/officeDocument/2006/relationships/notesMaster" Target="/ppt/notesMasters/notesMaster1.xml" Id="Rf3429b3b3349463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ba71e16f27f4a2e" /><Relationship Type="http://schemas.openxmlformats.org/officeDocument/2006/relationships/notesMaster" Target="/ppt/notesMasters/notesMaster1.xml" Id="R5b9e728aee824d0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494de9afb6442b9" /><Relationship Type="http://schemas.openxmlformats.org/officeDocument/2006/relationships/notesMaster" Target="/ppt/notesMasters/notesMaster1.xml" Id="Rbafe56bdd789447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88e25e8209d47a8" /><Relationship Type="http://schemas.openxmlformats.org/officeDocument/2006/relationships/notesMaster" Target="/ppt/notesMasters/notesMaster1.xml" Id="Rf192b971794a49e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4f3e6322aadb4ae4" /><Relationship Type="http://schemas.openxmlformats.org/officeDocument/2006/relationships/notesMaster" Target="/ppt/notesMasters/notesMaster1.xml" Id="R84da59ca0b7b470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03e27361fda4459" /><Relationship Type="http://schemas.openxmlformats.org/officeDocument/2006/relationships/notesMaster" Target="/ppt/notesMasters/notesMaster1.xml" Id="R0b776a9227ce43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ea867c6c7a4b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b4a89558b5a49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031eb181bb466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9e5cbc2bce4d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4121b55452442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5f81b9c25b4a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11FC77-54DB-4AC7-B33F-9B658679F35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0EF8E5-AC94-44D4-B045-5EB01874025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3C9A8C7-FE33-4EA5-876B-E6488FB9B2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C60592-4FD9-411A-9241-663EDB18DE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E65A032-6DF8-459B-A4E1-135F1C7EA8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AA92D88-E029-46DA-9322-2874F5368B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07861F-97EE-4CF0-A9DD-BF85A9D65D5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AE7A808-2DD0-45A7-85D4-BA05D327961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929848-A376-4B3C-ADCA-D2450384F0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FAFF25F-D162-4E23-B320-8F5B1CC5B44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375235016e4356" /><Relationship Type="http://schemas.openxmlformats.org/officeDocument/2006/relationships/slideLayout" Target="/ppt/slideLayouts/slideLayout1.xml" Id="R452099650f284c55" /><Relationship Type="http://schemas.openxmlformats.org/officeDocument/2006/relationships/slideLayout" Target="/ppt/slideLayouts/slideLayout2.xml" Id="Rfe9540a0dfb84dc1" /><Relationship Type="http://schemas.openxmlformats.org/officeDocument/2006/relationships/slideLayout" Target="/ppt/slideLayouts/slideLayout3.xml" Id="Rb65e9c8c481b4895" /><Relationship Type="http://schemas.openxmlformats.org/officeDocument/2006/relationships/slideLayout" Target="/ppt/slideLayouts/slideLayout4.xml" Id="R36d5b47591b94eb3" /><Relationship Type="http://schemas.openxmlformats.org/officeDocument/2006/relationships/slideLayout" Target="/ppt/slideLayouts/slideLayout5.xml" Id="R31abdc24d6034454" /><Relationship Type="http://schemas.openxmlformats.org/officeDocument/2006/relationships/slideLayout" Target="/ppt/slideLayouts/slideLayout6.xml" Id="R3f45ea11b139400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2099650f284c55"/>
    <p:sldLayoutId xmlns:r="http://schemas.openxmlformats.org/officeDocument/2006/relationships" id="2147483650" r:id="Rfe9540a0dfb84dc1"/>
    <p:sldLayoutId xmlns:r="http://schemas.openxmlformats.org/officeDocument/2006/relationships" id="2147483651" r:id="Rb65e9c8c481b4895"/>
    <p:sldLayoutId xmlns:r="http://schemas.openxmlformats.org/officeDocument/2006/relationships" id="2147483652" r:id="R36d5b47591b94eb3"/>
    <p:sldLayoutId xmlns:r="http://schemas.openxmlformats.org/officeDocument/2006/relationships" id="2147483653" r:id="R31abdc24d6034454"/>
    <p:sldLayoutId xmlns:r="http://schemas.openxmlformats.org/officeDocument/2006/relationships" id="2147483654" r:id="R3f45ea11b13940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16928ce97e54601" /><Relationship Type="http://schemas.openxmlformats.org/officeDocument/2006/relationships/image" Target="/ppt/media/image.png" Id="R615f63e14e114983" /><Relationship Type="http://schemas.openxmlformats.org/officeDocument/2006/relationships/notesSlide" Target="/ppt/notesSlides/notesSlide1.xml" Id="Rb2da70261f4b45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65c71822b44fd2" /><Relationship Type="http://schemas.openxmlformats.org/officeDocument/2006/relationships/notesSlide" Target="/ppt/notesSlides/notesSlide2.xml" Id="Rf8fed16663ac413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3c8c16e22049e2" /><Relationship Type="http://schemas.openxmlformats.org/officeDocument/2006/relationships/notesSlide" Target="/ppt/notesSlides/notesSlide3.xml" Id="R324560b660aa47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b2beb9ea6e4820" /><Relationship Type="http://schemas.openxmlformats.org/officeDocument/2006/relationships/image" Target="/ppt/media/image2.png" Id="Rb57d0d1407294925" /><Relationship Type="http://schemas.openxmlformats.org/officeDocument/2006/relationships/notesSlide" Target="/ppt/notesSlides/notesSlide4.xml" Id="Rf4b72c789bdd4f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58cd9417f944e10" /><Relationship Type="http://schemas.openxmlformats.org/officeDocument/2006/relationships/notesSlide" Target="/ppt/notesSlides/notesSlide5.xml" Id="R9d9ced6cce2649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9d1a6f2da3f4692" /><Relationship Type="http://schemas.openxmlformats.org/officeDocument/2006/relationships/notesSlide" Target="/ppt/notesSlides/notesSlide6.xml" Id="R36bcbb4415d345d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c1b31f82ee14e38" /><Relationship Type="http://schemas.openxmlformats.org/officeDocument/2006/relationships/image" Target="/ppt/media/image3.png" Id="R795f1afa43b94beb" /><Relationship Type="http://schemas.openxmlformats.org/officeDocument/2006/relationships/notesSlide" Target="/ppt/notesSlides/notesSlide7.xml" Id="R4b69647fe47646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f3899b4947d45db" /><Relationship Type="http://schemas.openxmlformats.org/officeDocument/2006/relationships/notesSlide" Target="/ppt/notesSlides/notesSlide8.xml" Id="Rbc9bca273b64453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5f368bdde80449a" /><Relationship Type="http://schemas.openxmlformats.org/officeDocument/2006/relationships/image" Target="/ppt/media/image4.png" Id="R7ee539838d0b4dfd" /><Relationship Type="http://schemas.openxmlformats.org/officeDocument/2006/relationships/image" Target="/ppt/media/image5.png" Id="R8c7621459b8145db" /><Relationship Type="http://schemas.openxmlformats.org/officeDocument/2006/relationships/image" Target="/ppt/media/image6.png" Id="R730722467c294c59" /><Relationship Type="http://schemas.openxmlformats.org/officeDocument/2006/relationships/notesSlide" Target="/ppt/notesSlides/notesSlide9.xml" Id="R7a239d2127fa4d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3c5c66c477444b4" /><Relationship Type="http://schemas.openxmlformats.org/officeDocument/2006/relationships/notesSlide" Target="/ppt/notesSlides/notesSlide10.xml" Id="Rd1e0d20274fa4c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0dbde1457e448a0" /><Relationship Type="http://schemas.openxmlformats.org/officeDocument/2006/relationships/image" Target="/ppt/media/image7.png" Id="Rb64f2284059d4e50" /><Relationship Type="http://schemas.openxmlformats.org/officeDocument/2006/relationships/image" Target="/ppt/media/image8.png" Id="R30e0131324244bad" /><Relationship Type="http://schemas.openxmlformats.org/officeDocument/2006/relationships/image" Target="/ppt/media/image9.png" Id="Rfb8ea0d2e8b0422b" /><Relationship Type="http://schemas.openxmlformats.org/officeDocument/2006/relationships/notesSlide" Target="/ppt/notesSlides/notesSlide11.xml" Id="Rcb3966c03d7346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6916064027a478e" /><Relationship Type="http://schemas.openxmlformats.org/officeDocument/2006/relationships/image" Target="/ppt/media/image10.png" Id="R4c388fcb3e6f4499" /><Relationship Type="http://schemas.openxmlformats.org/officeDocument/2006/relationships/notesSlide" Target="/ppt/notesSlides/notesSlide12.xml" Id="R99b733dc973544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c2615b778084c50" /><Relationship Type="http://schemas.openxmlformats.org/officeDocument/2006/relationships/image" Target="/ppt/media/image11.png" Id="R0dde1e3fcb87466d" /><Relationship Type="http://schemas.openxmlformats.org/officeDocument/2006/relationships/notesSlide" Target="/ppt/notesSlides/notesSlide13.xml" Id="R089dfd9724dd4d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ff916ecf4c54174" /><Relationship Type="http://schemas.openxmlformats.org/officeDocument/2006/relationships/notesSlide" Target="/ppt/notesSlides/notesSlide14.xml" Id="R97c468e2c43b42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1d2eadf83554f68" /><Relationship Type="http://schemas.openxmlformats.org/officeDocument/2006/relationships/notesSlide" Target="/ppt/notesSlides/notesSlide15.xml" Id="Rdecabfd9b118412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334e01855c74575" /><Relationship Type="http://schemas.openxmlformats.org/officeDocument/2006/relationships/notesSlide" Target="/ppt/notesSlides/notesSlide16.xml" Id="R2b32bd3b2c514b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996e75e5e954ac0" /><Relationship Type="http://schemas.openxmlformats.org/officeDocument/2006/relationships/notesSlide" Target="/ppt/notesSlides/notesSlide17.xml" Id="Rddfeb9ded10c49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991d39d9a1a4a51" /><Relationship Type="http://schemas.openxmlformats.org/officeDocument/2006/relationships/notesSlide" Target="/ppt/notesSlides/notesSlide18.xml" Id="Rc92bef8bf6834a2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00d4af11ee74299" /><Relationship Type="http://schemas.openxmlformats.org/officeDocument/2006/relationships/notesSlide" Target="/ppt/notesSlides/notesSlide19.xml" Id="R11fccd8e76fe46e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cadb1dccb724dcd" /><Relationship Type="http://schemas.openxmlformats.org/officeDocument/2006/relationships/notesSlide" Target="/ppt/notesSlides/notesSlide20.xml" Id="R709904de848248b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e6ac519f583493f" /><Relationship Type="http://schemas.openxmlformats.org/officeDocument/2006/relationships/notesSlide" Target="/ppt/notesSlides/notesSlide21.xml" Id="Rfa48b27344ec433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61664b4a71d4adc" /><Relationship Type="http://schemas.openxmlformats.org/officeDocument/2006/relationships/notesSlide" Target="/ppt/notesSlides/notesSlide22.xml" Id="R78f80adcb3b84e3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259a290c2f4efd" /><Relationship Type="http://schemas.openxmlformats.org/officeDocument/2006/relationships/notesSlide" Target="/ppt/notesSlides/notesSlide23.xml" Id="Rb9751c355ce84a2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e675d1d072840a7" /><Relationship Type="http://schemas.openxmlformats.org/officeDocument/2006/relationships/notesSlide" Target="/ppt/notesSlides/notesSlide24.xml" Id="Ree848915776f46a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6ec12b38f304c38" /><Relationship Type="http://schemas.openxmlformats.org/officeDocument/2006/relationships/notesSlide" Target="/ppt/notesSlides/notesSlide25.xml" Id="Re046c527c0264c4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ae6ea1762b74ca5" /><Relationship Type="http://schemas.openxmlformats.org/officeDocument/2006/relationships/notesSlide" Target="/ppt/notesSlides/notesSlide26.xml" Id="R2baa28f10d044e4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a6911da47db4a2c" /><Relationship Type="http://schemas.openxmlformats.org/officeDocument/2006/relationships/notesSlide" Target="/ppt/notesSlides/notesSlide27.xml" Id="Rd56c3f152f894da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113ec4552714152" /><Relationship Type="http://schemas.openxmlformats.org/officeDocument/2006/relationships/notesSlide" Target="/ppt/notesSlides/notesSlide28.xml" Id="Re9b7cec00a36492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a17f973231f4b67" /><Relationship Type="http://schemas.openxmlformats.org/officeDocument/2006/relationships/notesSlide" Target="/ppt/notesSlides/notesSlide29.xml" Id="Rbb8e8371235b44a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942edd2adcc462d" /><Relationship Type="http://schemas.openxmlformats.org/officeDocument/2006/relationships/notesSlide" Target="/ppt/notesSlides/notesSlide30.xml" Id="Ref052bb788ae47c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6a9e1097d614e8f" /><Relationship Type="http://schemas.openxmlformats.org/officeDocument/2006/relationships/notesSlide" Target="/ppt/notesSlides/notesSlide31.xml" Id="R578d6ece5eeb4d9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d98ecb559954c94" /><Relationship Type="http://schemas.openxmlformats.org/officeDocument/2006/relationships/notesSlide" Target="/ppt/notesSlides/notesSlide32.xml" Id="Ra69161a7441c4b6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5e734a222b94139" /><Relationship Type="http://schemas.openxmlformats.org/officeDocument/2006/relationships/notesSlide" Target="/ppt/notesSlides/notesSlide33.xml" Id="R96cd0384df704f0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c03c51d62834a98" /><Relationship Type="http://schemas.openxmlformats.org/officeDocument/2006/relationships/notesSlide" Target="/ppt/notesSlides/notesSlide34.xml" Id="Ra5970a4b41d440b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313a94403c04d63" /><Relationship Type="http://schemas.openxmlformats.org/officeDocument/2006/relationships/image" Target="/ppt/media/image12.png" Id="Re3cc24ecc4684f27" /><Relationship Type="http://schemas.openxmlformats.org/officeDocument/2006/relationships/image" Target="/ppt/media/image13.png" Id="R36b37f94bb4f420b" /><Relationship Type="http://schemas.openxmlformats.org/officeDocument/2006/relationships/notesSlide" Target="/ppt/notesSlides/notesSlide35.xml" Id="Rd6e1133f19a0403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ee68515dd364a52" /><Relationship Type="http://schemas.openxmlformats.org/officeDocument/2006/relationships/image" Target="/ppt/media/image14.png" Id="R0995fed626594cf7" /><Relationship Type="http://schemas.openxmlformats.org/officeDocument/2006/relationships/notesSlide" Target="/ppt/notesSlides/notesSlide36.xml" Id="R45c1000263e64a2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fd70d731dee4990" /><Relationship Type="http://schemas.openxmlformats.org/officeDocument/2006/relationships/notesSlide" Target="/ppt/notesSlides/notesSlide37.xml" Id="R01a205b697f5461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1d4a1ec85ba428b" /><Relationship Type="http://schemas.openxmlformats.org/officeDocument/2006/relationships/notesSlide" Target="/ppt/notesSlides/notesSlide38.xml" Id="Ra6a78e2936f84f1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32da02ad80f4650" /><Relationship Type="http://schemas.openxmlformats.org/officeDocument/2006/relationships/notesSlide" Target="/ppt/notesSlides/notesSlide39.xml" Id="R074ff73867a04e7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d18bb26b70a46fb" /><Relationship Type="http://schemas.openxmlformats.org/officeDocument/2006/relationships/notesSlide" Target="/ppt/notesSlides/notesSlide40.xml" Id="Rc9cb04d68df2437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6c3b7c5da104021" /><Relationship Type="http://schemas.openxmlformats.org/officeDocument/2006/relationships/notesSlide" Target="/ppt/notesSlides/notesSlide41.xml" Id="Rab22f57727734de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f754765824949e7" /><Relationship Type="http://schemas.openxmlformats.org/officeDocument/2006/relationships/notesSlide" Target="/ppt/notesSlides/notesSlide42.xml" Id="Rf42b81f2f642457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56b428d3efe45c9" /><Relationship Type="http://schemas.openxmlformats.org/officeDocument/2006/relationships/notesSlide" Target="/ppt/notesSlides/notesSlide43.xml" Id="R162c481f5193463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49656e317f34e9d" /><Relationship Type="http://schemas.openxmlformats.org/officeDocument/2006/relationships/notesSlide" Target="/ppt/notesSlides/notesSlide44.xml" Id="R26f9f5017aaa470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1c9c6a4aed3406a" /><Relationship Type="http://schemas.openxmlformats.org/officeDocument/2006/relationships/notesSlide" Target="/ppt/notesSlides/notesSlide45.xml" Id="R5a1cefe937fd48b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66d8a4c3b774557" /><Relationship Type="http://schemas.openxmlformats.org/officeDocument/2006/relationships/notesSlide" Target="/ppt/notesSlides/notesSlide46.xml" Id="Rbc2b9ea204f3401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62c032ebb2540d3" /><Relationship Type="http://schemas.openxmlformats.org/officeDocument/2006/relationships/notesSlide" Target="/ppt/notesSlides/notesSlide47.xml" Id="R4a3e8e911c7943b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b6131afe75242fa" /><Relationship Type="http://schemas.openxmlformats.org/officeDocument/2006/relationships/notesSlide" Target="/ppt/notesSlides/notesSlide48.xml" Id="R84fe434d838648c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dbcdba305d24aed" /><Relationship Type="http://schemas.openxmlformats.org/officeDocument/2006/relationships/notesSlide" Target="/ppt/notesSlides/notesSlide49.xml" Id="Ra2ecfa7b96964b8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649c6f12e1f4a0f" /><Relationship Type="http://schemas.openxmlformats.org/officeDocument/2006/relationships/image" Target="/ppt/media/image15.png" Id="R1e40768d088a4960" /><Relationship Type="http://schemas.openxmlformats.org/officeDocument/2006/relationships/image" Target="/ppt/media/image16.png" Id="R257a2a9f2b3044de" /><Relationship Type="http://schemas.openxmlformats.org/officeDocument/2006/relationships/notesSlide" Target="/ppt/notesSlides/notesSlide50.xml" Id="R8eb1cb9c43084d4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82c90bd39074140" /><Relationship Type="http://schemas.openxmlformats.org/officeDocument/2006/relationships/notesSlide" Target="/ppt/notesSlides/notesSlide51.xml" Id="R4f0dada233ea4aa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0a1add7bc0e4d08" /><Relationship Type="http://schemas.openxmlformats.org/officeDocument/2006/relationships/notesSlide" Target="/ppt/notesSlides/notesSlide52.xml" Id="Rad1f98f15fe54fe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a9c3fe048dc4aaa" /><Relationship Type="http://schemas.openxmlformats.org/officeDocument/2006/relationships/notesSlide" Target="/ppt/notesSlides/notesSlide53.xml" Id="R817875b69af744b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bcbad4571aa4b8b" /><Relationship Type="http://schemas.openxmlformats.org/officeDocument/2006/relationships/notesSlide" Target="/ppt/notesSlides/notesSlide54.xml" Id="R66bb594d16f348c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d449c34f5514bc9" /><Relationship Type="http://schemas.openxmlformats.org/officeDocument/2006/relationships/notesSlide" Target="/ppt/notesSlides/notesSlide55.xml" Id="Rd24893d22ada440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848e43b9bd24755" /><Relationship Type="http://schemas.openxmlformats.org/officeDocument/2006/relationships/notesSlide" Target="/ppt/notesSlides/notesSlide56.xml" Id="R33284e6954e44c3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fdec90b48a7a4ecd" /><Relationship Type="http://schemas.openxmlformats.org/officeDocument/2006/relationships/notesSlide" Target="/ppt/notesSlides/notesSlide57.xml" Id="R3d5bede7f90840d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0d51eb33c644c73" /><Relationship Type="http://schemas.openxmlformats.org/officeDocument/2006/relationships/chart" Target="/ppt/slides/charts/chart1.xml" Id="R5752310b39e94baf" /><Relationship Type="http://schemas.openxmlformats.org/officeDocument/2006/relationships/notesSlide" Target="/ppt/notesSlides/notesSlide58.xml" Id="R676629ada5b744d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37e2838c67449f9" /><Relationship Type="http://schemas.openxmlformats.org/officeDocument/2006/relationships/notesSlide" Target="/ppt/notesSlides/notesSlide59.xml" Id="R7060826068724f5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ee9628e2a7b4ef7" /><Relationship Type="http://schemas.openxmlformats.org/officeDocument/2006/relationships/notesSlide" Target="/ppt/notesSlides/notesSlide60.xml" Id="R1d716d1095354df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0fd15bd803f43ab" /><Relationship Type="http://schemas.openxmlformats.org/officeDocument/2006/relationships/notesSlide" Target="/ppt/notesSlides/notesSlide61.xml" Id="R3ef6c40377824b0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33f3d02b47c4a05" /><Relationship Type="http://schemas.openxmlformats.org/officeDocument/2006/relationships/notesSlide" Target="/ppt/notesSlides/notesSlide62.xml" Id="R64db64b9e350415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2dcef3fa3642493c" /><Relationship Type="http://schemas.openxmlformats.org/officeDocument/2006/relationships/notesSlide" Target="/ppt/notesSlides/notesSlide63.xml" Id="R99e13c06d8854fb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0bc769b4ab2846c4" /><Relationship Type="http://schemas.openxmlformats.org/officeDocument/2006/relationships/notesSlide" Target="/ppt/notesSlides/notesSlide64.xml" Id="Re2756583698745a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85fcb9e9842341f3" /><Relationship Type="http://schemas.openxmlformats.org/officeDocument/2006/relationships/notesSlide" Target="/ppt/notesSlides/notesSlide65.xml" Id="R90a01ed2786f4a0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8dd028bc173481f" /><Relationship Type="http://schemas.openxmlformats.org/officeDocument/2006/relationships/image" Target="/ppt/media/image17.png" Id="R6b0f65a8dd794c51" /><Relationship Type="http://schemas.openxmlformats.org/officeDocument/2006/relationships/notesSlide" Target="/ppt/notesSlides/notesSlide66.xml" Id="R4776dc4e8bd44c0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407d5928e804c98" /><Relationship Type="http://schemas.openxmlformats.org/officeDocument/2006/relationships/notesSlide" Target="/ppt/notesSlides/notesSlide67.xml" Id="Rcf6e0fa4d188440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c1f21893fef54e2c" /><Relationship Type="http://schemas.openxmlformats.org/officeDocument/2006/relationships/notesSlide" Target="/ppt/notesSlides/notesSlide68.xml" Id="R364622fc6c984f9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fbed83c43f64107" /><Relationship Type="http://schemas.openxmlformats.org/officeDocument/2006/relationships/notesSlide" Target="/ppt/notesSlides/notesSlide69.xml" Id="R388bd8ff7b664b4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2261f6678ea42ce" /><Relationship Type="http://schemas.openxmlformats.org/officeDocument/2006/relationships/notesSlide" Target="/ppt/notesSlides/notesSlide70.xml" Id="R520c37713d8348f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1021303672ac4f52" /><Relationship Type="http://schemas.openxmlformats.org/officeDocument/2006/relationships/notesSlide" Target="/ppt/notesSlides/notesSlide71.xml" Id="R16984033d506405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e7d06ba0340a42ea" /><Relationship Type="http://schemas.openxmlformats.org/officeDocument/2006/relationships/notesSlide" Target="/ppt/notesSlides/notesSlide72.xml" Id="R513de7a98ada489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7b468a167e74ae6" /><Relationship Type="http://schemas.openxmlformats.org/officeDocument/2006/relationships/notesSlide" Target="/ppt/notesSlides/notesSlide73.xml" Id="R1c8a852e29d142b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331c4be34da4b10" /><Relationship Type="http://schemas.openxmlformats.org/officeDocument/2006/relationships/notesSlide" Target="/ppt/notesSlides/notesSlide74.xml" Id="Re718005cedb6437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9d08cdc483a94a6b" /><Relationship Type="http://schemas.openxmlformats.org/officeDocument/2006/relationships/notesSlide" Target="/ppt/notesSlides/notesSlide75.xml" Id="R6d6f93f3e43c4f1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37d3a7370ed44f5" /><Relationship Type="http://schemas.openxmlformats.org/officeDocument/2006/relationships/notesSlide" Target="/ppt/notesSlides/notesSlide76.xml" Id="R6aad2238821e429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6373a757d20c44d8" /><Relationship Type="http://schemas.openxmlformats.org/officeDocument/2006/relationships/notesSlide" Target="/ppt/notesSlides/notesSlide77.xml" Id="R5621a6edb9ad4ed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0beade79d3a4708" /><Relationship Type="http://schemas.openxmlformats.org/officeDocument/2006/relationships/notesSlide" Target="/ppt/notesSlides/notesSlide78.xml" Id="R2279681b0e7a462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41097a5f8ad4d9f" /><Relationship Type="http://schemas.openxmlformats.org/officeDocument/2006/relationships/notesSlide" Target="/ppt/notesSlides/notesSlide79.xml" Id="R955f62fce6a6474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3dc7654c1254745" /><Relationship Type="http://schemas.openxmlformats.org/officeDocument/2006/relationships/notesSlide" Target="/ppt/notesSlides/notesSlide80.xml" Id="Rb30a84f2f550405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b4cd1e4b4374729" /><Relationship Type="http://schemas.openxmlformats.org/officeDocument/2006/relationships/notesSlide" Target="/ppt/notesSlides/notesSlide81.xml" Id="R39715972c07a479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4c8f46d2f03f4cf8" /><Relationship Type="http://schemas.openxmlformats.org/officeDocument/2006/relationships/notesSlide" Target="/ppt/notesSlides/notesSlide82.xml" Id="R212f814b00204e1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7fac7a3a88044513" /><Relationship Type="http://schemas.openxmlformats.org/officeDocument/2006/relationships/notesSlide" Target="/ppt/notesSlides/notesSlide83.xml" Id="R8375248d3d0e4b82"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e076a4d954124162" /><Relationship Type="http://schemas.openxmlformats.org/officeDocument/2006/relationships/notesSlide" Target="/ppt/notesSlides/notesSlide84.xml" Id="Rb2b661fba21649c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82df02fd242848ff" /><Relationship Type="http://schemas.openxmlformats.org/officeDocument/2006/relationships/image" Target="/ppt/media/image18.png" Id="R0439d5c3d5154abe" /><Relationship Type="http://schemas.openxmlformats.org/officeDocument/2006/relationships/notesSlide" Target="/ppt/notesSlides/notesSlide85.xml" Id="Rf4c686cc4e6446f2"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9f5b0084d3b04432" /><Relationship Type="http://schemas.openxmlformats.org/officeDocument/2006/relationships/notesSlide" Target="/ppt/notesSlides/notesSlide86.xml" Id="Rafef389cbc204ba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86cf25c9df14f20" /><Relationship Type="http://schemas.openxmlformats.org/officeDocument/2006/relationships/image" Target="/ppt/media/image19.png" Id="R73457c240aa74ef3" /><Relationship Type="http://schemas.openxmlformats.org/officeDocument/2006/relationships/image" Target="/ppt/media/image20.png" Id="Rae37629be4d24803" /><Relationship Type="http://schemas.openxmlformats.org/officeDocument/2006/relationships/image" Target="/ppt/media/image21.png" Id="R9d55e936c74a4ad8" /><Relationship Type="http://schemas.openxmlformats.org/officeDocument/2006/relationships/notesSlide" Target="/ppt/notesSlides/notesSlide87.xml" Id="R364b950a95894a3b"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a1832620edf340a9" /><Relationship Type="http://schemas.openxmlformats.org/officeDocument/2006/relationships/notesSlide" Target="/ppt/notesSlides/notesSlide88.xml" Id="R836d6dae54184c2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c061f13ab1c9490d" /><Relationship Type="http://schemas.openxmlformats.org/officeDocument/2006/relationships/notesSlide" Target="/ppt/notesSlides/notesSlide89.xml" Id="Rbc7f3f1126e1450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33c0ad127afc4127" /><Relationship Type="http://schemas.openxmlformats.org/officeDocument/2006/relationships/notesSlide" Target="/ppt/notesSlides/notesSlide90.xml" Id="Rd9e88d36d8304963"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3bf6e48753cd46d5" /><Relationship Type="http://schemas.openxmlformats.org/officeDocument/2006/relationships/notesSlide" Target="/ppt/notesSlides/notesSlide91.xml" Id="R73d4d2eda83d4bf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4e51fcd4522f4e9b" /><Relationship Type="http://schemas.openxmlformats.org/officeDocument/2006/relationships/notesSlide" Target="/ppt/notesSlides/notesSlide92.xml" Id="Rffd89fafc4414fa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875188ab30404d0b" /><Relationship Type="http://schemas.openxmlformats.org/officeDocument/2006/relationships/notesSlide" Target="/ppt/notesSlides/notesSlide93.xml" Id="R073ffb35bc514ca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DB290E7-73AD-4279-B187-0B2D02A301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45F553DD-345D-415C-AAE2-A0565A5198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CAB2A4BD-12F7-43A9-9CF6-2EF53DF40A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1AE5EB25-B389-454F-B1AE-7048637547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F6E984A9-3475-40A4-8E35-88A13BB4CF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D3E7348-372A-4E14-A3A3-9D2E2FC730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47857C6-56AD-40A4-9871-22237887B23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EE486E0-5EA9-4E04-A7D6-2E1A380F5677}"/>
              </a:ext>
            </a:extLst>
          </p:cNvPr>
          <p:cNvPicPr>
            <a:picLocks xmlns:a="http://schemas.openxmlformats.org/drawingml/2006/main" noChangeAspect="1"/>
          </p:cNvPicPr>
          <p:nvPr/>
        </p:nvPicPr>
        <p:blipFill>
          <a:blip xmlns:r="http://schemas.openxmlformats.org/officeDocument/2006/relationships" xmlns:a="http://schemas.openxmlformats.org/drawingml/2006/main" r:embed="R615f63e14e11498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95DF2764-C2B3-4D2D-9267-279D5CC6EF9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C67DFDE-15FD-420B-83AC-AC2D8CEA83D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3305032-0A72-4A77-8099-9152A46EAC8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8C31C665-88A9-40FF-9416-F4F82753B2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615376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5C1172B-35BE-43C2-A94B-5B836C094A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0A2EF52-D058-4068-9202-32EF5CD9AA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93996D28-D333-4796-A61D-CF2D070350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77CDBA3-1DDE-4F85-838B-C88463FFF3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DA47B5F-7D98-48A8-8A96-16D0AA7051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C71B59B3-5423-4D2C-A8D9-16C48C3C67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60549C12-B33C-4FFE-88AC-AF9DB2FDE1A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3E873172-65A0-4E2A-9376-016515D052D3}"/>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7505134B-586C-4F3D-9157-860EB2FB8C2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74B849D3-18CF-4071-8BFC-4F151C71A7A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480A74A-DFA7-41BD-B011-4AE0153A02E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A720F269-09C4-4709-B50E-A27A0C24F67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43F355D-CF56-4D32-B9F8-2AE4EAEE02D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1CAE1933-DB68-4F35-ADC2-5AAFE585443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58DE02B9-ED78-45D1-A871-C8BD265977F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B177F47-124F-45EA-BD6D-9D52B72FF5F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DDC49FD1-5103-4614-8792-57E90F7384D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1AA7BB74-3450-4A22-8121-CF3A7515AD96}"/>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258ABE9-7466-45DD-8837-50DCCD165AA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F3308A9D-DC69-499A-AF1B-3BDD62206C5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E301FD0-2ACC-4EF3-9F2E-4B8FB954018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DAFE71E-9C51-45BF-835B-D278B708C39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5EF9E7B-BEAE-4070-A76F-CC651F7B149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60F0188-4499-4A18-804B-815306714F9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2DE4D3C-5062-40A3-9947-5D4CD5537321}"/>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869E4FF3-78E3-42A5-96FD-24F1D1397AB5}"/>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14B5A62-05E7-46DA-A683-A14D158700A0}"/>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43A2121-0F9D-46AC-BD28-F4874D7C331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1F6DA1CD-B686-4102-9DE3-914DC4B5CC30}"/>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393BF4F4-873A-4E52-8B17-BB2E6C17661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59B9F63E-E045-4A5E-AE86-CCF2D604374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4CDB46A5-5DDE-4802-9818-F4510FBFACE8}"/>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DAA4524-4985-404B-A3DB-0EC2022B3F2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A1161AB-C2AC-45B9-8EC6-B3F97A85DCCE}"/>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A497270-3A5F-4B75-824E-8AA596B1044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61EA67F-77B2-4650-9047-F8D273466E0B}"/>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62198D2F-3E28-4C06-B70C-B470CF88A71E}"/>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1756180-769F-4628-AEA9-F010EA4D60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6278673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D6CC79EF-938E-4718-8484-8C8971AA2D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386419D4-9A88-43EA-8948-DA1B556BF2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D1AB84A-D612-4465-86A3-6802E88BF6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276C8DC-0E1D-4A3F-8515-4594ABA20C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F3497D8-A57B-4B67-8265-60CF2C694A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E491E90-D0C4-4397-AF1F-9D68E6EA32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E1D6A08-3957-4327-9E0A-D4169ECB4AD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E41F9EB-F868-4702-90FE-A516DC0D190A}"/>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E5FB779-6E1A-4413-ADC8-70B29E14AF5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53FF821B-817D-4FB6-8853-40B8BB24057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83535AB-C414-4947-A570-3BA30542C028}"/>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9CA4F20-B061-4DED-A2F1-FD6C327648F6}"/>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4412B72E-9153-4D4A-86EC-92EBFECA0CB6}"/>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AA5A58C8-C905-4F33-8F72-460425900332}"/>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69ED841-F7A5-439F-9E8A-E387AEA079C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4A17C1C7-2571-488B-AC73-CFD966D4EAD3}"/>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ECA0BD62-99AC-4524-B390-B0C6A922429C}"/>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1977589-ADFE-4A87-BF13-4D45D182C21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A827A66-E1B7-4E42-90C8-3D0441CDED90}"/>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DE6ADF09-AB3E-4E99-8F06-E0515E51C73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A6BD5EEF-981B-47F3-91BD-2ACDF8EF1CF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34CCB275-345C-4E6E-8B6D-E258F15E4D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E7E59DD4-026A-4F2F-B13A-5C9CC536779A}"/>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6E45701-13F6-40AA-8AD8-494A50F7B8D4}"/>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F6047EDE-E99E-4F1F-AAD1-26744CE95C1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87AD55CA-BA25-40D2-8D15-245F7C0D8C5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D1FDCEC5-D929-46D7-9CA6-DA1900F1B2E3}"/>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DF050A7-63F8-4081-955B-6C5DA5A521E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D52144FD-7BF1-4B95-B841-23B0139538E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57A02B9-09EC-4F4B-B656-56E933495385}"/>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BA7E2C5-9320-4491-AB74-BB48ECB765B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FAF4DBD-8C2E-4756-BFB5-7484C1ECA37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D01BE7DA-D162-478F-9F1B-9FBB487FA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50937001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516A569F-A1F9-42A7-AFD0-81BD987F7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1E1DD5B1-2402-4AF7-B27F-597FB7C59B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FBBE86DA-9D07-4DF1-814E-35150453C1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265FC0C-C612-4674-8FE6-1471F6E9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B56E25F-23CE-4A41-A661-5973539AAF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C3D538BA-56B6-4DC6-B6F8-CDF5ED8066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2C1B4951-5C0C-4625-AF61-8422AD1C5D44}"/>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546BF92E-E6C6-4137-8DA9-257FAAFC24B0}"/>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1F8FE3A3-2C7F-4959-A8C9-0EF065725D3D}"/>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08E3B5C-6A0B-4393-B05A-96679D4C9E7C}"/>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0E5AFCA5-5485-437F-BC42-40DD223C613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791D7F50-46AB-45F6-9C16-DC7BDA3F6E4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F2AB3255-AD6A-4BC1-B66A-48339779E1F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938C8861-0A09-46DE-8EB6-6068C3E4C1F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C43F7C6-986D-4D81-B6B0-F0985B3D9542}"/>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A09B448-F3CF-42A3-8A3E-BDD219B7086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4EBF670A-8743-43FC-8705-B2290A2C31DF}"/>
              </a:ext>
            </a:extLst>
          </p:cNvPr>
          <p:cNvPicPr>
            <a:picLocks xmlns:a="http://schemas.openxmlformats.org/drawingml/2006/main" noChangeAspect="1"/>
          </p:cNvPicPr>
          <p:nvPr/>
        </p:nvPicPr>
        <p:blipFill>
          <a:blip xmlns:r="http://schemas.openxmlformats.org/officeDocument/2006/relationships" xmlns:a="http://schemas.openxmlformats.org/drawingml/2006/main" r:embed="Rb57d0d140729492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10F3D1A-6DAD-44AC-9221-BE19F2A62D00}"/>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7DB69DF-61B9-4CC9-911D-06D585E30F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6843996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BCE2B8A-4360-4384-A4C6-0429BF59AF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110761DF-9D71-480D-99F1-51B64311563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DB9B2211-10D8-4A64-B542-FBF6A32936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18BC05C-F41F-4ED9-B7FB-ADF62732BE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E975954B-E88E-42B6-8A5E-80FA97E517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67D6A0E4-8F45-45E5-BC88-BB7E3B5660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C2395B72-C138-432C-8DF6-067B74AFA72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1A5C4227-5B76-41E9-844B-609B6629A19D}"/>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60EF43D8-DCD1-4D27-9ED7-2F52AF66A9EF}"/>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696A6453-CE63-430A-8C5D-CF968CA6481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2DC68633-A876-46C5-9C30-5DF37F7B3BCA}"/>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00BF4492-18E0-45C3-BC58-B3548FDEB3CA}"/>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01F6980F-1134-4086-9985-565DBB4125CC}"/>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1ED5793-D6A5-44DB-8ED8-574F16A9D4AB}"/>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01F0B723-2AD5-4EA2-B215-9B8EC3127D7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791E0FA9-8E73-4008-A580-076FAE14A84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4DADA75-5D1C-4DD9-89D1-C8CA04CE6107}"/>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CB4CB2C-92F3-433D-942C-249633B90A4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357003C5-E17A-455B-9797-24FC255C9FD6}"/>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131D374B-5423-40C3-9F01-F2DE689299F0}"/>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4DB00DD-BCCE-49E8-9951-EAF5A6533DA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DA3E98A-2E5B-4EE2-B74E-B58EF44906B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6FC7A101-55B0-40C8-9BFF-3315CBC3FB98}"/>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0423C784-DFD3-414F-AF07-DF67F9946210}"/>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DC029A54-8FDA-4944-A18E-EE432F15CE3E}"/>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82FE2E33-DF47-462D-A6CE-4D30E4054CF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96BAE00E-9F47-43D3-89FF-B1EAA5F9D1C1}"/>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0BA47DBF-8962-4AD5-B83E-D0DDDB39E7B4}"/>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BB2FDEC6-691B-478F-A817-0E26E929D1E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E91158A8-DD5E-4330-A7EE-41292202157E}"/>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BB0391C8-6343-4EA3-B1B6-9AB997ACC18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8E535DD5-5B34-499A-8B9D-6229CF985C4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D744228F-C0BF-4F90-9879-C80CE2FA70A7}"/>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2C6D4E92-44D9-45AC-BB98-001A47275528}"/>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4A4E68F2-74DA-42E1-9012-001261E20FB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F4FC427-1DA3-44BE-980F-D80EC5A69D04}"/>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8CAD105-5AFA-4A46-8F81-264A5434AD1A}"/>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81D471A7-EC57-48B7-9358-186E96D24F40}"/>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BDDDE925-600F-458C-AAEE-C210F6A01B17}"/>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0F0C2437-6897-42C2-9B1B-0ED4E9398CAA}"/>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6387BAFD-C149-49A5-B277-FC831A725B76}"/>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0ABE3661-1874-4EC3-8F98-DB7DA4B70FE6}"/>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C9B75337-93EB-4CB3-91EC-6192F13A3D4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0B8956FE-D009-4C2D-A064-8BAE3E85B02C}"/>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58BA5067-F7B9-4FBD-8490-D95D3CCCDC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3523104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21345545-FA5A-412B-9A03-85D056559A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A861C1D3-3498-483A-B4C4-0E3C8C771E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DB475F00-146A-457D-B1DC-435539F805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DEF596A4-72D6-4517-BD3A-DA07A1F407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33FBC188-6998-4402-A6D2-4885CD6CD3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DF6418B3-3E84-49A6-B76D-B7A9DF0B34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C80C03A-DEEB-41AF-9D3E-59207A0EBA0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FEE36DBB-E367-4FB4-AFA9-B4EB99B154BF}"/>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323C2B40-BE31-4382-9EB2-894C15594EC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073382D9-0676-431B-8F83-332D1B654EC7}"/>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ACBAB03-17CB-4514-AD22-C8FC8F164AEE}"/>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04DA8645-5CA9-45D1-8171-FF8CB2A07AB3}"/>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CBBB50AB-021C-4FCA-8C20-8DCDF8BDDECC}"/>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C071D728-C3A7-40A7-907F-6032C70C46EF}"/>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EB70784A-F3BE-4FF5-A32D-E72F0D0DE6A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57FFAE3B-4A8D-46BA-A13B-565242DF44A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21EA0E12-09C2-485E-8011-BEB9A5E7847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E4CF990D-BBA3-49BE-AD8F-4DBE61A7925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D45C4686-1272-4976-9F39-1AB1D3F2139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A75FE4CC-3AD2-4F09-AE0D-C04729E5C4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5592176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84F45F07-EC94-4E72-98A8-A83D09A032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13381057-A6F2-4E61-9004-8F58D648BA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D4F5E030-3CF2-4CA2-BB65-0C28DC3A99C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397942AE-47DD-49A7-9A16-1A27BF53D1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932BF546-02D5-46A9-B55B-8349A0AAB5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56B17065-7165-46E8-B94A-03EA5BF401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03C79554-7013-4E24-BAC4-248919F90B2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E72568D-07EB-4EFE-8F60-74F2B42626E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905DECBE-73A2-4A15-9097-FB27C1E7A241}"/>
              </a:ext>
            </a:extLst>
          </p:cNvPr>
          <p:cNvPicPr>
            <a:picLocks xmlns:a="http://schemas.openxmlformats.org/drawingml/2006/main" noChangeAspect="1"/>
          </p:cNvPicPr>
          <p:nvPr/>
        </p:nvPicPr>
        <p:blipFill>
          <a:blip xmlns:r="http://schemas.openxmlformats.org/officeDocument/2006/relationships" xmlns:a="http://schemas.openxmlformats.org/drawingml/2006/main" r:embed="R795f1afa43b94beb"/>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8AEE8B9-A1FF-4A68-B260-D56E44FB4685}"/>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15371818-F29E-4E6B-B9B0-A6E575FD41A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E5C749E0-E508-49EB-AEC5-0173D84DCEDF}"/>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A32FE5C-63FE-4181-ACD5-7630B2BC19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6130916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5D1BF0AB-22A6-4242-A32F-6AF2B8D9A0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E994E1E9-D23A-452E-83FE-88E94F2A20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E259E484-C7FA-42E6-967C-DAA93D2F9A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C2371A3-42CD-44BD-8CBF-92D948B4D1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67C3634-CEBC-4EC5-800B-3BA1F516B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43DE143F-525A-4D35-9A19-CEDBA147C9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9D93447D-99EE-4DBC-840D-987B2D150CFC}"/>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878E9141-F18C-4D55-8FA8-CB53A0692736}"/>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DDD6803-B300-4BA3-A3ED-25823BBBC5E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7CE68001-2855-4502-B046-C6359B0ED7E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22C78C1-B0B5-42D4-92AB-4C76B333D3F0}"/>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BFAF568B-F6E0-4E77-A20F-6F48FD4F12BF}"/>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22A41C9-66A6-474C-858B-1ED1787E88F1}"/>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7113A366-1F49-4EBB-82EA-D2E09E22F35B}"/>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B494381C-786D-4B1E-8EA3-E99CC4ED352E}"/>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9ED50B00-4378-4035-B753-ABE7005A0B06}"/>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3ACC4DA9-B497-4798-B3B0-9375B92FD42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44A9F92-8A72-4890-B919-D9789404BFC5}"/>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D0C438F4-AFF5-47C9-BFFF-D64FB9F9D690}"/>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8AEDAAD-53A2-4CFC-86F0-582852A5385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AEBE1FC-B91D-4B16-ADFD-ACBB0B30C838}"/>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50D45E22-7546-410A-BD96-C4220B2D73D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430B3ADA-D0F1-44DA-9094-57F54B7E4B17}"/>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1182FB4-0B98-4C79-9E05-22639B835F3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419CF6F-45B2-4023-8461-ACB4CF4171E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0760EE27-3564-4610-ACC5-CD47F7C6908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4264635-4831-4004-8BD1-44C84A46C1E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137AC689-F7BD-41CB-84A5-E47F9F84CE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9508259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3EEE95E9-1643-4B39-A7E1-4514416E7F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79B38EBD-30CB-43EB-BDFF-DA0D137085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C159EF25-A274-4FC4-B2EA-A265799BD2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9A64D07-0D0B-492E-A9FF-6EE312702C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B86318CA-AE11-4442-B593-D8594FDAD3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A9560DEB-73DD-4753-950A-E8B5146DD9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4A016268-6CBA-4B27-A78D-EAAA0AB803D6}"/>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854ADCE-3D8B-4E15-8967-071653048C90}"/>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975BB4C-A26B-47CB-8C2B-9D32E3C330CB}"/>
              </a:ext>
            </a:extLst>
          </p:cNvPr>
          <p:cNvPicPr>
            <a:picLocks xmlns:a="http://schemas.openxmlformats.org/drawingml/2006/main" noChangeAspect="1"/>
          </p:cNvPicPr>
          <p:nvPr/>
        </p:nvPicPr>
        <p:blipFill>
          <a:blip xmlns:r="http://schemas.openxmlformats.org/officeDocument/2006/relationships" xmlns:a="http://schemas.openxmlformats.org/drawingml/2006/main" r:embed="R7ee539838d0b4dfd"/>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B0ECECEA-52F6-4988-A615-73AEBD8AC60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943E9E9-AB82-4BEC-8FFF-9777D8523085}"/>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9143B22C-C503-4A10-A405-CEA056096BDF}"/>
              </a:ext>
            </a:extLst>
          </p:cNvPr>
          <p:cNvPicPr>
            <a:picLocks xmlns:a="http://schemas.openxmlformats.org/drawingml/2006/main" noChangeAspect="1"/>
          </p:cNvPicPr>
          <p:nvPr/>
        </p:nvPicPr>
        <p:blipFill>
          <a:blip xmlns:r="http://schemas.openxmlformats.org/officeDocument/2006/relationships" xmlns:a="http://schemas.openxmlformats.org/drawingml/2006/main" r:embed="R8c7621459b8145db"/>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2906BF06-2505-4BBC-990F-E7B9DBCEE52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662CF77A-FE9C-46B1-8111-5472C9E38AD5}"/>
              </a:ext>
            </a:extLst>
          </p:cNvPr>
          <p:cNvPicPr>
            <a:picLocks xmlns:a="http://schemas.openxmlformats.org/drawingml/2006/main" noChangeAspect="1"/>
          </p:cNvPicPr>
          <p:nvPr/>
        </p:nvPicPr>
        <p:blipFill>
          <a:blip xmlns:r="http://schemas.openxmlformats.org/officeDocument/2006/relationships" xmlns:a="http://schemas.openxmlformats.org/drawingml/2006/main" r:embed="R730722467c294c59"/>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76F68179-6C96-4D59-AAE4-708368B75E0A}"/>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EDC59A94-B85F-4886-8446-48C79982742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E41E58B-D737-4B1E-B74E-7A0197D98ED5}"/>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B00304D-CEA0-4269-9180-81C544565618}"/>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F8912C1-EB33-4608-8400-071D0303E66C}"/>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1850EDA-1ABD-4D58-9049-3DDB19C11E06}"/>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CA6E269-599F-43E1-96C9-97CC4FE6D89F}"/>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5252099-54CB-4CCE-A58D-1594219DBC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563773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E7FFB123-6DCC-4788-9565-F7BC7EE19C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6C0348C2-C9AD-456A-B97A-AEA396529D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D29504DB-453F-4BFB-B4D5-6F9EF50CD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5BA4931-252E-4E0C-A9BB-D3C32F9A55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F106F855-CECC-46D1-99E2-68B8DED7CD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F929B9E9-F700-4677-95D7-D9A425C14A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615FE6E-C49E-43E6-9855-17279FA5A3C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CBF2D290-E160-442E-AEE1-3DE880FB720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2FD3016-90A0-4D80-9838-7769540D23E0}"/>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71BB64B-FCCF-41C3-A1C5-D448726B77EE}"/>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410CD12-2E95-424C-8026-EF9864D91EA9}"/>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B02B4EA4-E0FE-433C-B30B-4752C71E8D0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4164D5AE-B10A-41F2-925E-A506FCE1E82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A2155E1-0FFE-414B-BA0C-8247570885EC}"/>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B30B0791-30BB-4D69-AFA5-1A738244C38C}"/>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38206CF-DAC3-44E4-9DFF-5B27043333D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FC0AC29A-B1E0-4BA2-9160-3835E18ACB5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88F856CC-7A97-44DE-BC65-97AB7CC057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8F44381-CA05-45CC-B50B-5497128ECF1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367F7C8A-B48A-4E45-B996-6C779EC4D167}"/>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0EBE9407-0626-4BDF-B40C-8CDD2AE01C7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EDACA87-CFBE-4494-92E4-0175CEAD228C}"/>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539B2B1-26BD-4622-83F6-30E42666EEF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7E412F6-8CF0-4278-8BF6-CF516104433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1764BF2-5908-4265-A22C-3C119F92233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1A8D16F-56F6-49C4-8F51-31F491916B45}"/>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DF529BBE-10A0-4F4E-A00D-456FE7295049}"/>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C8C4F5B2-A3F1-4600-8AF9-FD2A381C48AD}"/>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7B33C03-C86F-4375-BAC4-2BE47669BA04}"/>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CEBBAAA-1BBB-4D2A-80F3-00B6ABB1DB7E}"/>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B29B21E2-C5A8-4039-A6A4-424A83CB061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2F04067-B618-4F2C-A87B-7CA8D2B9355D}"/>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EA4527B9-C079-4362-BD7D-ABE36D6B5E75}"/>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7481B1A-9D28-4F77-B85F-537F85867A9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99816B4D-B9D3-4342-B894-BE7C34FF4F1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D455D143-BBA6-4940-B75C-B0F168793661}"/>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C03A0BE7-B88D-450E-8C89-01468FA85ED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4D6C2F6C-FDC0-4C4C-8C03-85AB4810BE37}"/>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E7E5504-572A-42CB-8747-3F0C1B715E27}"/>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56BD71F7-B85B-4773-B1D6-A5E7973671F3}"/>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0499198-2D92-4276-AC82-F29B1B022223}"/>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46A150EC-0793-41C4-A26E-A92D89A08C68}"/>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53FCF46-AA8D-49F2-8A08-78898DBE7AF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53F8EB84-DC90-4574-BE87-F57972480847}"/>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1E28D75-8932-431E-BA0D-DBCD42662B9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98999F6A-4D9C-4BB4-A5D7-8F4A6B59E2B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CEE6C821-624B-406E-B8F5-CE49FFC7623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5DC11FD0-865A-48BC-B303-6524C9E8D69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017F51C-284C-4753-A92E-D3D6E0FD5C61}"/>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317D24CB-DCE3-4D2C-ABAB-04F37262D888}"/>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9EDC5DB5-BD6B-4985-AD7C-AE718B9A9996}"/>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DAD70F7-BD22-42BF-A66C-2ABBCAF37454}"/>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023E5967-2EF1-450A-9908-CC0690C90C6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5843840F-FA96-4019-A750-922CFB329E30}"/>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0027576-C0CB-4164-BE41-F315B4C81AE6}"/>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5B4620D-4CC0-4BA4-A39B-30E26305A9DA}"/>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84C7DFFA-4EBF-4530-B846-C9ECFADF3B10}"/>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00D80FA0-0208-4B15-B005-2F538C1ADCE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97A0FC04-FFF3-4827-B28B-57B00DC09F1D}"/>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BAAE1F39-5171-4A0D-9FB6-FA3C4506A82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547A430-6B00-447D-A57E-81A709444F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4302945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14921936-C01F-46C2-A2FE-2093EC5593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899F8E5A-92E8-4463-A1A5-3CBE9E8E78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9330339C-61DB-45A1-830E-ADBE5A1D90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FA3EFE9-AE13-4FDE-BC0E-4ACB037929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9219534E-629D-4F54-A1B3-B8131E0F3E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CF61F7F-430A-4C64-842B-6D9B8BCDE8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E020FA7A-44C3-4B8F-97F9-450DA8F2BCFA}"/>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1443591-6990-444D-B960-EA049683144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050224C-3CAF-40B7-AC1E-60251C2E9A53}"/>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09B7B5B-813F-4579-B57D-31F873B3074F}"/>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50AD7CC-41C5-4BE7-A766-D007D569300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289A905-9896-4F53-9091-3D9E7722A26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3C3BCC1-AE21-4587-9AC7-220397FC6EA5}"/>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E7113D-1AFE-4B7D-897C-CBDEEBD29F93}"/>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68AD7988-E072-4D89-868E-1E37EA8F7655}"/>
              </a:ext>
            </a:extLst>
          </p:cNvPr>
          <p:cNvPicPr>
            <a:picLocks xmlns:a="http://schemas.openxmlformats.org/drawingml/2006/main" noChangeAspect="1"/>
          </p:cNvPicPr>
          <p:nvPr/>
        </p:nvPicPr>
        <p:blipFill>
          <a:blip xmlns:r="http://schemas.openxmlformats.org/officeDocument/2006/relationships" xmlns:a="http://schemas.openxmlformats.org/drawingml/2006/main" r:embed="Rb64f2284059d4e50"/>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4654B83-F1D6-4CC7-8C53-6340B3B03017}"/>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103146E6-920F-4284-A00A-98FB7536B29E}"/>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F9054070-8713-4AF9-90EB-D2567C363C7B}"/>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77948BC-CA57-48F4-A694-E9DE6DF773F0}"/>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418C1B93-9320-49C3-A0FD-135383AB661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8297DCCB-F7D7-4128-A9DA-E592F5F9F612}"/>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D255E138-072C-4A26-825C-3BD9375BE64A}"/>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A34F153-F214-40D6-98AC-F2A5F91295A1}"/>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8E18A168-D743-4DE1-AEF9-C6DA672B7F7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C83E16A-000A-4900-B4BB-20E8E66D31B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65CCC102-77D4-48F5-BE10-A83B21A897F2}"/>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A99B6F77-B511-4896-87FD-BE53CC9C890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E9E5419-E3CA-4C29-8EA2-23B21D4C27A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180AF7C-DBC4-4C30-B458-36405D220A25}"/>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6839705F-DF4E-45EF-ABA7-6DDD9113E775}"/>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92933B4-4427-452E-9AA1-54B67BD728CF}"/>
              </a:ext>
            </a:extLst>
          </p:cNvPr>
          <p:cNvPicPr>
            <a:picLocks xmlns:a="http://schemas.openxmlformats.org/drawingml/2006/main" noChangeAspect="1"/>
          </p:cNvPicPr>
          <p:nvPr/>
        </p:nvPicPr>
        <p:blipFill>
          <a:blip xmlns:r="http://schemas.openxmlformats.org/officeDocument/2006/relationships" xmlns:a="http://schemas.openxmlformats.org/drawingml/2006/main" r:embed="R30e0131324244ba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85D7ABC-DF4A-45CB-85B0-B49599016FB6}"/>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81FF8234-AF99-4258-9CF8-B28DFA4B89B1}"/>
              </a:ext>
            </a:extLst>
          </p:cNvPr>
          <p:cNvPicPr>
            <a:picLocks xmlns:a="http://schemas.openxmlformats.org/drawingml/2006/main" noChangeAspect="1"/>
          </p:cNvPicPr>
          <p:nvPr/>
        </p:nvPicPr>
        <p:blipFill>
          <a:blip xmlns:r="http://schemas.openxmlformats.org/officeDocument/2006/relationships" xmlns:a="http://schemas.openxmlformats.org/drawingml/2006/main" r:embed="Rfb8ea0d2e8b0422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04E19431-BB3A-465D-AF5D-6E565CE744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083027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21ADE7E-F5DB-4023-9477-AF5F21E59D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8311E9FA-CD74-4F6E-B7B9-CB958974CB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69A3007-7C73-4EF9-8379-55D422493A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F26F55A9-C2CE-4786-AB2F-90D0FBEA9E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564EEBB0-1D4F-4C3B-A49A-6FB5218439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00111CB-5735-45BB-9D5C-EBADBA64F7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0A700FCB-C5E7-42EB-95E1-0D8B20605458}"/>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0DBCBBE3-0CB0-4F92-A21B-9C99CC1A8EB3}"/>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77BB2FA-5206-4F83-A958-D0EF22158F44}"/>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9CFF462-CF66-4F3B-8BFD-3C355710E07C}"/>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2FCC690F-1B45-4CE1-A350-DC901742392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C91BC4F-C585-44B9-BC17-EB3225323CF5}"/>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955C337D-7C1F-438D-A3DE-7B01D7E2101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E24B8D-12ED-4641-B751-75FF74DFDF51}"/>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0781F87F-2E10-4F00-9E9F-6149FFA4D588}"/>
              </a:ext>
            </a:extLst>
          </p:cNvPr>
          <p:cNvPicPr>
            <a:picLocks xmlns:a="http://schemas.openxmlformats.org/drawingml/2006/main" noChangeAspect="1"/>
          </p:cNvPicPr>
          <p:nvPr/>
        </p:nvPicPr>
        <p:blipFill>
          <a:blip xmlns:r="http://schemas.openxmlformats.org/officeDocument/2006/relationships" xmlns:a="http://schemas.openxmlformats.org/drawingml/2006/main" r:embed="R4c388fcb3e6f4499"/>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A0533A6-C1D3-4053-9157-AAB3E48E3069}"/>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AA55BA0-65B0-48C6-9B0F-1FE2F3AAF166}"/>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4A6DB2ED-BA5B-4E6D-88B0-AF7D58C8A74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E33D2332-FDA6-434C-BBA4-8F0F2AF651A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5701FE9-2836-45B9-B8E5-855AE0C86042}"/>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DD3F4C76-8F27-4ED3-ABF4-CCDC968E0A66}"/>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4A32F55A-94B9-48B2-9014-720A741A7C4E}"/>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61C60455-F373-4ED7-94B5-3AF5E3EA7E81}"/>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26675A44-DC0E-4912-9AA1-4F8FB8C664AC}"/>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D959BCA6-5B50-42EF-BABF-A73DD431AB5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73EF6DC7-B69A-4AA2-B2F0-027535590A9B}"/>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241C5DF-29A2-445E-BA9D-E1BA44C9DB71}"/>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AD2AF67B-EE89-48C8-84E0-3B9E8EA2161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92F86A16-4FC9-45B5-B5F1-7C7A85D0E1CF}"/>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53ACC9DD-233B-462A-B958-5691C0052AA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B749E14C-72ED-4D96-94E1-5E086CBF1B67}"/>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1382FF4-7FF6-4416-A47B-16312B2993DC}"/>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D00591B9-755C-45B4-AB0A-05A21DB1D6A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75B88352-3D4A-4879-BFEE-F14BEBB5D36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E103D0-CEB6-4DDF-8885-04BC16CF1AF5}"/>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28E7ED65-0443-42C3-B7FF-DA22B9B52701}"/>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9571828-4F25-4A61-B98B-C0694DB573B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CD0C1E4-C260-44A3-BF5F-AA57DB8815C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260A78C5-A625-486D-8F5D-62487902E392}"/>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8A4A374-096F-4993-A87B-F1C3A7F45DB9}"/>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BD47BFF-D6F5-48E4-957C-7DDD6E393D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301774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6415EC08-91CD-4E42-AA33-38E71A2915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07AE5164-9080-4957-ABCF-4565BC67D6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7195E4F5-7489-497C-AC74-883586EF21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9E0C3134-E44B-4EBA-8DEB-75ED16E34A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64C79B2C-1756-4080-B11D-72F086F39A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B1C30E2D-C795-41F7-9575-5BBC8E10D0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B7C3E13E-7788-4372-B2C1-73EAA67DECA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EE9937B-4B56-4532-9151-D47BD0EC550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45A40662-9BB6-49FE-8C05-02E451039D3B}"/>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BAC1B8BF-A018-4D9E-8BDE-CAC265A5DD1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27C50EB9-7555-4DCB-9BBE-E5787CFCAA4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E5BD3E1A-E848-4D27-8DAD-8886D34F676A}"/>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897C6A42-6C81-4447-9F96-588F9C7292D2}"/>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06435DCB-CEAA-48C4-BBA4-AE3AAFA0FF3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E8F84B72-23A6-49D4-A64F-4928799B5466}"/>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6B47CC11-3D02-4968-B0AF-174BCF05DCA7}"/>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7ED9EBAC-B0DC-4684-9DC0-BA2D5C112120}"/>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ACB920F5-63AD-42E1-A211-9838CAB48136}"/>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F919A4E-4CD6-4C8C-8A0E-51740F846046}"/>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1A38797-FE17-45E7-8A33-E6F5443E362A}"/>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FB3E4AA-6C5E-436C-9F29-376BF1AF32B7}"/>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1CC63EEC-35A3-4A27-8BE7-AB92736618C5}"/>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5C53812-6535-4204-9294-FA217D8275C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0CA5062B-1C0D-439E-98D5-3A0E9775A628}"/>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FD9B306-AB7F-432B-84CE-EECD8D147DA0}"/>
              </a:ext>
            </a:extLst>
          </p:cNvPr>
          <p:cNvPicPr>
            <a:picLocks xmlns:a="http://schemas.openxmlformats.org/drawingml/2006/main" noChangeAspect="1"/>
          </p:cNvPicPr>
          <p:nvPr/>
        </p:nvPicPr>
        <p:blipFill>
          <a:blip xmlns:r="http://schemas.openxmlformats.org/officeDocument/2006/relationships" xmlns:a="http://schemas.openxmlformats.org/drawingml/2006/main" r:embed="R0dde1e3fcb87466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D1064885-F113-4E9E-9D6B-8448C715326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A9D8EA8-5184-44A8-A78F-7E570F58BA78}"/>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37886BA7-00BD-4E7A-A644-D515854F31E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036A5CD-086D-4156-8AF2-794D42B211F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F7DE07A2-DE91-457F-9C4A-26EC68B29F7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F84A6B8-14C8-46EC-A344-4994DDCD0DF2}"/>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ECFD3BCE-5B98-4BB3-8BFB-D26545E8EE5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D052C09C-D7CD-493A-A90C-D5C4574B186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02BAEF83-9498-439C-87B1-10C79FCE7E12}"/>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EC919631-CBA3-4A5E-8CFF-F76D317C6F13}"/>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1655EEA1-15B5-4B47-A5C2-5D30BE17C2EB}"/>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4238815E-C0AD-4EDD-9AFD-C8DEF30E88A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8B2808D-557D-4811-AE5B-3919A1AF0AC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3BC6D1DA-34FA-4662-839C-10925EA5A699}"/>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5AC8E09-0AC2-4EC0-8917-AEB54A3D2702}"/>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BA0E7EAE-CC6F-4A97-A6C4-838A4AD7284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99ED47A4-30A7-4692-B6F9-EA2DBFF77F7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A6031454-4B98-49D4-8215-755D8D8AAE92}"/>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8AF555A9-11BC-47F6-8C2A-7A4DC77E60A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C326072C-7372-455B-AF4E-21A0374B23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353638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02FA313-1A89-40EB-BA3C-35A6F3771C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ACD5ACDE-E343-44BD-98FB-C601D13E20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141C92F-0CFD-4699-8D8A-5655AA38B9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9D8FCCA3-1A0B-464C-A491-73AA132FB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4B11E428-7615-49D9-BF9F-105344F59B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65E81B80-6924-4619-94DD-EF381869CC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583A25C3-014A-43A3-8E4E-FB21039364F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4CF1304-53EB-4564-B2EA-23C62F429DAA}"/>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C7B0338-B195-4555-B65A-40219DA0F7D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395FD4CF-28F7-4642-9A09-DE51F4D37040}"/>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09DB2869-7533-4127-8380-3820777DE7C0}"/>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B75BA6BD-F78A-4E46-B47E-DB0FFC0924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CDCC887-9497-444F-A97F-9D71614B8AD7}"/>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AD2D0074-390F-43EB-893B-1162D8BEA92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9B88F7D2-3019-4240-BB98-2EEF83555D56}"/>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9B5C4C0-2283-418B-A41D-8F8273CBE918}"/>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6FCDFFE-7A38-43F1-8866-490A816741D1}"/>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72DB71-82E8-445C-A4CD-FB08ED4F458F}"/>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071F48B-6794-457D-8DF2-D5169E0392A9}"/>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956E841-0B0E-4398-86B9-E83D10B2A45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7E80AE69-C005-44E0-9803-7F8315A2BB7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391C30F-9DC1-4963-9631-F0C9BE53741E}"/>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EA04388B-B9F5-455D-8FBE-76CB5567DA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3522654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F00778B5-105D-4E65-822C-1DE54FDA27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BC765DC0-092E-4B53-94E1-A8E0036EF1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37148D87-29F3-4D87-8F60-07A28AF617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D90BECD7-CE3F-45BB-992B-73998DEE48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F0F700EB-6D3F-44C1-8242-3232CEAA87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1957ECCF-0E02-498D-BDB1-0D87297D4C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7FB74DBE-1BC4-4DF0-9EA0-3C3ACC5AD0E2}"/>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A5A6648-605E-40B9-90D9-2A6E02381D1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C12D7E-9E53-4BC1-8550-F693F3BA75D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CCC59A1-552D-4F6C-81E9-6F4513293D8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4BD5AC4A-699B-4B48-8EEB-EEC36E4639E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877B7CD4-E6B8-4D31-BDD1-CD45C77B0E9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EC5EFDA7-8364-4A5D-80E3-8EE11781A0B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C6B6A8-5F78-4C06-A8F7-1FE32A4D8956}"/>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CFC2F570-4F1E-4712-8B9D-D6EE0A8A2BF2}"/>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8D8B0C55-1B7F-415E-B38E-367DBABCD1FE}"/>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F14B1D5A-C935-4423-A51D-2E235C86993E}"/>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B7ED8A2F-1871-4914-8D27-654B7D4BDBF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B34C1B8-4421-4476-891E-995D6465F2E0}"/>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3BCD4F2-3619-40F0-8432-77032D6FBC0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CEFDEDD9-55F3-4E9F-9D7C-E53A1EA0EE9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FE35C84-5651-4593-801E-F6E7A1D06AAD}"/>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4408164A-508F-49BD-9A46-555E36F41306}"/>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A004114-5FD5-4BF8-9A35-A3A72F52276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50DC9F52-9A16-4059-B409-2BED17889D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3295658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E0D4965-F37F-4080-9917-7097F4A11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C5EFFAA-0F09-477E-8EE5-4EC7163E53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62DB78E-4938-42CC-9ED3-DB68C932E9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39A393A-36B5-426F-A540-DE7EB074CC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0E4F6BAD-348C-4940-AD7A-5EA98DDB82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04A9C81-30EA-49C2-861D-E89CA7A435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3D2763C-7B9E-4A47-A2AA-EC024B530494}"/>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E84023A1-7A5F-489B-97AF-A59226BA253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C24C6AF-BD68-481D-8A72-ACC2925CC0DB}"/>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57B30AC-D0EE-49EA-89B6-630BA118E41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1557381E-2B20-4B8B-9F58-1C32D5A051B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97D1757F-1C7D-4643-8448-12C678A0600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CF64AB5-E630-4E54-BFA8-D0A070234AF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D24A82D-36C5-430F-969C-6FD0D5889FD5}"/>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7537BDE-FE7E-4D42-B019-FE39C79845E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23C23AE0-313C-48C9-8AF2-11C6B2BFF2F2}"/>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2D7FAF52-54B4-45E8-A52F-CFCB495BEAA3}"/>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CD525981-C209-4A45-9A49-984933EE01C4}"/>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13DBB9D-836E-490C-AB92-E92FACC607B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96B214A-1934-429C-B064-D30F84BEA47B}"/>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56623335-4604-4193-8D48-735C34403A5A}"/>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0B175055-CE49-4BE7-AC02-C98BA7FF18C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3E5B3F0E-1BDF-496C-B574-5AA629B82E90}"/>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816D98C8-F7E3-4B1F-B35E-F29666395908}"/>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55F50881-96E6-468D-998D-AEB0C0AB47B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4A65D6B0-B41A-4E8D-9F82-D9685B9232A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52198723-5C6C-48E9-A234-A652DEF12F1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E537BFD5-C148-4B3C-8789-F722CDD6E8C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A60BC6E7-C09D-474D-8377-22734824DD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35677925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39D1A45D-06E9-4A41-B1E8-30ECCE8085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93BD2AFD-309D-49D5-9366-8BC0D7DACE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50860F33-0430-4FC7-A8CA-4345B9A085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B37EE311-401E-4D8B-8650-42AE351F7C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F30EBBAA-0581-4E16-BF27-AA9613F444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11B35E22-AB15-4DD0-A0A0-F87D7D9F65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6C06043B-700A-4CF0-88DA-FBF1C5B9D99B}"/>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126DA2F2-0344-46C5-8F61-747FE36201DC}"/>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CFEBA9A-845D-4F59-930F-65A8461A572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1FB0C15C-BC27-47D6-92A1-98947643613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429C2AB2-0D2F-432F-981D-DCCD0EB0BC7D}"/>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DCF8AC5-432B-4DB7-BED2-EE16F2C7C7BA}"/>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C770134-D5FA-48D8-B1C1-288F2E3ACE77}"/>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7492C228-0563-4273-9CF7-9B2877588403}"/>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40E2735-68A5-4636-A03B-7F8D6320217C}"/>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EEFC666F-79CC-43D1-ACAE-C133B48B4421}"/>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484C02E-578C-4DD1-96BE-85D7AC63F2B1}"/>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1A3F450-82C3-452E-B039-A3916FA3C4D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953F3E60-D2D6-4B12-8D03-D89393B8BE71}"/>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0AA9A4ED-4F0A-4A49-AD58-3E6B47D3D21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8124CA2F-3694-4DEC-85A0-B78FE813E25C}"/>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22B9A6C-885F-468E-BF73-2350A8FBA68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D9E2AAD9-3909-4529-8865-55276C8209D2}"/>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32CD8E61-85A1-4676-80A5-544C5FA9DCE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38A4334-852C-407A-840F-DE96EEE72D52}"/>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83CEA6A0-B463-436C-85F8-84B2F9BE13A0}"/>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755D4C05-9B43-4C57-B964-19930C9B79B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0C27C9E4-2648-462C-B68B-310AA819657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8EC2F10F-9E5F-45E7-A6E2-6EDCB1E5DDD1}"/>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DF00CA0-4A6C-411A-9CE1-4A96D42186D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C02DBEF7-5176-4205-A032-7E65BA93790F}"/>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06AB72FD-1155-4FEE-97FB-218B3803B39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2E7E83DC-DAD0-4D56-BD0F-20EC19FEE680}"/>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05B109D1-24E7-4C70-B765-61015E6016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0157183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178AA562-DE66-4DAA-A0D9-F2586B143E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D893DCE1-E105-4B85-B6E3-A85F060F67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C974D0F8-97B5-4CBA-BE7B-9F2299E7B0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038E6CB1-4224-4DCF-B6B5-C551BCA26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1FBA7A8-9059-4F90-BEEB-E2DBE507BF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DACE192-0F45-4AAA-83A8-A92D11CFEF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C64CCDC-D2D6-4EBF-8E74-FB72D3DE272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EEC11AEC-6458-41D2-AE20-860D0EE83710}"/>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A79D437-5982-465B-A3B4-03919B3D6E4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7777C8-B555-44D1-833D-3ACD02292ED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C14E736F-11E7-481F-AEA1-B8EAD4A7FA7B}"/>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2847FB2-7C6A-4B18-886A-B90424DB1302}"/>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193AAF2-7DAF-48B9-A1F0-F223478BF94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00FB58F-F7B0-45C5-A4C1-70FBA817DB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DC301E2-36EE-4B28-8096-CAB6215CCC5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3959A64C-FDDF-4C57-B83E-AD955826B542}"/>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8FB8968-F2A1-4AE1-8EDA-4CEA73D1D8C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150F425E-6A1D-4AFF-8F67-844771B341C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05F72D9E-0661-4B26-B8B6-F655C43113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9146135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2F5777F8-3418-49AE-9B71-8E130639B1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3F652395-1BE0-479B-9E85-64BDD8F73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9FDA27DD-DA58-40DA-A527-7B4F3BE845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6465AC7-343A-4A36-B627-D160783FAC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2F34F50D-AC73-4EDF-8AF5-1C15AAF877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B41C034C-C570-4B61-9FA4-950D5CDF8C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1D80263A-614B-4DAA-AF34-85193B0D65D6}"/>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E8A8A1C-71BD-40B0-8EA2-A06C3DDECCD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9BEAB79-DEEC-4418-8BCE-6D9ED8DB86A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A8CC699-09FD-44AC-AA20-37A680827D8A}"/>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63BCEFF1-E119-4046-9E1C-71E6DC5B169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FF0AE08-BCD9-4B51-9990-AC30A4C4571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03FDA0F-BA74-4C91-B26F-862B9E24726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585EBF3A-CF91-4856-AB38-A848A956ACE9}"/>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D2D392AE-832B-406F-89EC-E8EAA0448F35}"/>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5B632CED-B280-4802-B7C8-DA3798EDB6AE}"/>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F59C2D16-7B01-428E-9418-00F0CE0E8D9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80C3BD98-40E7-4411-871E-3A2276C9A7AF}"/>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CBB02BAF-2998-4B5C-BBFD-C213B7DF26B2}"/>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ADAE6D2-261A-4B27-A51E-C409E68887E6}"/>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71E9D594-6678-41D1-877A-B041A2902C6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6EB15F9D-2E41-48B4-AA72-A3505C75584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49CE425A-8993-4404-89D7-124A6F23DE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598111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E36E91F-B31B-4C50-B23C-D810381F2D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4E3BBBD6-391D-497A-B7D3-B612BCD0CD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95CA7318-00BE-4CFF-8643-8AD22BE230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1D1911C9-10F2-41FA-BC00-17B9BC381A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D39048BE-F4F3-4F86-97B7-213FCA1A28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298C77B9-E400-4BDC-8E35-58D9B90068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7653261B-FAEF-460C-9720-6939AE364AF4}"/>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EC1746D-F961-4439-A891-DBC283E5190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C9AEB5D-2D7A-41A4-98AD-FFAF07C77EE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282130C-0C6C-4CF9-8BB5-5F0AED6ED99A}"/>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21E2DE-B49E-4B64-B841-2F7D8E84B04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286FEEC5-2E22-4BE4-8669-FEFFB591F2F9}"/>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8FE92DCF-E281-4B02-A4F3-93B4100380B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5ED63BEE-B47A-4904-98F0-F14F587C92B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6020F81-CB86-4348-8661-A349682EBD12}"/>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5CF413E-48E0-43B9-8477-F62B349101E8}"/>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5BF964F-0DA5-4EFD-BF5A-380D57806CA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E407590B-A856-4056-9F7E-6369612C5D6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2019359A-16A5-4B38-AA85-89E84DF90F8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9BE4F8C1-9D9C-4EF4-B3FA-22BAB932C7D3}"/>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5C033A4C-C0BD-43F6-AE70-E6A92BBA1196}"/>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102AFD9-540B-4DE6-A096-EADB09297FC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6C44A8F2-A4B7-4F47-AA16-B68D7BC3D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6737420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0BFF5061-4134-4971-964C-3A1F5FC92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14C15AB3-84A0-4F40-A99D-9AB2E34368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CFA8F9A5-7D64-44CF-B749-AD75E1ECCC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7B33FE0-77CF-415E-9308-0ACF8912D1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57A2494A-225F-484D-9EE1-F79D0DB41A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19890DE5-E2BE-4239-BA59-10105112FB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FE906791-5940-440A-83D9-ACF48DFCAD9E}"/>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CE76C0BB-2E7A-4B41-8F40-0824D3A73372}"/>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17F368E-4749-4EDF-B62A-D6DE0A122505}"/>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DE7FB4B8-0186-49FB-96A9-54E2A4BECBF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755067D-8A36-41FA-A356-DB2E5549924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9D8FA683-9AC5-4D38-A617-BD77A959428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AFDB3F00-0BB9-4984-80F4-90410DDD796F}"/>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D58FCCC-B188-4B53-B870-DE2B49C9FFEC}"/>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A3EED2C-4DC8-451E-B497-6EFBD191E82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67ADE1B-8CC6-408B-A687-C7609DC7A1F1}"/>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B4C45CBC-983F-4178-98B4-993773B3071E}"/>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39D64C32-765B-477A-BF98-5DD44902A3EE}"/>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0EE6DDF-9490-43AB-AEDD-324907C1067B}"/>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E2A01BC-B87D-4FE0-88EF-E19E0527AC7E}"/>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93A4FDF-C687-466D-8971-6BBABA1EBFB4}"/>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747885F-EBC7-4ABF-AC45-201C8D4D8CBD}"/>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B780C06-87E4-4ED1-BBD4-A98F940ABAA6}"/>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6E2C3E60-3D5A-46E4-801F-1A29539A8B02}"/>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A2A688E3-A3CC-4719-814E-240EDB3F55D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B586828F-BAED-44C0-9083-F84C2E5B19A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202BD22-392B-4240-AB52-22518C482CE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E8CB7FBF-CF2F-4666-ACFA-CD51ABD2905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BEB8CEE-CB8C-4F43-96D1-A10EAD27FE3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17DD6279-58DF-4CFC-9EBA-A35739A9FDB6}"/>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BE161BF8-3CEF-48E9-A85C-C5F4AB45CC90}"/>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E777EA35-14CA-4690-9AE3-8610BEB2C112}"/>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0DC22985-9EFA-4484-B2A7-994CF6C5AD2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E9309D0A-6F25-4381-953D-D049C149209A}"/>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8FF18293-FDAE-47E0-BAC1-DD8D973143D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BCBB142-E647-4C22-95F5-CEC601B51EB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5E4F1149-A8C0-46B6-9DCB-6729E02FB572}"/>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46CE93A-3C65-40B8-A3CA-C07B7523C12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0D24558-F77C-4EFA-87EF-7EF43EB40CA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C772272-6DEC-4F6B-ADE4-B6BE4A2F81ED}"/>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7AF1392-2195-4570-90C5-0B9CE57767BF}"/>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AE62C3F-BE8A-4AFE-816A-30441038B61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9721CAE-2ADE-462F-BD3A-9B2F674183C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F0AB18F6-4CE1-42DD-9158-AB169314AEB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A26326C-4BBE-47BF-B90D-FCB7E2986B27}"/>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1A831D1D-AC43-46D8-9F5B-13B42C19AF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29903245"/>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7606392A-5413-4E59-A0A5-4AB1FE0F87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4DA88E96-26A6-4430-B163-61345DD5CA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D22A223-E422-485D-BF52-3FB02420FD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B090B51A-7CD8-40E5-B2B4-7E86D1158C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EE61AE8-7457-49D1-84FA-5755976AAA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07F806AA-9EB7-454A-9654-DBEC28AE8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88D6A5AA-FD9F-446C-99DB-4C0809F9A91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FD5B5BA-991E-4DBB-A671-712D786EBE8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F3D5CCF3-5450-42DA-A3EC-C286AAF304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A3E8FCD2-A0BC-4146-905F-65DD00CBDBA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AE90EAD-EF33-4722-98CB-1CBF3B53844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BCA30C7-0394-4825-9E6B-45CC2F369C5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8D39341E-0260-48D4-990B-C7D461CF47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CDD7216-3173-47E0-AB84-593AE22BA09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B53F04C-AC21-4874-916A-653422FFB64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C32676AF-0DF8-4E63-AF51-0B1A0DD781B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A8D14FC-87EF-482F-80DB-5011C9493F8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70F2C41C-BBEB-4873-B37B-AAB7B6282A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B9B8688-4575-4AB2-9BF1-1466D0A0A0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65ADB262-3A01-48DA-BF20-B81DCFA695C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F427A63-038A-40E4-A9BB-6B29260730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1879257"/>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853511CF-337B-41CC-985B-3D39C2067F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62E3765-DC41-4E9F-8F66-991A201BC2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428E1F32-FFA6-406D-866D-E6EBF960AE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1D9D3DFD-3844-43B1-A561-E06E5F10AC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C9B21579-A32D-488D-8CFE-E223EC83C8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E31E8216-30D4-4854-BE98-32FB68288A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C9EBE9B-B9E1-41CF-9467-152092FD018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8929870-BB0A-4BE6-BA2D-1776FCCE000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E79ECA85-0A9F-432E-9CE4-D5BBF25C417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6FEE1519-E542-4B75-8A97-4AF01E975BC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B31A868-A53C-4C02-B280-08EC28290E7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632CD91-893F-4472-8E46-618F46D1C7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E3013DA-E0AB-4C63-8CE4-3B38B2A8A1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FE78D6B7-28D4-4119-8E3B-F2E18328E29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DC8D1C47-08B2-4F97-844E-79D98C8E598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C9619512-68C7-44EC-9E07-E262850088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1559989-D009-4CB9-9754-9CE2D6BB4AE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ED7FF698-E023-454E-BD74-DB6C759E88A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0D423276-8F86-461F-B3BF-8814ECE7D4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86EA449-73E6-4BDC-8F82-174F82B5AD1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2C8D2D95-6349-49E3-8F68-A69E29E1BD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3966943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14345BED-9D6A-409C-961C-722D7E286F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911F3832-A321-4703-8A4C-A98B31606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ED0ED07-16A7-4CBB-8CA9-2C8712A810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E18B9F2-8CE3-434A-ACFC-27F7339BC6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4370D9A-6DAC-4961-9CD1-7ABFDE52BC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C9BC903A-EC23-4B33-9D54-44B3B4E761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199E91FA-43CE-4700-BD5A-D381578FBA7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4ED616C-7754-4EE5-89E7-EEDDE0DFBEC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751A02BF-FA7A-45EB-ADB7-33FD8D012E7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2815AE84-3A38-4E27-8630-6C73038AF96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1F793DA-A430-437E-855A-960A7B25BBA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8893F26-0787-4717-AFEF-F66CE5396D1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E2F759B-5F9C-4B44-9144-33953B177E9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5E7C120B-38F0-4C06-B5F9-8C6F1FC3928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5AF1C19-112E-41F6-AB13-72D996F6EBC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55598BA0-9AA9-49EE-94B9-EE49A7440D3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77D88E43-6D54-44D2-B420-0922F6DDC4F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CBE9EBD-2E1B-47C9-9786-7E7A623A1C7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432129DC-DBE1-4BA5-B5AF-B15F666D97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3F6CCB54-F9C4-4BA8-AFEB-8DFFFAFAC1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09BFB1F0-107E-4343-B283-A8A08492FC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544747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F45E766A-E6AB-4CC6-8FF7-6677BDF7E7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0E759EB4-F0DC-4275-80F2-180A7F9BB5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23038AA-2A5E-4F59-8B11-A24ABC4217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316CFC6E-53CA-4392-8A5C-1EB905F9A2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35BA2059-9016-42B0-90A0-D91BA1E0D1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1EA166CD-A243-426B-8099-67BE9A41EB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548AA236-A067-4EDF-B279-0172D233832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40EE93A-E3A5-4B13-A2EF-EC3F2099ABB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89693B45-CBB5-4FB9-B71D-A5864AF3200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2A9D49D0-3DF4-44C5-B538-8EACAFF0B84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4713EF1-E3E3-4DC3-B06E-F0404ABAD0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FD1A030-8C80-4690-9401-8E36104C33F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6BA8517-EC29-4AA4-892B-42BAF7F2A69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D7DE844B-DE83-47F3-A581-50CBAD9F0EF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C315789A-FDC3-417D-AB57-F41B1A189B1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E3F954B-4B97-4DA1-8956-A14E67C99B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2B14D87-1684-4330-A017-B4A032D4C52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67E4878-7D50-4CBB-A7C2-CE6ACA315B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E5CAA151-33EB-4CED-B734-A2ACC6A5AEA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53337AE5-E734-4AE2-91B4-7049F2EC81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D0325B7-5F09-4365-8A4C-90FC0729B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106281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590017D0-E1B7-4F39-A717-B45393CF14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CB656995-8452-41FD-901E-0AB4AEBB4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9A253F07-556E-4443-8FA3-B050FB92F9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9017ED18-F317-450D-A28B-4337AC4581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6E07852-34FB-4328-A139-06255D0F9B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D3C1065-1961-4C0A-A220-B922C334C3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6057BC28-2926-41C5-94BE-B3801046DC6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292B-3325-4766-A717-F6EEF9121E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99EBA3A8-607D-4E99-9889-06253D53723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CC05A832-FD4F-42FB-BBAD-76275481E8F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99B939C-2252-48DA-BB81-501A3EF5AD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CDD43E2-123F-46F7-AA14-D541D1B6E32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05B9CDA-07BD-48CA-ACBD-F6BF36714AE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B753CDFB-8C83-4A0F-92F7-41C2BE8F40A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90086459-3D21-40AD-8FA1-F2C93890FB0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37D20B5C-E102-4897-9349-E36903022BC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E25C14F0-484E-48B4-B529-40F7E86088A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C56B6F59-1FD1-4059-A958-4F2A437A94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FB6B059E-A4FF-4084-AFC1-21856B3E109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393FC3C8-8F37-4FD7-A39A-0279574339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1BB515D1-8D33-4CEF-AABC-AC99F84ACA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2957117"/>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A6DBEA5A-1AC8-44CB-8B81-CCBBB80B45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035334A7-3F2F-41DF-97CB-0A1C7BA873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531F939B-89E5-4B08-88F6-C7280FC4C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26309245-C11D-45B3-9165-66EB173666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D33598AD-E15A-4D78-B82B-8ED0BC6729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06A284AB-A896-4756-A412-F40F95C94B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E3CCD52A-58A3-46B2-AD0C-57FDD4BEBE0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D19A0C7-1A00-4938-91F3-742D55333C6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C37575C4-891D-4590-B8C2-5C385A4938D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60CD1E5-6E28-42D7-A454-95179D5B874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3FCD9C7-6A97-42D1-9D98-EDCBDCA4CC7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F5FB928-93F0-44E4-B261-17157ECBE46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B14A208F-51FD-4DA2-8FC6-D6B19BB3CF3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D947F298-608A-48F5-9091-11C5414DB46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CA69DA8-C65F-4729-B8B8-0677AC0463C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A4433BE-825C-4ECD-B8F4-DD0A0D77EBF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4AD6D27C-6323-40BE-B185-A5CDC323112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9FF7267A-BF17-40FE-99C8-FE8099655F4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F79C6396-D6A6-45DA-A680-6878BCB98FD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02AFED5-6428-4E9C-87ED-59A6457E940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B1FD2A18-80EC-4617-838E-4118F98C24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64156451"/>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C8E0F28D-3CB1-42AA-A500-5DECDDA0A3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E93B9E75-FCB7-468F-85FE-37CF9B6C98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5E8F27AF-2BE6-4D50-A3A4-6E35B0EC60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B1531FD-A81C-405C-A313-CA51E468A7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4564EF1-040D-49F6-A5AC-C871F42A3A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A8E917D1-9178-45AA-86F3-C76FBAE63D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140DA2D7-6F00-48CA-9E41-CBD4681AE88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4AE94E4-6183-42EE-836A-86CDD8FD36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421FB664-E4F6-4C60-814A-EF890CBA02B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9DE5C073-50DB-4800-B6F9-60C518966DB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A5BE6F7-DC17-46AB-BF7F-F5B27ED4EE9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5F4325-9EA4-46C2-8470-6A19BE98962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02032D7B-610A-4AE8-A8B1-AEAE444BCDF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3CEB2504-BD99-4208-BACC-ED152913A83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D905FC0C-02D8-4A9B-AD3A-743D77949C8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3576570A-E425-473B-9E9E-3E1887911E5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17221606-CE42-4D1D-96C1-71D4B119A4C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AF45CEC-2AA2-4E82-8B1C-C91BABE9B4D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C853230C-23FA-4657-BB32-461B883736E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AD6D3AD2-3069-4C4D-B1AA-0365FEBD847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26DF8C3D-404C-4218-A073-F84C19E6CA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3583585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D9723C3D-14BE-4A22-AE75-4D29115C05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8B1428B2-05D4-45F6-8CB8-8796F81774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3B18F7AD-8A15-43C5-A514-0932CA7F03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F5B2D49D-A024-4DD6-A809-0FE7E5A232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1D3247D8-68E1-47BE-AFCE-832B693C6B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1A5751E-4231-4FE1-91C4-2BD3119A0D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5465D9D8-90DA-4D30-A1EF-54722A76280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6EFCA1B-851D-4776-B6F3-CCCAD5709EC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ECF485A9-2F01-419B-9207-86577E512EE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5181A098-DF09-41FE-98DC-63B8AE81C2D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C1E0E99-2E65-47C1-9FE2-C6C39C74B84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41F554D-CF43-4401-BA0A-02F2A60AF10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C1C02ABC-A0C1-410E-9251-E95F2C1A570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CC4ED5A3-15D5-441C-AAE3-6A23DE2898D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FFB0F3D7-C60B-428D-800F-53D51747871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EEA6E997-D28A-4991-903A-DD0942ECB24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18DDB09B-3015-4E5F-920B-EB578BAE38D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2B6B6DEB-E2BB-4AB1-B5A8-A420D049882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56516C31-2BB3-44A4-95DF-A61BEA2A163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2DBE00C2-BFEB-408F-B0D6-EB8328AB2F2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F78CA158-165C-4ED7-8686-D3A0158495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4158265"/>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7ABD86D4-AB2F-49F8-86B8-F0C563BCFF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302B9C0B-F736-4F57-BA34-40A96A4777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C07E7215-25BE-45F5-8DD6-4D262F53CF0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5C6856F-C8BA-43CA-9634-56CDB9729C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A8BB6A9-E50C-4AD0-A9FA-102FD890F2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DA621B33-556D-4B99-8F4D-2D8999FE46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E5C6F9D7-C158-4AE8-B03E-567629F7C57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0D44999A-781A-4C46-9D21-89E24B95A7CB}"/>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9CA76DA-F11A-47D1-B634-153FCB755CBF}"/>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D9BEF05-DDA5-4C0D-B727-70D413345C6D}"/>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1077517-8B01-4026-A2C5-922BA82F30B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94CD2C96-2554-4690-BC1F-1C960E1FB36E}"/>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F391A8E-1CE6-462F-9DE0-DCA511E119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208024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81679581-4403-4609-B70C-9A67259E7B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AA87BF51-717B-4BE0-B32C-74B27728E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A7D9DA98-83BA-4509-A9B7-FD3132A19A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B84D1F64-8F28-4291-AE07-3DC992D266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7098BAD-E5CD-4D54-A4F0-0F325A4581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E2EB1DDB-A7AB-4A1B-AF04-7FF14916E6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B4F475EC-4536-49EE-80F4-076A75BAAE46}"/>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7286706-6056-49B8-8C7A-2F71FE79C2D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E167C15E-25C7-4530-95CB-CE5EF4D610E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C34C936-D43A-4621-A4F7-B2FA4F7A6C6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A3DB17F-5693-4C1E-A012-56BDCF61E5D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457C56E-FEC5-4BCD-8948-002A91B4833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2AFFE7A3-A76C-45F3-BEBE-470A24C1129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FCDFD88E-1C08-48A0-9200-E97657A3C7FF}"/>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633CE51E-AB13-4C50-8ED4-B7CD40C0D1B4}"/>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C66F0250-4487-4A1B-B30E-6E20B6EB3F0A}"/>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456D8F89-BDDB-4FD3-A813-607820335A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43406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69274E1B-A7E7-4051-A1F0-E75916CCA5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9ED90B7D-4844-4116-8A6F-CBCCEDC86F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3BAE97D-D61D-41CE-8F92-4EB4E00070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563B2261-DC34-4BCF-8D01-F2CE0D02E4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B2958EE5-107A-411D-97F2-C8260DEEEB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4A925DF-1927-4550-9DA1-37C0F3C9DD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D4EC209-361C-470C-9CD9-5D41B43CB39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45842E3B-483F-4A4E-8273-9FE9D19EE689}"/>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831E937F-D26D-4305-9D60-6D8676D65B6E}"/>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24F1E07-BACF-4B53-A622-70BAAB49DAD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F4EB977-F7BB-4A64-A664-31E58E972047}"/>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27FBAE1-2CEC-4251-86FA-379D90396F88}"/>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43A79588-BE22-4E2D-B9EC-8CFAE8A77597}"/>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BF6F1D6E-F711-49B5-8D4E-AAF315C911E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A32D24E-9551-4DCB-AF21-5D5D716E5DEE}"/>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FD7ED72-6869-4C42-93F1-E7E4535D194F}"/>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A2604F01-7962-41E7-807E-969BB82E1C7C}"/>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92E01F49-3933-487A-8445-18B8F9319A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622DC2ED-1753-481D-AF38-1208F71AEC1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A55B0FF-BE6B-4097-BE53-8FD04D9A3E5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2E24110-D5AE-4A0D-BEEF-D42F80E71222}"/>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7BA0000-7EFD-4E9D-BC79-C8A14727FA4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044FB87-F3E4-40A9-BF82-B421D4E98D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89215963"/>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02DFA5D2-BF36-4C21-962A-8803C4B42F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FAD44B22-56F5-49A6-9431-ECAC92FE5D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2380E5B-A831-4F3F-A859-7660090471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4D0D716-D111-4586-ABF0-0FBDAEDEAA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2F1AAC0-1748-45FB-AB28-B5EDBCA376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147835B4-7880-4FF4-8ADF-21B3413C15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DEA0055A-94C5-4E14-93F4-442513DF41E0}"/>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284D39C-A0FE-4363-9848-50C3D8AFB61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3D6A3263-4582-4E22-8B5C-EDC306C8AE8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F54DFAC-CB89-4E27-AE63-3157B9FC8B7F}"/>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7885CFF-1F82-4D82-BF04-39C171562E1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10F6BDA1-7F03-453C-B3B3-5F0049AA2320}"/>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D5A5D492-292D-485B-A1B9-04043CF4FDA8}"/>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F89E0D2-CAAF-4DD4-8AA5-3ED06D4A652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0C07AB1-E984-48FE-837E-B9526191479E}"/>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4340BDBE-F535-4B91-B21F-2FC44ECC903B}"/>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B275C428-5697-442F-A195-264F7B48B06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5FCE91F-49AC-4EAA-B27A-4B93BB0A7AA5}"/>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8280F141-6501-48BA-8831-E939F9B86D5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4F8A8960-57BA-44CD-808D-FB9EB34B928C}"/>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BCDF657-9B58-47A4-A982-9F734B64FB2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385EBE36-30B5-4904-BACB-30F2BB699D6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1A426FD-D562-4E44-A362-313DD763BA25}"/>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DD35637-298C-485E-802F-F8D3D105F399}"/>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734D56C-986D-4CE1-942F-48F7B9923EA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835322E-953D-4F57-B6CE-A824CDC461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33989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2930E3D2-D563-45D9-AE65-6918AA47D5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B8B25593-337D-41A1-8BD8-FF284743AD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A0F8A31B-FC64-46BE-BBC2-F0028616A3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30E0327C-B8DA-41C6-90EA-2F4660643F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0D4E97E-BA57-4415-82C7-8AF1DEDED0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B7354D5C-92E4-486A-9E5B-51B9D68170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F2B19502-705A-4C90-A99F-02B51261F79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EBA6422A-D172-4035-8C29-5073C81FEA6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115E8B9F-6096-4FBD-B011-E681D485782F}"/>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6FD38D89-692C-4535-9E85-A5435857F529}"/>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25D95934-2946-4633-A500-4A6F5E3B1E9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6856EC94-154D-47B6-AB4F-7059BC504BF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3E896163-AEE3-46EF-9843-DBCED6C8AD2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E89A82FD-163B-4E20-84BC-BB5CA2034A6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1EE1507-BC17-445D-9810-33E64AC4F499}"/>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A9A16F-BFCC-4A37-A7B0-A7F86E530921}"/>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98EE9CD5-25DD-44F1-939D-4F0B05C84145}"/>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57D7785-C933-4A41-9262-D79C5F122CA8}"/>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6604DD8-14A4-4D9C-B6AB-4D46DDB0D483}"/>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7B3D258-C64C-4B1A-A79B-C2AC1A74396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B9C3C3DA-DE58-4A78-8868-2D9F9431EA4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F7F2996-D26E-41C4-80B7-7644D5C903A4}"/>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9D07C0A-490F-4D4C-94B4-EC138B286258}"/>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E66C6E7-F548-4699-8E97-844DCF9DE91F}"/>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CFE2A667-6B29-4654-B55A-C819E1BA8427}"/>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48E601C-C6DA-46D2-943A-ED64F8E3353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43CD4348-7C1B-423F-A59D-A2A236131D3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0A14D3A-D229-45B3-AF48-E3CC8158C1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5477491"/>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F191F93-E72E-423B-AE02-5B2B6C2957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3D88FF2A-F7D5-46E9-A429-1AE3FBF155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C2F7DE77-01CA-4814-9D48-BF81A5E9B4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7B5B69A-FAB1-4F5A-816A-717C7B046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DBF894A-F6B6-4B31-9455-37FBDDB864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1D9062C-6F6D-4C10-B223-83CAEB6033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5FF8B3B-6E6A-492F-8858-7BC6C2BE7E14}"/>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B9A3576-9858-4B8B-9E9A-AF8BB4ABBD53}"/>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E8E9FFD-CABE-494C-A54D-B4C3AB20D58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901D8EB-057E-478C-B484-228466DFEB8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F22905AF-DED7-434F-BE60-DE3D7C63594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F6B7CF2-1BF5-4029-B9D8-B41F5F04F75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BB6E0C8-0B63-4062-A5F6-3B87F7BE1F48}"/>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B785E98-52B1-44EB-94DB-E29AB1AC7C09}"/>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5C4E42FB-BECC-401B-8748-9F4AA2A6B97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97998648-181B-4848-A60C-04651271B9A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6AC364B3-5AB4-4EB2-8014-76DA7D62994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B1A76A0-F050-4B67-8F46-1B7A7BCC0C46}"/>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24647E0-7155-4C4A-B745-0615A4A13A92}"/>
              </a:ext>
            </a:extLst>
          </p:cNvPr>
          <p:cNvPicPr>
            <a:picLocks xmlns:a="http://schemas.openxmlformats.org/drawingml/2006/main" noChangeAspect="1"/>
          </p:cNvPicPr>
          <p:nvPr/>
        </p:nvPicPr>
        <p:blipFill>
          <a:blip xmlns:r="http://schemas.openxmlformats.org/officeDocument/2006/relationships" xmlns:a="http://schemas.openxmlformats.org/drawingml/2006/main" r:embed="Re3cc24ecc4684f27"/>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6C3256FB-2089-40CF-B3B9-7FB25F26C1C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BFC957E-C28D-442F-B555-34B1F3D7CE9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52853AD1-E179-443F-86F0-005C04E815ED}"/>
              </a:ext>
            </a:extLst>
          </p:cNvPr>
          <p:cNvPicPr>
            <a:picLocks xmlns:a="http://schemas.openxmlformats.org/drawingml/2006/main" noChangeAspect="1"/>
          </p:cNvPicPr>
          <p:nvPr/>
        </p:nvPicPr>
        <p:blipFill>
          <a:blip xmlns:r="http://schemas.openxmlformats.org/officeDocument/2006/relationships" xmlns:a="http://schemas.openxmlformats.org/drawingml/2006/main" r:embed="R36b37f94bb4f420b"/>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3199D5D-B608-4BFA-B7B1-31EA62DF4DFE}"/>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7A9FCB1-D136-462F-BC12-70008EF58863}"/>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60062C9-083A-4760-8D7C-B6FA4181DB4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483D019B-BCD1-4AB8-85BD-60AC21B2ACD5}"/>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AD794032-1F29-4154-A85B-999EFAF5D223}"/>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BBAFF86-C2FB-4CBF-93D6-38224D6A87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88410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17D6FB3-1B30-4B83-8670-C6CEC8FFC0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DDFE7BDC-EDE4-414F-8DC0-0B5A3F21AB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BBFFDD0-8784-4D15-BB5C-5D60A510F6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D442132-909B-45D8-9EDE-2D4FD93928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6C20A80-58F9-4202-A8B3-DC69718D2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3B0D351-5F39-4059-B0A2-8BAB59494D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F545509-2F5B-4404-BAA8-FEEB616B25CE}"/>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C263102-486C-4E9E-BFF2-955F2E19D89F}"/>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ED8F1A65-6645-4A1C-97FE-A20773B9225C}"/>
              </a:ext>
            </a:extLst>
          </p:cNvPr>
          <p:cNvPicPr>
            <a:picLocks xmlns:a="http://schemas.openxmlformats.org/drawingml/2006/main" noChangeAspect="1"/>
          </p:cNvPicPr>
          <p:nvPr/>
        </p:nvPicPr>
        <p:blipFill>
          <a:blip xmlns:r="http://schemas.openxmlformats.org/officeDocument/2006/relationships" xmlns:a="http://schemas.openxmlformats.org/drawingml/2006/main" r:embed="R0995fed626594cf7"/>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47199A01-729C-4A4A-BFE3-B90C7E09E021}"/>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171FAD5-6425-4CBA-8FA0-95C6A97CADB4}"/>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5195B219-C2E9-4F53-BFB0-7E98EBFE9B3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F94B0185-5CE5-4D70-B49A-EE272777A8A1}"/>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6238AA70-F12D-4FE1-A593-389DBD0EAB6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A15FDAA1-85F2-46B2-B23C-6CFEFAEC9CCB}"/>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92BECDED-0910-40CB-8E9C-75D231B125A8}"/>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F0D22BC8-E268-4BDA-A616-70D6BF2096EB}"/>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9421934-DACF-425B-A3D1-6127DC7FB01F}"/>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81D073B9-F625-4F0A-A4A9-3353AB45C8F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EB91CCE-4F36-4E03-8F27-C5E8671A58C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41BABF1-D19C-4257-8D02-5129D6464C2B}"/>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D3860CAE-3CA1-44AC-86A3-8090B8BECB08}"/>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09B97B7A-3D06-4BE1-A6C5-24216FD46FE5}"/>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3F799819-6CA1-4DCF-A7F4-C14B6EE1A524}"/>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ADEDA83-97F9-4565-9A73-AB905AB11A2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5C9656F-15D0-4957-9D50-8BD0FABD431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4030A4C4-1D9A-4288-B50D-14D945D6DDE5}"/>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799AFBE2-119F-4695-B6CE-26BAA91775DD}"/>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7BC6175-F5AB-4F00-8BFE-611AF26DD7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9249366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91770B2C-6CD8-4B0E-BCCF-24485E8082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37BF247F-BB00-497E-98E4-0F9940D6F0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74BD4C67-BCD7-423A-BC96-80F6F3734B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16F7D34-9F35-436E-B2A1-E0DE87E7ED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E3E3FC8-F4AE-437D-8B80-248A822DF2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F0F4270-C89F-4B1B-875C-47B75FD52C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325BD09-E402-4A54-98A8-AB76C7D22B3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58A45B6B-8FB9-4171-B54E-B96DEF42DC2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8E23381-DC08-46AA-96CD-6CC728149427}"/>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E2165E5-4BEC-444C-9F3C-578C56B06771}"/>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8F5F8A5-40E8-4EBF-968D-C154A74FE79F}"/>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516C65BC-5BF0-4DCE-9120-9D0BE0ED7EA7}"/>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E0F3B18A-5DFC-453D-BE7B-348F08062C0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508DCAA-D95B-47AA-9994-B69DC8B49AB7}"/>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D05BDB17-3CB4-4E0F-BB8B-614FD47BDC2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87967C68-F108-4283-823C-46E2EA71C9EF}"/>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FE55CD7-9291-49DA-AD61-C20829CD7DE9}"/>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65D92FB2-7EAB-42E2-9ACA-6C7C5B94857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86452479-8F9F-4DD0-BCEF-1EE7345D849A}"/>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4D06C062-F1C1-41FB-91D4-51906FB5C57E}"/>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9921030-6058-45B7-B3F5-7B8A1D5A73EB}"/>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23802DA1-855C-4D7F-A5FD-5A115828613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D3775C58-5200-4431-A2D6-2F0DABB250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1792690"/>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5CE1502A-DCDD-4A8E-B8E3-3098B31925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768EA7F6-4D63-4F6C-AAE1-FADB0CEE90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1C6344E4-1C6B-452D-B17C-8A79D9D7F8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DC51D18-D82C-44EB-8BD0-EC2FE1E27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9D6662C7-18C4-4234-B39A-3D0B643F51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2B66285C-6C38-4E7B-8EE4-59739CED75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08598303-24A1-4F0C-AB3A-1683A4DEC334}"/>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0EC0B11A-9CC4-4397-9546-DEDA6CF90DA9}"/>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FF4D7069-5826-49AE-A824-A900DE34AB8A}"/>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68CE81EA-12D3-4AAA-BA82-06A409063E65}"/>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FBCD2F3-1EBA-444C-A39E-FEE631209966}"/>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ECF1282E-F05F-4FC8-9BA6-C2541B75679D}"/>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337155E-2C2A-4B0D-8765-344EDF71F151}"/>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73D9CFC1-2347-47E8-B4E8-F770D94A4E1A}"/>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28FD2622-B413-4017-8E8C-546EBDC97AED}"/>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9C32B0D1-1E79-4673-A6F3-EE38D95657F4}"/>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0E7B6AA9-C112-4597-9BF3-81DECB80DCD4}"/>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048A6F47-9D8A-4B02-9C2D-D38C6FA85050}"/>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5C2F2963-C6D8-43CA-A05B-849B35AE6163}"/>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84726697-C4A9-4A9C-840E-2D2E8324FEFE}"/>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4DB23E0-E9E7-482E-8CFE-F5002EA610D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1623F84B-2D55-4827-AB15-903B244582F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472FA67-56A9-4B7C-AF45-0E286298FF8C}"/>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0D825431-36FB-457A-A1AA-E920CB8F67E6}"/>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154508F-A7D3-41A8-805B-D430E477AF92}"/>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01462C7D-8C58-433F-AFD4-467D08AE00CD}"/>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468B9919-1DFD-43D7-8445-ACE8F05C742C}"/>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54E88FCF-29C1-4EDA-9076-17C5A90F8FF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20C2D84-5FC1-4376-A9A3-CEDAF33F0DA7}"/>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0C15DA72-36EF-429B-AE7B-5E3989DBA491}"/>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F6D8ABDF-6F96-4CE7-9D63-F63850CF98F7}"/>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EBF198C5-9DD9-4272-86E1-EFEC967AC2A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C50FA2DB-CB42-47DC-9085-26198C0C653B}"/>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53EABD90-8D95-42B8-B3A8-2FBFD73597FD}"/>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7639E84-2394-4C26-86C8-95B5B97C480C}"/>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EBDFE6A1-9CD8-4EDE-9B28-F9273DDDA86F}"/>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6928D55F-B843-4BA0-8588-38ED01DD7111}"/>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96F1ADDE-C306-4E0C-8099-BE438379AD53}"/>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18517892-7F19-48BA-99D0-B3540631D50D}"/>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B3BF679C-A912-4C40-9CD4-15CDA89E9E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061191"/>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BBCFB5F3-EF7B-4460-B4BC-F019287D7F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CD3219E4-1D3F-4CED-A9CD-E0D04153C5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01FB6EB8-BFC5-4279-88B9-B9226345C2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8720175D-0DDC-473B-A58A-E75AAD7545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7C27F63-9F9A-4B00-BD92-5832072BFE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189919F7-422A-483F-B16D-2E2621E3DF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B708C422-2FB1-4B17-9B10-4407A0DDE61D}"/>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F43F433C-12BF-468A-96BE-26713A2D2D99}"/>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6B4E9E4A-9DCB-49D8-B8FA-6C39E6353963}"/>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8C4B781D-6A1B-45E8-A98D-16B82DAC4013}"/>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E75B9A8F-D197-4057-A701-AFB9AEBBC00A}"/>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510648CD-79A0-483F-9D9D-064ACAC81175}"/>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355B2CD1-7FB1-4891-B713-A62A84378507}"/>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EE566E7-E3A9-4E81-B53A-F32C8D769DB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7508315-E839-4385-9196-F2CB4DB50B4F}"/>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CCA90EB4-E4BC-47E4-B115-DE17ED42F1B2}"/>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6D8C4868-B083-4411-8B9E-AE78B5FC16AD}"/>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994CD7D-E96A-44DA-9FCD-3558928A15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DFCD5B5-AF8B-447A-B13B-C900E0D5AB43}"/>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0C3AC1D8-C5F8-4822-B75C-75BF719C25D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56EF2F5-8251-4D97-95C2-21ECAC0D6715}"/>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CFDC666-39F6-4AC3-B28E-51748CA44FC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EC51E188-84A9-424A-900D-007B2590C93E}"/>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C8072BB-CEA1-4944-A628-763A1294476A}"/>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CEA9559-B1F2-4397-BCA5-7FE7004A2BDC}"/>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97EB9EC1-6007-4F50-9B38-8FFD2443D0F1}"/>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0DF499E-B652-42AB-82F0-FD148A14A24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FFB52A4-657B-4465-8C6E-308B0AEC46CE}"/>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01642D6-51A7-447C-8396-D51006030E4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63EEA1C2-7754-4FB0-A004-B1F5FC0393CD}"/>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11755E08-6E7F-4D6B-9857-ECDB4D029E51}"/>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C69CBB27-0141-4246-83B2-2A22759FE840}"/>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F8E29B7-430C-4227-8F0D-A1C1065C2F8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49BB2D60-C146-459B-AEAC-98E02E27C6FE}"/>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79AC6F86-5835-42A0-92D5-DFBE29517CF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564E3AD1-255D-402F-91E3-6DC38605A5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986619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25F01FF-3933-43C8-9389-4CBA769BBB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179406BB-2B9D-494A-98CA-E789284F1B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0EA919D6-E032-428E-840C-308DFD86232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8FAA7A-C792-40D3-B415-31151E5726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A6491F66-119B-46B7-9772-460753F7B6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30485D99-3CA1-42BF-A963-DF1B3A7791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53BEB086-691D-4D68-9888-98C6D49C9820}"/>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6E8FA72-7874-440F-AD7E-2284AC43EA2C}"/>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1170466C-4BB0-4E2E-8D70-4A6B82C9508A}"/>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552182E7-FDD5-4453-B00E-7773F42ADB22}"/>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AD8AB081-8420-4319-879D-070D9A3FC6B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969E11-7C17-444E-8AA1-C938B1ADC5F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8E726D92-C54D-4C79-98D6-8657A3C2185C}"/>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373032D4-0CD2-42A2-901E-047A3356E24C}"/>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FA3F4EC-9C51-4411-8FC2-01EB8BBA3D5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754FC1CA-5187-4DEA-B736-A90E989DA7D6}"/>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87E487BC-1049-4978-98C0-FF7B80B8DA19}"/>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C4BE52B-38ED-453B-B056-FD46F01FBE48}"/>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A95DFDBD-3CC9-4425-A46A-D9AC46BF2161}"/>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6E0DD848-5826-44F6-A953-FFBD74A5440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2A8982F-DF90-407D-BA17-852C066D7A7B}"/>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CF5844E0-D0A0-442A-9982-7BD16E6D2184}"/>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861BC0EA-2D2A-4C7A-BE3B-4B1D513D9C3F}"/>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EAB1DB23-0713-4F59-B2EE-D0A5155B4542}"/>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B3BC735D-D5F4-4B6C-AA83-776A99082E9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AF4949B4-4B70-477A-AD21-501D10025F43}"/>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F94B304-78B7-4A04-A1AB-22DFEA2631F5}"/>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3AEB612-A7DF-43F4-8D01-3DDD5B963281}"/>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67D8389-2AF9-4BCB-A881-2BC18CE896A9}"/>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25190DD5-8572-49AF-984E-4DF032F77552}"/>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69BDA614-650B-45C4-9EDC-16F164B2E313}"/>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6DF7D95-705D-44AA-B7D5-297BB0E0D8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1593224"/>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335EEEE-A060-4560-A11D-F90612781D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26F5F095-3140-4835-ADE0-D47B844AB4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CA426C07-C939-4686-BC1C-8B57714666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9171178C-C9E4-4401-9921-344B2218F3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A70E79A-43BB-4B66-B51F-4658F01F1B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51751A02-7BD3-433E-BD82-5999F3B89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CF224917-6951-4566-8ADB-533CA463748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F5476CD2-3B90-4698-B2AD-A9B766750B7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3A7E7CB4-E30A-48C0-A44B-603EB07EC1EF}"/>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0895E00E-37E6-450E-B514-38E2EBF13D6A}"/>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8BC8CE4C-E7F0-45B9-B2AE-C610ACB295D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AA1051E2-E7DF-4F85-BFEE-74ACA69FF8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BDA0500E-CF2E-444C-82C4-25C627E2DDD0}"/>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6283EBA6-2824-4E30-80C2-EDE245F53D0C}"/>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BB6ECDA-09C6-4583-9E1C-CC13E3D0F459}"/>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9515C1C3-CB50-48CA-854F-AE729338E36E}"/>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69B76A75-5ECF-4818-B84E-45785669F093}"/>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8DA801AC-3A6D-4CD6-BC11-9DF283F54FEC}"/>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4A16E3D9-0E4B-4D91-87FF-C1F49715C51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2868A3A7-082C-4A87-8633-ABBA0256DE4E}"/>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9B5AAE24-DF47-456E-8BF5-B1F8B48B3286}"/>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AC5BB0C-6264-4BF4-A4BB-DC400BB9B7A7}"/>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4563826C-BAFA-4A19-A192-E9E826A0704B}"/>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19A77E53-25FA-4EA9-A3D5-2D91A3020159}"/>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2084F808-7433-4C4F-A4F8-B5DAC2169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9010998"/>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45442277-14A9-443C-8285-755E267791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232F3E29-9A8E-4F63-92A7-369C143417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24A794B5-25CD-4F8D-85D9-2557EF777D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D28EFF9-0624-4D2D-BC35-7E0E95FD37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04CB6A0A-0BFF-42F8-B550-991525611A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EDCF6F60-EEA9-4CE9-A715-DC1C9FD193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37455796-8370-4878-8992-6F8CFFDDBF4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71E47DDE-8017-4DB7-BFEA-5328968C0532}"/>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D48455E-D29A-4330-8E38-1410418185D3}"/>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DAD93D2-16A6-44CE-B6D7-63455E112C2B}"/>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F09F1D0-5E9B-4B17-A240-A2EEED4CEEC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7DF23CC6-15F1-4842-B649-524CBFCEC36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CCB90443-D9F6-4F08-97A1-D2CB4E6ED086}"/>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5EDD800-0F0D-42E5-B3A7-A6F2FD8B260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1C18C60-E2A0-4C02-A0A8-2ACB58DA150B}"/>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51AEC4D3-5FB1-47C0-9D68-69B97BBC24AB}"/>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2808927E-1220-4F70-ABED-98C9849D21FC}"/>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3E1FD1AD-2480-45D5-814B-C262F02E20E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EC4BD741-D50F-4254-9080-2C63414C09F1}"/>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3A3D2BF9-056E-4473-9F04-6212BA19EA70}"/>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05E55B75-D959-43AD-81EC-B20632E3A7B0}"/>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C522D6EB-7007-47C5-94B2-EA11C7FD72FD}"/>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240A2828-96A5-47D3-8CD2-F0C54611727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4F6DE7A9-88E9-42A4-865C-21A5F0D5523E}"/>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60A5BB0-D1C9-49D1-8232-E11940BBC97C}"/>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9316AC1E-840B-4C70-8001-9F8D958C1321}"/>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C7AB9018-7833-464B-AB7B-300D56687574}"/>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023C19E-5425-4C7F-98BC-82760F12C9B8}"/>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61FE2358-1158-4C2D-B7DB-BDB726D5933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358808C8-B756-4181-A390-2C58E2045B34}"/>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98733F9C-32DE-4149-819F-CC26A1419E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5441613"/>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EB3F9A7-F700-4018-8250-A1CDD2C841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4A46DCCE-8FE7-45D5-A81F-DCC245ADF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A296FCD4-C6DA-4FD4-8AFF-E79FBD942F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1693FD-3125-4994-9158-0942B276CF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BCAFDCF-FAFB-492F-9DF0-F45B2DD270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C3841A53-1CBE-4CAE-B1F4-02F69BFAB1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3C526D5E-81FD-4BD6-8D55-9242B713DD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15EFC1C5-4BEF-4071-AF26-E2F60195E61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6332446-DC21-45FA-B969-3DE5CD57703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98FEF64-9269-42C6-91E0-0DF20EFF4A9A}"/>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106F7BEC-DC60-492B-BE7D-87C6F11093F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CE6D5FA5-AB4C-4506-9240-6185680385A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3AF9A39D-D73E-4E5B-81CC-37717F5F2B39}"/>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13380810-4BC5-4121-AAEB-800E679E45F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4E998EE-2E43-4E9E-B674-EC5DE1270B8D}"/>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E4BAA03-D477-4067-A5CD-44488652D5BD}"/>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296E7708-E5DF-4A83-9BCF-84D4A353174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EE591AE-0096-421A-9DB5-F3AFFA9CE9C5}"/>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57C66DDB-B8C0-4A89-8478-18E8493C88A3}"/>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5DB4D40D-01B1-44E4-8E59-4C558FE396DD}"/>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2D3A7AEC-28A5-4880-AB07-862260017F80}"/>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B98B3FE-58BC-4D9C-A252-645A02F57386}"/>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27E7146F-8DC5-4553-84FC-7AB74ECE0E4B}"/>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4628B8D4-46BC-46D7-8042-F78B76E6CD82}"/>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EFF238A9-EB96-410B-9D8E-4C5ACC50BBD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85AF003F-4ACC-4E57-835B-390A4CEC948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10247917-5897-40EB-A716-1B93E5341C07}"/>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09FD08AB-9373-455A-9EFF-679949352B4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07BCF4C-6D12-475F-BE3A-656F0834CC46}"/>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88D2066C-6D7A-48B9-B087-C37989EDF203}"/>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F8C19ED1-8E41-4B7F-B165-DB388201D1BB}"/>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C93E70E3-BF98-49C5-8E41-448F18D50503}"/>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F6FA1D42-B863-43F5-A63D-2FD99D108E1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719D5D5E-81BD-4351-B006-6141DB10B20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6F19D67F-40A6-409C-ABD0-9184B44EC2A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F0A2295-8CCB-4D0F-B2EA-EBE119A3E504}"/>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991638B0-AD51-4F72-8FB5-080E55C8B48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604967B4-5AB7-45C8-AED9-304925238DB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C267144D-867C-4F2F-A216-E6074509BEA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A998FAB-FD7A-40AB-9C17-D3C441AB215D}"/>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64F02600-FEFE-4502-AD89-D4780E3F51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749585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93308F2-E4F1-4013-ADD2-1056E3CE74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07889B27-E921-4CBB-9CA4-7B1B195441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8C04040A-FB23-4A7E-87A3-9365E3CE51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7375DCFD-EA86-432D-8DBD-2D3EE3F058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FB2080C-FAC6-43EB-8321-D46FBFDBA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AB330B90-14BC-419E-B93D-F3EBADD45F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FB2B8571-3547-4A36-AA73-E42B242EAA69}"/>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391ACFF4-F6A7-4D5C-A5F0-8019E4449BE0}"/>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88F1BDF8-068F-4DD6-AFC5-AF4D26E1D27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66EAD2CB-14A1-4D0A-A3D2-0F9CC5FE0E36}"/>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CF5E14BA-F991-4A09-BB06-1B5030E3095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B9D4E420-3C4F-4A3B-9D98-6081C5E207B4}"/>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A45564F1-FD0B-43D5-AEB2-D67494D27C26}"/>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36A3BE-E1A4-4C98-BE79-E76DE4661F17}"/>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22F9181-A4F1-436F-8B2D-B7253444D783}"/>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0D39BA93-C6F2-47B9-B4AD-2E3C6DC2BD7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9295C67D-C467-443D-A6DC-CAE6B587D3A4}"/>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089586E-F0A4-43E6-A1F5-6CE946BEBB36}"/>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BC89555-2F8A-4800-837A-9E8E7DEC8EAD}"/>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C7A34F23-4654-4C49-90B6-57C8B2CECE99}"/>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1019C19-F9F5-42D3-891D-F48C2BB25B27}"/>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39939C59-05BE-478A-B9CB-E66F76EFE3FC}"/>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636BBE32-A436-4DBB-BA0C-885C7AD11387}"/>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86F889E3-B2B0-4678-B8DD-160BD6DAD06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B4A31AFB-8820-4953-85B3-622DE9A0075A}"/>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D8885158-1530-413A-B334-6797DC132B4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18954830-E22C-4E49-942C-9E8C0998828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47B5CA0-6873-430F-B2DF-BB507001870E}"/>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4C4A712F-51DA-4609-A0FE-DFB2BBA2B2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837751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96414E43-49B5-4B16-9298-8EBD426D98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9F36FB06-B2E8-4B3F-9183-6B434016BA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921264EB-4C89-4787-8D51-1AA394D54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B11115C-A870-4810-9417-8F0E0BE311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A05ADCA-78B6-4DDD-80A3-DB1F3EEE36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CDC61C22-BEAF-4764-AC28-2785EAC653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68D2BE6D-98CC-4C62-92EC-6590B0866AB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0F426FE0-9AC7-4547-9341-CFDEAF59C218}"/>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24F6849A-A8B6-4690-AECA-473D3C7099D3}"/>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9A6E6C4-6080-4148-958E-55EC32935BF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169483C-574D-4FB0-8C99-CFB907F833C0}"/>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FC50B60D-7170-4793-A02E-FA765343836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6E4969C-5008-49AB-8D59-AB00DD9572F5}"/>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C200B900-CAD7-4F60-81A6-EBC7202B9B5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BD94652F-D32A-4BC4-814C-87A327A6D50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4A05968-BFC8-4B16-934A-F9CD4616765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60BADD67-FFD7-4D2B-BC43-1EDB59D353C6}"/>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C5BD36C-4CDB-4BCB-9B4E-ED396FCFACAD}"/>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14261C9-59E5-4453-BA91-45319617815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9E388D79-E72A-46A3-AA56-3D2CF5D1D14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E275DE26-B629-4FF4-BBE5-0FA8133CFC8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C97F2E2C-3377-4070-8BA4-C633371B946B}"/>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C68D7489-A16F-43C5-BEFF-47EAA7304713}"/>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55A0BAD0-BF79-4956-AAE0-317ADC195E68}"/>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38823FB-B1E4-4142-8B57-B9853617F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1DC0AEA7-727C-48DC-A369-8FDF28CE787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6E38E8B8-4B73-4610-A0EA-A589368CCF7D}"/>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FB4FE719-3AC3-4171-B0A3-B1EA0DE53468}"/>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B1597A75-F0AE-45D8-AC0C-FBF99A3AA465}"/>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8515E5F3-1F48-4A41-A3A8-C03C63FA0E13}"/>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ABACF01C-D69D-416A-ACBF-0195E8CD9FD9}"/>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037CBF65-7AD7-4CA9-A7C9-56FD2ACDED3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17F10DF-F07C-40C4-A572-C20F4A28E27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2D86057B-4887-4AD5-B648-EA8A5502701C}"/>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762EC04-2AF5-472D-BCA2-8F1539F858AB}"/>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D3583CD-E40F-4A28-94E5-7F38127308BC}"/>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F7C64713-3768-4B6F-9199-0EA1B51B5916}"/>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F6A8B38-2014-4C1C-97AD-01976AC3F1F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7817DFB-5CA4-496C-9C16-B11ACF9D48B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77182678-204A-4066-AAE0-B650760C71AD}"/>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10D4D4A-771F-44B8-B416-311467C2A77F}"/>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5A632AC-5F95-4198-8E8B-71C7BEAA9FD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15648137-FB24-463E-B6D7-CDD2672BFB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0367531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DA83E71-D728-4F6F-B3B9-181B8D90C7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20E813A1-23FE-4C8B-9250-6D4D74BA8C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F86A8A34-59E1-47BE-9034-E8E27C2FAD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0954143-285C-47E0-88EB-42D33B1804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654F1D21-1413-46AF-8417-8613E183E1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B2A0738-B800-44A2-9C97-C15F189F64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CDA28A63-99F5-47BC-A3FF-42503D646DD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8DBBC767-9E68-4F01-AB05-87D3E4581BFE}"/>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D5CA9E8-4351-4354-B0C4-7C176DC3CFA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D0C7C4FB-E436-4868-87FE-87C1D1A5BC37}"/>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81444BC0-F8D6-47B9-8391-3FD5164A1484}"/>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4D76E9F-B2D8-4DAE-A1BD-99139A124D69}"/>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DC9F36A4-C907-496D-84F2-65D8A67837F3}"/>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8842980E-F612-4E8E-9141-7DDC18FE4218}"/>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F2774E51-3163-4C8A-BD06-3C986DF76CF4}"/>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DB554CCD-DC0C-45F8-8CA2-99B8FC335CF6}"/>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9F6CD86F-0D07-4E4E-9512-A3C3C490B4B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C2250DDF-5069-4164-860D-18E15159178D}"/>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3C47D6CC-F046-4F17-BA7E-965E07B5010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4069AEA8-1426-48A5-9E93-61C802888F9D}"/>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68A870B-E978-4506-9FE4-F2CE9FAF4373}"/>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08C04481-24FB-4A5B-BF04-DA596DC859B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4CB48D90-369A-4058-A05C-DF136DE2BB4E}"/>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ADE611F4-CBF0-4440-9D87-7E5706189F82}"/>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E0E0D5DB-0293-42D5-B930-CD1305EB09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13077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95CA95B2-A768-4254-9292-F6E6840DEC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E7C3C3BF-39FA-472B-A9C2-7BEAC83B93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DA73C6E2-8E8C-4ED7-841F-D73D4630A3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2735F011-08A6-4458-96A0-9814D6EC51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513D5BAA-22D8-4966-8222-B60C9231CA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F26D5261-B7E1-43D9-AC5E-E32929836A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43CFDEC6-D937-40A6-AD84-D86C1384CC5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26EEBC27-DE69-494E-BD46-7ED35F5B640E}"/>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1D4674F2-5038-4442-A068-F0B8056DB6C9}"/>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788494FA-6696-4CB3-B3B2-EC8A1BD13D20}"/>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0D9BA98E-DD81-4182-ACBF-8E99D092634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08724714-38C2-4CDE-A2D3-F967E8E014A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80FB25A9-7B00-4954-A5EE-B03BCE4AF82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57FAC602-70AF-4011-BA79-51F2F056F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8745282"/>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D035560D-7CC0-4BDD-BB09-EB5EAAC765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730B497C-BF46-4412-B1CC-18096D825E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30AF2C29-F8D8-4BAB-A9CF-0CF46D7FEB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A4CF2994-B46D-4689-B1CC-A189113BE1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43941718-FE31-4977-8407-29AC72E291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12D3C851-7037-478C-AE45-CF0D015B1D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73BD279C-2234-4006-93BC-5E8193B2CE31}"/>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B2CC432-ECB7-47CE-9A76-59A25DF9957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0D5E344B-997E-4D47-B897-3C4F3D174CF5}"/>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3825D9C-8A6F-4836-8589-08A4001F1661}"/>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BDE5AB87-C13D-466D-9CED-96BEDC795F6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A1F9C86E-649F-4033-89A3-21F943B2F038}"/>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ADCEFB84-BD11-4C33-8482-1382C5DF3B9B}"/>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8F3FD812-3C97-4CB4-88AC-CF92FB920C99}"/>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589CE411-FF88-454C-9187-B1CAD65B625A}"/>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7EF29F39-7136-4752-AD71-E2CF5EA4759D}"/>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506DEC03-6C07-4E18-9A3A-71F7B2424EBB}"/>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02E2F63-B298-40FD-8209-624F5C2A9138}"/>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9B35390C-0261-4C75-9CEC-53653B1954D5}"/>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2113F0BD-C3F6-4DA4-A748-C8436770779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085C903-3A8E-4AAA-A012-B2D16647BD6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2A3695B4-4E7E-4CEB-BF05-8F262C095CE1}"/>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610D64C4-11EF-449E-B3E0-32539868539D}"/>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9A9FFAB7-79D0-4A92-B073-B31F9C2D2320}"/>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47730743-EEA9-4B98-9251-DDC44123DED4}"/>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0328CE16-8A9D-440A-9BCE-78397FAE464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2182793-267F-4902-888F-46B5EEAE9948}"/>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E0E17E35-4CA3-40D7-8FF1-3F73AFC46B7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DF1A954D-E63F-4F61-BD90-5162EBB20BAA}"/>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CCE7195C-B191-486B-B896-5EC53CFC145B}"/>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1460790-CFAE-4D7A-8375-21A3AA5C4FEF}"/>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6CAC16C8-BB94-44D7-9C62-86F783082F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52668717"/>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339F63D7-F32F-487D-A5F4-0A6F3CAD8F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0EF014E7-7C03-4E42-B867-9F5AD40E48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0E00FA11-ECB3-4652-B8F4-295D649A56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85D40E5F-C921-4688-B00A-A1F35E5A5F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87B1F658-F6BE-42EB-A705-381A524427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0FD959AF-B631-4730-8956-F7CB7CD9AD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B56AC078-436B-44A4-9AA3-725457C1E2A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172B5594-541D-4356-A342-5062BECBB8E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60FC3080-0BA9-4547-A0D1-8E11E621800E}"/>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8718B850-BD65-4491-8A52-0953BC5F1C3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344996A-BFAC-49B9-8C62-E5E6F35D9543}"/>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93C97F45-5473-44CD-AFF7-D4602D6639AD}"/>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5439481-7A0C-4C5E-8468-0F9613BBC01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6867B3E4-4C17-4B8C-873A-10952EB02D55}"/>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CAC2D3B2-8F18-496E-80AA-D2C691707A53}"/>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CEA927A2-848E-48C0-80D0-3192C962EFEE}"/>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E5EE263-ACB2-4D6F-81EE-AE2D8EE3D6D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C4A9D82-5AD5-41DF-B201-D1B11ABCAFA1}"/>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6F3A85B6-702B-4058-90C7-D0B472C8FDA2}"/>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D5B1DFDB-F906-47A7-9E79-8E5085666F6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8BBF5CC0-BA33-4D98-A58F-85EEAE04468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67CCCD52-A400-4091-A85E-956F4351F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2224680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5FF119A9-F17D-4F2E-8DC2-15B2E78545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958A4EF4-7EF2-4BA3-A6E5-EFF4C14B95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0479BBAB-152C-4052-A4E3-E98CE7D22B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20A0FE5-E8A5-4E4C-B546-A2D05A6F33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A8C5BB90-9F16-4A7F-ACBD-DD70859B82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81BACF7-61F3-458D-BAC9-09FD21810C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007CDC43-7858-4A52-97DB-53B69CD92C59}"/>
              </a:ext>
            </a:extLst>
          </p:cNvPr>
          <p:cNvPicPr>
            <a:picLocks xmlns:a="http://schemas.openxmlformats.org/drawingml/2006/main" noChangeAspect="1"/>
          </p:cNvPicPr>
          <p:nvPr/>
        </p:nvPicPr>
        <p:blipFill>
          <a:blip xmlns:r="http://schemas.openxmlformats.org/officeDocument/2006/relationships" xmlns:a="http://schemas.openxmlformats.org/drawingml/2006/main" r:embed="R1e40768d088a4960"/>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DF7880A-1492-4FE6-A52C-675E97159AF3}"/>
              </a:ext>
            </a:extLst>
          </p:cNvPr>
          <p:cNvPicPr>
            <a:picLocks xmlns:a="http://schemas.openxmlformats.org/drawingml/2006/main" noChangeAspect="1"/>
          </p:cNvPicPr>
          <p:nvPr/>
        </p:nvPicPr>
        <p:blipFill>
          <a:blip xmlns:r="http://schemas.openxmlformats.org/officeDocument/2006/relationships" xmlns:a="http://schemas.openxmlformats.org/drawingml/2006/main" r:embed="R257a2a9f2b3044de"/>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BE769464-F946-40A9-B4CC-884071F19D0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FE06C51D-5D5C-4310-BB50-8BEB0B3F13B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31F8FFD-14E1-4D8D-B195-E99758BB880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F04FF976-1B79-42C7-9043-561CE9D93E9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752F372C-A677-406B-B430-8523A3ED7916}"/>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8FD389FD-A39C-4167-9503-D30893A8B8F3}"/>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FE7A75EE-8421-4F4C-8F7A-37284AFAD5F4}"/>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2149FA15-61F4-4461-A1BA-01FAC892B86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08001B6-0ACE-407A-9DAE-D1D62D276E7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196DE13-09DA-48F2-8CCF-ACFAE3FF3C97}"/>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1AD5C5E7-5FDC-4BE7-ADE8-505071A7D32B}"/>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E7C96845-4C77-45A1-A018-298934C7D56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EB4CF061-AFDA-4222-9EED-161459EB66D8}"/>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60B8129D-5967-458A-A4C1-CFDC07887C16}"/>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741834F-4608-4EBD-A428-B45A559A5C8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05C899D-D242-4528-845C-7F91CA3400C5}"/>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F57F04D7-83CE-4959-AE58-223D94618B7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6FF1CF3C-AC02-4FD3-9F87-A41FA92D5F47}"/>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39BA2261-A93B-4BD7-BE69-4EFD0094198C}"/>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45E0AF43-D286-420C-9DB8-156AE7CFD46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BA693264-573B-43B5-9845-EE3E17FA9B55}"/>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D4BD8A8-EDE8-4DA3-B2E0-C85EE366B7A2}"/>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8BE4E7D8-C839-40BA-A335-A889C5B2783C}"/>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3DA8E71-401F-41D8-8542-79AD4438411A}"/>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2AC75DE5-769F-48AD-8E1C-26CFFA12731C}"/>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DBB65196-626A-45E3-897F-906DEA06F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71713621"/>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FDB1D450-3090-482F-80C3-59A93EE71F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CCA1C2F8-EF56-4F90-BA06-B8C5EEA976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0023E517-BE70-4033-BBB3-1DCBFB5453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FB221793-76B8-452D-96D0-FB6ABCA63D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6DBA42F6-AB59-4B0C-B278-3858488D91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3F04EA0-8C39-448B-BECE-4CDB687F47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EB1B8192-AE53-4570-BA7E-97E4A765EBD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914D0DBD-DFA8-492D-82C1-8684A6609201}"/>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8DB1ACD3-4E62-4A89-9957-B68D978E4C67}"/>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301D21D7-C971-4F79-8921-D0603166D516}"/>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D141E385-7312-41D6-9EC8-868A5FEAD09F}"/>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3FD461F6-1ED8-4145-9AEF-39BDC2704587}"/>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1323310-3657-4B2A-8DCC-5684746B644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1367AFAB-C198-41A2-8BB9-A272D3255FD8}"/>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CCD0F6FF-2400-4633-B5B9-BB87BF6A69FF}"/>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06D1269F-AE12-4995-8B08-7ED8133C7CF0}"/>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76759DC-A584-4817-AD46-001F7EA567CF}"/>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ECEB662-F1A2-4DED-99CA-274B6BEEBB62}"/>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3D2491B-4E77-4C73-955C-826C08727D8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AFCC3852-2925-4FD6-B968-FC99B9F3419A}"/>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0C480ED-95A0-44E0-ADC6-B31944098ED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98E33C1-24D5-4A28-8D4C-6EA4D4C8227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E16B6D0-0DD5-40D2-8689-664B3E763B08}"/>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015B2AF-A633-48E5-A4A9-1689FBF123B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1EDFB34E-87B9-43F8-A0DE-D882B937AB02}"/>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23A3151F-0066-415D-9C57-E60E97182B0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2181FB4-FF32-430B-AF66-D06EBE4BAF21}"/>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D7D3EAF6-397D-4FF2-88CA-6D88D802F17F}"/>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36DD711-BC97-4399-B40C-4C78D2ED1D0B}"/>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8EFA5336-C9AF-4541-B020-79D6B3180FEE}"/>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00E634AF-91FE-4AE4-AEDF-224F3F898280}"/>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8DFA0BDA-994A-414F-A89F-75624C0D22A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DC4897D-E157-40BB-B949-0DFCDA3CFF04}"/>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609E42D2-8ECC-4880-8516-1F4FA739A29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F5864E62-3061-4D7A-B0D6-91D17E539548}"/>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9AC4EF4-AF07-4A3B-86C5-9865427FAF13}"/>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617B789F-B393-42BD-A3AD-928BCF0DFD79}"/>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4A9BE61E-C62A-458C-A284-34DDE656AA42}"/>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0E71B37-1626-4CCD-AA1F-33D75CC2DBBE}"/>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B57FA491-B5D8-4E1D-B05B-F45AFA3CD1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8684853"/>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978D6E46-4827-4435-8F6D-14145AD9ED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3E64BA5C-6963-464E-BE7D-D42E3CCE9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74500DC6-7832-4D37-A67A-A93FD7E19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852D93EA-1E02-4F3E-9EF8-3531A405D9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5F5288B3-F80B-4C20-82D6-095AD4B593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49F331BB-BE06-4F6D-ADBD-36877C26FA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0E9B92F-7A4C-40E7-B2FF-777B17C8773E}"/>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47AB4FD-9AE2-454B-A9AC-860C9A4F0101}"/>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C5A24B8D-5658-4930-80A7-5BCE01E95B12}"/>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8D808B51-8910-480B-9F60-5520ABC85DA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B86247-8361-4251-AEFD-C5953F54AEF7}"/>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D95A5C9-A3C8-411D-A482-77745F20DC71}"/>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CD6136D0-365E-449C-A71B-24EC2F3A2F3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7A2F06A1-76AD-4CC2-B53E-6BFE7C8DF770}"/>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7EDA8893-976F-4AC6-988D-88776BFC50E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2590733B-4AF4-4089-948E-EB9A8193A54D}"/>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3609C09F-D880-4DEF-92EE-D312F0758FD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08F9E1A-9E25-4796-87A7-9B55F6D82866}"/>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15767F0-6FBC-41FB-8D23-FF2359A1B7DC}"/>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77CBAD93-4467-4449-A178-73945C1840AF}"/>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D2CDA71F-7B9D-46CC-B108-ABF56CD7BF9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0D783239-F45F-4CF9-AB52-7ACB1B3073C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847F4B7C-3881-4256-8758-04E80054F1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5147392"/>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1C76DDA-AB1B-49D1-A1EC-1E0FF82888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72846CD4-596C-46DA-8E22-EB6C50711E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A53CE1E3-E89A-4B5A-A210-E7D8ABF387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C31EC732-0F76-4934-8FCD-867CA67C57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F4789A6E-E46F-47F1-A41C-8348661F87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0F85B915-F47F-4D56-8945-E9A5F8F707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486998A-AB01-45F4-9C89-2F12A0F26CEE}"/>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2601FC6-360D-455C-A6CD-3AA64207D86F}"/>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A0CCC4C4-1BC0-4571-9DFC-5CC33B32079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FAFF4C1-8C39-4890-9996-C451AE09B1D4}"/>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EC40C77-543F-4146-85B5-40A4F2290D4D}"/>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23C10B15-21E4-47C7-8AD6-CD47E4A26081}"/>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BDC74E74-2CEC-42CF-B7EC-66CE6F0E591B}"/>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48BCBCC-2DBF-46E7-87E8-A842E181E90A}"/>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34C8E198-1E9F-42A7-BF34-5EE3A6B4B7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188E569B-278C-4949-B002-81ACD1E4FDC7}"/>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A88BED7B-62EB-4A7F-8BFC-84869D050F0D}"/>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9F743F43-3D81-4F4A-BF91-72DE1A59C17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8708CF9-20BF-4A06-9BB7-4B89156F688D}"/>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7DE3184B-B117-4A09-BF3F-8FCCFE5CA95B}"/>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7DCC2D9-08A5-4DA6-A46C-D378415F280F}"/>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0B44DD5-B148-4EF6-BEA9-A642C9043CE7}"/>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8ABE096A-0124-459D-9053-A69BFAFE571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62205F7F-C5B3-4DD6-9839-BC24C86ECAF7}"/>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3D3700FD-2D02-4968-B43C-CE8F83A4981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A144617-45A4-4535-A124-0E690B6982C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12F6D5B8-A5FE-49B2-AB5F-0F562C7471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5291374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8A4DE7B-420B-4CF6-AA2F-3A6A8D8D0E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6216B710-EC9B-4DA8-9C4D-B07FBA7C23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5B7A02F5-CFC8-40DF-ABE7-DCECB3BFE2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56514753-A108-4A9B-A41A-7568DCB2F1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0F9FF053-D645-4E26-9F01-3A96F8CAC7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7BCF1038-E07C-41D0-898D-EA1C8284EF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2512601-0526-4494-80C8-B8969B47F69E}"/>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817432CB-00B0-4B71-94B7-9A388020DC92}"/>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626DFBF2-0DE6-495D-8D06-877AAEDB754B}"/>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B60EC201-A879-4333-9B14-2D662B987DF4}"/>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EE2377FC-F9F2-4B53-8FA7-C407A89FD9D6}"/>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23905D94-E89D-4958-A58A-BBB07840B292}"/>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9C8E49A-A795-4F96-9B00-E07D945AE098}"/>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808FD31B-5372-4B7B-8224-52E3A72C6F8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DB4482CA-33DA-437F-B04A-A1751F018280}"/>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123761E2-C6AC-44EA-8889-6AC509EE6482}"/>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5661BF69-53A3-47B5-9DAB-C127CAA68D20}"/>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BF30B6ED-A1FE-46FC-9368-4E538CBA07C3}"/>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D7362AF7-6F0B-4D19-84F1-0F1D9CD41A3D}"/>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DC7C363-48CE-413E-B528-BCA7EBF7B3C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7292E8CF-B5CE-41E7-8090-58A5EF1D968D}"/>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6874B3FB-1C8D-40CC-9C5B-FD463AC7E6F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1FCA8813-12CD-4958-ACF6-8F00AFCF8B8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6A8BA85D-FBB8-44B3-9D7E-0FC343763878}"/>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D80B475E-B5CF-495B-B81B-011DADCB49D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3BF38AB4-13FB-406F-A5C6-9F323650568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06BA45D2-86E6-4149-9FB3-28AC7689C5B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8F042DCC-41C3-421F-8A1A-674B30F670FD}"/>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0CF814A9-C314-4CD4-8509-29F6E6582D07}"/>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1B7729A9-BE53-47F6-94F4-E900A4FE8DC2}"/>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622FA166-01F3-4526-8DE8-30C514238FD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603CC56-B78C-4BF7-90DF-FE1C25D1376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551C6D1-AAEF-44B7-A1A8-09E50F9DCE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7127952"/>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F83B532E-9509-45BF-87E6-BA942C184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CE6487E-9BCE-4649-883B-62D392D67A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0CB4989F-91A5-4853-ABF5-DD2B69BC37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2B3FBE7-0836-44B5-9FD1-3DC3529E3A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5760AFC9-2D10-4BAE-B809-EFDA474878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B482CFEE-41EE-4CA2-8C94-0AF3E2B06E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101D91D-5A3E-4B40-AE26-08B1B3E2275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06A1D15-B4BB-490A-8AC2-40109F3E01AE}"/>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CD00CEA8-9F9B-439E-BED4-A3DC473DC62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08455F27-4E79-4E4F-93FF-EFEECEF63846}"/>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DBDD676E-D9B5-43B5-9937-2A3DA8E6245B}"/>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CA1D223D-40AF-4765-89B2-A129A684368E}"/>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9B12307-28C5-416C-9DFF-284386371761}"/>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2503B153-F1B3-490A-A0E5-6936284E72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5490137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53AF9890-875F-485D-AF22-248A9AB8DD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F9F5953A-EB01-40E0-86A8-E5B78FF238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E074C602-D850-4639-ADFE-AD7917F66D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A3A44CE8-05FB-4D5E-A35C-E3E81EFC40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EBA63B51-09C9-4C69-98D6-3297BD9202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DC0C4FDB-871D-406B-AE8A-C962601E44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566C258A-EFD4-40D5-B637-191883B65FE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AF6DDF61-CF60-48E3-BDE3-5C21DE62315D}"/>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60F21C42-7B47-4A59-BFE7-A9A25216A4FD}"/>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8B9C632C-7232-42FF-86E2-2599801E6AAE}"/>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3A771551-93A9-4CF5-B21C-C603CD4B2934}"/>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DBCDA5E2-6CB7-4912-834D-0964D128D652}"/>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126B516-9542-4E63-B9E4-D06B116634CE}"/>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75C8B991-DAC3-47D7-9724-CAE8720C7B7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EE0B3D-3D27-4802-8B86-73A2373E084A}"/>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B37CEB05-AD64-4BB8-8D1B-4D17C6C02852}"/>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CDD19C70-786D-491A-83B0-F3D9834564C8}"/>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8504B5FC-ECDD-4C1F-A926-8894A2A0195E}"/>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5A4E90F-7459-42CB-8672-18DE39D5B15D}"/>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6D1E2F83-0A3E-4BBF-8346-312346E89681}"/>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4B402B3-3A64-4B86-925F-EF4E732FD1B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9D78BF11-747A-4F39-B800-3D590757831A}"/>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3260E3F-A231-4FDF-AF9E-CB56A9430C79}"/>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27D7EFE-2D0B-4F67-8AAD-5A4F1AE21F4F}"/>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ACE53C49-6312-4E7E-962C-1A8A25FBC4D9}"/>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BA9D67FE-276B-4F73-8AAB-486496722715}"/>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F0A20C28-8D9B-4ED5-9035-8581A7B5A23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C3403273-188D-4FF3-9C46-A2313DA5BAD3}"/>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D930A999-BCC0-4D2E-813B-A2CEE13B7D61}"/>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4E9FEE8C-648C-404B-B8F2-055AFE8AD0A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4F92599B-44F5-4827-901D-B0726A701FD4}"/>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4DCEFF79-FB43-40EE-A066-3D5EFA12779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EB54CFD-AFD2-4518-8D82-F371A994FFFB}"/>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1E6CC69C-19B2-4E13-BC58-F228F739851E}"/>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C22E4D1E-8841-4050-86A5-27677E14A7E0}"/>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C82D2F9-1866-42CA-9410-31E67D73406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940954C-D3FD-4138-84E3-1774E143850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1DDA819C-50DD-4F29-AF5C-FB1728ABC358}"/>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FDE0A9C8-B4C1-40ED-A851-00D8E790FD32}"/>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9DE1714-D145-42B4-B5E1-F9F74E21D46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9E38410-682D-41EA-A369-5E6835D198B2}"/>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757DB1E-F1CE-437B-8217-A5904FBEE8C3}"/>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B9B161A-87C1-4D26-AB9A-468DA431CC7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104BCEA5-696C-4EC0-B19D-4BB14F649E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26285375"/>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EBF34552-AFF8-48DA-B60A-A7469E3A97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EE39B0D3-F2A5-4C89-8565-8FB19412A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8F32DB48-DCF6-4001-904D-AB5467109E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CF65823C-60A5-4BC6-8D1D-39A658D215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9CE1A02B-EAB6-4550-8F9E-C2AE83C807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9D73BB44-EAE8-42C0-A6F8-54A34033A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D5F5631-F5F4-483F-B161-8D263CEC0B87}"/>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8116721-80BE-4126-9438-320B8C5C0DC2}"/>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D7330CB3-F635-4188-BF3E-73EB6ACFF35A}"/>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7EF275BD-A1F2-46CB-BF1E-A2166803DCC1}"/>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B0FDC32A-394C-41BC-9314-105FB8887FA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26257DF3-1810-4369-A282-64571853196E}"/>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F7B045F4-30FC-4201-9B13-A45F2127137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7935FB2F-CE7D-4354-83A7-F8A5C76C24C1}"/>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43A67D27-BA50-4169-81FE-57183EC6EFF6}"/>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B0D5DD4-76A9-48DA-B1E3-A0CBBBA4AA63}"/>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52E0DFF-3215-47E4-AFC2-43FA8F58F416}"/>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3F825FCE-F6E6-460C-9ABC-B3CC1A523A7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7D4B98D-077F-4065-BBD1-1A91A70FCC8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459EBCCD-0D0B-4EC4-A6CC-57CE5CC44E3A}"/>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5A1394BD-415E-49BF-87AF-3184D66294E1}"/>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F0740509-30BE-440C-A118-889A4F8BDF9E}"/>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87A0D408-6834-4A56-9208-0989CFA4B7F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8CEFB302-7606-44D6-81F9-81DB2C38A999}"/>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DA2E2570-E524-46E6-BDEB-C3D2DA4E8016}"/>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FB8E9C0E-36EC-4162-BCC3-4C250452663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0D0CC327-CBF8-4F3F-AB06-6C6EF3A31CF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240547BD-E428-4A7D-A232-F2994DD34408}"/>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CC70FA8A-9D8C-4AF6-83FD-58AA3A2375D3}"/>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094F9F08-18AA-4C1F-8D4D-9EC3BE5C2DB2}"/>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2FEDB086-635E-4F4E-BC51-A19712D9C846}"/>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C86A1AA6-CB2C-4C50-B5C5-413DD8E313BC}"/>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89071496-CA0E-4570-B8D0-2BA547D50429}"/>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79DB9A4A-388D-458D-8922-A1B734E96814}"/>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A94B87F2-D08F-4016-BE35-C760EF355AB7}"/>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7B254802-763E-43A8-A732-C1A770EFF533}"/>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57EA58B4-A001-4CBF-B0B6-2B405B6BC6E7}"/>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CA6248ED-33D0-434A-8BEC-83A4E148A836}"/>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1FD92EA1-CE76-4262-9B2F-84B6E3BC0B23}"/>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5E59328A-AC73-4327-9211-8E738F93DD2E}"/>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99B9E2B7-A8F6-466F-8317-5B76A01B93DE}"/>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32F5001B-9739-414B-859F-9451B10E696B}"/>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61115890-2DCD-4436-BBE5-C65DF3E7C10D}"/>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E776A70A-10FD-45C6-BEFE-7AD64F7C129E}"/>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05F28EE4-04D5-4CD2-822C-70F81D65DE5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CD2D9868-6B1F-4E6E-94DE-B9A39A119665}"/>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2FE0CFE0-CC58-40F9-8C6E-E9F1977B6AD7}"/>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16FE0E95-9217-4153-831E-918D659C25E5}"/>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EA051E2D-1F7E-4A72-BF44-C22D37AD1A20}"/>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DCBF903-CFC9-46B3-B91E-3344BBB77B20}"/>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7CA3AA65-54E5-441D-BB6A-2287705C8CAA}"/>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EB23E9A4-D9D9-473D-9ABD-60ED0D848F20}"/>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4074DFDA-9D3A-4277-8808-A6DDF132B10A}"/>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9F29448C-9797-4053-8164-5C79CBFDDE31}"/>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EBCF9FF0-609F-4D8E-92A4-9FF6C82E0D85}"/>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7C442221-A0A5-4C74-BFA9-F75BA21085C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FA3FFA9E-5345-4D75-93C4-3AEF4C2839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8602476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7095A57-9C8C-4A36-9F3F-0C1710F80E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2F38DB6A-BBE5-4B07-9C52-81945F0970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48C60638-29C1-49F8-BDCE-EF52BBDC0E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7DBA0D3-8706-4669-B58F-4D784C725D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82196D47-C134-4A8C-9038-51DF45983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947AFBA5-A2A7-49B8-92A1-A3FB13C229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F3871D55-6A9E-4DA5-852A-9A996F287FC3}"/>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9048235-38E2-4B0D-A0A4-01346FD573F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D8FBDC65-7DFD-4370-AA66-C6D2E50E683C}"/>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725C237D-5F70-4298-B5D5-373BDE67E00B}"/>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A84F6F2-B83C-4D97-A640-ECEFECA5E15B}"/>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525177-3B4A-45F0-AFA1-2EA4A499052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9F252278-1AD6-4955-B597-4D5289A158B2}"/>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475CA06-11DF-4C26-BF3B-0D186CE3295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5752310b39e94baf"/>
          </a:graphicData>
        </a:graphic>
      </p:graphicFrame>
      <p:sp>
        <p:nvSpPr>
          <p:cNvPr id="15" name="Python 할당 피크">
            <a:extLst xmlns:a="http://schemas.openxmlformats.org/drawingml/2006/main">
              <a:ext uri="{FF2B5EF4-FFF2-40B4-BE49-F238E27FC236}">
                <a16:creationId xmlns:a16="http://schemas.microsoft.com/office/drawing/2014/main" id="{17871FAD-4980-4BB9-A9DF-A187B140B4F3}"/>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E0F36FC8-0FE5-409D-B8FE-50499CD80109}"/>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4B47F828-F290-45F3-AC74-906138F4921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9AF319D3-74B6-4A09-8E01-E2CC75E5B7D9}"/>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67322787-ADC3-4BF9-A077-82AF4D28ACF6}"/>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F6BC7EFC-BC33-45F5-B29D-07648E7A919D}"/>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3ABE0F9E-B1AC-4880-AC1C-313C2A73E3DF}"/>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9A9E860-A128-47C4-9F48-258996655E42}"/>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C95963E0-3DBF-40AA-815F-3B61B9E83711}"/>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4DFC4D93-F74F-4B95-803D-3292BACD8DE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E8C78BA4-FFFB-4DBD-833B-0A78E2B940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4044533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2794F781-648D-453C-AB12-05E8976621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5A339818-7735-423C-B840-056FE77C69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986062C1-2B49-4FC0-B873-2918DA8548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00BC7293-1C6A-4C85-B31B-F0AC056001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75C55544-B1C8-480C-802A-AA5CD4301C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42B1ED98-8DBC-4FB0-8F8A-BDDC0CF77D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7DB559A6-0152-460A-BEC6-4C7608B0312A}"/>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9BEB7C8E-9622-44CB-8225-7ACEE445AF6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3E6F9EC4-C21F-40F0-84D5-CC4D4E61EE6F}"/>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CAB1CA3-AE7E-47D5-82E5-B6389AD7C067}"/>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01C62AD-4CFD-4735-BF4A-5EC435710CA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0B184B49-063F-4B3E-A6BB-9CA99B9FEB4C}"/>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B31B3BA9-525B-41E4-AED0-8C90A0966334}"/>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74B0CA6E-588D-475D-893E-69BA6CB6D143}"/>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801F3B4F-1A0D-44F9-8E7D-9DF0B0244CF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A5C3DA0C-8065-4867-8359-C4AD5FA90DFF}"/>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9B7B936-CC80-4F19-9F3C-94F380A20231}"/>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6AA4689F-27AD-48BE-ACE8-84D4D6B25341}"/>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14DC7339-AEB0-493B-80BA-9F196DF67061}"/>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CDB0DB37-C63D-4DD5-A435-E05DE4B25F4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C26516A-F82B-44D2-ADA2-E01C558ED3A1}"/>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0A0B56CE-9FF5-40DE-A957-259871E2D1B5}"/>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53B25916-5052-44CA-B9BC-D3BADD1E5EB5}"/>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F702C1E-0D20-4982-A425-BC923DA38361}"/>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1ED8E8F-1071-4920-B827-B83DAFF3E2E3}"/>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9E3B63DA-11F9-440E-B60B-17546EAEDF2A}"/>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F7357DB-D4A0-4C88-856D-F9F88100B93E}"/>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A006948-7DCA-4DB4-A768-3EE91272A21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9D7F6C11-0B86-49E4-A204-7D3D08B8811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F93C9D57-540A-404F-95B7-76D6161F8C0D}"/>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09DBCDA7-46AD-4B1D-B391-0A15D4495A3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5C33EFE5-E560-4867-9CC3-5708673BB215}"/>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478FDAFD-B2CE-466B-B666-8DFA53904DE1}"/>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41BA8E17-9CBD-4D4B-8FC3-6E646C9F73A2}"/>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E86DC3F2-963D-46A9-A8B6-03B01C5C316C}"/>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2430EB8F-89B3-45FF-9811-0F19846CA468}"/>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7C4B0C2C-582E-4EF0-A8E9-91A21A8E3AA7}"/>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1D6BED7E-A4A4-418A-8D74-4DFA6194ECDE}"/>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A840DF3D-707C-4F72-8127-535C7BD98308}"/>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E73F813-6FD4-4910-B785-B0C4F14D5C9F}"/>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08973B9A-28B9-4A0F-B915-7727BE1114BC}"/>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8C1678FE-7CF4-40BE-BFCE-0B76118238E1}"/>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B34C8C75-7492-4B61-A2B1-F867C932FFC5}"/>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5FC61B9C-2578-4FAD-BA15-DBB4B88D2FDE}"/>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10105824-7609-477D-8D5E-2E0B9C2EDEF5}"/>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F1A72C01-7858-434E-8C21-BEBD5F876133}"/>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F19B2BF-F3DF-4F3A-8A3B-82162B927AF1}"/>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E111C180-89B0-4C49-A35C-FC2FAA2C2E1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BC9A8762-A55B-4150-8043-EFF9C5A466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7590193"/>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418DA15-030E-40B9-8CC9-ED991311DB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8B3198C0-F2F0-4DD1-9E22-8C68E7A42A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263D25F3-B539-4231-89E7-6D0AA50F75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20ACCAE2-A921-41FD-8FE7-16ECA9E94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EA97CB7-6D09-4FD4-A91A-BD888CEF1F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D911AEAC-988A-4911-B5FE-D0928B97BD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FE96FED0-30C5-45F2-BB25-21DB471D615D}"/>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1C40817C-50C0-4C3C-B4DF-ACE99BD14373}"/>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5EEECF90-5382-47A6-8D43-1E9045FECE21}"/>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F3DB3CB8-270D-45DA-A80F-E8E4FDE7F41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16FECD28-71F2-44A6-86E3-9106CF54AE7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3A6F0E29-5F00-412F-B367-55EC9C56787D}"/>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0591BCC-5872-4D30-B066-CB3F490456B1}"/>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7404A9D-2E2C-40F8-9CD1-F27B30A721F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AE0F45FB-4C02-4857-963A-FADAB732531F}"/>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DAB88630-4A0A-428E-B054-7F97FB58631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290F42D-B2EB-4EBA-9A40-F5AF90FAA50C}"/>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AB9CEA9E-B83C-48DA-9944-F43F7CE83483}"/>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1B30C33F-0401-4A24-A3D3-B48EEF0542C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54F19D2-3808-437A-B719-8A191A58C6D7}"/>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7BEA155A-325B-4E05-9491-3E0EBAE8DBBF}"/>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E01D616-196F-452E-8B8A-20296E24CBBD}"/>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B38F453-73ED-42F7-A9B1-9221541035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26967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86C7EEAB-DBBE-4D16-8E41-9C9B55D461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A4704398-3D2F-405A-AC5E-E85E5A084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B806887B-641E-4082-BB6B-D1A90813D6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5C98DE4E-6127-44F8-A20E-EC1934CA10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E54621C-F4F5-4FD4-A964-319B6C8D77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FC754E69-385B-4844-BDE3-56CC29A7BC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190C2367-210F-4D71-ADF6-D431B11DBD5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0DF523BF-C7BB-4219-9B9C-24141F3A561F}"/>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3BE20E82-ABE3-4871-99C3-78F3C05E3A7E}"/>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B5E480C0-8F6F-4A00-92DF-A9E3671347B9}"/>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93298D21-6CA9-4375-A6C0-53244D4B21B1}"/>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E5A325A-7DAB-4498-8993-8E567CB07362}"/>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1889BFE9-1B4F-4EA2-81D3-8AE2F4BEAED3}"/>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75A5961D-70B0-412B-B5ED-6B2171E36EF1}"/>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2826F90F-DC2F-49DF-BFEA-F18D889D5FB5}"/>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9BB7489B-4E75-4D37-8927-41BE4E843540}"/>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39200DE8-B5C7-4461-A292-41530C43F233}"/>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B5E955B9-FA2A-4B5A-815A-E76405DF2715}"/>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FD6DD0DB-20DA-4868-B2EE-3F4F5930A664}"/>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F9AF3F95-B856-4E03-8CA8-475BD25ACD8B}"/>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2D95792-B12B-42E6-B284-50D7A82A3DD7}"/>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573F1399-8D90-4246-8686-307CEF760D2E}"/>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7B856557-F3CC-49B7-98B4-B86ED04D68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3377577"/>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BC4FF5AB-8CE2-4D65-AFB4-9D59DDA2DD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6B9DF9DF-9A7F-49DE-BCEC-9F7D2B668D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8651480A-44FC-4964-981E-D819F267BD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C66F6CC1-FE4A-4A24-9CA8-BA7BDC4D0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2AF49369-F272-4563-8D84-5D3B77A53A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B7D468BA-FF70-4D17-BE5E-3A41CCB409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8F3A0260-0179-4A52-903B-E6088C6AD78E}"/>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AF950A90-ACEF-4682-804A-3D676258EC33}"/>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2E093BB5-2888-4480-92F8-9B2AE0712F77}"/>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425C63BF-92A0-4398-AA7A-88EDFAF8E1FA}"/>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3EB470C7-F7AF-4264-A323-8426F86719F0}"/>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8624BAB6-3E78-490F-8EAE-A46F666D7769}"/>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3878BF22-725A-4327-B774-B1BF2BDE12E2}"/>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6B522581-F85D-4223-98B4-8812E8C07C49}"/>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8C548D14-04B4-42E2-A71B-99C75C4CEEA2}"/>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0FB72865-0D48-439F-85B4-33A6C31BD9ED}"/>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1B101689-C0C2-4695-85D6-7FBF9DA7AC35}"/>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871F8589-3A9A-44C2-AC5A-F2F8F25126F1}"/>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18ECEDD3-42B2-41C6-A2DD-85F60D3879CB}"/>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2139EB4E-0B1D-451D-800C-07D62443911E}"/>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ED1BE4D5-8518-4D7D-AD67-1E5FCABC71F9}"/>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C64B2333-8043-40AA-8DC2-257CBC62F176}"/>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6ABC5C02-F38F-4A99-BEAC-1403F6E4D5A0}"/>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5713BE50-A1E6-4F95-BEFF-049F4F2C4938}"/>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ADBE3807-874B-4113-B299-E27446DCAA38}"/>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C36A520F-E8AF-4E99-865A-8B751E3CC7D9}"/>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2F8DA924-5764-4756-B605-2224B78D5399}"/>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E3E1CE1E-1BB2-4D19-8645-EF3140F5D809}"/>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91EAF882-84AC-4CB1-8582-C1C607005E8E}"/>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410E6721-D6E9-4192-BCD0-CC86971AEC44}"/>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07D07D06-BEF6-41D3-B0E5-AB7E32613342}"/>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A9BD294F-D9D9-4E8B-A9CD-02B1F0E8AD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616161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1D3519F9-536C-4C59-97D2-72885D31E6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E320B660-02E4-4362-B890-55173F75BA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7591C3D4-AD7F-446F-8C79-6B1812599E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6C2D1997-0B36-4BDF-B19D-6EFE58A0BE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32EFE0AE-0FFB-4781-B7AB-D63059FA4C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C9DE86BC-504B-492A-97CA-A9B62B12F5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74899713-A80A-4EFC-A447-4DFA4E0381DD}"/>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17E22D09-34B9-478A-B058-0110121CD86A}"/>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0A869686-BD08-436E-8A0E-007B548C0850}"/>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7A48F6B0-F1A4-406A-84BB-4DFBF05A3F15}"/>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0DC68A8F-DFBF-49BF-8692-FF6F94BBCE36}"/>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F49C0C73-933E-4BD7-ABCF-8D9BF809B9EB}"/>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00637748-8C4C-44CF-8E8B-FA57D99FF8B8}"/>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24907F09-3B69-4AEE-9787-F1260943AB12}"/>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C561A556-CA74-41BF-8E58-9A1719B50EC9}"/>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03D6A767-EE51-4E71-B109-2AE9A70505BD}"/>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C27FCD45-4F30-41A6-B5F4-9342AEEB56FF}"/>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F789F9A0-8075-4F80-A606-4522082C81D1}"/>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1213CB57-B204-4EAB-AF5C-F7D2F13CFA71}"/>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56FFF81A-7B09-437B-A825-597B848D9A5B}"/>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B4F59C25-F4BF-4E62-A4E0-7846AAC006BB}"/>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2796FCFE-3893-41CD-8DBE-F02E6CC9261B}"/>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8147E5AD-B66F-4639-B9D8-D3F0A4C010A2}"/>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A3B3BB03-E047-4AB7-BAC3-8C6067418A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498121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8C875139-DCFB-428D-9675-1141DAFD0F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0E3CA4B1-3488-4EB1-9294-841720AA08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30B2D060-3EB1-4B69-A3E5-C2CD8F45B1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7A6A2D42-9484-4625-B51A-5E863F81C4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33BA35EE-AA3E-44BD-B7B7-9788A39961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DE015A31-3AA0-42A5-B57D-145A7A7459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7A549FD9-5593-48D6-9EA3-46F50D1AEA99}"/>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BAEAA9FB-5463-4240-AAE3-C24075CAF86C}"/>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19BCA80A-99DB-4B9D-B6E3-96C1F383A653}"/>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5E179C0D-D934-417C-B5A1-4FF7AE6E9704}"/>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EA973698-393D-4354-8653-9DF8AF9262F5}"/>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9B9D9319-8D56-48FB-8975-45A728854728}"/>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293D8E5-B397-44F9-ABCA-8A6C0B7F3A41}"/>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74F97743-0DAF-4E50-A2F8-975AA0E487BB}"/>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975AA613-0A93-43DB-8E20-97565FD752AA}"/>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8E73EEBB-C150-4E3B-A648-3EC8530B286C}"/>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EF0AE6-93DA-46AA-9BF6-555FC48985F3}"/>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98B1C12B-4124-4C5F-96C6-D21145AFC8C3}"/>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3D052432-9B76-4D83-AA72-50826559FBCE}"/>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90DB3FA9-C9B5-41BA-A078-850E74070D43}"/>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A0027140-6290-4C1E-BA2C-F8557AA3FA7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394072FA-B3A8-4F84-BE84-344B3685D8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761749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0B549201-5928-4380-831F-4F77F01348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8400B8D4-0C6E-460C-A268-184D7201F0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0C31EA59-830A-4AAA-A43F-786C11AEB2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3C43FC4B-4DF6-4C0D-A70D-70D4DF162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622990E-B3AD-4EE9-A5AE-902CED684F7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396E8D69-EBF4-49C9-80CC-59D9653BD4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856DEB19-5964-4729-B80A-EECF236806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D87B5EFC-4BB3-4FA2-8FE7-A2DBB7ACFDD2}"/>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9FD5F975-FEE5-4C13-886D-25E9253E8FCC}"/>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F80E2288-4165-4425-BAD7-13A4865D9936}"/>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A7992C74-9725-420F-B53C-9A6156CFE971}"/>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F824256A-DFD0-4B7F-91DC-3CC90D81B425}"/>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6A223C8C-2C8C-407A-8F73-6D11BA426541}"/>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C9970189-E6E1-4287-8F0E-9CB6158122FA}"/>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94F1947E-40D4-44F3-964A-02485E2EE7A1}"/>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DFBFA793-B2A7-485F-A123-2BABED374416}"/>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9C95EA43-2F0D-4189-8B00-E4CC63A92F3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9178FB50-9289-490D-ABBB-8F8337A887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9774254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BE769179-F7C2-4462-9985-4FDF647EE1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7434C166-D1F5-4D93-8449-968707D1FC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7E6EFDA9-DA4D-4010-9A4C-3099734200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C1A33829-4325-4D07-82AD-4DE9A1A603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48B1B5AF-E209-4EE7-A8CC-1FB121E0D1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2B5F711-BF1B-4CCC-AF41-435C9C6B14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5589D637-A171-416B-A16A-E57D51576F9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8A04DC98-4200-4F43-A7E8-E08D3B4CA305}"/>
              </a:ext>
            </a:extLst>
          </p:cNvPr>
          <p:cNvPicPr>
            <a:picLocks xmlns:a="http://schemas.openxmlformats.org/drawingml/2006/main" noChangeAspect="1"/>
          </p:cNvPicPr>
          <p:nvPr/>
        </p:nvPicPr>
        <p:blipFill>
          <a:blip xmlns:r="http://schemas.openxmlformats.org/officeDocument/2006/relationships" xmlns:a="http://schemas.openxmlformats.org/drawingml/2006/main" r:embed="R6b0f65a8dd794c51"/>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E2D2993-7970-4F04-AC0A-37223FE6F8A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A907AFD-6E98-4C39-8399-CE54BA9E7FDC}"/>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748231AF-28C7-4C2D-BF1A-A37CDE8BF4B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632636ED-202C-459C-B527-79862077589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3C07048A-984B-4325-A854-4CC52A7FD44A}"/>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C249AAEC-92C8-4AE3-9F02-31B98E3C4B48}"/>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132DBA9A-0A1A-4A61-ADAA-A55B7C433278}"/>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00460978-CAC4-4161-B236-B4AFCA8E3A73}"/>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13CD6D8B-3FCE-410A-81EF-738CA823533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0DE1354F-9F6B-4844-91F5-BE9A9E2FF3D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6A3BD5A9-618B-4C57-B965-C71FEB4356F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B67A5792-F563-41E1-9658-4CC02916210A}"/>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9CAB4767-DEF0-4F3D-A1AC-7094E5828CB5}"/>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EE202513-DB56-4D2D-BCF4-2F5C8B620B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8483291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54AFAD8E-EDC5-4A48-B29F-9019055ACB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FE9328EB-BBC6-4416-A18B-B16C451B68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E0011775-6F27-487A-AC9B-D82B31A08A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8A274356-50CF-4E6A-82BA-0735207328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1B34DB87-B81F-44E3-9E3A-F4F6D70557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8D53CEAF-848B-44F4-AA15-ABD6C28814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CF2D032F-CB9A-4D3C-A187-8031358785E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0B28DEA2-4E62-42F6-8941-DFB5B500D196}"/>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1BE3948F-70FF-41B0-8AA7-B655512F8CD3}"/>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6EFFC2A8-1504-4575-A179-EC0885993677}"/>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1B1AD7DB-F85A-423C-98EE-77E19E9D5AB3}"/>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A39DBB74-9562-40C9-A32F-85287FA784C4}"/>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8D11C978-7D02-4298-AFF8-54FEA8DC47CC}"/>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960F34BD-5414-4E61-A063-DF68689C87BD}"/>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1B45A4A2-C11C-4D83-B4C8-ED3E19A55D7E}"/>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070C2DF4-9F77-492E-B08C-9D9E065C7915}"/>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004D36E6-A254-403C-A68A-20A0381A11BC}"/>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543FB54-184A-4575-A77F-B6D25FAD807B}"/>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1F3CF1F6-F759-4FF5-9835-CF09D19CDD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54992010"/>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B1AD6FE9-4DB2-4B37-9389-73BD115C9F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E687081A-E77D-44D6-B45E-4F53239057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AD42035E-5016-491B-B223-448F75FE9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BF96E8D9-1669-4BD9-A49D-808EFCD812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5562D859-18C9-46AA-BD2E-CF552510F1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2EC035BF-30F0-4427-8031-E175EFD7F9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970FF72-1CA3-44DC-BEBE-0CF06DE4AE3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833DF9A5-FD4B-4365-85B1-0A2D9BDB7AF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1BA264D-E766-4A95-8362-5687F24F372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3372C179-8C23-412D-97CE-A76FCA0E6930}"/>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39004972-33FD-4EB2-822F-1E19B304067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831807DA-550C-4A1A-892D-0263A5519B45}"/>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5FADE270-753B-40F2-AE22-70410ED0CB0C}"/>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1D80170B-22C1-45C1-ADE3-A91990344775}"/>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B2876DB9-60E6-41B2-836E-3051DBE03652}"/>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8795C59D-4C0F-4954-BCFD-F633BE5AE8A9}"/>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CFBEEB16-FBDB-4F38-9726-74DA080926B9}"/>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552757F5-BF6C-40C7-A336-F16BE30F48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5813266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758505A4-17D0-49F6-83C8-78FF519AD3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37A26BD5-E9FD-4548-9801-531DD37E86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E5965896-BB70-4E50-B47F-ED73FB6F0F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8C3119D4-4E5E-49AB-953B-645E26A481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650C6640-A7EE-420B-A0BF-19338BEDF1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780C42A4-1903-498E-8C7F-92D4B3F6A0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6DD97036-3DF3-434D-9287-7C2677A6922F}"/>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C7AEF9AD-140C-445E-900D-04E7D0A36420}"/>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AA2AC2F2-FA30-48E4-8F79-AE1966A89056}"/>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2A64CDF4-1002-4C0B-8D53-7C61C5133887}"/>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7E4B86B-9C5E-4F8C-B0C0-497723C72C7E}"/>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31F323ED-1430-4356-8224-21F67C88789E}"/>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70152D94-265B-4A95-9D42-5E6DE43AB1BE}"/>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9F29E463-A61E-4328-B003-82EC1A43B0BA}"/>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F2622E8D-A5F8-4846-A684-8856B653E54E}"/>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1FBC8EB9-4BAD-46D4-83AA-6520BD22C0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6975130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413F9AF-74A0-4BE9-BA36-D5F4FA354E3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8410EE71-8C03-46F4-8FE0-AC683D39AB8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CD967207-4280-4E81-A923-333662721F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BE63F6C-E45E-4439-8F5B-63F49BD8AD0F}"/>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BA16392-3D73-4C51-9C42-FA5D63259F6F}"/>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7FAAD511-BF4F-4516-B6B8-1972A6187E8E}"/>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49B6388C-3362-413F-87A2-853114F9FD91}"/>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7D48BAD2-1E04-4D14-8A90-9CD0D31247FD}"/>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26D715D6-CE45-433D-8208-316D8144262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901361B6-C2AD-41F3-AA9B-136C6226CA2C}"/>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26D4825-BB19-4D32-84F4-C8C7A45527F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25EB9FD-74B4-4E2C-ACB9-38E11CDF74F6}"/>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B24DAEE6-085C-4A57-B036-889F7A4ABB14}"/>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E569878-2B34-41B1-B5D2-770879F92B97}"/>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B70A6933-9A22-4AF8-8F16-CF1451128EAE}"/>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FF36F208-026C-49C0-9CB7-248709732C04}"/>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624664C-0CBE-4BCF-8BEF-C4044988867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A659FD11-259C-4B5F-BD56-9A62F6194E5C}"/>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4DEFC006-E333-4CA8-B942-E161C033EFD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DE3F2A6-2270-4494-936D-76DE2332563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D7CCCD4-E97C-407B-B726-149465B6FE7A}"/>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509895C1-ACA8-4AA4-9A09-08FECF785973}"/>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4DCB786-6279-4C0B-B1A7-FB97B5EE028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2CE8D2B1-9854-4024-A0D7-E65565CEE3A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D30F9F26-C0AE-4A41-915D-36D8F6852C3E}"/>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6101179B-0150-4F29-9F3F-800F7D8546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2C75E04F-C59C-4916-B9FA-D66DF258FC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8256E168-A875-432F-A0BE-EE10D194F1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581AA1F8-8E17-446C-A41F-ABBDEFBA21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6048826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C42940E8-2FE0-4DF0-8CF1-E4B81305C9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328F14A8-CE43-4CB4-B4EC-FA017B1884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B95FDCC2-4571-4522-BE66-117C002964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BE68C3D6-A802-4F73-987E-CDAE450EE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7003095D-9A43-4C2F-8DC2-F52715183F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7EDDA30-ED99-46D6-80C7-E14B25F90D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821F5229-11BB-4423-9247-8B92D65DADE4}"/>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E90EB8A7-5B5A-4C86-A315-69EC7E5FE43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BC11C8B6-625C-476F-95E9-E9DB800C3C8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982C82B8-2875-4BB5-AD08-5F12C843AB9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B85C6655-DA76-41F6-8BC2-E8BA08C65556}"/>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BB5AAE51-64A7-4678-A484-0CC78ED80EE4}"/>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9923650-4015-4125-B595-DB68E4055693}"/>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269BBCDC-E342-45BA-AE9C-6556B1636248}"/>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0F89CAB0-C33D-459A-B4DE-4027B5E41D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2451791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7FCF7CE6-57E9-4EFE-A874-B263C63BD4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9FC7A256-1D10-4579-8BCF-59D78D3A39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33335764-C45A-4AE3-9FF5-F6BC16AB6C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AA5CB03B-9B11-49FB-B805-6DEEDDF996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530AE992-3360-4059-8AF0-49A20584D0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CF5B9034-D950-4B33-9A19-84AEEAF94B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495047CB-4B45-4B11-B3B1-5AC8D6B89C77}"/>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C249DF2A-062D-4E9A-917D-9AF68EA4FA1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70042FA5-722A-4F62-826C-4E12F9070641}"/>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7C4B8AFA-959C-4C6B-9766-86E824E273AC}"/>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F6B1B637-F146-4A8B-8E9D-14088E6F6BC6}"/>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3AF4EA64-1C71-4E52-83D7-D8B73DAC8AC1}"/>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94CF2048-986E-4C59-A64E-A72081A81E2C}"/>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90513E62-9CB5-4BC8-AEEE-D2A08625CB2C}"/>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335A44C1-51D5-4DB8-BD59-00D6C75BEF55}"/>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B96EBF5A-A3D8-4240-AF6D-E22B48A4758B}"/>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AE4BFBF-B7A2-4887-B1EE-467F933C5D57}"/>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F0428107-7456-4D32-9140-4AD91D809D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11813687"/>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57F697C3-DA58-4FA0-B7BB-C3E0C2FAD6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1253FB9A-6551-4382-9A27-5BEA39DF8E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A7C0C44C-A06F-4E55-9612-A0E501CAFB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246B869D-5953-48A1-9103-C53BE60DCD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963E3DC5-B533-4F26-93B9-4C56BB109C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4ABF5F9E-3650-4ADD-8019-E06169E9F6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11822636-9113-4CEC-8CC2-3D21CD65EE2D}"/>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2622FBD2-2103-4AF7-B8AD-8D1873C6225B}"/>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C5DD3513-87F3-498D-9777-B801E6F6602E}"/>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401C3B20-8226-4AB1-8E04-9E58258BD31B}"/>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B8F9A8EC-E0DF-4A89-9049-A24AC5FE81AB}"/>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7DF26C1A-0DF9-455B-9CF9-4D49D222B8D2}"/>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AC5DFEB1-16F2-40EE-B1D1-33A837A381EF}"/>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A1024EE5-1EBF-43D6-8CDD-773AD010D6CB}"/>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954F6E53-7FEB-428C-8946-F680E783398F}"/>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A4F7255-4E3F-4385-ADBD-2ED27D38D7D9}"/>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C5F1C134-A73A-4F0C-AC0A-E7DA5E9792FB}"/>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81CE38CB-CA43-4AE5-9E30-A2F683625D06}"/>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DA159FD1-10F7-4D1A-B757-D745EBE94A8E}"/>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6734C7A6-5C7D-41DE-837C-023FF8D1A7DB}"/>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D4016287-8828-415E-AD39-CF2A6A5CAF0D}"/>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CB9410B7-252D-44F6-A48E-5DAFE64E1B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12105965"/>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BFB1309-F60F-4E44-A699-85CDFC147F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C8FF916F-920B-4871-A0B4-F6C880A2E5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3BF17762-ADE4-4713-B303-E369DBBBC4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630DF574-4166-496B-B90C-C9EC5F0BD1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AD8B8A1A-547E-437C-9E1A-EFB3D6A41E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3E241873-98C3-405D-8D05-95CCC9A896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1873A2C2-3474-420B-8F14-852F950CAB87}"/>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58A2A084-EA84-4E60-B49E-08E324EF86FB}"/>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15C8C29E-275A-4B4B-9AEE-FFAE3F65811F}"/>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40A74D0-E831-4B42-9411-CB27F6FFD924}"/>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3CB4CFD-AE86-4443-8E76-3073F8B8B3E9}"/>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212424F-6A6A-4140-BCC6-E2D91CBCCCFB}"/>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E894986F-D0F0-42A1-BF48-053E5D7321BB}"/>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06360C7B-85FE-4FB2-A583-1819AFC603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8249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C022D18F-264A-4B9C-AFBD-439253F10D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400B80AA-611B-4A5D-BE4F-6F7736E69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7B97E45D-B00C-48EE-BB28-C527CD32FD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5C03C0D2-BD9E-49E4-980A-E508BF9CFD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A36DB85F-0B12-4589-8A5B-6976C4D09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EED956D-142D-458E-A8F8-F0115CFFC2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B6B9857B-F199-49B2-98E9-198D1157E960}"/>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1425CB72-8500-4DAA-AC0F-98EF06C3ADB2}"/>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E618DFEB-D2B4-46EB-ACED-965EC807409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A86CE9EB-DF75-4B76-AD2C-F5CCDB381F0E}"/>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3F44CA5D-CB42-42F5-8B33-4BA631D36020}"/>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9AA5FD79-AC39-4B41-BD34-D8C19FE82F08}"/>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8CCDDC5F-86DF-47BB-91B2-31638038918F}"/>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B6361DF6-0FE0-4B62-930D-A7C405C63C13}"/>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3C76E3C5-9433-4851-AAFD-43E3D7770B86}"/>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19BB3DC-44CC-483A-A8A9-926A3DAF35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45511374"/>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D7594B30-D1B9-4DC3-9806-FBF369B178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997881E9-F86B-4220-81A5-62C3848854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C73D8CC8-19C2-4BA4-BD60-B659FCBF2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444596FA-A305-4B4E-85C3-3048508F80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1E9F3379-23F8-4267-8B0E-31560BCF7C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644621A-D125-4207-9827-EC0E6CF7DA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2A277B3-1699-47AB-8C82-F229D3685E27}"/>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AB8DD5AC-DDCE-4A6F-8129-81FB03D6B804}"/>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E587174B-0802-4728-90EF-13E648CBC793}"/>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90FB290-0751-4227-B9E8-468283F3A5C1}"/>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AAD0B9E2-4981-4020-86DD-FFA196C37A4A}"/>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636359B8-FDF5-40D4-9FB7-D66B1381A739}"/>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79E3CDA3-769F-4F0D-A8AE-83C37511E7C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503AA489-4E1B-4FBC-BB25-6A8C080B9D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892787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AB7FC1E0-65E1-42B1-8A2F-BA8EBE05935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8920C2A9-6979-44AA-8F96-E0F14B3ABE9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6F455907-B244-4FAF-99D0-17C9C205E7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1E96532B-CE9F-4A56-9A70-A1E178102D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F075F5FA-4A63-4388-A07C-19A7E22602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5EB3F296-7820-4070-A1D9-85C26C65EC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58581B15-9E34-41BE-9460-1210E735A60F}"/>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4C96690D-9C00-4288-871F-A9B2ECCB3CB3}"/>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4DDE31BC-2A41-4FEA-B51E-3CCABDF308A2}"/>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C3565890-8A23-45D4-8337-C496A6FB491C}"/>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C2DD7EAD-0B9B-4962-B518-8D7358ABEFBC}"/>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C40F85DC-DFDA-4792-910E-EDAB941497CE}"/>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8C35F28D-A150-45D4-B006-DE28F4046EEB}"/>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0B9E774-E747-4D7C-8E5B-9933074093CC}"/>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F69462FB-6009-4C2F-851F-D565301B5313}"/>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833402EA-F9E7-446B-844D-3CE6546AEA44}"/>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F1BB0F93-890C-465B-B9DE-4AD816C027F6}"/>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79677DCF-CD3A-47B1-8581-F3396023F089}"/>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74D53770-81BE-49A6-B071-1F500AA556B4}"/>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A994B3EA-AA21-4FCF-AE1D-A7A7AD3D0286}"/>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7ED74F9A-70D0-480D-85DB-633016E86B7E}"/>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2396C9C6-6D00-4C19-89C0-17B9F35C01FF}"/>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F233DC5F-6A52-4182-A941-0F1C7996C7C1}"/>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566EF543-8995-42A2-8A82-BB0921B45FED}"/>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400D5C3D-685A-4B1F-8965-84A7FF447BB2}"/>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CEA5B944-14E4-49B9-9454-8767FE2B062C}"/>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FD28C0C7-E1EE-4807-AB23-DA03BAA338DF}"/>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193E6B2-18F4-471B-9DCF-114E4F5A723B}"/>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BC4FE2EA-C14B-4B3A-A121-7C646E5CAE28}"/>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3FEF081B-7A55-4D96-88B6-E9973DAC679C}"/>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971279B-9B96-4AD3-8377-A6E9010DA04E}"/>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CD33BF30-0D0F-41C1-91A7-7EDDDB3C8E4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1253EBA0-F500-4E3D-AEA8-661D06F66D48}"/>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DE52B21F-D046-4DDC-8671-9A22B8EB4683}"/>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FF160195-6011-4F39-88CE-8B8ACC61499D}"/>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1BF51F1B-7EE5-49E0-B8A8-34245AD22244}"/>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2EDB367F-E46F-4580-BA98-6E5239404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8600304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16EA106B-7E08-4E68-88C1-018B8CAB2C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4E0480C2-9BF0-4B38-9AD6-FC0883E8B5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198E69AA-00DB-4A71-8D8C-84812113138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31AA3CC6-3B0C-4E4F-B147-3CE09656FB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DF3BCD6E-D662-4643-8C83-E275719881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7E3962C-BBAD-4993-9302-9D6318E9C3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9A89C5E7-6B4B-4024-A61B-F738EF278C57}"/>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8062A5AF-C4C0-4A05-997E-71022640225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EFF7781F-0F0E-4F8F-9529-4E2B38F6F1F4}"/>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0C9FDF1B-9CBE-44F0-86E5-1D4F466D90C7}"/>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2746017D-AB80-4ED7-9587-9D120EFEDFA5}"/>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FF95F5DA-F95D-4281-82C7-07C945CCBC7C}"/>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61C1FC67-399C-433A-9A50-0D6F05AAFC0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DBC33BB8-1164-4426-A0D8-7AEB809143A3}"/>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B1D10AFC-6722-411E-8261-33101A1743DF}"/>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33783983-0261-4900-AD12-0637B11E925E}"/>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3798ECEA-2B05-4D7F-A894-4B2701A05F28}"/>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57ED3D39-B321-42AA-90CA-FAE8455303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8769264"/>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6B0525BD-F389-43A9-8E43-EAFB194EFE7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C12B4FDE-8C7A-452B-82F6-3C101CAC482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282208C0-C21F-4255-BD38-1852B8D5292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1C35E06E-10AB-4C40-B9FB-0869CA6DE1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6AAF0316-6394-46B1-9B47-E536980898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0C29F6C2-B5DC-49EE-A8DE-E8F00C48E0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F7EB6D95-26ED-4BF8-BCB0-32D6339EF644}"/>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EBA67FC4-025A-4EDE-805B-21F1522BFCF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21B20B7-6533-4870-8CD2-B7E79EC4E26E}"/>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32985689-240E-47F8-B4BB-9B3011331312}"/>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093D0686-9405-4C18-A51B-6B4139C11D15}"/>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173E968C-B8B0-4447-AFBA-4A28ED49D024}"/>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26629F78-C9AD-4B43-8D88-DC2CB2237095}"/>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2C154FF9-73CC-4D83-9978-CF996AE2E3F5}"/>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F4D6F336-014A-4EBD-83AA-029DE9E9C6A5}"/>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6864215E-7CC0-456F-96E7-00810270C119}"/>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B66EEEBA-55BC-4111-878A-FCAEED861B7D}"/>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48FC092E-D52A-495E-820B-2510299A5978}"/>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8B81A153-B1AB-474E-AF50-7027BD89DFFA}"/>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56EA26B9-42A6-4DE8-8E0F-C8A1037798EB}"/>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ED38CFF0-6F4E-4ECF-B9BE-B228CDB6FFAE}"/>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D6505280-EBC4-4DFF-8FC3-B04327D1AB44}"/>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075134A-1662-4267-A1A4-731C77612F61}"/>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B3C40D08-368D-45E5-A38C-0ED839FFAA6F}"/>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034AD958-3F1C-40F0-BCF3-82D8B4ADE97C}"/>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D432CC8A-F4CE-4BAB-8418-A1D712CD4DE8}"/>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028A4B3-CA3C-4081-B93C-E9D5A3EF44B6}"/>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2932D6E6-F9B4-4CD0-909E-EA641E74266E}"/>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11796085-AE6C-4CAC-89A5-D8A952F11943}"/>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96D6E3AA-D51C-4FF0-9E88-459FA329F87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70B4ED2E-5214-492F-89B4-8DE94156CBB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28C190AF-C712-4D9F-9FE6-C50916A2FE4E}"/>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2C293416-0403-4C1A-8348-D5D10EF0F9C9}"/>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0E0EAEDE-7F1E-4105-AF25-25BEE0C1F459}"/>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3BCD7F10-F1B4-451E-9BE3-DFEEB82AB936}"/>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33635DC6-3E7D-41BF-8E5D-2644F148C9A2}"/>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5BC6C55E-07AB-4F11-AF3C-FA4AD2CF33C1}"/>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C0D457C6-903E-41D2-AC87-5ECA49547C71}"/>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19079B42-8EF2-4FA9-948E-4E1BC1C3B4F8}"/>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F43B7D0C-FBCF-4D3B-9EEC-9DB6378B2352}"/>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61BC9512-3D80-4CC7-80AC-5FBABBC23637}"/>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0E445FB1-469B-4D02-91DD-BB2EB728A73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E99567F8-7527-4365-B2B6-8F2918AB8C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353761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E8C60A9D-CEDA-4CDE-B26E-7CA13CDD0E1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2ED3ACE5-7E3B-4942-A6D8-6B7CC62C337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A9D5A570-C258-4C0A-A1E5-681DE3CDF1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83324B5D-EEBD-452C-80A8-3B360A1A4F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58AE597-6B50-4A0D-A183-3C4D9DE240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1B730E80-DC8C-4966-A484-48751BCDDC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8C0735E2-5A89-4103-877A-23BCA74CED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0A2BF65-22BB-41EA-B1F7-B618D84B3299}"/>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6CEDEA0D-1A54-4533-8CD1-EE43580542F1}"/>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DE7AA5D4-3239-44EF-BB3F-5A63B4896336}"/>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0C39AA08-0D60-4A1F-B59A-4ED2C9BF30DE}"/>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3849772E-D78B-47AF-8424-B083E01C230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0954ECF2-9C79-40E1-ABDD-443EC3AE619E}"/>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4D10DCDF-F9F1-4DC0-8AC3-10DFDAE66EE0}"/>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8FF7CF4B-C4C1-4627-AE02-EBC214C8174C}"/>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7A34610C-7D55-478F-9B03-61BBF18C674F}"/>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C18B0D7-BF9E-4EED-9CC5-46E172427644}"/>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4BB421D1-A356-4430-B0A5-FEFBF33A9E5D}"/>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14CA571-51A1-42DB-8564-8510331DC1E6}"/>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885160F3-3E24-4A8F-A8AA-BC76BC658D47}"/>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924535D5-8697-4B64-AD58-7A7CC38C9C4B}"/>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20E42C8C-492F-4179-A7EE-04FAEEA6A6D5}"/>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6F9C2F4-3B2E-4C22-BBD4-CDA972FA075E}"/>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63E208CB-E2B3-440D-974E-727A5D3F71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2996168"/>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73F8A07A-6966-48D2-812E-923040DD32F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360CEC09-1B4D-4E1C-AB84-A040A604A0E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98EF0F6A-54A0-4AC2-8331-DD809C00EC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FA8D3AAA-1181-4C97-B313-27BD8C09AD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A7629A4-177C-47F9-81B1-52DC87EC900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43D9BA32-835C-4FA2-94B8-1D7A58E81F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93DB9B2A-4806-494F-906E-6A81269EB4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FFA2F49E-EC5E-494B-831F-1D3BB5C98FFC}"/>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76577E2B-4358-42BC-BF24-F977EE241F68}"/>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82D70988-CA2C-4271-BE14-45B7C55EE791}"/>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F1140D9A-DC7D-48F2-99E8-FDDAEEB8FD1B}"/>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4707CE49-AE47-4DDD-92A2-FD17096F4003}"/>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0D49383-3631-4A31-B99F-6BE547D59998}"/>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3065380C-E653-4F56-8C20-0F58280B50EA}"/>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C25A545E-CDB7-4FDD-94B5-C5687937CD0E}"/>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6394DEFD-8683-4AA4-8C77-EC8D5A27DE55}"/>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9934A602-9307-446F-B354-70F14DB87E14}"/>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183C2319-61BB-4733-BD69-1542A1970CB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36704AE9-A006-4FA0-83CC-E2F9AAD7C8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1046969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2A0E3FDD-F71A-45A4-BFF6-068D8A351C6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E0BB3E5A-8C77-464A-A3E1-04C109333A1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ADB1D410-1BB3-4313-956E-C96DEE952B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78DC21EA-037D-4BD4-B120-6251EA39D6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2647B30-A6F0-4BC9-AD4E-B8F2B127459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654E0B6-1CED-4290-9AD0-27BA3A087D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31A5398B-6322-404D-AA03-E028B1E4A7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3E9258DE-ED36-4C40-B749-641A72D2FD3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E99DCFA1-5615-4212-9533-D4748FDDAF86}"/>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8A7BB0B0-2C1C-4B2E-9E82-74B450F2A67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C3697A43-A318-4E9F-BE79-A0D3DABB64A0}"/>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70C0C52F-C2D0-4318-A7B3-F11698CCD97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2E5E00F6-59F0-4F0A-AAA8-C8ECE0FB975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786CCC4-22A3-452C-8F78-98B7BB332B54}"/>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D2D33A1-7C7F-4B30-AAB5-D9482CF50B44}"/>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429E7CE9-FEA5-4426-9D40-85344E25507E}"/>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1159406C-F5D4-4418-B2B7-E2CD23360750}"/>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2CA6A8-3929-4FE0-98FE-1E19067049F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0FD581D-7B16-4BF9-9D2F-B4CFCCB77BD1}"/>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8844FF78-C894-409A-8CD6-BC3C26B4F6D5}"/>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4B684CBA-DBAE-4023-963E-6F8DF3755824}"/>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B09C8D56-F33B-40D1-B42E-BCEB13B91A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7082976"/>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C0F7E6D-E768-4545-A08F-5CBF236F56D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248AF9A3-E5FD-4AF8-BE99-6D2EFBAA423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7650F0E7-1A69-40FA-8592-50A8880AA5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1383E8E9-5BCB-4BAF-A1A5-E6B5D777F2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503372A-EF46-4AFF-ABDF-4DC7CDFA7BA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629D931F-5954-48EC-BFB1-EDBDED8D84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91592126-B635-457A-8A51-4EA5B0A9DA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3ACB890-D6FB-4D78-99E0-662243CA66BE}"/>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BDDCF0ED-C3E5-461C-8CA8-9CC6E644273E}"/>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BCF5CB28-554D-44AD-81ED-6C116AF9F8ED}"/>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AE91EB85-EF91-4C6D-9E96-DD8875EC9C87}"/>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BE529741-25D9-4BD6-857A-DC5E783E5294}"/>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3CB2B17B-65F1-4906-A58C-BDA9FAB43B68}"/>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D0A5DB2D-2C00-443B-8B93-4006C6EC7C34}"/>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D3C9E22E-7FAD-4DA9-BC20-159A7B0945C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90A7C411-BF31-443D-8F41-853CB1F4DE79}"/>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2FDBB66-7447-4D43-AF9A-2DFC99EEA90B}"/>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0F6B7E56-F454-414E-9B76-8E6861AF7463}"/>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95121162-B217-4D58-9739-9B59A7709AE7}"/>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413E8797-B820-483D-818C-68B5E7B5363F}"/>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8F3719C3-DFCE-46ED-899A-B44A6C1B0A99}"/>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F763C3A8-F322-499D-8F86-29181B05116A}"/>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328A99FE-8809-47F7-BECC-98C7C603F6AD}"/>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AD28BA95-C44B-4D99-99FF-8673DDCD66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7717333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3943ABBA-DECF-4AE7-A696-CCEFCC213D3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B392DA2A-970F-4BC8-97C6-FE43D932B5B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B6F08EE2-AA17-4630-9AF8-851BD38852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14DC9E6A-BC1E-47C3-AF77-5501156CD8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DE46F2F-3510-4377-A13C-E66F6D28A61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247EDA5-C17B-49FF-8ED6-7E7B94B1EC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B91E1F43-E793-44AB-B92D-15508F0AC1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9A218728-D31A-4E57-A298-BBDDE88DECA9}"/>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88967B8-DAB8-45AF-9FE9-5C3FBA8E88F2}"/>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87C35A32-36C3-4EBE-A2BF-FF173B9CCDC3}"/>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4F8DF5B6-0B52-43B3-89B3-84408D2DBDB7}"/>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680BA14F-4D9A-4799-8432-988220A1F591}"/>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A27C4CA2-9805-404E-B425-0FA353D51379}"/>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73931910-D178-4B5B-9017-FF5F4050417B}"/>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BE5065D5-80A2-4E48-ADEF-1BCDD25280EB}"/>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F30D95CF-F35C-4768-B6E9-0832ECAEC11E}"/>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F2D22F09-7BEC-4567-B704-13C3AA6ECB5C}"/>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514DA44A-C109-4B7F-9F9B-D2369C4D3ED7}"/>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70F2E5C3-AA53-4603-9F40-AE3CD844B9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95389192"/>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09F3E6A-DC1B-45F9-868F-7D4007FA7F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F1EC8418-FECF-48C7-8CB4-7926334399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8F8F5394-9451-4D09-A5A5-C637AD06867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98F79F43-4AC0-43FE-8953-2A60F2D4E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D00FC145-307E-4612-8681-3B15BF6BB3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202AC297-1144-4196-989C-186D01CA15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F48E27B-2EB6-442C-B20B-48AB853F7A00}"/>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FB54D65F-8F3C-4190-AEF7-7D448FAF68F4}"/>
              </a:ext>
            </a:extLst>
          </p:cNvPr>
          <p:cNvPicPr>
            <a:picLocks xmlns:a="http://schemas.openxmlformats.org/drawingml/2006/main" noChangeAspect="1"/>
          </p:cNvPicPr>
          <p:nvPr/>
        </p:nvPicPr>
        <p:blipFill>
          <a:blip xmlns:r="http://schemas.openxmlformats.org/officeDocument/2006/relationships" xmlns:a="http://schemas.openxmlformats.org/drawingml/2006/main" r:embed="R0439d5c3d5154abe"/>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F2D445F-43D3-4B97-8A76-0FAEEBAB4F0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79351487-5AF4-42B6-BB66-B8EE4DDD29BC}"/>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54359A9C-992C-46B0-B459-7CD6CFD2F9A6}"/>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8919D7AB-53A0-4B94-97FF-38B74FB807DF}"/>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F3CF59A-C080-4F1F-B3DA-5D6780652DA6}"/>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64F881B1-1490-4213-BE6B-5630296AFD49}"/>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0F4654DD-9352-497C-9F15-9122F4B15812}"/>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7B8BC525-710B-4EE9-9789-07EA0EC16FC4}"/>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58AA7A0-9A9E-4416-A250-C79579862EDC}"/>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29495FC2-47E5-45A5-939E-6386AA4B0647}"/>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EE7E300C-9AAE-4BBA-837A-3B141F41CBBB}"/>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38AD4671-ED5C-4027-B986-F04270B66BE4}"/>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64CC0869-9AF0-45AE-8C3D-96F86D20A200}"/>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3F2F2B37-1BEE-430B-9146-6F447FE41918}"/>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57A72A52-FF8B-4AE1-A8D5-B1D7765F4D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41421970"/>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572BA34-5760-402F-A724-B61B8DD9E73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8EF35D92-4104-4BE8-B4DA-A2B49E02433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500C6B02-6B5B-4C11-BC5D-A1CD62AC10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6B794C15-DF40-4663-A26E-9379C4A7EA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6FF1249D-5D37-4E2B-8D94-91D69E6AD0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77AD9C1D-656B-442A-BCDE-C21C1A9E74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664BB23A-E3A6-4858-A4D1-41C02088BDEE}"/>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011A9EAF-ED59-48E6-9BEF-7BD65673E17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3102328B-C0FF-4FC3-A552-6D6703D151B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7D26C36C-C1AC-457E-969F-C0AC202F678F}"/>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32286CA8-63B9-482E-9C3B-D8AE71A255A3}"/>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3A6163E-6AE2-48DA-8390-21B84BF7D39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E439DF64-2E8C-405E-8A98-90E37404EEDE}"/>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08D4358C-19E0-4976-BE99-0AFB3976ADD4}"/>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A435155F-789D-4422-BB32-3E9D329C95FF}"/>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235B8F0B-C0F2-4BFF-B08F-205A27F8239A}"/>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773C60F0-D7B1-488F-9CC3-DE5B65C64C39}"/>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9FBFF6CF-A80D-41B1-B454-28D43B66DDA8}"/>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8F8AA513-99C4-4AD2-9B8B-4A8B1DF5D741}"/>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5F752A9-AAE5-40C4-8A39-FFEDFEDA4B6F}"/>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8A2B450A-E2C9-4FD8-B090-E02F2B01A237}"/>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7AEE94AE-D6D2-4645-BC0B-8C8452D69EB9}"/>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F95CD179-5D2B-406E-9267-F68E3C6B705E}"/>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3E8904DF-F28B-48ED-8682-EBBF3A1C8884}"/>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8C649DC-7076-43DA-A391-533FC8490507}"/>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36CFD7E-2F72-4029-A0F5-D7A07AC05F77}"/>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729E214B-384F-40F2-AE61-272C44BCF84E}"/>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1E2AF65D-F830-490B-8098-9167EF09FBE1}"/>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30AC7BC5-E41F-4511-830D-3857FCEFCA4F}"/>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D9CBD354-199A-4755-B863-FC0A3CFF824F}"/>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646F86B2-4BFA-48E8-8C7C-8E88D6E9B851}"/>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7DFBDD5A-584D-4EC9-992D-5425BF376655}"/>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F7F1A8B9-2909-44EA-BC23-01196D0376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6101058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9C50F692-52F7-4BB9-B804-277706CCF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F7FC5ECB-D7B8-444F-B2D2-DB3047893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3D2D0DEF-1A18-4CFE-8B40-1B39A51D29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7E12964-B9D2-439E-BEAE-F86A7ED7EA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A1B72A26-1B5C-42FD-A668-B9783FA58D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55CD664-CFD9-4812-8BCE-CF74A60023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BAE4CA15-2114-4F4D-BB35-A95C89F9F271}"/>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62ED2D2E-E273-40BA-94B7-3494369986C5}"/>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4732438C-F0B4-42A6-818F-E153E65FF0C9}"/>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6D6A04A9-7635-45FA-B4FC-F209B9A0E507}"/>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737EE176-19AA-4CB3-AE20-311CD6EAAE34}"/>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404B50-7EBA-4CFD-87A8-8F57F78F30C5}"/>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E0C4DB1-AD75-4711-AB1E-65D1E6EA917C}"/>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512638F4-0997-46A3-87C5-274876A1AC5F}"/>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8BE8BF0B-4208-4BA1-BEBB-A8888414626B}"/>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CE18E4EC-4387-44A2-9985-C73CD8E3E39D}"/>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586497A-62DA-4FAD-AB68-CFD2C7723C99}"/>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D5296A0B-621A-4BCD-A426-EE01EBD2E644}"/>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FEC0B75D-1755-47F1-A1C0-39C94A127E45}"/>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21B2369E-2DBC-4098-8BA1-FC9BD51043C7}"/>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ADAD7A4-3833-4BEF-9661-C44E1730B4C6}"/>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D2248A5-595B-4528-8674-BE6450DAA577}"/>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E8F597C-75EF-459A-AA45-CE738ECB8B5B}"/>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DCB8063-4CA4-42A9-B913-8FEFB473142C}"/>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F1623521-775F-42FE-A3AE-3050DD305777}"/>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6B5DB2C3-9C15-4DE4-AD0A-50B3DEC1C2C0}"/>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6135E377-AB29-433A-8C6C-B2CEB84C7BC2}"/>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DD1F54C8-063B-483B-BB0F-19B9C8D44D18}"/>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52AD7A3-5EDA-4578-977F-4BA07653457A}"/>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51C4AC96-FCD3-4A19-9640-84CDBC1F4850}"/>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B450BD1-4082-4CE4-9386-FBC634DD9132}"/>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B2186E7D-9D9E-4180-8A8D-C7BECBAFDB3C}"/>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F5DE321E-DE88-4FEF-82A9-18D9BB742A37}"/>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BDB752EC-07F6-4510-AB9A-1ABA2E2C2D11}"/>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C08F89B-928F-4D74-9BA9-A1715B1AE744}"/>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F90B0A5-571B-4B59-A31C-767BFF9786AB}"/>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7E0CDD92-F516-4A35-9B67-532E47546916}"/>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F880CA00-40EF-496E-B9C4-C3DDF513B2F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BF9B6407-662C-48D6-977A-0D506B011494}"/>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18D007B6-E7A2-4599-8F44-03B16DFAB2AD}"/>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514921C-A76C-4027-90A8-FB5861DA6B6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B29F1B97-46C3-4B01-AF1C-E0037F555C0C}"/>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6C57DBF-8A54-4472-91EE-D32CD74ADB5E}"/>
              </a:ext>
            </a:extLst>
          </p:cNvPr>
          <p:cNvPicPr>
            <a:picLocks xmlns:a="http://schemas.openxmlformats.org/drawingml/2006/main" noChangeAspect="1"/>
          </p:cNvPicPr>
          <p:nvPr/>
        </p:nvPicPr>
        <p:blipFill>
          <a:blip xmlns:r="http://schemas.openxmlformats.org/officeDocument/2006/relationships" xmlns:a="http://schemas.openxmlformats.org/drawingml/2006/main" r:embed="R73457c240aa74ef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DC8B7BEB-535E-4F17-A631-C13AFF7F7DAD}"/>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7A05612-9CBD-4A61-B753-0065E16B18CA}"/>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C25FF7F6-308F-49BA-A722-55E636B002D6}"/>
              </a:ext>
            </a:extLst>
          </p:cNvPr>
          <p:cNvPicPr>
            <a:picLocks xmlns:a="http://schemas.openxmlformats.org/drawingml/2006/main" noChangeAspect="1"/>
          </p:cNvPicPr>
          <p:nvPr/>
        </p:nvPicPr>
        <p:blipFill>
          <a:blip xmlns:r="http://schemas.openxmlformats.org/officeDocument/2006/relationships" xmlns:a="http://schemas.openxmlformats.org/drawingml/2006/main" r:embed="Rae37629be4d24803"/>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8F6FEBBC-C6D7-4915-891A-093FD354CE39}"/>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B7E95E88-61AD-437B-8C9A-F1E7F9582DD9}"/>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2CD70D0C-EBB7-4D76-A145-7C8223790CA7}"/>
              </a:ext>
            </a:extLst>
          </p:cNvPr>
          <p:cNvPicPr>
            <a:picLocks xmlns:a="http://schemas.openxmlformats.org/drawingml/2006/main" noChangeAspect="1"/>
          </p:cNvPicPr>
          <p:nvPr/>
        </p:nvPicPr>
        <p:blipFill>
          <a:blip xmlns:r="http://schemas.openxmlformats.org/officeDocument/2006/relationships" xmlns:a="http://schemas.openxmlformats.org/drawingml/2006/main" r:embed="R9d55e936c74a4ad8"/>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A7C67056-6EC0-4F07-BCBC-684C68C790F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AA8B74A5-BB9C-4997-A145-E3B6A18B0B08}"/>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36F573FC-E065-40D6-A19F-03DF0DDA003D}"/>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CDFFB85E-8836-493E-909E-FB09445162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3617941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1756A46-1D2C-4287-9DC1-996C835FBBA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2D420EAC-F149-4D25-A0A6-7BC7865684B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DA6B8875-6059-40CE-A216-94D1394CA4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C886B7A8-A4F7-4A40-BDDE-0D601F8FA2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E68C0DCA-5298-4B59-82C5-3B77B15657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8F0ABC13-4174-47FA-99AA-890C4E099F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26DED715-34BE-43F8-B9FF-AF76FDCC712D}"/>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F791F6AA-A6E4-436E-AB55-A9CD988E6A5F}"/>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CFF43199-D5AE-480E-B662-3505C2075FA8}"/>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40CA2272-EAF8-4DBD-AFEB-512710D4FEC9}"/>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903DC2A-EC60-43E3-ACFA-5F10C942D2A9}"/>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F4D3254B-6CB0-4F9B-9165-1C4EBD4A0D7A}"/>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E50AA2F6-36A9-4556-97F6-DF55B4B39878}"/>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D596E786-E053-4CDE-8236-1EE6958A143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269BEBF-9BB5-449F-A9B6-C95B7D0ED3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96162706"/>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D2AA07BF-B1EE-4B4A-9759-E43F0FA00EB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22B2A594-4579-488D-94CD-0C17EE5A839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882F73D7-11C0-46A2-AB25-A91B6BC025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45CAEDA0-8569-4E0A-9970-E924BA48E9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08D7538-97EE-451B-AD2C-773DF547C0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EF664DA-74D2-494B-BBF2-3D291EB5FD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61E04D2-9DAD-48F6-ACF5-348F9F06D023}"/>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172A4B48-0543-4C25-B833-1D5D3A58E5C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290C707A-CC10-4E95-89E6-AC6D12BAE694}"/>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F8E45684-A39C-4427-BAA0-DCB172CAC2A7}"/>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B3146066-7964-4DD7-875C-C8B863FE2236}"/>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90B9625-90F9-4497-9A71-BBB9A9EB3B02}"/>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89E9A84-2857-4504-8D8A-CDA16B2C0C27}"/>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D753C472-A232-4013-9C13-3F52FBBF8397}"/>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BD27C972-8147-4424-910F-5CC1C65670CD}"/>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A340428-F562-419B-AC47-B3607643C200}"/>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263F3645-C0E7-4A03-9DE8-29EED79B8086}"/>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01CF87CF-48DB-43DB-A382-1D524E3AF053}"/>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9C0FE0C3-AD6A-4F7B-B62A-02F3DBD7EBAD}"/>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38133DC5-7E55-454C-9053-C5FE7A6DA9C1}"/>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B2D10CC4-CC19-4256-A5D8-53F21F792BB3}"/>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212DF5C6-8DCD-4044-82F3-3137EAC906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051077036"/>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EA0F4AEE-253C-4BC6-9275-621DEDFBDFE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7791DE10-703D-4CFE-83E2-F0D7AF0C1FD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BF96A807-A54D-4F4B-A8D4-AF0F72E218F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3D8CCFB6-5566-4687-B21B-D60905A5A7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ADA70006-F94F-415C-B24E-695BB3BCD9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60C7A9A-BED9-4091-ACBB-0065571B99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852E717C-4CAA-4A89-A683-A78DD684F3FC}"/>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C707CAF5-8931-43AE-9C2C-AC3CDF4ECC56}"/>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657CDBE-EC71-4B13-8E47-7B81547D7144}"/>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AF6A2CC2-3F8E-4AF3-90C9-A60150FFBA85}"/>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3BE5B3FF-AF0E-499C-8F73-FC77213153EB}"/>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DAA2B96E-E3BD-4947-A2A8-84D8E0C042B5}"/>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B432A5B5-6B13-434D-8D2C-6F9D690A4BB6}"/>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6E77CA1B-14F9-457A-9D83-F86A3A9FC37C}"/>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0C01D430-C0E5-4632-A87F-4A07FFF4FF58}"/>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55D504DA-5957-4ADC-8E30-8EA9BF8713C1}"/>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D5D1B8E4-DAE9-42ED-9314-EB82514499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4256360"/>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D68057CC-D3E5-485E-8BA4-6DF1D2A5A3D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25005673-0854-409E-9830-0A4DBA26883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E37590D4-0E21-4E44-AD97-77179A9F7B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553BBA02-A9DB-413E-87DD-63F48957A9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C3FA691-E6BA-46BF-BC66-EC191B953A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E95C69C9-A6C7-4490-AFFC-2D2381407F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2B5BB137-1B5B-4306-97A0-3BE8FADDF623}"/>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B83FE7E6-B54A-4909-B1BE-C938E1087AD0}"/>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013DB00-B64F-437F-BFEC-DA4D7F0C45CB}"/>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8C72BD8-B13F-4D8B-92F6-5DD3334E6FB3}"/>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59F1352E-064B-46D8-B888-4751C23CE71F}"/>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6196E11C-D778-4FC8-B1F8-105385BBAEB0}"/>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FDFABC83-8835-499D-AD21-434BCCCA2356}"/>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F802617-0CBE-4128-8B7D-A6C6F8E0A969}"/>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AF70789B-A98C-4B0F-9A46-EC038207613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3FF07C3E-BA41-4A93-B806-279A2E0BD50B}"/>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8EF2856F-46CC-4A8E-995D-7233BE69C0BD}"/>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B55D6A37-ECCB-456E-B36C-61B309FABA87}"/>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E163813-FCE8-467A-AC4E-7E609708EA6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4425ED5-B3DC-486D-B966-421F29F56442}"/>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D9875B32-4B4C-4C07-B4D7-63BD43D8C7B7}"/>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E7C48AAE-B75D-4E4B-B123-3C283C6F5128}"/>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F08481FD-DE43-4D07-995A-4C27D923742E}"/>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7D00A4E-935B-4036-A9F6-170003016906}"/>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C4A79DB-5861-4541-8A53-90CBC8419E21}"/>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0F35DE68-3E3B-49C4-BE5D-DD24706C95B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46AB33C-6F71-4387-8A8E-F129245C483C}"/>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A97C2524-E5A8-45EE-B4D6-F9725A2A0C4F}"/>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67225BD-4321-431D-900E-813CA60063E7}"/>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A243952-77CE-4DC8-9203-766030BE7142}"/>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A0A97915-8272-40FF-B2F4-831843D17BC0}"/>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8605C416-D7E2-46B8-A62D-F2E602782B53}"/>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02C2D6DC-0A5C-4619-884D-74E5EE8325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295892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6A602379-09F3-40B4-A38E-643BF32E954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03BD9A5D-A03F-4A4A-9891-554873F7539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31194138-668E-4980-A338-D0469CE3EA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B3A0947B-0999-4292-B676-33F361F0DB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4B7A5DE7-524F-4868-B662-10F227D84C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0D6F8F77-0897-4BD5-8286-69378047E4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B81BBEDC-5341-4BD8-B92D-FAF9DE8BA343}"/>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038756D-D22A-476F-B8CE-E6BE56A2256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D655A7AD-FBC4-4821-9922-BD7E61F420C0}"/>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5830EAE9-2573-4B5B-87EB-7FD778CE3D1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8C662950-08DC-4B2C-B438-F2D644959254}"/>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86E6DC08-E66B-45B1-813D-A22D6C624DA0}"/>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411713A3-DA90-41E0-A195-A8C229964BEA}"/>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53289CEC-5CD1-4D53-8B22-D9FEB6F98AA6}"/>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9586C546-59C0-4827-AF2F-C859534FA4C7}"/>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FCCE4D46-2939-4EF3-9A82-5A807A74FD1E}"/>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DB2AA748-9F85-4788-9B41-9A9CE53F31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84212704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4E17A0DB-225C-4DB0-BE5E-31A8F36EB0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EE53B7A2-AE23-473A-814C-06EC4748F3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7DD1FE65-240D-4E55-AA7D-FECE933E44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9C5E7571-B565-48EA-A0F9-45B0D64303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98F3DBB2-B9C6-4D8E-92CF-570DFF8030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6A298C59-A51A-47ED-A6DF-C3D2B8109B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1A86263E-10BD-4B09-A3CF-CA3666ACD5E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2E99562F-0ECC-4890-8310-33A14F331810}"/>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797A59C-B672-4727-A740-F31AD54091CF}"/>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33AFE22-5D50-4977-A19E-000312E21578}"/>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2750D453-623D-4D1E-8700-75E6000A56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764372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2026-10-23T05:10:53.6730000Z</dcterms:created>
  <dcterms:modified xsi:type="dcterms:W3CDTF">2026-10-23T05:10:53.6730000Z</dcterms:modified>
</coreProperties>
</file>