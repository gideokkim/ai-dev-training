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c9cbab9c5d0457b" /><Relationship Type="http://schemas.openxmlformats.org/officeDocument/2006/relationships/extended-properties" Target="/docProps/app.xml" Id="Rff2b5a7528454e3d" /><Relationship Type="http://schemas.openxmlformats.org/officeDocument/2006/relationships/officeDocument" Target="/ppt/presentation.xml" Id="Re8473810a1a04998" /></Relationships>
</file>

<file path=ppt/presentation.xml><?xml version="1.0" encoding="utf-8"?>
<p:presentation xmlns:p="http://schemas.openxmlformats.org/presentationml/2006/main">
  <p:sldMasterIdLst>
    <p:sldMasterId xmlns:r="http://schemas.openxmlformats.org/officeDocument/2006/relationships" id="2147483648" r:id="R50cebef9d1ee4799"/>
  </p:sldMasterIdLst>
  <p:notesMasterIdLst>
    <p:notesMasterId xmlns:r="http://schemas.openxmlformats.org/officeDocument/2006/relationships" r:id="R7a160b6180684dc2"/>
  </p:notesMasterIdLst>
  <p:sldIdLst>
    <p:sldId xmlns:r="http://schemas.openxmlformats.org/officeDocument/2006/relationships" id="256" r:id="Rcd0c821ad82f4fe2"/>
    <p:sldId xmlns:r="http://schemas.openxmlformats.org/officeDocument/2006/relationships" id="257" r:id="Rdf31eaefbba54723"/>
    <p:sldId xmlns:r="http://schemas.openxmlformats.org/officeDocument/2006/relationships" id="258" r:id="R0b0ebc8dc01548ce"/>
    <p:sldId xmlns:r="http://schemas.openxmlformats.org/officeDocument/2006/relationships" id="259" r:id="Rbf1e24875b484271"/>
    <p:sldId xmlns:r="http://schemas.openxmlformats.org/officeDocument/2006/relationships" id="260" r:id="R0a99a01e59f44889"/>
    <p:sldId xmlns:r="http://schemas.openxmlformats.org/officeDocument/2006/relationships" id="261" r:id="Rda76e5dc60944cf7"/>
    <p:sldId xmlns:r="http://schemas.openxmlformats.org/officeDocument/2006/relationships" id="262" r:id="R45affc36f6644df6"/>
    <p:sldId xmlns:r="http://schemas.openxmlformats.org/officeDocument/2006/relationships" id="263" r:id="R77159bac589d4a7f"/>
    <p:sldId xmlns:r="http://schemas.openxmlformats.org/officeDocument/2006/relationships" id="264" r:id="R6cc6108d1aad4f0e"/>
    <p:sldId xmlns:r="http://schemas.openxmlformats.org/officeDocument/2006/relationships" id="265" r:id="R44df58a288964cc1"/>
    <p:sldId xmlns:r="http://schemas.openxmlformats.org/officeDocument/2006/relationships" id="266" r:id="Re3847c37dc514f7c"/>
    <p:sldId xmlns:r="http://schemas.openxmlformats.org/officeDocument/2006/relationships" id="267" r:id="R0319e6cc692b46c2"/>
    <p:sldId xmlns:r="http://schemas.openxmlformats.org/officeDocument/2006/relationships" id="268" r:id="R61311f7ab3b94545"/>
    <p:sldId xmlns:r="http://schemas.openxmlformats.org/officeDocument/2006/relationships" id="269" r:id="R690b8fc90a1b4b1d"/>
    <p:sldId xmlns:r="http://schemas.openxmlformats.org/officeDocument/2006/relationships" id="270" r:id="Ra951f05f3b65426b"/>
    <p:sldId xmlns:r="http://schemas.openxmlformats.org/officeDocument/2006/relationships" id="271" r:id="R29af2784e49f4ea3"/>
    <p:sldId xmlns:r="http://schemas.openxmlformats.org/officeDocument/2006/relationships" id="272" r:id="Rc1ff7d45a1d348a6"/>
    <p:sldId xmlns:r="http://schemas.openxmlformats.org/officeDocument/2006/relationships" id="273" r:id="Reff1526111c24c26"/>
    <p:sldId xmlns:r="http://schemas.openxmlformats.org/officeDocument/2006/relationships" id="274" r:id="R8315ec9dc8de42b5"/>
    <p:sldId xmlns:r="http://schemas.openxmlformats.org/officeDocument/2006/relationships" id="275" r:id="R8b5f514d293446bb"/>
    <p:sldId xmlns:r="http://schemas.openxmlformats.org/officeDocument/2006/relationships" id="276" r:id="Rbcac77101652471a"/>
    <p:sldId xmlns:r="http://schemas.openxmlformats.org/officeDocument/2006/relationships" id="277" r:id="Rd3098c1cd7254595"/>
    <p:sldId xmlns:r="http://schemas.openxmlformats.org/officeDocument/2006/relationships" id="278" r:id="Rfcd7540261b54e40"/>
    <p:sldId xmlns:r="http://schemas.openxmlformats.org/officeDocument/2006/relationships" id="279" r:id="Re6c783d65ca940f9"/>
    <p:sldId xmlns:r="http://schemas.openxmlformats.org/officeDocument/2006/relationships" id="280" r:id="Rd19a9a28a1434e13"/>
    <p:sldId xmlns:r="http://schemas.openxmlformats.org/officeDocument/2006/relationships" id="281" r:id="Re80a29cddef94849"/>
    <p:sldId xmlns:r="http://schemas.openxmlformats.org/officeDocument/2006/relationships" id="282" r:id="Rac0f13bb1ef9447b"/>
    <p:sldId xmlns:r="http://schemas.openxmlformats.org/officeDocument/2006/relationships" id="283" r:id="Rfd05e3f17f4c4ad1"/>
    <p:sldId xmlns:r="http://schemas.openxmlformats.org/officeDocument/2006/relationships" id="284" r:id="Rf2be4d4d3aa243f6"/>
    <p:sldId xmlns:r="http://schemas.openxmlformats.org/officeDocument/2006/relationships" id="285" r:id="R5e54f7d6e6fb4982"/>
    <p:sldId xmlns:r="http://schemas.openxmlformats.org/officeDocument/2006/relationships" id="286" r:id="Re945ada1b0884dad"/>
    <p:sldId xmlns:r="http://schemas.openxmlformats.org/officeDocument/2006/relationships" id="287" r:id="Rf6606138b3df404f"/>
    <p:sldId xmlns:r="http://schemas.openxmlformats.org/officeDocument/2006/relationships" id="288" r:id="R1be3544766184125"/>
    <p:sldId xmlns:r="http://schemas.openxmlformats.org/officeDocument/2006/relationships" id="289" r:id="R7d37d94ce7424686"/>
    <p:sldId xmlns:r="http://schemas.openxmlformats.org/officeDocument/2006/relationships" id="290" r:id="R5a3697f309a9465a"/>
    <p:sldId xmlns:r="http://schemas.openxmlformats.org/officeDocument/2006/relationships" id="291" r:id="R45bc476b93d54551"/>
    <p:sldId xmlns:r="http://schemas.openxmlformats.org/officeDocument/2006/relationships" id="292" r:id="R2cfb3129539b43dd"/>
    <p:sldId xmlns:r="http://schemas.openxmlformats.org/officeDocument/2006/relationships" id="293" r:id="R237d51545c784045"/>
    <p:sldId xmlns:r="http://schemas.openxmlformats.org/officeDocument/2006/relationships" id="294" r:id="Rc8ba5029252f425d"/>
    <p:sldId xmlns:r="http://schemas.openxmlformats.org/officeDocument/2006/relationships" id="295" r:id="R6d0419088b9d42cf"/>
    <p:sldId xmlns:r="http://schemas.openxmlformats.org/officeDocument/2006/relationships" id="296" r:id="R48c8b3f0d97d48ec"/>
    <p:sldId xmlns:r="http://schemas.openxmlformats.org/officeDocument/2006/relationships" id="297" r:id="R71a33db5f88745b9"/>
    <p:sldId xmlns:r="http://schemas.openxmlformats.org/officeDocument/2006/relationships" id="298" r:id="Rcc69d0acc86a448b"/>
    <p:sldId xmlns:r="http://schemas.openxmlformats.org/officeDocument/2006/relationships" id="299" r:id="Ra1e23c3775d54e3e"/>
    <p:sldId xmlns:r="http://schemas.openxmlformats.org/officeDocument/2006/relationships" id="300" r:id="R40b9d27780d74bd0"/>
    <p:sldId xmlns:r="http://schemas.openxmlformats.org/officeDocument/2006/relationships" id="301" r:id="Ra837984448f343f8"/>
    <p:sldId xmlns:r="http://schemas.openxmlformats.org/officeDocument/2006/relationships" id="302" r:id="Rbf4ad5d3746648ff"/>
    <p:sldId xmlns:r="http://schemas.openxmlformats.org/officeDocument/2006/relationships" id="303" r:id="Rf157d19539e14609"/>
    <p:sldId xmlns:r="http://schemas.openxmlformats.org/officeDocument/2006/relationships" id="304" r:id="Rae29dee558124a59"/>
    <p:sldId xmlns:r="http://schemas.openxmlformats.org/officeDocument/2006/relationships" id="305" r:id="Rcfda766be5eb481f"/>
    <p:sldId xmlns:r="http://schemas.openxmlformats.org/officeDocument/2006/relationships" id="306" r:id="R262f6925c891473e"/>
    <p:sldId xmlns:r="http://schemas.openxmlformats.org/officeDocument/2006/relationships" id="307" r:id="R1f46f95c0282460e"/>
    <p:sldId xmlns:r="http://schemas.openxmlformats.org/officeDocument/2006/relationships" id="308" r:id="R90d01c345c404ccf"/>
    <p:sldId xmlns:r="http://schemas.openxmlformats.org/officeDocument/2006/relationships" id="309" r:id="R0d2986be5ca448ff"/>
    <p:sldId xmlns:r="http://schemas.openxmlformats.org/officeDocument/2006/relationships" id="310" r:id="R0633b0035b6845c9"/>
    <p:sldId xmlns:r="http://schemas.openxmlformats.org/officeDocument/2006/relationships" id="311" r:id="R3b551a16e60741a2"/>
    <p:sldId xmlns:r="http://schemas.openxmlformats.org/officeDocument/2006/relationships" id="312" r:id="R4434de0bf0ac4b5c"/>
    <p:sldId xmlns:r="http://schemas.openxmlformats.org/officeDocument/2006/relationships" id="313" r:id="Rcb6495b5259a468f"/>
    <p:sldId xmlns:r="http://schemas.openxmlformats.org/officeDocument/2006/relationships" id="314" r:id="Rb28866b1823d47d7"/>
    <p:sldId xmlns:r="http://schemas.openxmlformats.org/officeDocument/2006/relationships" id="315" r:id="Raadebac1e9f3408d"/>
    <p:sldId xmlns:r="http://schemas.openxmlformats.org/officeDocument/2006/relationships" id="316" r:id="Rfc5683c96e31400d"/>
    <p:sldId xmlns:r="http://schemas.openxmlformats.org/officeDocument/2006/relationships" id="317" r:id="R9c24fda183cd491a"/>
    <p:sldId xmlns:r="http://schemas.openxmlformats.org/officeDocument/2006/relationships" id="318" r:id="R0cb5ea7572bf4a59"/>
    <p:sldId xmlns:r="http://schemas.openxmlformats.org/officeDocument/2006/relationships" id="319" r:id="R5628e2afcd404c67"/>
    <p:sldId xmlns:r="http://schemas.openxmlformats.org/officeDocument/2006/relationships" id="320" r:id="Ra30c4ff8abb54ae4"/>
    <p:sldId xmlns:r="http://schemas.openxmlformats.org/officeDocument/2006/relationships" id="321" r:id="R283a2580160a46f2"/>
    <p:sldId xmlns:r="http://schemas.openxmlformats.org/officeDocument/2006/relationships" id="322" r:id="Ra4dc9d6b8935484b"/>
    <p:sldId xmlns:r="http://schemas.openxmlformats.org/officeDocument/2006/relationships" id="323" r:id="R1a32b18d72004123"/>
    <p:sldId xmlns:r="http://schemas.openxmlformats.org/officeDocument/2006/relationships" id="324" r:id="R469056d29ad74898"/>
    <p:sldId xmlns:r="http://schemas.openxmlformats.org/officeDocument/2006/relationships" id="325" r:id="Rb701f08a8b474114"/>
    <p:sldId xmlns:r="http://schemas.openxmlformats.org/officeDocument/2006/relationships" id="326" r:id="R6eabdcb9be5845b3"/>
    <p:sldId xmlns:r="http://schemas.openxmlformats.org/officeDocument/2006/relationships" id="327" r:id="R0c37a4917e744d69"/>
    <p:sldId xmlns:r="http://schemas.openxmlformats.org/officeDocument/2006/relationships" id="328" r:id="R821cb43ea7d84eaa"/>
    <p:sldId xmlns:r="http://schemas.openxmlformats.org/officeDocument/2006/relationships" id="329" r:id="R91e84fc15bd14811"/>
    <p:sldId xmlns:r="http://schemas.openxmlformats.org/officeDocument/2006/relationships" id="330" r:id="R64a64c262b5f4e64"/>
    <p:sldId xmlns:r="http://schemas.openxmlformats.org/officeDocument/2006/relationships" id="331" r:id="Ra2c316af5572444a"/>
    <p:sldId xmlns:r="http://schemas.openxmlformats.org/officeDocument/2006/relationships" id="332" r:id="R4f2360929b434a65"/>
    <p:sldId xmlns:r="http://schemas.openxmlformats.org/officeDocument/2006/relationships" id="333" r:id="R912b81cd28c446f0"/>
    <p:sldId xmlns:r="http://schemas.openxmlformats.org/officeDocument/2006/relationships" id="334" r:id="R77ac12af8c424d5a"/>
    <p:sldId xmlns:r="http://schemas.openxmlformats.org/officeDocument/2006/relationships" id="335" r:id="R46a93889d7e446ed"/>
    <p:sldId xmlns:r="http://schemas.openxmlformats.org/officeDocument/2006/relationships" id="336" r:id="R9753ab523f254bfd"/>
    <p:sldId xmlns:r="http://schemas.openxmlformats.org/officeDocument/2006/relationships" id="337" r:id="R910b45775e084afb"/>
    <p:sldId xmlns:r="http://schemas.openxmlformats.org/officeDocument/2006/relationships" id="338" r:id="R56db9ec6a3d4474d"/>
    <p:sldId xmlns:r="http://schemas.openxmlformats.org/officeDocument/2006/relationships" id="339" r:id="Raca5d4706b1240f6"/>
    <p:sldId xmlns:r="http://schemas.openxmlformats.org/officeDocument/2006/relationships" id="340" r:id="R94321e05ef514667"/>
    <p:sldId xmlns:r="http://schemas.openxmlformats.org/officeDocument/2006/relationships" id="341" r:id="Rfde5d3f3fdf04604"/>
    <p:sldId xmlns:r="http://schemas.openxmlformats.org/officeDocument/2006/relationships" id="342" r:id="Rc50a2bcd01d546ca"/>
    <p:sldId xmlns:r="http://schemas.openxmlformats.org/officeDocument/2006/relationships" id="343" r:id="R875a8214fa634607"/>
    <p:sldId xmlns:r="http://schemas.openxmlformats.org/officeDocument/2006/relationships" id="344" r:id="R8d6fe11f6375441f"/>
    <p:sldId xmlns:r="http://schemas.openxmlformats.org/officeDocument/2006/relationships" id="345" r:id="R6ec72150c8244334"/>
    <p:sldId xmlns:r="http://schemas.openxmlformats.org/officeDocument/2006/relationships" id="346" r:id="Re1c42ca0fd274025"/>
    <p:sldId xmlns:r="http://schemas.openxmlformats.org/officeDocument/2006/relationships" id="347" r:id="R4ae0dd7850024c9f"/>
    <p:sldId xmlns:r="http://schemas.openxmlformats.org/officeDocument/2006/relationships" id="348" r:id="R6da472eb282249cf"/>
    <p:sldId xmlns:r="http://schemas.openxmlformats.org/officeDocument/2006/relationships" id="349" r:id="Racb56968af454e68"/>
    <p:sldId xmlns:r="http://schemas.openxmlformats.org/officeDocument/2006/relationships" id="350" r:id="Ra8bff64230d4439d"/>
    <p:sldId xmlns:r="http://schemas.openxmlformats.org/officeDocument/2006/relationships" id="351" r:id="R8cc08d5f68764d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4382647ba64676" /><Relationship Type="http://schemas.openxmlformats.org/officeDocument/2006/relationships/slideMaster" Target="/ppt/slideMasters/slideMaster1.xml" Id="R50cebef9d1ee4799" /><Relationship Type="http://schemas.openxmlformats.org/officeDocument/2006/relationships/notesMaster" Target="/ppt/notesMasters/notesMaster1.xml" Id="R7a160b6180684dc2" /><Relationship Type="http://schemas.openxmlformats.org/officeDocument/2006/relationships/presProps" Target="/ppt/presProps.xml" Id="R65a7c8d322104294" /><Relationship Type="http://schemas.openxmlformats.org/officeDocument/2006/relationships/tableStyles" Target="/ppt/tableStyles.xml" Id="Rb3050e8fcc0e47c7" /><Relationship Type="http://schemas.openxmlformats.org/officeDocument/2006/relationships/slide" Target="/ppt/slides/slide1.xml" Id="Rcd0c821ad82f4fe2" /><Relationship Type="http://schemas.openxmlformats.org/officeDocument/2006/relationships/slide" Target="/ppt/slides/slide2.xml" Id="Rdf31eaefbba54723" /><Relationship Type="http://schemas.openxmlformats.org/officeDocument/2006/relationships/slide" Target="/ppt/slides/slide3.xml" Id="R0b0ebc8dc01548ce" /><Relationship Type="http://schemas.openxmlformats.org/officeDocument/2006/relationships/slide" Target="/ppt/slides/slide4.xml" Id="Rbf1e24875b484271" /><Relationship Type="http://schemas.openxmlformats.org/officeDocument/2006/relationships/slide" Target="/ppt/slides/slide5.xml" Id="R0a99a01e59f44889" /><Relationship Type="http://schemas.openxmlformats.org/officeDocument/2006/relationships/slide" Target="/ppt/slides/slide6.xml" Id="Rda76e5dc60944cf7" /><Relationship Type="http://schemas.openxmlformats.org/officeDocument/2006/relationships/slide" Target="/ppt/slides/slide7.xml" Id="R45affc36f6644df6" /><Relationship Type="http://schemas.openxmlformats.org/officeDocument/2006/relationships/slide" Target="/ppt/slides/slide8.xml" Id="R77159bac589d4a7f" /><Relationship Type="http://schemas.openxmlformats.org/officeDocument/2006/relationships/slide" Target="/ppt/slides/slide9.xml" Id="R6cc6108d1aad4f0e" /><Relationship Type="http://schemas.openxmlformats.org/officeDocument/2006/relationships/slide" Target="/ppt/slides/slide10.xml" Id="R44df58a288964cc1" /><Relationship Type="http://schemas.openxmlformats.org/officeDocument/2006/relationships/slide" Target="/ppt/slides/slide11.xml" Id="Re3847c37dc514f7c" /><Relationship Type="http://schemas.openxmlformats.org/officeDocument/2006/relationships/slide" Target="/ppt/slides/slide12.xml" Id="R0319e6cc692b46c2" /><Relationship Type="http://schemas.openxmlformats.org/officeDocument/2006/relationships/slide" Target="/ppt/slides/slide13.xml" Id="R61311f7ab3b94545" /><Relationship Type="http://schemas.openxmlformats.org/officeDocument/2006/relationships/slide" Target="/ppt/slides/slide14.xml" Id="R690b8fc90a1b4b1d" /><Relationship Type="http://schemas.openxmlformats.org/officeDocument/2006/relationships/slide" Target="/ppt/slides/slide15.xml" Id="Ra951f05f3b65426b" /><Relationship Type="http://schemas.openxmlformats.org/officeDocument/2006/relationships/slide" Target="/ppt/slides/slide16.xml" Id="R29af2784e49f4ea3" /><Relationship Type="http://schemas.openxmlformats.org/officeDocument/2006/relationships/slide" Target="/ppt/slides/slide17.xml" Id="Rc1ff7d45a1d348a6" /><Relationship Type="http://schemas.openxmlformats.org/officeDocument/2006/relationships/slide" Target="/ppt/slides/slide18.xml" Id="Reff1526111c24c26" /><Relationship Type="http://schemas.openxmlformats.org/officeDocument/2006/relationships/slide" Target="/ppt/slides/slide19.xml" Id="R8315ec9dc8de42b5" /><Relationship Type="http://schemas.openxmlformats.org/officeDocument/2006/relationships/slide" Target="/ppt/slides/slide20.xml" Id="R8b5f514d293446bb" /><Relationship Type="http://schemas.openxmlformats.org/officeDocument/2006/relationships/slide" Target="/ppt/slides/slide21.xml" Id="Rbcac77101652471a" /><Relationship Type="http://schemas.openxmlformats.org/officeDocument/2006/relationships/slide" Target="/ppt/slides/slide22.xml" Id="Rd3098c1cd7254595" /><Relationship Type="http://schemas.openxmlformats.org/officeDocument/2006/relationships/slide" Target="/ppt/slides/slide23.xml" Id="Rfcd7540261b54e40" /><Relationship Type="http://schemas.openxmlformats.org/officeDocument/2006/relationships/slide" Target="/ppt/slides/slide24.xml" Id="Re6c783d65ca940f9" /><Relationship Type="http://schemas.openxmlformats.org/officeDocument/2006/relationships/slide" Target="/ppt/slides/slide25.xml" Id="Rd19a9a28a1434e13" /><Relationship Type="http://schemas.openxmlformats.org/officeDocument/2006/relationships/slide" Target="/ppt/slides/slide26.xml" Id="Re80a29cddef94849" /><Relationship Type="http://schemas.openxmlformats.org/officeDocument/2006/relationships/slide" Target="/ppt/slides/slide27.xml" Id="Rac0f13bb1ef9447b" /><Relationship Type="http://schemas.openxmlformats.org/officeDocument/2006/relationships/slide" Target="/ppt/slides/slide28.xml" Id="Rfd05e3f17f4c4ad1" /><Relationship Type="http://schemas.openxmlformats.org/officeDocument/2006/relationships/slide" Target="/ppt/slides/slide29.xml" Id="Rf2be4d4d3aa243f6" /><Relationship Type="http://schemas.openxmlformats.org/officeDocument/2006/relationships/slide" Target="/ppt/slides/slide30.xml" Id="R5e54f7d6e6fb4982" /><Relationship Type="http://schemas.openxmlformats.org/officeDocument/2006/relationships/slide" Target="/ppt/slides/slide31.xml" Id="Re945ada1b0884dad" /><Relationship Type="http://schemas.openxmlformats.org/officeDocument/2006/relationships/slide" Target="/ppt/slides/slide32.xml" Id="Rf6606138b3df404f" /><Relationship Type="http://schemas.openxmlformats.org/officeDocument/2006/relationships/slide" Target="/ppt/slides/slide33.xml" Id="R1be3544766184125" /><Relationship Type="http://schemas.openxmlformats.org/officeDocument/2006/relationships/slide" Target="/ppt/slides/slide34.xml" Id="R7d37d94ce7424686" /><Relationship Type="http://schemas.openxmlformats.org/officeDocument/2006/relationships/slide" Target="/ppt/slides/slide35.xml" Id="R5a3697f309a9465a" /><Relationship Type="http://schemas.openxmlformats.org/officeDocument/2006/relationships/slide" Target="/ppt/slides/slide36.xml" Id="R45bc476b93d54551" /><Relationship Type="http://schemas.openxmlformats.org/officeDocument/2006/relationships/slide" Target="/ppt/slides/slide37.xml" Id="R2cfb3129539b43dd" /><Relationship Type="http://schemas.openxmlformats.org/officeDocument/2006/relationships/slide" Target="/ppt/slides/slide38.xml" Id="R237d51545c784045" /><Relationship Type="http://schemas.openxmlformats.org/officeDocument/2006/relationships/slide" Target="/ppt/slides/slide39.xml" Id="Rc8ba5029252f425d" /><Relationship Type="http://schemas.openxmlformats.org/officeDocument/2006/relationships/slide" Target="/ppt/slides/slide40.xml" Id="R6d0419088b9d42cf" /><Relationship Type="http://schemas.openxmlformats.org/officeDocument/2006/relationships/slide" Target="/ppt/slides/slide41.xml" Id="R48c8b3f0d97d48ec" /><Relationship Type="http://schemas.openxmlformats.org/officeDocument/2006/relationships/slide" Target="/ppt/slides/slide42.xml" Id="R71a33db5f88745b9" /><Relationship Type="http://schemas.openxmlformats.org/officeDocument/2006/relationships/slide" Target="/ppt/slides/slide43.xml" Id="Rcc69d0acc86a448b" /><Relationship Type="http://schemas.openxmlformats.org/officeDocument/2006/relationships/slide" Target="/ppt/slides/slide44.xml" Id="Ra1e23c3775d54e3e" /><Relationship Type="http://schemas.openxmlformats.org/officeDocument/2006/relationships/slide" Target="/ppt/slides/slide45.xml" Id="R40b9d27780d74bd0" /><Relationship Type="http://schemas.openxmlformats.org/officeDocument/2006/relationships/slide" Target="/ppt/slides/slide46.xml" Id="Ra837984448f343f8" /><Relationship Type="http://schemas.openxmlformats.org/officeDocument/2006/relationships/slide" Target="/ppt/slides/slide47.xml" Id="Rbf4ad5d3746648ff" /><Relationship Type="http://schemas.openxmlformats.org/officeDocument/2006/relationships/slide" Target="/ppt/slides/slide48.xml" Id="Rf157d19539e14609" /><Relationship Type="http://schemas.openxmlformats.org/officeDocument/2006/relationships/slide" Target="/ppt/slides/slide49.xml" Id="Rae29dee558124a59" /><Relationship Type="http://schemas.openxmlformats.org/officeDocument/2006/relationships/slide" Target="/ppt/slides/slide50.xml" Id="Rcfda766be5eb481f" /><Relationship Type="http://schemas.openxmlformats.org/officeDocument/2006/relationships/slide" Target="/ppt/slides/slide51.xml" Id="R262f6925c891473e" /><Relationship Type="http://schemas.openxmlformats.org/officeDocument/2006/relationships/slide" Target="/ppt/slides/slide52.xml" Id="R1f46f95c0282460e" /><Relationship Type="http://schemas.openxmlformats.org/officeDocument/2006/relationships/slide" Target="/ppt/slides/slide53.xml" Id="R90d01c345c404ccf" /><Relationship Type="http://schemas.openxmlformats.org/officeDocument/2006/relationships/slide" Target="/ppt/slides/slide54.xml" Id="R0d2986be5ca448ff" /><Relationship Type="http://schemas.openxmlformats.org/officeDocument/2006/relationships/slide" Target="/ppt/slides/slide55.xml" Id="R0633b0035b6845c9" /><Relationship Type="http://schemas.openxmlformats.org/officeDocument/2006/relationships/slide" Target="/ppt/slides/slide56.xml" Id="R3b551a16e60741a2" /><Relationship Type="http://schemas.openxmlformats.org/officeDocument/2006/relationships/slide" Target="/ppt/slides/slide57.xml" Id="R4434de0bf0ac4b5c" /><Relationship Type="http://schemas.openxmlformats.org/officeDocument/2006/relationships/slide" Target="/ppt/slides/slide58.xml" Id="Rcb6495b5259a468f" /><Relationship Type="http://schemas.openxmlformats.org/officeDocument/2006/relationships/slide" Target="/ppt/slides/slide59.xml" Id="Rb28866b1823d47d7" /><Relationship Type="http://schemas.openxmlformats.org/officeDocument/2006/relationships/slide" Target="/ppt/slides/slide60.xml" Id="Raadebac1e9f3408d" /><Relationship Type="http://schemas.openxmlformats.org/officeDocument/2006/relationships/slide" Target="/ppt/slides/slide61.xml" Id="Rfc5683c96e31400d" /><Relationship Type="http://schemas.openxmlformats.org/officeDocument/2006/relationships/slide" Target="/ppt/slides/slide62.xml" Id="R9c24fda183cd491a" /><Relationship Type="http://schemas.openxmlformats.org/officeDocument/2006/relationships/slide" Target="/ppt/slides/slide63.xml" Id="R0cb5ea7572bf4a59" /><Relationship Type="http://schemas.openxmlformats.org/officeDocument/2006/relationships/slide" Target="/ppt/slides/slide64.xml" Id="R5628e2afcd404c67" /><Relationship Type="http://schemas.openxmlformats.org/officeDocument/2006/relationships/slide" Target="/ppt/slides/slide65.xml" Id="Ra30c4ff8abb54ae4" /><Relationship Type="http://schemas.openxmlformats.org/officeDocument/2006/relationships/slide" Target="/ppt/slides/slide66.xml" Id="R283a2580160a46f2" /><Relationship Type="http://schemas.openxmlformats.org/officeDocument/2006/relationships/slide" Target="/ppt/slides/slide67.xml" Id="Ra4dc9d6b8935484b" /><Relationship Type="http://schemas.openxmlformats.org/officeDocument/2006/relationships/slide" Target="/ppt/slides/slide68.xml" Id="R1a32b18d72004123" /><Relationship Type="http://schemas.openxmlformats.org/officeDocument/2006/relationships/slide" Target="/ppt/slides/slide69.xml" Id="R469056d29ad74898" /><Relationship Type="http://schemas.openxmlformats.org/officeDocument/2006/relationships/slide" Target="/ppt/slides/slide70.xml" Id="Rb701f08a8b474114" /><Relationship Type="http://schemas.openxmlformats.org/officeDocument/2006/relationships/slide" Target="/ppt/slides/slide71.xml" Id="R6eabdcb9be5845b3" /><Relationship Type="http://schemas.openxmlformats.org/officeDocument/2006/relationships/slide" Target="/ppt/slides/slide72.xml" Id="R0c37a4917e744d69" /><Relationship Type="http://schemas.openxmlformats.org/officeDocument/2006/relationships/slide" Target="/ppt/slides/slide73.xml" Id="R821cb43ea7d84eaa" /><Relationship Type="http://schemas.openxmlformats.org/officeDocument/2006/relationships/slide" Target="/ppt/slides/slide74.xml" Id="R91e84fc15bd14811" /><Relationship Type="http://schemas.openxmlformats.org/officeDocument/2006/relationships/slide" Target="/ppt/slides/slide75.xml" Id="R64a64c262b5f4e64" /><Relationship Type="http://schemas.openxmlformats.org/officeDocument/2006/relationships/slide" Target="/ppt/slides/slide76.xml" Id="Ra2c316af5572444a" /><Relationship Type="http://schemas.openxmlformats.org/officeDocument/2006/relationships/slide" Target="/ppt/slides/slide77.xml" Id="R4f2360929b434a65" /><Relationship Type="http://schemas.openxmlformats.org/officeDocument/2006/relationships/slide" Target="/ppt/slides/slide78.xml" Id="R912b81cd28c446f0" /><Relationship Type="http://schemas.openxmlformats.org/officeDocument/2006/relationships/slide" Target="/ppt/slides/slide79.xml" Id="R77ac12af8c424d5a" /><Relationship Type="http://schemas.openxmlformats.org/officeDocument/2006/relationships/slide" Target="/ppt/slides/slide80.xml" Id="R46a93889d7e446ed" /><Relationship Type="http://schemas.openxmlformats.org/officeDocument/2006/relationships/slide" Target="/ppt/slides/slide81.xml" Id="R9753ab523f254bfd" /><Relationship Type="http://schemas.openxmlformats.org/officeDocument/2006/relationships/slide" Target="/ppt/slides/slide82.xml" Id="R910b45775e084afb" /><Relationship Type="http://schemas.openxmlformats.org/officeDocument/2006/relationships/slide" Target="/ppt/slides/slide83.xml" Id="R56db9ec6a3d4474d" /><Relationship Type="http://schemas.openxmlformats.org/officeDocument/2006/relationships/slide" Target="/ppt/slides/slide84.xml" Id="Raca5d4706b1240f6" /><Relationship Type="http://schemas.openxmlformats.org/officeDocument/2006/relationships/slide" Target="/ppt/slides/slide85.xml" Id="R94321e05ef514667" /><Relationship Type="http://schemas.openxmlformats.org/officeDocument/2006/relationships/slide" Target="/ppt/slides/slide86.xml" Id="Rfde5d3f3fdf04604" /><Relationship Type="http://schemas.openxmlformats.org/officeDocument/2006/relationships/slide" Target="/ppt/slides/slide87.xml" Id="Rc50a2bcd01d546ca" /><Relationship Type="http://schemas.openxmlformats.org/officeDocument/2006/relationships/slide" Target="/ppt/slides/slide88.xml" Id="R875a8214fa634607" /><Relationship Type="http://schemas.openxmlformats.org/officeDocument/2006/relationships/slide" Target="/ppt/slides/slide89.xml" Id="R8d6fe11f6375441f" /><Relationship Type="http://schemas.openxmlformats.org/officeDocument/2006/relationships/slide" Target="/ppt/slides/slide90.xml" Id="R6ec72150c8244334" /><Relationship Type="http://schemas.openxmlformats.org/officeDocument/2006/relationships/slide" Target="/ppt/slides/slide91.xml" Id="Re1c42ca0fd274025" /><Relationship Type="http://schemas.openxmlformats.org/officeDocument/2006/relationships/slide" Target="/ppt/slides/slide92.xml" Id="R4ae0dd7850024c9f" /><Relationship Type="http://schemas.openxmlformats.org/officeDocument/2006/relationships/slide" Target="/ppt/slides/slide93.xml" Id="R6da472eb282249cf" /><Relationship Type="http://schemas.openxmlformats.org/officeDocument/2006/relationships/slide" Target="/ppt/slides/slide94.xml" Id="Racb56968af454e68" /><Relationship Type="http://schemas.openxmlformats.org/officeDocument/2006/relationships/slide" Target="/ppt/slides/slide95.xml" Id="Ra8bff64230d4439d" /><Relationship Type="http://schemas.openxmlformats.org/officeDocument/2006/relationships/slide" Target="/ppt/slides/slide96.xml" Id="R8cc08d5f68764d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ee23f3872ef4d6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f47064d4924f6b" /><Relationship Type="http://schemas.openxmlformats.org/officeDocument/2006/relationships/notesMaster" Target="/ppt/notesMasters/notesMaster1.xml" Id="R440b8460d2de4c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0d1202842dc42ff" /><Relationship Type="http://schemas.openxmlformats.org/officeDocument/2006/relationships/notesMaster" Target="/ppt/notesMasters/notesMaster1.xml" Id="Rf639773062d44a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9ae02bd48640ca" /><Relationship Type="http://schemas.openxmlformats.org/officeDocument/2006/relationships/notesMaster" Target="/ppt/notesMasters/notesMaster1.xml" Id="R6b779a5e4a304e41"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a1b6e79bc84e18" /><Relationship Type="http://schemas.openxmlformats.org/officeDocument/2006/relationships/notesMaster" Target="/ppt/notesMasters/notesMaster1.xml" Id="Rbad1678b6b1f4e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3fc890742a84b7b" /><Relationship Type="http://schemas.openxmlformats.org/officeDocument/2006/relationships/notesMaster" Target="/ppt/notesMasters/notesMaster1.xml" Id="Re97d48331b0545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b32eb7048842a2" /><Relationship Type="http://schemas.openxmlformats.org/officeDocument/2006/relationships/notesMaster" Target="/ppt/notesMasters/notesMaster1.xml" Id="Rc8bf1fb9ef7e4e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3c0ee85b7eb4ce9" /><Relationship Type="http://schemas.openxmlformats.org/officeDocument/2006/relationships/notesMaster" Target="/ppt/notesMasters/notesMaster1.xml" Id="R05ac9d78cf96450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d85a25d3e9a42ab" /><Relationship Type="http://schemas.openxmlformats.org/officeDocument/2006/relationships/notesMaster" Target="/ppt/notesMasters/notesMaster1.xml" Id="R3900f9ea96ce4b8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4084350b7c5443f" /><Relationship Type="http://schemas.openxmlformats.org/officeDocument/2006/relationships/notesMaster" Target="/ppt/notesMasters/notesMaster1.xml" Id="Ra1c8045ef1e549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0585139f4b4260" /><Relationship Type="http://schemas.openxmlformats.org/officeDocument/2006/relationships/notesMaster" Target="/ppt/notesMasters/notesMaster1.xml" Id="R6c14cdd2237348c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75a4b2d6d5240fa" /><Relationship Type="http://schemas.openxmlformats.org/officeDocument/2006/relationships/notesMaster" Target="/ppt/notesMasters/notesMaster1.xml" Id="R358eeab1ac594d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86f701433c14eb1" /><Relationship Type="http://schemas.openxmlformats.org/officeDocument/2006/relationships/notesMaster" Target="/ppt/notesMasters/notesMaster1.xml" Id="R1b7e4edba2c544f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6caacef1e54e3e" /><Relationship Type="http://schemas.openxmlformats.org/officeDocument/2006/relationships/notesMaster" Target="/ppt/notesMasters/notesMaster1.xml" Id="Rc4b2335f35bb4a1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48264fe3c824bf4" /><Relationship Type="http://schemas.openxmlformats.org/officeDocument/2006/relationships/notesMaster" Target="/ppt/notesMasters/notesMaster1.xml" Id="Rfe963f85e7914e2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f7e30ecd0d641b9" /><Relationship Type="http://schemas.openxmlformats.org/officeDocument/2006/relationships/notesMaster" Target="/ppt/notesMasters/notesMaster1.xml" Id="Rf559d58c5d1544c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1b9283ac8344bc" /><Relationship Type="http://schemas.openxmlformats.org/officeDocument/2006/relationships/notesMaster" Target="/ppt/notesMasters/notesMaster1.xml" Id="Rae06cf5c38994dd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6ddf07c77e94b0f" /><Relationship Type="http://schemas.openxmlformats.org/officeDocument/2006/relationships/notesMaster" Target="/ppt/notesMasters/notesMaster1.xml" Id="Rbf78302423634e3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e0df3ba2a004ae6" /><Relationship Type="http://schemas.openxmlformats.org/officeDocument/2006/relationships/notesMaster" Target="/ppt/notesMasters/notesMaster1.xml" Id="R275839a3ccc946b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aa4224565304c43" /><Relationship Type="http://schemas.openxmlformats.org/officeDocument/2006/relationships/notesMaster" Target="/ppt/notesMasters/notesMaster1.xml" Id="Ra0cd1332ff53435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2c5da6cb00848a9" /><Relationship Type="http://schemas.openxmlformats.org/officeDocument/2006/relationships/notesMaster" Target="/ppt/notesMasters/notesMaster1.xml" Id="R2680f5920a694b1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691ab10736e44e9" /><Relationship Type="http://schemas.openxmlformats.org/officeDocument/2006/relationships/notesMaster" Target="/ppt/notesMasters/notesMaster1.xml" Id="R3e9c3ec5b966490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71a5a2d255d443d" /><Relationship Type="http://schemas.openxmlformats.org/officeDocument/2006/relationships/notesMaster" Target="/ppt/notesMasters/notesMaster1.xml" Id="Rfb13060a254e478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35f75f25950465c" /><Relationship Type="http://schemas.openxmlformats.org/officeDocument/2006/relationships/notesMaster" Target="/ppt/notesMasters/notesMaster1.xml" Id="R308f02f68df942e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ccb1d5c8f724343" /><Relationship Type="http://schemas.openxmlformats.org/officeDocument/2006/relationships/notesMaster" Target="/ppt/notesMasters/notesMaster1.xml" Id="Rfa058ae7703d49c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a6d2c5f4fe9420a" /><Relationship Type="http://schemas.openxmlformats.org/officeDocument/2006/relationships/notesMaster" Target="/ppt/notesMasters/notesMaster1.xml" Id="R9ebc8a824a0a467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0c6759fdd204fc2" /><Relationship Type="http://schemas.openxmlformats.org/officeDocument/2006/relationships/notesMaster" Target="/ppt/notesMasters/notesMaster1.xml" Id="Rc672033a0b3c4c1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f0091e1a3fe4eeb" /><Relationship Type="http://schemas.openxmlformats.org/officeDocument/2006/relationships/notesMaster" Target="/ppt/notesMasters/notesMaster1.xml" Id="Rbce037475e80423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5b85f133c6d4a20" /><Relationship Type="http://schemas.openxmlformats.org/officeDocument/2006/relationships/notesMaster" Target="/ppt/notesMasters/notesMaster1.xml" Id="R3b7cffd6334447f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9f572aed96f414c" /><Relationship Type="http://schemas.openxmlformats.org/officeDocument/2006/relationships/notesMaster" Target="/ppt/notesMasters/notesMaster1.xml" Id="R4dae8d5931b1496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98a93a2e4794511" /><Relationship Type="http://schemas.openxmlformats.org/officeDocument/2006/relationships/notesMaster" Target="/ppt/notesMasters/notesMaster1.xml" Id="R7a29c6ed8ec848f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e926c1179d24e79" /><Relationship Type="http://schemas.openxmlformats.org/officeDocument/2006/relationships/notesMaster" Target="/ppt/notesMasters/notesMaster1.xml" Id="R09e54b8e1c7d43d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7e8a74923274ef2" /><Relationship Type="http://schemas.openxmlformats.org/officeDocument/2006/relationships/notesMaster" Target="/ppt/notesMasters/notesMaster1.xml" Id="Rf3a536c3eaa34853"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522a09a26fc4c8b" /><Relationship Type="http://schemas.openxmlformats.org/officeDocument/2006/relationships/notesMaster" Target="/ppt/notesMasters/notesMaster1.xml" Id="R20d1e93156ee4a4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87a32cf294e45ff" /><Relationship Type="http://schemas.openxmlformats.org/officeDocument/2006/relationships/notesMaster" Target="/ppt/notesMasters/notesMaster1.xml" Id="R1f0e96a1de134f1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d211aad912d444e" /><Relationship Type="http://schemas.openxmlformats.org/officeDocument/2006/relationships/notesMaster" Target="/ppt/notesMasters/notesMaster1.xml" Id="R6b26b7c18515471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1c60d9dad0c405e" /><Relationship Type="http://schemas.openxmlformats.org/officeDocument/2006/relationships/notesMaster" Target="/ppt/notesMasters/notesMaster1.xml" Id="Rbac3ce65a462447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5d7e7f3cf4d4806" /><Relationship Type="http://schemas.openxmlformats.org/officeDocument/2006/relationships/notesMaster" Target="/ppt/notesMasters/notesMaster1.xml" Id="Rcb69775846d94fb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82d0adade094bb0" /><Relationship Type="http://schemas.openxmlformats.org/officeDocument/2006/relationships/notesMaster" Target="/ppt/notesMasters/notesMaster1.xml" Id="R7f6d8c158e63475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48878613a1f449a" /><Relationship Type="http://schemas.openxmlformats.org/officeDocument/2006/relationships/notesMaster" Target="/ppt/notesMasters/notesMaster1.xml" Id="Rfb2d0b9cb39a450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870b1c9caee482c" /><Relationship Type="http://schemas.openxmlformats.org/officeDocument/2006/relationships/notesMaster" Target="/ppt/notesMasters/notesMaster1.xml" Id="R4779e1c566b249a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2485b1b2c4442a9" /><Relationship Type="http://schemas.openxmlformats.org/officeDocument/2006/relationships/notesMaster" Target="/ppt/notesMasters/notesMaster1.xml" Id="Racc1b297222940a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27ad9a5906e14779" /><Relationship Type="http://schemas.openxmlformats.org/officeDocument/2006/relationships/notesMaster" Target="/ppt/notesMasters/notesMaster1.xml" Id="R146d17e82585429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f57dce657664017" /><Relationship Type="http://schemas.openxmlformats.org/officeDocument/2006/relationships/notesMaster" Target="/ppt/notesMasters/notesMaster1.xml" Id="R988ff5acb4ed4d8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8676450483b432b" /><Relationship Type="http://schemas.openxmlformats.org/officeDocument/2006/relationships/notesMaster" Target="/ppt/notesMasters/notesMaster1.xml" Id="Rf656798dac6c4f7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d0390bd48c3e43d9" /><Relationship Type="http://schemas.openxmlformats.org/officeDocument/2006/relationships/notesMaster" Target="/ppt/notesMasters/notesMaster1.xml" Id="R449ec90f0836479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b21f2bdaa204f1a" /><Relationship Type="http://schemas.openxmlformats.org/officeDocument/2006/relationships/notesMaster" Target="/ppt/notesMasters/notesMaster1.xml" Id="Ra34a3af970704b1c"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04d0e48ddbc4550" /><Relationship Type="http://schemas.openxmlformats.org/officeDocument/2006/relationships/notesMaster" Target="/ppt/notesMasters/notesMaster1.xml" Id="R872715b0197b46d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6b8eebab38b495f" /><Relationship Type="http://schemas.openxmlformats.org/officeDocument/2006/relationships/notesMaster" Target="/ppt/notesMasters/notesMaster1.xml" Id="Re15517e012a04e6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0b8c2cb5df84e96" /><Relationship Type="http://schemas.openxmlformats.org/officeDocument/2006/relationships/notesMaster" Target="/ppt/notesMasters/notesMaster1.xml" Id="R6c310299cecc422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febd1681d1d4124" /><Relationship Type="http://schemas.openxmlformats.org/officeDocument/2006/relationships/notesMaster" Target="/ppt/notesMasters/notesMaster1.xml" Id="R4a78af7cb0bf4a7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13d95fdbcf3458a" /><Relationship Type="http://schemas.openxmlformats.org/officeDocument/2006/relationships/notesMaster" Target="/ppt/notesMasters/notesMaster1.xml" Id="Rafec4c830d00407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d90f01eee274d4e" /><Relationship Type="http://schemas.openxmlformats.org/officeDocument/2006/relationships/notesMaster" Target="/ppt/notesMasters/notesMaster1.xml" Id="R2224a45413e5405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5c90f5f34dd4e72" /><Relationship Type="http://schemas.openxmlformats.org/officeDocument/2006/relationships/notesMaster" Target="/ppt/notesMasters/notesMaster1.xml" Id="R7c48852ba9c2462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18ee3dea46464a2f" /><Relationship Type="http://schemas.openxmlformats.org/officeDocument/2006/relationships/notesMaster" Target="/ppt/notesMasters/notesMaster1.xml" Id="Re8da948b175d431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087f19b50ed4316" /><Relationship Type="http://schemas.openxmlformats.org/officeDocument/2006/relationships/notesMaster" Target="/ppt/notesMasters/notesMaster1.xml" Id="R19d5a1fa7a6042f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1a6f370a61ac4076" /><Relationship Type="http://schemas.openxmlformats.org/officeDocument/2006/relationships/notesMaster" Target="/ppt/notesMasters/notesMaster1.xml" Id="R1e60e0cd7d904d4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730a1b4c83547fb" /><Relationship Type="http://schemas.openxmlformats.org/officeDocument/2006/relationships/notesMaster" Target="/ppt/notesMasters/notesMaster1.xml" Id="R7f22fa26760547f3"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b99eb7671fc4055" /><Relationship Type="http://schemas.openxmlformats.org/officeDocument/2006/relationships/notesMaster" Target="/ppt/notesMasters/notesMaster1.xml" Id="R37baf760852f4ab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61a6900c6d14249" /><Relationship Type="http://schemas.openxmlformats.org/officeDocument/2006/relationships/notesMaster" Target="/ppt/notesMasters/notesMaster1.xml" Id="Re6c6fe4fefdd409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d9bdac653de49a8" /><Relationship Type="http://schemas.openxmlformats.org/officeDocument/2006/relationships/notesMaster" Target="/ppt/notesMasters/notesMaster1.xml" Id="Rd2fb6a154ecf41b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50a2999751c4b92" /><Relationship Type="http://schemas.openxmlformats.org/officeDocument/2006/relationships/notesMaster" Target="/ppt/notesMasters/notesMaster1.xml" Id="R3d87c35f6323408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c936372164d4b42" /><Relationship Type="http://schemas.openxmlformats.org/officeDocument/2006/relationships/notesMaster" Target="/ppt/notesMasters/notesMaster1.xml" Id="R22347bbef08549b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8cb94c98084428d" /><Relationship Type="http://schemas.openxmlformats.org/officeDocument/2006/relationships/notesMaster" Target="/ppt/notesMasters/notesMaster1.xml" Id="R94af9658a0124e1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984f9ba7d1e4f4c" /><Relationship Type="http://schemas.openxmlformats.org/officeDocument/2006/relationships/notesMaster" Target="/ppt/notesMasters/notesMaster1.xml" Id="R7ebf94096cc94b8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4015d39eb8e42e4" /><Relationship Type="http://schemas.openxmlformats.org/officeDocument/2006/relationships/notesMaster" Target="/ppt/notesMasters/notesMaster1.xml" Id="Re0ac99cf728b41ad"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fa35268a5f6b40ff" /><Relationship Type="http://schemas.openxmlformats.org/officeDocument/2006/relationships/notesMaster" Target="/ppt/notesMasters/notesMaster1.xml" Id="R51b00b34c5d64ff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0c26d655540462b" /><Relationship Type="http://schemas.openxmlformats.org/officeDocument/2006/relationships/notesMaster" Target="/ppt/notesMasters/notesMaster1.xml" Id="R61a1f6721221494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ce6ef8f2172428f" /><Relationship Type="http://schemas.openxmlformats.org/officeDocument/2006/relationships/notesMaster" Target="/ppt/notesMasters/notesMaster1.xml" Id="R4722591ec42847e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e740cb3f3e9d4b14" /><Relationship Type="http://schemas.openxmlformats.org/officeDocument/2006/relationships/notesMaster" Target="/ppt/notesMasters/notesMaster1.xml" Id="R171a88e3529f41a6"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4a7922c3cbb4f01" /><Relationship Type="http://schemas.openxmlformats.org/officeDocument/2006/relationships/notesMaster" Target="/ppt/notesMasters/notesMaster1.xml" Id="R5d98eb723bc6486d"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b91ad14ac4844a1" /><Relationship Type="http://schemas.openxmlformats.org/officeDocument/2006/relationships/notesMaster" Target="/ppt/notesMasters/notesMaster1.xml" Id="Re32310aaca3c433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75b3e43b8e74cd4" /><Relationship Type="http://schemas.openxmlformats.org/officeDocument/2006/relationships/notesMaster" Target="/ppt/notesMasters/notesMaster1.xml" Id="R6f5658d8f9bc4cd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19904f04ccf4c8b" /><Relationship Type="http://schemas.openxmlformats.org/officeDocument/2006/relationships/notesMaster" Target="/ppt/notesMasters/notesMaster1.xml" Id="R953d4ddbb34d495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69256a1afee443d" /><Relationship Type="http://schemas.openxmlformats.org/officeDocument/2006/relationships/notesMaster" Target="/ppt/notesMasters/notesMaster1.xml" Id="R5075edb43b364f6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7bb0882fb6fc48c7" /><Relationship Type="http://schemas.openxmlformats.org/officeDocument/2006/relationships/notesMaster" Target="/ppt/notesMasters/notesMaster1.xml" Id="Ra1b371e99e2349d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be9702b61e64fb1" /><Relationship Type="http://schemas.openxmlformats.org/officeDocument/2006/relationships/notesMaster" Target="/ppt/notesMasters/notesMaster1.xml" Id="Reb9bf2bb7c1d4e49"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f515e4f0df4b4fa9" /><Relationship Type="http://schemas.openxmlformats.org/officeDocument/2006/relationships/notesMaster" Target="/ppt/notesMasters/notesMaster1.xml" Id="Re123688c4d2d430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60aaeb4ca2946c2" /><Relationship Type="http://schemas.openxmlformats.org/officeDocument/2006/relationships/notesMaster" Target="/ppt/notesMasters/notesMaster1.xml" Id="R3d7d919bbf644bc7"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1d078a10f4241e5" /><Relationship Type="http://schemas.openxmlformats.org/officeDocument/2006/relationships/notesMaster" Target="/ppt/notesMasters/notesMaster1.xml" Id="R5aa2cc0922aa442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dcbb2ada806249a3" /><Relationship Type="http://schemas.openxmlformats.org/officeDocument/2006/relationships/notesMaster" Target="/ppt/notesMasters/notesMaster1.xml" Id="R07e8ea131d864b8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6565b4cc2f664724" /><Relationship Type="http://schemas.openxmlformats.org/officeDocument/2006/relationships/notesMaster" Target="/ppt/notesMasters/notesMaster1.xml" Id="R6bab7a48de3f469f"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45489626369b4d37" /><Relationship Type="http://schemas.openxmlformats.org/officeDocument/2006/relationships/notesMaster" Target="/ppt/notesMasters/notesMaster1.xml" Id="R4daa196e705b476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ae2112a855a4bd6" /><Relationship Type="http://schemas.openxmlformats.org/officeDocument/2006/relationships/notesMaster" Target="/ppt/notesMasters/notesMaster1.xml" Id="Rf0c4eb1b98ec41d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858e8a2da0b04f63" /><Relationship Type="http://schemas.openxmlformats.org/officeDocument/2006/relationships/notesMaster" Target="/ppt/notesMasters/notesMaster1.xml" Id="Rdf57a4d7633a4c6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da6c3287f1c45b7" /><Relationship Type="http://schemas.openxmlformats.org/officeDocument/2006/relationships/notesMaster" Target="/ppt/notesMasters/notesMaster1.xml" Id="R2427ce11d509426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5910c19d3d0e407d" /><Relationship Type="http://schemas.openxmlformats.org/officeDocument/2006/relationships/notesMaster" Target="/ppt/notesMasters/notesMaster1.xml" Id="Rbe092520a177480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951cbe29c02458b" /><Relationship Type="http://schemas.openxmlformats.org/officeDocument/2006/relationships/notesMaster" Target="/ppt/notesMasters/notesMaster1.xml" Id="R04bc7bdfc5364c1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7ca26a8aa7ee4a3f" /><Relationship Type="http://schemas.openxmlformats.org/officeDocument/2006/relationships/notesMaster" Target="/ppt/notesMasters/notesMaster1.xml" Id="Ra5f7321ab96f426d"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0fb797b4a7c4f04" /><Relationship Type="http://schemas.openxmlformats.org/officeDocument/2006/relationships/notesMaster" Target="/ppt/notesMasters/notesMaster1.xml" Id="R35daca51eabd4efa"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12e6dea30894c1b" /><Relationship Type="http://schemas.openxmlformats.org/officeDocument/2006/relationships/notesMaster" Target="/ppt/notesMasters/notesMaster1.xml" Id="R5ab1cc2b3afa4f33"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bdca8c497de048b9" /><Relationship Type="http://schemas.openxmlformats.org/officeDocument/2006/relationships/notesMaster" Target="/ppt/notesMasters/notesMaster1.xml" Id="Re63056f02ee643e6"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3aa11447c81d4d2d" /><Relationship Type="http://schemas.openxmlformats.org/officeDocument/2006/relationships/notesMaster" Target="/ppt/notesMasters/notesMaster1.xml" Id="R33778ab923414cb0"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af16ee83c784749" /><Relationship Type="http://schemas.openxmlformats.org/officeDocument/2006/relationships/notesMaster" Target="/ppt/notesMasters/notesMaster1.xml" Id="R154ad119b6fb4485"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39195171d80544b7" /><Relationship Type="http://schemas.openxmlformats.org/officeDocument/2006/relationships/notesMaster" Target="/ppt/notesMasters/notesMaster1.xml" Id="R0fe11ce74ebd4af9"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e345af7514394988" /><Relationship Type="http://schemas.openxmlformats.org/officeDocument/2006/relationships/notesMaster" Target="/ppt/notesMasters/notesMaster1.xml" Id="R3d922d4be88a4dda"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0742b6877de40a5" /><Relationship Type="http://schemas.openxmlformats.org/officeDocument/2006/relationships/notesMaster" Target="/ppt/notesMasters/notesMaster1.xml" Id="R26e3179b569147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실제 Demo 지식의 원래 출처</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작업에 쓰인 구성의 역할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S54/S55에서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S58처럼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S54–S58의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S63, production/preview/act3/S63.png 및 production/preview/full/S63.png.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함께 작동하는 작업 환경, Harness</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S65를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S66에서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S63/STATE-04-PERF의 AGENTS.md·docs·Skill·tests·benchmark와 기록된 입력/실행 조건을 같은 도식에 대응하는 CAPTURED 정적 요약이다. 실제 실행 캡처가 아니며 제품·Agent·benchmark·Demo repository를 실행하거나 새 Trial을 만들지 않는다. S63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S64, production/preview/act3/S64.png 및 production/preview/full/S64.png.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저장소여도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“S64의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S64의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S80–S84의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S66에서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S80–S84에서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S66에서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S65, production/preview/act3/S65.png 및 production/preview/full/S65.png.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통계의 판단을 C++ 검사에 적용하기</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“S65에서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S65의 조건 확인을 C++ 작업에 연결한다.</a:t>
            </a:r>
          </a:p>
          <a:p xmlns:a="http://schemas.openxmlformats.org/drawingml/2006/main">
            <a:r>
              <a:t>6. (4:40–5:00) 세 기준을 옮기는 것이며 실제 C++ Trial이나 회사 성과가 아니라는 범위를 회수한다. 다음 S67에서는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S67로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S65/삽화 연결0.75, 명세1, 수행 방법1, 검증 근거1.25, 실행 조건0.67, 적용 범위/전환0.33. 지연 시 도구 이름과 측정량 상세 설명을 줄이고 세 행의 대응·입력/빌드/장비 조건·교육용 범위는 유지한다.5분에 S67로 이동한다. 실제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업무에서 먼저 정리할 한 가지</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“S66의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S66에서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S68에서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S66의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S68로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확인한 성공을 유지하려면</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S67에서 위치·검토/갱신 역할을 생각했다는 점을 회수한다. 실제 밝기 통계는 출력6항목·전체 테스트11/11·같은 조건의 측정/guard를 확인한 성공으로 마쳤다고 짧게 남긴다. S58의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S67에서 떠올린 한 가지에 대해 어떤 기준/환경 변화가 담당자의 재검토를 요구할지 조용히 생각하게 한다. 앞 장의 위치·담당 선택을 다시 시키거나 답변/산출물을 요구하지 않는다. 다음 S69부터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S68, production/preview/act4/S68.png 및 production/preview/full/S68.png.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처음에는 기준과 재사용 절차가 맞았다</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S69, production/preview/act4/S69.png 및 production/preview/full/S69.png.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S67의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요청과 다음 작업의 지침</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S72에서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원인을 고르기 전에 확인할 기록</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S71의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S73에서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주어진 정보와 원인 가설을 나눈다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S72의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S73, production/preview/act4/S73.png 및 production/preview/full/S73.png.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확인한 원인에 맞춰 변경 대상을 고른다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S75에서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S72 2분/S73 1분 그대로이며 S74는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확인된 범위만 검토하고 갱신한다</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S67의 ‘어디에 두고 누가 유지할까’를 이 가상 유지 문제에서 회수했다고 정리한다. 실제 수정/재평가 결과는 없으며 S76에서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S77에서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S76와 production/preview/act4/S76.png를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S76의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S77와 production/preview/act4/S77.png를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S77의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S74의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S74의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S78와 production/preview/act4/S78.png를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S74/S75의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S65를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S81은 결과와 원인 해석의 구분, S82는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S58의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S79와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S82의 세 기록 항목과 S83의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S84의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S86에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S86으로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S86의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production/preview/act4/S85.png 및 production/preview/full/S85.png다.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문제에 맞춰, 일하는 방식을 넓혔다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S85가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S87은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S94/S95에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Demo는 문제에 맞춰 바뀌었다</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TRIAL-002/S18). 둘째 지침의 반복·증가를 기본 안내와 상세 문서로 정리했다(STATE-01→STATE-02→STATE-03, TRIAL-003/004/005A/B 및 S43). 셋째 반복 절차를 Skill로 재사용하고 밝기 통계 제품 변경을 검증했다(STATE-04→STATE-04-PERF, TRIAL-008/S58).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TRIAL-002/S18, 지침·문서 재구성은 TRIAL-003/004/005A/B 및 S43, Skill과 제품 성능 검증은 TRIAL-008·STATE-04-PERF/S58에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S18/S43/S58다.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이번 문제에 필요한 구성만 선택했다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S87의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S89로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S62에서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결과를 수용할지는 사람이 판단한다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S88의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S90에서는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AI가 일할 조건과 확인 경로를 설계한다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S89의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S91로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S94에서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모델·플랫폼이 바뀌면 Harness도 다시 본다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S90의 설계 관점에서 “그때 필요했던 보조 장치가 지금도 필요한가?”를 묻는다. S88은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S92의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S94/S95에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무엇을 남기고, 무엇을 덜어낼까?</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S91의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S93으로 연결한다.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S94/S95에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덜어낸 뒤에도 필요한 일을 하는가?</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S92에서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S94에서 자신의 부족한 기준과 중복 구성을 포함한 문제 하나를 고른다.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S94/S95에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내 업무에서는 무엇이 반복해서 막힐까?</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S95에서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S95의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고른 문제에서, 다음 행동 하나로</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S94에서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S94에서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S94의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Q&amp;A와 교육 마무리</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S95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af5bb86c9644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907fe5f913047c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53a0555033c431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0512c2d05294d6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f551db6a264a0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a59cd7df72e444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B993C3-747E-4B58-BC81-CD125290CA9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61D518D-64E5-4B01-B3F9-D3D8BE90027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945C136-ED90-4705-82A5-3AB6FB4B8BE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4D7DBD-DDBD-45FF-AE01-411A14B3D7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915F31B-F38C-4521-84D6-E17E8944F13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9CE0CAB-83DA-4207-B40E-4D6BCAC7DC6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D0CC4B2-1EDF-41CC-B008-D0DA78E0949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7D4695B-D584-4E87-B61D-AD5313708AA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232B54-63B2-47E4-A75C-1780AA2BCE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BE5318-9857-4202-974A-D57748682F8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4ca2508e744ebb" /><Relationship Type="http://schemas.openxmlformats.org/officeDocument/2006/relationships/slideLayout" Target="/ppt/slideLayouts/slideLayout1.xml" Id="Rebd39394860e4d59" /><Relationship Type="http://schemas.openxmlformats.org/officeDocument/2006/relationships/slideLayout" Target="/ppt/slideLayouts/slideLayout2.xml" Id="Rbbbe1ad8715a4d95" /><Relationship Type="http://schemas.openxmlformats.org/officeDocument/2006/relationships/slideLayout" Target="/ppt/slideLayouts/slideLayout3.xml" Id="R1a440335634e4d83" /><Relationship Type="http://schemas.openxmlformats.org/officeDocument/2006/relationships/slideLayout" Target="/ppt/slideLayouts/slideLayout4.xml" Id="Ra7b6553bb6fc424d" /><Relationship Type="http://schemas.openxmlformats.org/officeDocument/2006/relationships/slideLayout" Target="/ppt/slideLayouts/slideLayout5.xml" Id="Re2f98ab36bb54182" /><Relationship Type="http://schemas.openxmlformats.org/officeDocument/2006/relationships/slideLayout" Target="/ppt/slideLayouts/slideLayout6.xml" Id="R8f263ddc3046484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d39394860e4d59"/>
    <p:sldLayoutId xmlns:r="http://schemas.openxmlformats.org/officeDocument/2006/relationships" id="2147483650" r:id="Rbbbe1ad8715a4d95"/>
    <p:sldLayoutId xmlns:r="http://schemas.openxmlformats.org/officeDocument/2006/relationships" id="2147483651" r:id="R1a440335634e4d83"/>
    <p:sldLayoutId xmlns:r="http://schemas.openxmlformats.org/officeDocument/2006/relationships" id="2147483652" r:id="Ra7b6553bb6fc424d"/>
    <p:sldLayoutId xmlns:r="http://schemas.openxmlformats.org/officeDocument/2006/relationships" id="2147483653" r:id="Re2f98ab36bb54182"/>
    <p:sldLayoutId xmlns:r="http://schemas.openxmlformats.org/officeDocument/2006/relationships" id="2147483654" r:id="R8f263ddc3046484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4f095c33aba4bc5" /><Relationship Type="http://schemas.openxmlformats.org/officeDocument/2006/relationships/image" Target="/ppt/media/image.png" Id="Rb50323783c2043aa" /><Relationship Type="http://schemas.openxmlformats.org/officeDocument/2006/relationships/notesSlide" Target="/ppt/notesSlides/notesSlide1.xml" Id="R5c815370d3c048a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1c856dda4d24f77" /><Relationship Type="http://schemas.openxmlformats.org/officeDocument/2006/relationships/notesSlide" Target="/ppt/notesSlides/notesSlide2.xml" Id="Re2bb9a1af495410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9c670952aa546b5" /><Relationship Type="http://schemas.openxmlformats.org/officeDocument/2006/relationships/notesSlide" Target="/ppt/notesSlides/notesSlide3.xml" Id="R96230755f33b47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1e2edabecbc4b08" /><Relationship Type="http://schemas.openxmlformats.org/officeDocument/2006/relationships/image" Target="/ppt/media/image2.png" Id="R8004ac444da14c07" /><Relationship Type="http://schemas.openxmlformats.org/officeDocument/2006/relationships/notesSlide" Target="/ppt/notesSlides/notesSlide4.xml" Id="R56d8dee1a2f5483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63fff843d064494" /><Relationship Type="http://schemas.openxmlformats.org/officeDocument/2006/relationships/notesSlide" Target="/ppt/notesSlides/notesSlide5.xml" Id="Rbe5e1c89d4d2454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9db90b01e2e43d7" /><Relationship Type="http://schemas.openxmlformats.org/officeDocument/2006/relationships/notesSlide" Target="/ppt/notesSlides/notesSlide6.xml" Id="Rc784ac23c3454ae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1b750e3102e4f64" /><Relationship Type="http://schemas.openxmlformats.org/officeDocument/2006/relationships/image" Target="/ppt/media/image3.png" Id="R5392f221f18240a2" /><Relationship Type="http://schemas.openxmlformats.org/officeDocument/2006/relationships/notesSlide" Target="/ppt/notesSlides/notesSlide7.xml" Id="R137d17ae4b3042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1ee51ee36094717" /><Relationship Type="http://schemas.openxmlformats.org/officeDocument/2006/relationships/notesSlide" Target="/ppt/notesSlides/notesSlide8.xml" Id="R70e1b4b0a06042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76d2719fb4d4d24" /><Relationship Type="http://schemas.openxmlformats.org/officeDocument/2006/relationships/image" Target="/ppt/media/image4.png" Id="R2e99b55e32c747d9" /><Relationship Type="http://schemas.openxmlformats.org/officeDocument/2006/relationships/image" Target="/ppt/media/image5.png" Id="Ree7368ab0a20428a" /><Relationship Type="http://schemas.openxmlformats.org/officeDocument/2006/relationships/image" Target="/ppt/media/image6.png" Id="Re985cd46705849ca" /><Relationship Type="http://schemas.openxmlformats.org/officeDocument/2006/relationships/notesSlide" Target="/ppt/notesSlides/notesSlide9.xml" Id="R5141857b6a6945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0d0dcdde92549ab" /><Relationship Type="http://schemas.openxmlformats.org/officeDocument/2006/relationships/notesSlide" Target="/ppt/notesSlides/notesSlide10.xml" Id="R594c1cf2bc7d437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630582a42f04289" /><Relationship Type="http://schemas.openxmlformats.org/officeDocument/2006/relationships/image" Target="/ppt/media/image7.png" Id="R76e7f3c40d544662" /><Relationship Type="http://schemas.openxmlformats.org/officeDocument/2006/relationships/image" Target="/ppt/media/image8.png" Id="R5b73a006f951427d" /><Relationship Type="http://schemas.openxmlformats.org/officeDocument/2006/relationships/image" Target="/ppt/media/image9.png" Id="Rf7c6c65adebc4803" /><Relationship Type="http://schemas.openxmlformats.org/officeDocument/2006/relationships/notesSlide" Target="/ppt/notesSlides/notesSlide11.xml" Id="Rc3b4ef9004a94f1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afd0c7cca124da6" /><Relationship Type="http://schemas.openxmlformats.org/officeDocument/2006/relationships/image" Target="/ppt/media/image10.png" Id="R6b3d8af590834707" /><Relationship Type="http://schemas.openxmlformats.org/officeDocument/2006/relationships/notesSlide" Target="/ppt/notesSlides/notesSlide12.xml" Id="R8865ea9e33144b7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d79345f059f4865" /><Relationship Type="http://schemas.openxmlformats.org/officeDocument/2006/relationships/image" Target="/ppt/media/image11.png" Id="R247b8eef24124d8a" /><Relationship Type="http://schemas.openxmlformats.org/officeDocument/2006/relationships/notesSlide" Target="/ppt/notesSlides/notesSlide13.xml" Id="Ra63b15e60bd947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8ac212fb1c24cf3" /><Relationship Type="http://schemas.openxmlformats.org/officeDocument/2006/relationships/notesSlide" Target="/ppt/notesSlides/notesSlide14.xml" Id="Rc4a3eacae41c4b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90a058af5854114" /><Relationship Type="http://schemas.openxmlformats.org/officeDocument/2006/relationships/notesSlide" Target="/ppt/notesSlides/notesSlide15.xml" Id="R7859f14a964d406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f2e27e7a1be145b3" /><Relationship Type="http://schemas.openxmlformats.org/officeDocument/2006/relationships/notesSlide" Target="/ppt/notesSlides/notesSlide16.xml" Id="Rbb755bb348e8486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19ee785902540c8" /><Relationship Type="http://schemas.openxmlformats.org/officeDocument/2006/relationships/notesSlide" Target="/ppt/notesSlides/notesSlide17.xml" Id="R3bd3e0cffbe246e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648787ba76e4ef7" /><Relationship Type="http://schemas.openxmlformats.org/officeDocument/2006/relationships/notesSlide" Target="/ppt/notesSlides/notesSlide18.xml" Id="R22fb3ca36d75423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b7ecdffc524455e" /><Relationship Type="http://schemas.openxmlformats.org/officeDocument/2006/relationships/notesSlide" Target="/ppt/notesSlides/notesSlide19.xml" Id="Rbd25269ee2e842f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ea63e6db45e439c" /><Relationship Type="http://schemas.openxmlformats.org/officeDocument/2006/relationships/notesSlide" Target="/ppt/notesSlides/notesSlide20.xml" Id="Rba49fb143bd741b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32ce0db06154c8d" /><Relationship Type="http://schemas.openxmlformats.org/officeDocument/2006/relationships/notesSlide" Target="/ppt/notesSlides/notesSlide21.xml" Id="Rda5735bd75be498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560a725726140ca" /><Relationship Type="http://schemas.openxmlformats.org/officeDocument/2006/relationships/notesSlide" Target="/ppt/notesSlides/notesSlide22.xml" Id="R48ddbd2af7414b2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924f4b23f574854" /><Relationship Type="http://schemas.openxmlformats.org/officeDocument/2006/relationships/notesSlide" Target="/ppt/notesSlides/notesSlide23.xml" Id="Rcb13c60662ed426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5ff85a1cfe14ca2" /><Relationship Type="http://schemas.openxmlformats.org/officeDocument/2006/relationships/notesSlide" Target="/ppt/notesSlides/notesSlide24.xml" Id="Rdc796e2d048e40a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ac3c323e5b394862" /><Relationship Type="http://schemas.openxmlformats.org/officeDocument/2006/relationships/notesSlide" Target="/ppt/notesSlides/notesSlide25.xml" Id="Ra2886201190c451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d310873244604850" /><Relationship Type="http://schemas.openxmlformats.org/officeDocument/2006/relationships/notesSlide" Target="/ppt/notesSlides/notesSlide26.xml" Id="Rad2713b5e5524f3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136c883065714690" /><Relationship Type="http://schemas.openxmlformats.org/officeDocument/2006/relationships/notesSlide" Target="/ppt/notesSlides/notesSlide27.xml" Id="R98d7879f951d41a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ba28e963cf14855" /><Relationship Type="http://schemas.openxmlformats.org/officeDocument/2006/relationships/notesSlide" Target="/ppt/notesSlides/notesSlide28.xml" Id="R7a294df34e5f455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6ff6a3d248542fe" /><Relationship Type="http://schemas.openxmlformats.org/officeDocument/2006/relationships/notesSlide" Target="/ppt/notesSlides/notesSlide29.xml" Id="Rc51447f20a33499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b35452d1d2340af" /><Relationship Type="http://schemas.openxmlformats.org/officeDocument/2006/relationships/notesSlide" Target="/ppt/notesSlides/notesSlide30.xml" Id="Ra14207dd6859457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8036651b3fcd4944" /><Relationship Type="http://schemas.openxmlformats.org/officeDocument/2006/relationships/notesSlide" Target="/ppt/notesSlides/notesSlide31.xml" Id="R4badeb28360b4ee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2d67ffbf6534bca" /><Relationship Type="http://schemas.openxmlformats.org/officeDocument/2006/relationships/notesSlide" Target="/ppt/notesSlides/notesSlide32.xml" Id="Rc0f37e062a8449f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0b8c089100b475d" /><Relationship Type="http://schemas.openxmlformats.org/officeDocument/2006/relationships/notesSlide" Target="/ppt/notesSlides/notesSlide33.xml" Id="Re28fbede7ab5441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b0b063ed0484676" /><Relationship Type="http://schemas.openxmlformats.org/officeDocument/2006/relationships/notesSlide" Target="/ppt/notesSlides/notesSlide34.xml" Id="Rb4ae4dce92094f3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a982a4407274696" /><Relationship Type="http://schemas.openxmlformats.org/officeDocument/2006/relationships/image" Target="/ppt/media/image12.png" Id="R7dee5ae47ab3403b" /><Relationship Type="http://schemas.openxmlformats.org/officeDocument/2006/relationships/image" Target="/ppt/media/image13.png" Id="Ra0a59c663f1f41a5" /><Relationship Type="http://schemas.openxmlformats.org/officeDocument/2006/relationships/notesSlide" Target="/ppt/notesSlides/notesSlide35.xml" Id="R29e23ba99f52420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e0cc943334614b90" /><Relationship Type="http://schemas.openxmlformats.org/officeDocument/2006/relationships/image" Target="/ppt/media/image14.png" Id="Rc0cb983667234348" /><Relationship Type="http://schemas.openxmlformats.org/officeDocument/2006/relationships/notesSlide" Target="/ppt/notesSlides/notesSlide36.xml" Id="R0336cfb51d814cd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700fea93702d4413" /><Relationship Type="http://schemas.openxmlformats.org/officeDocument/2006/relationships/notesSlide" Target="/ppt/notesSlides/notesSlide37.xml" Id="R1e2f918df0044ac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cbf064394ab4ff4" /><Relationship Type="http://schemas.openxmlformats.org/officeDocument/2006/relationships/notesSlide" Target="/ppt/notesSlides/notesSlide38.xml" Id="R0cab1ee1fb5a4cb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2bead87e90945d4" /><Relationship Type="http://schemas.openxmlformats.org/officeDocument/2006/relationships/notesSlide" Target="/ppt/notesSlides/notesSlide39.xml" Id="Rbb1f265a99d541ea"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7b12e514c524fc6" /><Relationship Type="http://schemas.openxmlformats.org/officeDocument/2006/relationships/notesSlide" Target="/ppt/notesSlides/notesSlide40.xml" Id="R171fe4c511874e9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64270aed789456b" /><Relationship Type="http://schemas.openxmlformats.org/officeDocument/2006/relationships/notesSlide" Target="/ppt/notesSlides/notesSlide41.xml" Id="Rc2e697c665564e3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e8c391794ff4361" /><Relationship Type="http://schemas.openxmlformats.org/officeDocument/2006/relationships/notesSlide" Target="/ppt/notesSlides/notesSlide42.xml" Id="R2c7af834ccce4b3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dec0719aabb8499f" /><Relationship Type="http://schemas.openxmlformats.org/officeDocument/2006/relationships/notesSlide" Target="/ppt/notesSlides/notesSlide43.xml" Id="R8d04691e2f744d7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50198d3a8a6a4b40" /><Relationship Type="http://schemas.openxmlformats.org/officeDocument/2006/relationships/notesSlide" Target="/ppt/notesSlides/notesSlide44.xml" Id="Rc7695b87858a448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b125bddaa19749dc" /><Relationship Type="http://schemas.openxmlformats.org/officeDocument/2006/relationships/notesSlide" Target="/ppt/notesSlides/notesSlide45.xml" Id="R00ec4b42f24545c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1aba5b56007488b" /><Relationship Type="http://schemas.openxmlformats.org/officeDocument/2006/relationships/notesSlide" Target="/ppt/notesSlides/notesSlide46.xml" Id="Rfad24f8a2ad441ad"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9f4fa1c514d04204" /><Relationship Type="http://schemas.openxmlformats.org/officeDocument/2006/relationships/notesSlide" Target="/ppt/notesSlides/notesSlide47.xml" Id="R954f2044650c44f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4507c5367954205" /><Relationship Type="http://schemas.openxmlformats.org/officeDocument/2006/relationships/notesSlide" Target="/ppt/notesSlides/notesSlide48.xml" Id="R07cf2d22eccf4dcf"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5925d0349774ff9" /><Relationship Type="http://schemas.openxmlformats.org/officeDocument/2006/relationships/notesSlide" Target="/ppt/notesSlides/notesSlide49.xml" Id="Ra452e04f780f43d5"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7945421a7ee44cd8" /><Relationship Type="http://schemas.openxmlformats.org/officeDocument/2006/relationships/image" Target="/ppt/media/image15.png" Id="R8eb4b525138f4b57" /><Relationship Type="http://schemas.openxmlformats.org/officeDocument/2006/relationships/image" Target="/ppt/media/image16.png" Id="R86505f35d6de4ce5" /><Relationship Type="http://schemas.openxmlformats.org/officeDocument/2006/relationships/notesSlide" Target="/ppt/notesSlides/notesSlide50.xml" Id="R5428be4931844af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4214f3cb6824672" /><Relationship Type="http://schemas.openxmlformats.org/officeDocument/2006/relationships/notesSlide" Target="/ppt/notesSlides/notesSlide51.xml" Id="Rad38221f8b69432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0a4c5376bd1842eb" /><Relationship Type="http://schemas.openxmlformats.org/officeDocument/2006/relationships/notesSlide" Target="/ppt/notesSlides/notesSlide52.xml" Id="R5aaca935909e4e2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637aeac8a9d465f" /><Relationship Type="http://schemas.openxmlformats.org/officeDocument/2006/relationships/notesSlide" Target="/ppt/notesSlides/notesSlide53.xml" Id="R29fef09d188443a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5cf84a5de3b4433b" /><Relationship Type="http://schemas.openxmlformats.org/officeDocument/2006/relationships/notesSlide" Target="/ppt/notesSlides/notesSlide54.xml" Id="R628632ffbc5d4b1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17f453f79a141c0" /><Relationship Type="http://schemas.openxmlformats.org/officeDocument/2006/relationships/notesSlide" Target="/ppt/notesSlides/notesSlide55.xml" Id="Rc5eef3dbf14e4195"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564b7f2a5244ca6" /><Relationship Type="http://schemas.openxmlformats.org/officeDocument/2006/relationships/notesSlide" Target="/ppt/notesSlides/notesSlide56.xml" Id="R76a0630dc359422a"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c6c2366b8ce4e5a" /><Relationship Type="http://schemas.openxmlformats.org/officeDocument/2006/relationships/notesSlide" Target="/ppt/notesSlides/notesSlide57.xml" Id="Ra179b4bf812d4c0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d2af149a96846bd" /><Relationship Type="http://schemas.openxmlformats.org/officeDocument/2006/relationships/chart" Target="/ppt/slides/charts/chart1.xml" Id="R909bcfb65b284940" /><Relationship Type="http://schemas.openxmlformats.org/officeDocument/2006/relationships/notesSlide" Target="/ppt/notesSlides/notesSlide58.xml" Id="R18a00351edf1408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89fd867d127948e3" /><Relationship Type="http://schemas.openxmlformats.org/officeDocument/2006/relationships/notesSlide" Target="/ppt/notesSlides/notesSlide59.xml" Id="R81c90a02ff404b7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4940363026f43f5" /><Relationship Type="http://schemas.openxmlformats.org/officeDocument/2006/relationships/notesSlide" Target="/ppt/notesSlides/notesSlide60.xml" Id="R162a1dde16a74a3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5b95940be0945a9" /><Relationship Type="http://schemas.openxmlformats.org/officeDocument/2006/relationships/notesSlide" Target="/ppt/notesSlides/notesSlide61.xml" Id="Rce7a6dec860c46fd"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1d03d97fde644498" /><Relationship Type="http://schemas.openxmlformats.org/officeDocument/2006/relationships/notesSlide" Target="/ppt/notesSlides/notesSlide62.xml" Id="R5b57b60ba60c4785"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cf84e56b2dac4e1e" /><Relationship Type="http://schemas.openxmlformats.org/officeDocument/2006/relationships/notesSlide" Target="/ppt/notesSlides/notesSlide63.xml" Id="R802d9427be864405"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408c61cb5994579" /><Relationship Type="http://schemas.openxmlformats.org/officeDocument/2006/relationships/notesSlide" Target="/ppt/notesSlides/notesSlide64.xml" Id="R31cdb9eb57b94da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1de00fc5ec064d16" /><Relationship Type="http://schemas.openxmlformats.org/officeDocument/2006/relationships/notesSlide" Target="/ppt/notesSlides/notesSlide65.xml" Id="R2fff12d7813d4cc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f3803f27e8894715" /><Relationship Type="http://schemas.openxmlformats.org/officeDocument/2006/relationships/image" Target="/ppt/media/image17.png" Id="Ra61fb8e8137e4ebc" /><Relationship Type="http://schemas.openxmlformats.org/officeDocument/2006/relationships/notesSlide" Target="/ppt/notesSlides/notesSlide66.xml" Id="Rf129719735e3459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f37afb3611c34485" /><Relationship Type="http://schemas.openxmlformats.org/officeDocument/2006/relationships/notesSlide" Target="/ppt/notesSlides/notesSlide67.xml" Id="R5300a854ed1a47da"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7998da0646e4e25" /><Relationship Type="http://schemas.openxmlformats.org/officeDocument/2006/relationships/notesSlide" Target="/ppt/notesSlides/notesSlide68.xml" Id="R8b7f5cdb77244d7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b428c92f5b44c7b" /><Relationship Type="http://schemas.openxmlformats.org/officeDocument/2006/relationships/notesSlide" Target="/ppt/notesSlides/notesSlide69.xml" Id="R5ff225b3c5eb4175"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39301e391d24448f" /><Relationship Type="http://schemas.openxmlformats.org/officeDocument/2006/relationships/notesSlide" Target="/ppt/notesSlides/notesSlide70.xml" Id="Rbbc66341c7274e4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a96443f1fad141f9" /><Relationship Type="http://schemas.openxmlformats.org/officeDocument/2006/relationships/notesSlide" Target="/ppt/notesSlides/notesSlide71.xml" Id="Rfeba2e47713a471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c212fd2090b48ac" /><Relationship Type="http://schemas.openxmlformats.org/officeDocument/2006/relationships/notesSlide" Target="/ppt/notesSlides/notesSlide72.xml" Id="Rf3aa567bb414439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bab18f48b034051" /><Relationship Type="http://schemas.openxmlformats.org/officeDocument/2006/relationships/notesSlide" Target="/ppt/notesSlides/notesSlide73.xml" Id="R96946e75c84f41b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a4ade218597c49dd" /><Relationship Type="http://schemas.openxmlformats.org/officeDocument/2006/relationships/notesSlide" Target="/ppt/notesSlides/notesSlide74.xml" Id="Rfcbe1a6674c7412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233a8be845245ed" /><Relationship Type="http://schemas.openxmlformats.org/officeDocument/2006/relationships/notesSlide" Target="/ppt/notesSlides/notesSlide75.xml" Id="R18a5f953b0f14d9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4056ff608db040cc" /><Relationship Type="http://schemas.openxmlformats.org/officeDocument/2006/relationships/notesSlide" Target="/ppt/notesSlides/notesSlide76.xml" Id="R6b7f7831c7be40da"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69feae29e7a64e96" /><Relationship Type="http://schemas.openxmlformats.org/officeDocument/2006/relationships/notesSlide" Target="/ppt/notesSlides/notesSlide77.xml" Id="Ra4d54bd4aefd4dd8"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877b68d260d140a7" /><Relationship Type="http://schemas.openxmlformats.org/officeDocument/2006/relationships/notesSlide" Target="/ppt/notesSlides/notesSlide78.xml" Id="R9a1ee55224394785"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b5dd2a04ebd64462" /><Relationship Type="http://schemas.openxmlformats.org/officeDocument/2006/relationships/notesSlide" Target="/ppt/notesSlides/notesSlide79.xml" Id="Rd4b00e4da3824e6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5642ce1e44c74b35" /><Relationship Type="http://schemas.openxmlformats.org/officeDocument/2006/relationships/notesSlide" Target="/ppt/notesSlides/notesSlide80.xml" Id="R5f2be3007c7849f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ed1b8778261d436e" /><Relationship Type="http://schemas.openxmlformats.org/officeDocument/2006/relationships/notesSlide" Target="/ppt/notesSlides/notesSlide81.xml" Id="R40aa02586de6413e"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702c2829ddd48c5" /><Relationship Type="http://schemas.openxmlformats.org/officeDocument/2006/relationships/notesSlide" Target="/ppt/notesSlides/notesSlide82.xml" Id="Rd8f445854f554336"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26d052483d6c4ad2" /><Relationship Type="http://schemas.openxmlformats.org/officeDocument/2006/relationships/notesSlide" Target="/ppt/notesSlides/notesSlide83.xml" Id="R9c80377acd7c4c0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c2ea223ea2d49ff" /><Relationship Type="http://schemas.openxmlformats.org/officeDocument/2006/relationships/notesSlide" Target="/ppt/notesSlides/notesSlide84.xml" Id="R433f226a654849c0"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9700cbee20645b4" /><Relationship Type="http://schemas.openxmlformats.org/officeDocument/2006/relationships/image" Target="/ppt/media/image18.png" Id="R0f426fc6cce642fd" /><Relationship Type="http://schemas.openxmlformats.org/officeDocument/2006/relationships/notesSlide" Target="/ppt/notesSlides/notesSlide85.xml" Id="R26048e39ffd04495"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4bd56ba4a29b4b4d" /><Relationship Type="http://schemas.openxmlformats.org/officeDocument/2006/relationships/notesSlide" Target="/ppt/notesSlides/notesSlide86.xml" Id="R1f3ba9e14afc450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60d06955f3b24445" /><Relationship Type="http://schemas.openxmlformats.org/officeDocument/2006/relationships/notesSlide" Target="/ppt/notesSlides/notesSlide87.xml" Id="Rd68671366e164fe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d5f23e7ecb364a0a" /><Relationship Type="http://schemas.openxmlformats.org/officeDocument/2006/relationships/notesSlide" Target="/ppt/notesSlides/notesSlide88.xml" Id="R66ca997c60f54d9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1736c85ba5dc4916" /><Relationship Type="http://schemas.openxmlformats.org/officeDocument/2006/relationships/notesSlide" Target="/ppt/notesSlides/notesSlide89.xml" Id="R2ed3e62920c449c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6b22e59b07ea4ca8" /><Relationship Type="http://schemas.openxmlformats.org/officeDocument/2006/relationships/notesSlide" Target="/ppt/notesSlides/notesSlide90.xml" Id="Rdeaa2ce1dfaa4915"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4a18c2f747d6422e" /><Relationship Type="http://schemas.openxmlformats.org/officeDocument/2006/relationships/notesSlide" Target="/ppt/notesSlides/notesSlide91.xml" Id="R4d4a607b83a740a9"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6c032c17ea854bc8" /><Relationship Type="http://schemas.openxmlformats.org/officeDocument/2006/relationships/notesSlide" Target="/ppt/notesSlides/notesSlide92.xml" Id="R6c4fdbf06ec1490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c5144084e54c4849" /><Relationship Type="http://schemas.openxmlformats.org/officeDocument/2006/relationships/notesSlide" Target="/ppt/notesSlides/notesSlide93.xml" Id="R211c57ced5ed433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c632ee3317ea40f1" /><Relationship Type="http://schemas.openxmlformats.org/officeDocument/2006/relationships/notesSlide" Target="/ppt/notesSlides/notesSlide94.xml" Id="R69b2768a04444f4e"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756101be834f4e0c" /><Relationship Type="http://schemas.openxmlformats.org/officeDocument/2006/relationships/notesSlide" Target="/ppt/notesSlides/notesSlide95.xml" Id="Rceb27d4cf78f4df3"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edfa475daa4a45fb" /><Relationship Type="http://schemas.openxmlformats.org/officeDocument/2006/relationships/notesSlide" Target="/ppt/notesSlides/notesSlide96.xml" Id="Rac066e8cc7e34c2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ECE710CD-DD42-452F-9E08-7421C852C2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427864B9-F13B-49D9-B9DC-1204150BC3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7ED6C4FC-3C56-46B8-9D3A-C3AEFD1727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4A9C0EF7-16B4-434C-8405-C2295DD451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CA86AF69-9D6E-4D3A-B015-A2974F16C1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EA8171EE-D4D7-4093-BBEF-84B97C7448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44008F65-85B4-4352-BF6E-EC4FE4CBF4B7}"/>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F53694F2-F6A0-46BB-83CF-DE8A4566F6CF}"/>
              </a:ext>
            </a:extLst>
          </p:cNvPr>
          <p:cNvPicPr>
            <a:picLocks xmlns:a="http://schemas.openxmlformats.org/drawingml/2006/main" noChangeAspect="1"/>
          </p:cNvPicPr>
          <p:nvPr/>
        </p:nvPicPr>
        <p:blipFill>
          <a:blip xmlns:r="http://schemas.openxmlformats.org/officeDocument/2006/relationships" xmlns:a="http://schemas.openxmlformats.org/drawingml/2006/main" r:embed="Rb50323783c2043aa"/>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070113E6-DE57-4CD6-8A24-621D7E32FA7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2930F0C9-0E4A-479B-B395-6314BA58363B}"/>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5AB7AF48-5534-4DD9-AA58-D5CB18BFB186}"/>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5350E7F-1D03-4F89-A63B-FA0B17EEED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0734446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F498FA4B-4E75-4A0B-ABB7-1B58BCA25A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49A8CA3-4012-4FC3-A762-DC9ED9E71E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3628B0E8-4371-497C-952E-CC41A9D782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E3CA23D9-9D73-465B-A80E-EA88FE9CDE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34943B5C-AEAB-4BF2-9AA4-6B77F2DC2E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DB7105C5-D38F-47C2-8FB3-494B8259D1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C7087ACD-BAF4-4A28-BD83-27D6CF64CA5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081929AA-FAC8-41CA-836F-23D4C0197FF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03ABFCFB-EDBE-4CCC-BBAA-627C22A8088F}"/>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C5549F16-A1B7-4D44-8F1F-64C272B4A81A}"/>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40DC5DD-FDFE-499F-8142-2DF3D2A1D904}"/>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6A3B9D23-228A-4599-86F6-A832F19BF592}"/>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3547348C-75ED-4396-93F4-53727425EE0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48E4BA2D-D44C-4D25-8B46-E3DFB5AF47F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9EF17915-CA56-4E6F-8D22-A1BFAF0CD74B}"/>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EBD773FB-48CC-440C-989B-D307C145D867}"/>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5EAF2F8E-1361-4B48-B577-569BF4EDD5F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8EDEAAE-6EC0-46C3-9F9C-BFDDE08DF5C5}"/>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800536F8-FC41-423C-BD46-D362CE3DB2C1}"/>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55E9A38B-8820-46CF-BEE5-D9B610BC7CEB}"/>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8666F00-D7A2-46C3-832E-B47308FAEC8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CF9D328-BA4F-4A05-B6E7-06F2B0A5ADA6}"/>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4FDCDF82-AC2B-4325-9D69-279C721F0D01}"/>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CC283DC9-13F0-48F2-80E0-F1735617D9D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456E6F4A-035D-4352-B5BB-32C24B710AD3}"/>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DDA226C8-82D6-4314-A45B-9FF8B1173A0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AC41DA9-BA53-4ADD-9363-077682A2650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3C18B28E-102C-44B0-93F2-A1FC8597735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4D037AF8-8949-4113-8497-061BFB97F6CC}"/>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1B76E0BF-CA65-4496-AA39-ED4F9046D85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38240EDB-4A56-467A-BEEA-C54CADCECE56}"/>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58C7CB0C-9C80-4335-96B7-EF8FD426C806}"/>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D5A689B9-42EC-45B4-9773-50DDD6E70AC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7CB2334-76E7-48B7-8D49-4467206C9B86}"/>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A083CFB8-61F0-49C8-ADFB-30DAEAE910B0}"/>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0D6D9A7-DD55-48AC-957D-4F2F0669FC52}"/>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195BCC1-C8D1-4D01-9C51-956D129C3232}"/>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E38E54B8-50B1-4FB5-960D-EC1196EBA4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8833615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114E614-06F9-46B5-A315-9533BCFC85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2606231-54AB-4611-91B1-67E790A4FE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49E1EB1D-0A59-4CED-9D5B-FF29A35C2D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9809FD0F-0059-4C06-B264-94E5A9D3C9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DA6B0D1A-7780-47E2-A71A-05E2664A38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487EBBAF-2A7F-4265-AB4C-3F5CCA5D4C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9263FDDD-B96D-4CD9-9C24-5DA6F171C9EA}"/>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C7064270-4D06-4FDE-8864-E6F61B18CBB1}"/>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E0AF40C0-C6A3-41CA-9A6A-B9D434F58A6B}"/>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D82BD957-068B-4157-B902-48F9C4CFD6F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21316366-2DED-4D77-9828-7F012D2878A6}"/>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9FE9802D-BC22-43A7-BEBC-2BD3B4BA366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047E8B4D-B5A4-4356-BC50-2927C9C85AB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D6DCF7C7-30F0-490F-BF12-652A1ECA9A6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652BBA73-2A7F-4D89-835A-7BA7CEBB3F3B}"/>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71FE94DC-ADF2-40C9-9E98-96A082EAA0C1}"/>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16C5F97D-A277-4A6F-9EAC-C221FC21DCE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4DF4CBFD-DCF3-419F-A153-9B15EBAC01AA}"/>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EC3C782E-CF03-4E25-9F5B-3DFC5AAB364B}"/>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80347E9F-ABF9-44C2-AD54-C4C003B313F3}"/>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7D842333-0B7C-4873-9184-F6C4435B57ED}"/>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1900261B-D9C5-48CE-9AE2-69D61DFE9EE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B31B505E-AABE-473A-93D3-A51C4058157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64A61A6C-FA83-4CAA-9899-65D8689470C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BDEE5841-D127-4AE1-BC9F-419B1E792393}"/>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921A70E2-D223-4560-9CA6-5780FB70F72C}"/>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BFF0FFCC-C91E-4F50-8034-CFF9945576B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34E6F72B-BA2E-42F1-8EB4-F43FC4E314A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F13716A2-8FC5-49B0-812A-F65F5369B0C5}"/>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5949D40-4490-4CF2-862E-67375C5D388A}"/>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C2D1057E-A370-43B3-A8D6-38558484FA49}"/>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60666A82-CB29-411B-8089-32678D8C5C17}"/>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868FF95-8907-4907-97CD-A585546856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53914892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36A8BB88-A343-4251-A89A-F9230286E5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D58B8731-5754-45B4-B180-728174A55B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92AB9379-DD09-431E-B9FE-98DF5127D27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DF45A65-271F-4784-AB78-08554F3466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07DF1AEF-7BEB-4B25-A1B1-3DEE77F7D3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1B31E40-C6E7-4DDF-A99F-D8E003A489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3C0BA63C-ABE8-4D9C-A30A-EA19CA2309CF}"/>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E87E41D6-BE95-4C51-8A9B-1CF77243C9C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3D822EE0-8D09-4426-B6BF-634DEC071127}"/>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571E8A0-1987-435C-A653-A011D3591B01}"/>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67970003-13D2-47B4-BF10-1CF3B270EA2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182BC432-7FC7-4AD5-B438-3401EA63282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DE6954D3-B813-4A51-9B46-43CB456FEC65}"/>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FA04CFC5-B5DD-420B-8B95-E568825E2A88}"/>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EF9DDBF-8271-4DB4-A18E-E0233E021E6D}"/>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83E2C0B-3F52-46F2-9CEA-CDC9EF65CB4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9A9B37DB-FA52-4EC4-A957-B53B1CF9E254}"/>
              </a:ext>
            </a:extLst>
          </p:cNvPr>
          <p:cNvPicPr>
            <a:picLocks xmlns:a="http://schemas.openxmlformats.org/drawingml/2006/main" noChangeAspect="1"/>
          </p:cNvPicPr>
          <p:nvPr/>
        </p:nvPicPr>
        <p:blipFill>
          <a:blip xmlns:r="http://schemas.openxmlformats.org/officeDocument/2006/relationships" xmlns:a="http://schemas.openxmlformats.org/drawingml/2006/main" r:embed="R8004ac444da14c07"/>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4287110-C03E-425D-AF4F-66AB7E87A898}"/>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37D03400-0ED9-4380-90E9-CC113F5A72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2777708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67BC2947-C9AB-4C78-861B-145D9DDF69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AD08FE99-6CC8-4A1D-B4B9-4E4C461E9A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1386E28-8C32-40E9-88AD-F091239547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69988D68-50D7-40AD-A67E-532374EA09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0E8AB5E0-8E9E-467C-946D-C9583D8E88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05DD485A-3CA0-432B-85AD-82C09F432E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F03E6340-ED78-4754-B78B-66125951C329}"/>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310E2C71-7079-404D-9FDE-8EE1A54992A8}"/>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22AAD643-3DD4-442C-88FA-D21819F425A5}"/>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7B8608F8-6DF0-4404-883D-D314C563367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24BA7061-719A-49F1-BAF9-079D17CBDA9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C0260DA7-8A2A-4A7C-9E13-7C7DE9CAAADE}"/>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E4B3585F-BA90-44EC-B62C-BE910A673C06}"/>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789DBA12-CC94-4A8B-B477-D7BCEAC156BE}"/>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5C175C0E-42A9-465F-A01B-BAF756BD2CB9}"/>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DAC6BB55-8E76-49CD-9A4A-B692859CF57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A0B37853-0F1C-47BB-866D-1D9E07AB92F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1EA59FAE-006C-4C96-A994-349E9243F4D1}"/>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F45F0130-7A42-48AD-994B-70A9760EED6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4E95A2D9-E663-4C1D-B10A-E07D03A17CBB}"/>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FF2A839E-F7B4-4B17-8B50-E862AC28CEE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23695C17-DDBC-4801-86B7-62E1F32D4E1F}"/>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0462006B-6D19-416E-90C2-FAD578AD5722}"/>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A81C9EF7-FFB6-4DD8-9CC8-B67271F2FFA9}"/>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EBC1A7AB-4E57-425A-A7EF-D22B83094B30}"/>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03C04C44-F5EA-4D00-AFDE-DFBB59D8B0B5}"/>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20DAE670-3398-44A1-ADF6-E0CD2EEB0C02}"/>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1E630DC-E272-4A09-8913-CCBD89B0CAE1}"/>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037CF688-E12C-428C-A575-D3B846E6FA06}"/>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D8E1A524-C8A7-460D-A9EF-26B5B3167FE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1E9849E5-D53A-40FE-B71E-C2AB9FA9D47F}"/>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397EAF98-22B3-427F-9ADB-B2E32FBE72A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501CF210-C9B6-4774-9C3B-D33E08C33074}"/>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B07F82F8-FBAC-40EF-9212-A366979C2B5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DA4AFA92-97A4-4E8C-945A-205DFF4693C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5A816EFA-319F-47BD-A35D-E962CFE07135}"/>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EE4FBCF-63CC-43B6-9FB8-D47CF21E48B6}"/>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67ABDFBC-1CF1-4A71-ACC1-725B60F716F7}"/>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5AEF5B90-84BC-47C5-8E18-C8734DF7B40E}"/>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2743FE4-E980-439F-B8DE-D3CE4C04B439}"/>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2222C7B6-B9C4-478E-80DD-A4AA1C263A46}"/>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C69FFEE9-F473-4564-B2E2-C3C3FECAAB5F}"/>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5250BDF-4105-430C-87D2-BF73B2931268}"/>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233BCC3-C1AF-47A2-9E02-963B35E536C3}"/>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F5D4D7B2-ED5C-4645-82A9-7FEEBDC053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80456400"/>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DD3ED0B5-3236-4C52-8383-1B0F911274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70E7C6A2-2A4E-4AE7-B3DF-F7F3F4F0F4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EEB7FC9B-60FD-4616-A946-827BF405FB4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D55618B-CCA6-4B43-B741-EB3262206B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E5667C98-97B5-4C90-A184-E93B5741CE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6412AF91-195A-41AE-969A-F2627F0DBA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E5CEA62C-9407-4EB7-A468-3FF3792246D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0A506952-9C51-4750-93E6-8051C687A954}"/>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FCD1F090-3FFB-47D7-932D-762C125BF5F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82B3927F-04ED-4AB1-97FE-7D6A31573982}"/>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D17B61F4-B693-4E5D-B613-434BE18DBB9C}"/>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A8934D88-CD8C-4B11-8130-A098373E3696}"/>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421DFF81-F4F8-42AE-BB5F-FF321F3A2DF7}"/>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B9E83F58-5EEE-4F9A-A3A5-5A30CDD29105}"/>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245C9B4E-3339-4BE8-89EE-9D40280A9F61}"/>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EF2CB6F6-C7CF-46C6-89D7-77ED9E6350F4}"/>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3A47411E-2057-4E97-84CA-52ADFDF6BE01}"/>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8ECA40E1-AA24-47BD-B5A4-B5EC0B60DAF3}"/>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BABD29D8-394C-45A4-93AE-33B720769782}"/>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57B252D8-434F-4517-BE60-FF5D1455A1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3645824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391F635D-ABCD-4379-A3E8-0865DDF907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9E3A3ABD-44C0-45F7-8702-4EA80E1E74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55CC44F3-0808-45F4-8131-42CE22DF887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59123DAD-10EB-4B7F-A6A6-CF4C265D6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83E3E255-1DA0-4CB5-A2B8-1F0A76519D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E8DF76DF-6343-4F43-8424-F8E7939A57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1E92E261-A212-4DA5-8A70-EEF7E7571E08}"/>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6B57FF39-801E-4E81-90D8-D2D55C38C40E}"/>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9AF22F02-9A39-4C47-96E7-BEFAB363D685}"/>
              </a:ext>
            </a:extLst>
          </p:cNvPr>
          <p:cNvPicPr>
            <a:picLocks xmlns:a="http://schemas.openxmlformats.org/drawingml/2006/main" noChangeAspect="1"/>
          </p:cNvPicPr>
          <p:nvPr/>
        </p:nvPicPr>
        <p:blipFill>
          <a:blip xmlns:r="http://schemas.openxmlformats.org/officeDocument/2006/relationships" xmlns:a="http://schemas.openxmlformats.org/drawingml/2006/main" r:embed="R5392f221f18240a2"/>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DFB54726-6549-4A77-AB09-3F50AF46FC8B}"/>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BA2D5C6D-9B27-4C8E-B8D8-48F4A9641592}"/>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76471675-3AE5-4C61-A3DB-996A1FE988E2}"/>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1877ECCF-E715-4AEA-873F-BD8F9BC778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017141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03653243-45E5-4576-8126-8D12EEA904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B8B98DD-679E-406C-8BB5-1CAD5DB43C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715A12B0-8B67-4DA9-82DA-FF2E8D053D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66F99E1-D717-4163-A561-F2A444D2F7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BEE5B17C-F000-4332-93A6-48EE35B90C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23B9FAA3-5F37-4A7B-A6E8-56249C6B2A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E104B153-8B70-4240-A697-594DD364F77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CDA2C6DF-8896-45F0-98FD-E36B10DEC48C}"/>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599001E-97CB-4FFD-8A93-89CDE2D080AF}"/>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44DE1617-E3D8-42C9-AD25-101C2462F0A7}"/>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6EE48A8C-1880-4B70-920A-29F981001F4C}"/>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76142763-C27A-4327-81CE-24DF29BA815D}"/>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6CF3C265-6F57-46F9-A3E5-BFF2B348007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8F5E8BFE-6A9B-40E8-BFD2-CAE895ACD575}"/>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9BBC3288-197D-487E-A625-B621D9D6A8D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4A7B6D13-3308-4850-A94F-33F9D7A1048D}"/>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DDF9162F-129E-4EC6-B182-E47FFAF93CD5}"/>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1CBD5156-9A16-4C6B-AEFF-1552368D9D5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E493F7F-2D20-47C9-9AF9-4772B0DB91D0}"/>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67D9F0A0-B5A6-496C-A6A0-CDEA95440E0E}"/>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3DF6668B-525D-44FC-AFD5-3A17FCD954B0}"/>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D1ABCBD1-D9D8-48E2-AD3A-CF8E42B004B2}"/>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B3AEF1AC-5327-497D-A3BF-929463AF8B25}"/>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81BD8BF0-CE74-4060-ABB5-9BAAA05CB9E9}"/>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7B9091E0-A981-4C3D-97A8-14B7EDEDD09C}"/>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6512876-3F7C-48B1-87A7-0F74A16FEDCA}"/>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47A779E5-7304-442E-8CF0-D3FEBA647497}"/>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1391E577-F4C7-4953-A99B-B1424A76AA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5793886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A5013234-E05B-46A5-98F1-A29D20C294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F6C91F39-6F17-44F9-9713-84C887C369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BCBE2BED-19CA-48D9-AA92-0CC9D3497D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19FCB76D-DE9F-4D06-BC09-2E30D7A21B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DE104DE-B1A8-4DD8-B5A2-910E7187F3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27E0409E-FA8C-4093-A8C4-52BE81784A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9F2D9B1-C83F-42F2-A3ED-B1C3DF68B42A}"/>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B809D73-ECFC-4B26-903A-C5C2AED9BF2A}"/>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C2BE1CF2-3798-4CA4-8281-1002759EDDB2}"/>
              </a:ext>
            </a:extLst>
          </p:cNvPr>
          <p:cNvPicPr>
            <a:picLocks xmlns:a="http://schemas.openxmlformats.org/drawingml/2006/main" noChangeAspect="1"/>
          </p:cNvPicPr>
          <p:nvPr/>
        </p:nvPicPr>
        <p:blipFill>
          <a:blip xmlns:r="http://schemas.openxmlformats.org/officeDocument/2006/relationships" xmlns:a="http://schemas.openxmlformats.org/drawingml/2006/main" r:embed="R2e99b55e32c747d9"/>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D90F0F3E-7F9B-4774-B4D8-1CF4D9BAE91C}"/>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9AC26C5-CD2F-4E15-904A-DACDE36CED9C}"/>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F9F7FCD4-A8B7-4475-9214-CC3B8359750D}"/>
              </a:ext>
            </a:extLst>
          </p:cNvPr>
          <p:cNvPicPr>
            <a:picLocks xmlns:a="http://schemas.openxmlformats.org/drawingml/2006/main" noChangeAspect="1"/>
          </p:cNvPicPr>
          <p:nvPr/>
        </p:nvPicPr>
        <p:blipFill>
          <a:blip xmlns:r="http://schemas.openxmlformats.org/officeDocument/2006/relationships" xmlns:a="http://schemas.openxmlformats.org/drawingml/2006/main" r:embed="Ree7368ab0a20428a"/>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1CCDAD89-5D5D-458A-995B-90460074076C}"/>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0AC7C0B-04C0-4BF8-8530-6398D0A9CCB1}"/>
              </a:ext>
            </a:extLst>
          </p:cNvPr>
          <p:cNvPicPr>
            <a:picLocks xmlns:a="http://schemas.openxmlformats.org/drawingml/2006/main" noChangeAspect="1"/>
          </p:cNvPicPr>
          <p:nvPr/>
        </p:nvPicPr>
        <p:blipFill>
          <a:blip xmlns:r="http://schemas.openxmlformats.org/officeDocument/2006/relationships" xmlns:a="http://schemas.openxmlformats.org/drawingml/2006/main" r:embed="Re985cd46705849ca"/>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A1494FC4-4395-4AB9-A037-0273417974D0}"/>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9F75D202-1C2A-4FA6-BA91-0B70E86D0118}"/>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12975180-1C2F-4A1D-8AEC-1EDD66643FC8}"/>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3BD82C9D-A346-46C0-823E-261AC10F0538}"/>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78DB67CA-79A4-42CC-A10F-7564BA7998C3}"/>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70384B08-CF0B-4274-97B2-1E7D45B83034}"/>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7743EA-E09D-4C3D-AB9C-07EEE6FE78B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4E044DC-90ED-4EDA-BFB8-F29FED0734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3974855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17ADED70-6DE8-4A2A-96CC-070163EC43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517B2C7E-FD4B-4775-B620-8ACEE40B135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49EC4A49-6AAB-4545-AB45-C60F0EC694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05B60178-07EB-4D97-862E-5477920CD4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E348F2A5-59D1-4DF5-B4EF-13B05024DB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7786855F-4268-455C-902B-A211A43D75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7FF080FE-40B5-4D0F-9183-0BF1B9B384FD}"/>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40577777-1238-4A90-89C7-1D419AB2077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7D6D30C-ADE7-4F5D-9F35-1F8DB6E8F254}"/>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D90B7077-7304-4CC0-AA7E-316DE1616550}"/>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F952C8D6-B757-41B6-8977-FC1515627BD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8A1B188C-F3BF-439A-A28D-4CB2514D272E}"/>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9AE0641-BC36-4745-9DCD-135DAE253E6D}"/>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E38B92-1060-4E15-8ABD-2FCE87D39ED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D4CEC219-8D0B-4F96-AB32-42E3C18C82D2}"/>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B8C3C86A-85A5-4B61-9B4A-99C36818C160}"/>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81325B73-DCCD-4CA3-8A21-F77D6463AA86}"/>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4A12D0DB-7EC6-46B0-B75C-F635FB343983}"/>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29A668E-54CE-4C07-A796-27DCE3474945}"/>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0286D4F4-05E2-49CB-A8BE-3B60B59107A0}"/>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384CDE71-FD4A-46BC-89B5-B0E52EDDA9D9}"/>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E1E5D15-BAE8-447E-A101-EC6DFFE701A6}"/>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15AFC208-B11E-454D-B0DC-23C58435C16A}"/>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E9B8E73-6CCF-4F2A-B944-1E35AB368365}"/>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7B70EAEA-C0BB-4D5F-8359-4D71C1ABB3F9}"/>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29989B13-3926-4638-8D9B-46DA5C3328C9}"/>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1C3FEA98-02F7-4937-99EC-45418A387F9B}"/>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9FEB8A7E-7214-43DA-BD13-9933F7F543C7}"/>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51127EF-15F1-47FD-8057-55EED37FBBD3}"/>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C01D94C3-F5F4-4F7D-979F-E305CF2A7836}"/>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5C53511D-8DFA-446C-9C31-109571E240E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331F28DD-A372-462D-808A-C1A6C0AD896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DEB57147-2222-4897-A0BE-624C7B181FC9}"/>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650A979-A0C0-4D01-BC07-12DB05E32512}"/>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7BCF659D-BF2A-4D1E-B6A4-E61E3840DB84}"/>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60D189D1-33C5-4193-BA17-14D9AFDBB7BD}"/>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39414DD6-3F91-49B7-A95D-DDDE30FA3F7B}"/>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02A8877B-CA79-4704-B975-23E496F9696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BFACB863-37B1-4FB7-8C81-2633046F4EC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422368EE-AC5D-4876-9950-9C5734D0CA9C}"/>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3400FBA3-58E2-4C9C-B980-9C41400956BF}"/>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558AFC04-8DC3-4E1C-8E58-C6A2D2E79BFC}"/>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C159D7EC-56F7-45C6-8590-D06F1C402497}"/>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1EC66F85-E3AF-4B4C-9792-354579754880}"/>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942B2FD-F696-4CC6-AE17-B109C82300AA}"/>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AA875A8-E610-46B8-8862-426AE0F9238D}"/>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533EBC47-83A9-4B7C-BBEC-0180A47854D2}"/>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0F6859FD-EDD7-4D30-AA0E-EFC1A7615A23}"/>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BB233F40-D6F8-469D-AF8E-FD0D21AE08DE}"/>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D7BAAE78-7285-4FB5-8B12-B8B90D41AD4D}"/>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7373F356-0849-4530-BDB9-0CBF1A181EE5}"/>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66DA0D16-B22E-471D-B333-D27B50BCD411}"/>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27FA4A65-60C7-4D7A-A48A-2DCF474752B6}"/>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16D9CDAA-DF1A-4E6C-B889-A157F723A83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1AC48376-42FF-47D3-89B8-5C7F74A9F88E}"/>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0C79BEEE-A135-441D-AE76-A0AEDBB23A67}"/>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262F6388-EE98-4347-A2F7-6740B36CB97B}"/>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8C77887A-0D15-4B76-8B3B-28037E0DB8B4}"/>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3273DFC-ACF2-4319-BEEF-A0397C22E12E}"/>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D1298A3-A889-4C27-9AF7-855840646A94}"/>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B0742E50-8D66-4CC3-8A57-CB0A3A1771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0960307"/>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804F0A0A-E224-49D5-AC3C-50AE8773FD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2D566E2E-204A-4EE6-86C5-0AB640CFAA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09A8263D-F081-40FA-AD46-501921ED09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69DEA06-0A89-4E34-AC86-8B9F20C995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10A03403-65E7-43C0-83FE-418378FEA0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9D4E027-5AD6-4839-AD59-F35B261DD6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1D6C6A40-03E3-4E61-A5FF-59BCDB94DD1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AFF92D23-1335-4944-879B-A44273FC918B}"/>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B29FD01-9CC0-45AF-A435-7654617204DA}"/>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EA67FA5-0355-42C0-A1C4-9DA0590D56DF}"/>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844F432F-9277-47B0-9B75-DD17B2BF637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20814C84-FBEB-460A-BC12-C92A99065696}"/>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DE7DCD0-9856-44F4-8023-E9389CC59FCB}"/>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A18F446-C397-46BF-BA33-204518D8FFDA}"/>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216D21F-6D50-4A06-94B8-6E5A0F993DE3}"/>
              </a:ext>
            </a:extLst>
          </p:cNvPr>
          <p:cNvPicPr>
            <a:picLocks xmlns:a="http://schemas.openxmlformats.org/drawingml/2006/main" noChangeAspect="1"/>
          </p:cNvPicPr>
          <p:nvPr/>
        </p:nvPicPr>
        <p:blipFill>
          <a:blip xmlns:r="http://schemas.openxmlformats.org/officeDocument/2006/relationships" xmlns:a="http://schemas.openxmlformats.org/drawingml/2006/main" r:embed="R76e7f3c40d544662"/>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96BA069F-DD82-4A72-8E91-F1B0B3EB38A0}"/>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0D9B5BD6-9671-4F9E-B62E-88096E957F09}"/>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1FDB4E96-377B-4737-8030-558F7614D181}"/>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EE5D2798-4B26-4517-AADB-AF17C1CA3309}"/>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57865264-50AF-422E-83D5-948823857C70}"/>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A7A7FEF4-0AEE-4731-904C-14E6EC2BA0A2}"/>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AA046256-5EF8-4242-BA31-BD739E2F80F1}"/>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DC317155-FB44-4DD3-9D8E-EBCE1E76727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FF5BEB93-465F-48E0-B5E7-1D6BEEA053C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CE2FD10E-113C-49CB-8949-3A194D741FBE}"/>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6818B2D4-90A7-4694-908C-A06F00261D56}"/>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4A5347EF-686B-4E40-AF09-A9C870D1547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76840B03-346E-4F75-909C-D09190E575D3}"/>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4BEA89E-E2F0-4943-A3BE-160E4ADD4F4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7B716E02-61E4-4F6B-B461-3109752C4061}"/>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927D5856-8B8A-4DAD-A7D7-CA648FF9D507}"/>
              </a:ext>
            </a:extLst>
          </p:cNvPr>
          <p:cNvPicPr>
            <a:picLocks xmlns:a="http://schemas.openxmlformats.org/drawingml/2006/main" noChangeAspect="1"/>
          </p:cNvPicPr>
          <p:nvPr/>
        </p:nvPicPr>
        <p:blipFill>
          <a:blip xmlns:r="http://schemas.openxmlformats.org/officeDocument/2006/relationships" xmlns:a="http://schemas.openxmlformats.org/drawingml/2006/main" r:embed="R5b73a006f951427d"/>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FC896963-E765-47AB-9F33-F34A167FD8FB}"/>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43A9EB90-6100-44C1-BAC9-A3DA203CDD71}"/>
              </a:ext>
            </a:extLst>
          </p:cNvPr>
          <p:cNvPicPr>
            <a:picLocks xmlns:a="http://schemas.openxmlformats.org/drawingml/2006/main" noChangeAspect="1"/>
          </p:cNvPicPr>
          <p:nvPr/>
        </p:nvPicPr>
        <p:blipFill>
          <a:blip xmlns:r="http://schemas.openxmlformats.org/officeDocument/2006/relationships" xmlns:a="http://schemas.openxmlformats.org/drawingml/2006/main" r:embed="Rf7c6c65adebc480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0A96E2B-9371-45E7-8D11-2FAAEBDBE2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610223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E36F212-A299-43B9-9E6E-C848063CF6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8E24B330-2232-4AFF-A926-DEA4F89CF7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7AADC125-27A4-4037-88AA-BB7A322A6C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9A460596-F090-4548-BCD8-0C7A61BBC5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152C361-DBE3-454D-A6BF-A48DD2E0DA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C3BB7C3-87D6-403D-BBCD-1F4133355C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76683BC1-21F5-4DE9-AE06-8102217854C1}"/>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455CEFF5-352B-45AE-8669-0AD2981B07E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51D65009-DAB6-44AE-BB3E-B9D902CB387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DF0423B1-E315-4D37-978E-CBA9AB54C2F1}"/>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7214F09A-9202-4E0C-8545-04A3364C80DE}"/>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BD0C77DB-4212-43FF-B635-ABBC094D8A52}"/>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B401B7B-1404-4A4C-98E3-458A34AD1A28}"/>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A9C3DB-4F63-447E-9ED4-5583E7FAFB86}"/>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B7117E86-36A0-40AF-9350-E65EDFFD7F3C}"/>
              </a:ext>
            </a:extLst>
          </p:cNvPr>
          <p:cNvPicPr>
            <a:picLocks xmlns:a="http://schemas.openxmlformats.org/drawingml/2006/main" noChangeAspect="1"/>
          </p:cNvPicPr>
          <p:nvPr/>
        </p:nvPicPr>
        <p:blipFill>
          <a:blip xmlns:r="http://schemas.openxmlformats.org/officeDocument/2006/relationships" xmlns:a="http://schemas.openxmlformats.org/drawingml/2006/main" r:embed="R6b3d8af590834707"/>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700E39D1-07DE-470F-AEAB-BBC9CAC5DD0A}"/>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DDFFD68-9EAA-4AEB-96E3-8871C38D1761}"/>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E97BCBA-D26F-4CDC-BA66-2C2104892CD3}"/>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737FF874-30E7-4BAC-9B01-905AB4A798CC}"/>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9907E6C9-3CF7-43F5-8220-A9F02FB09C0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EE1057C1-4B36-4B52-9079-D94C6142B84C}"/>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1BCB0FB8-2216-4A9E-B2DD-7813468B44A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15E64ED5-CF4A-4580-AA32-F18A6CD0CA1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7256EBA3-D1BE-4736-B7DC-9BBF7BA47162}"/>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2E715DF8-F074-4A1E-8F76-78F1A639014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8FAD2A-4972-4F7B-99B5-61F86B8F213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B687DB5C-A0ED-4E5A-BB03-1DC6B83E96DE}"/>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67EE2FAB-6B4B-4635-BCA2-AE8EB2ECF59D}"/>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07168155-BB7B-466F-AB36-95D556FA059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259D044E-97FB-45FA-8C30-9A8FB24A3A0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9DB1F551-CBB6-4EFC-B781-E3D36BA8267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34DFA402-31EA-46DE-A7A0-272FD2CC8376}"/>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266B90ED-8906-4256-97BE-3603E0F8D26A}"/>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EC5E336-129D-4E28-B401-89B35D68DF73}"/>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8FB76F7C-355B-46AA-B6F7-D2D91BD03DF9}"/>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3DCEC6A8-07EF-4DAA-BFC3-CE95ADC9570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BE6BE03-1E94-45CE-8D4D-DF8463D95BD1}"/>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9FC473E8-9938-418B-A97C-06634E85831A}"/>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FF8E4B9B-3C41-4337-AD69-D89910FA3EE7}"/>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33E66D2C-C0E4-4167-ADF6-61EFF09DBC5D}"/>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68B31A61-F4A5-4ECF-819A-39CF9FA9EC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99839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2B179437-AC69-454D-AD7D-4A9AC2B83C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5072B936-C2F4-476C-9BDE-55054DBAE7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E258D4BE-3720-4949-87AC-11F8536625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BA013ED9-1653-4ED2-A019-2AF55630D2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E612C819-0E34-44CD-85EC-D360033768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1EDDB1A8-C077-43AC-89E4-C1BAE252C7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24AA6D2C-DCB4-45FF-8C70-AC8ED9A4F52E}"/>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7149AD0C-2F0F-4207-AEC6-59E98D0DC520}"/>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F367B7C8-6A0C-4BAF-9B31-CA1367876AB2}"/>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181D9B88-0E99-4FAF-BB06-E540A6BA387F}"/>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71803F2E-B67F-4A2B-8934-A17311AA9B20}"/>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6BF8CE3A-F412-442D-81EB-43B3079C69B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9C8D70A3-6B5B-4FFA-B4C8-56B56C3C7E6E}"/>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918DCCC8-4D63-4BC8-B012-ACDCEA12CCA6}"/>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6EF807AF-9FB1-4984-B68A-C2387BC16886}"/>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F5115D39-38D5-401B-87B1-FD61DA0D5097}"/>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58B2E198-3487-4CA8-9EA1-EC9102D875BE}"/>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367B32AE-0500-44CB-8F86-0A80525001D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65F32C5B-E1C7-4E3E-99C9-F21F700DE5BD}"/>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404E4B81-25D0-4090-B18D-CF0E19A5F9F2}"/>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2D06E18-B900-4208-9AD2-185EB08E842B}"/>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7703CB86-20DA-4C01-BB4F-AA8C52454457}"/>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640C77E-4087-42F2-941D-F4DBA7A64BB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C4278F3E-2303-4C92-BE19-6CC444EAD800}"/>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6EC7D0C4-EFF5-44AB-A1F6-48F03DAED2D8}"/>
              </a:ext>
            </a:extLst>
          </p:cNvPr>
          <p:cNvPicPr>
            <a:picLocks xmlns:a="http://schemas.openxmlformats.org/drawingml/2006/main" noChangeAspect="1"/>
          </p:cNvPicPr>
          <p:nvPr/>
        </p:nvPicPr>
        <p:blipFill>
          <a:blip xmlns:r="http://schemas.openxmlformats.org/officeDocument/2006/relationships" xmlns:a="http://schemas.openxmlformats.org/drawingml/2006/main" r:embed="R247b8eef24124d8a"/>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826FC4DB-B38A-4A81-9F69-A1E868F11107}"/>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4CFA278-58F5-4298-AA04-D625EF48651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76004580-44E2-4285-AFF9-8C6624EE951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AF8C456-9901-4552-9CD3-467D2DF6703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2B4AD2BA-DB0A-478E-93B2-53594474AA13}"/>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2717F149-1161-4CEC-838C-1A60093129F9}"/>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33349CEF-3FC9-4886-A6AA-E19DB604D243}"/>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0C24C3A-70FE-4059-9079-00B63DF1609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EF97A612-E6D1-4019-B44C-13B62F9E03C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1682273-6ECB-48B1-9B6A-BF3A2E872F6E}"/>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16DF2994-70E7-47B4-AC9E-5FCC7C72C28E}"/>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F8634639-D7C2-4263-BABB-6D7E2817267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EF7FC043-7B34-41D6-84BD-F96A3331044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759E4691-1909-4EA4-8A31-6F9CDD21A70E}"/>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103B6CB-A6CB-4E8E-AC8D-959FF8671CD9}"/>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F035DC20-48F0-4DCB-8757-2EF2972F2587}"/>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7468ACCE-C929-405F-A5B0-6225DA63AD94}"/>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6D63EBF3-D93C-4855-BAB4-300AA78FA5C7}"/>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2D5A034C-8E8B-4745-BDD5-3A0C583562FC}"/>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7A1001FC-A414-4ECB-ADDF-7AA1CD27A6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611238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4E9FA572-1D22-47C2-8AE5-E241FF3C93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DB65027D-DF94-48D5-A43B-1A294944E9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33448A4A-4027-4182-930B-245A8BA945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AA34BCC-95E3-4CF0-A3DC-D13A89BAB3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875C7F34-B8F9-40A4-87D7-3A2BCDED97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BF7670E6-60A4-470F-9A91-AB4D24F50E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FC586994-26F2-418A-A648-FD4E3F10E62B}"/>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5B232B7B-ACA3-45E8-9DC0-5B183EAD20A9}"/>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32A41EF7-6350-44A6-B394-08C60889CA0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DEA7EAC4-90D0-4476-AD40-50F5AF57DC88}"/>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757C0AC-4EF6-431A-A78E-BA526C84E32E}"/>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82580BE0-A608-4A9A-BCDC-40072A9C1B2C}"/>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BD842677-5AE3-4D48-86BC-622594230695}"/>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48BA3EF4-F8E5-4D06-8ED6-D371BF34521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E27BE9C-86FE-490B-A4D6-4532E0922744}"/>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CA3D1F8-B320-4597-9C71-71F51E00ED0D}"/>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6AA5707-533D-4D92-9BB7-F8EDF0D1F59D}"/>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B1082B11-0D2D-4A57-902F-9659AFDBCC77}"/>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CCCAD2DB-E8D5-41CC-AC7A-BDB585A1C20C}"/>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5A99E97-531D-485A-A627-879091E71FA8}"/>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950B364-CE42-4781-B1C6-8B91EC4A931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3DFCC348-2596-433E-B1D0-CE94FD139A90}"/>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63E1896-7578-4999-A54B-882DB3862A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53680931"/>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379EE32F-767A-44B3-816C-452A9810E7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F989C696-5854-4318-94B8-4C4C0439B7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F4895A01-F836-4F34-AE64-0E7A47FFF5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1BF683B3-9B52-49CC-BAF8-A4ADD859BA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66491FE-F5A2-4195-A46F-2512B70746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5BC75974-585B-4886-BAA8-97C0C2CFDD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71AD971F-4CCC-498B-9F3E-9451541F1AD4}"/>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01D66D96-E71B-439E-BA3C-DEE57130984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8C085E4-5F94-4508-AB40-3CD7FBBD106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0F7C81E5-9230-4AD8-A358-10E29054F1B4}"/>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CFC3C350-5AC3-435A-96FD-AD4C167187DA}"/>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5DEAC596-0F89-4981-9720-B0A5CA1D72E5}"/>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3C6D3584-B7BC-4167-8CA3-79A46ECF424E}"/>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01D02B57-FEAD-43C4-B89E-42AF293975E4}"/>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E4380A9D-23DF-462E-B11F-E1A4B99CBBA1}"/>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5B036BEB-85D2-4159-B555-7879DCD3335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A5D14DA-EF6E-4A44-8D0E-11EB66BBC2F0}"/>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8F3BB6D-C77C-4B18-88EF-5F3019EC7220}"/>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FB78955B-4119-46DF-9CDE-A8C1106839D8}"/>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8EA3005-B802-4F99-B426-7F8C82AB31BA}"/>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8A82A71D-6BA2-4598-AD89-74D28D752B5E}"/>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9608CB3-4C80-4683-96BE-293B65B89023}"/>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D8CECB15-ACBF-47C1-BE43-EC0E6814D81D}"/>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862E0A2-7AB5-41F9-A1F2-D19F77ADA28A}"/>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AF029443-ECCF-49AD-9338-825A6F3CFB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7242713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1D2828E-AC00-4496-89B0-217BFD56FA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AC6C6686-558E-4064-B7C3-A7614A2831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37894CE-FF6E-42FF-B565-9233880632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93083CB4-532C-460D-B9E5-692399B216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4DEB5061-28E0-41F3-B5B4-1139D72841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4880F752-E76A-47A6-8C69-E2A4DBD20E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22108FC2-85FC-448D-A371-9A138664A16B}"/>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6786E7FC-AE9E-47D1-A8E1-C412449B2338}"/>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74993F74-C09E-44E0-879A-337FBC0C65C6}"/>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4BF3971-BFBA-4919-A0B6-C687E4D0CEDD}"/>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5BF8E6A-3637-43D9-9551-320DB7A03301}"/>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960A333A-E7CB-48B4-9F4B-4D4E13E06C47}"/>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5F2F3B40-0BC6-4081-8097-14A7079AC425}"/>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15FFF16F-A07A-49FC-96ED-86C7370CBBF8}"/>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9FFFB1BD-554A-41EC-BB17-5FC68210C829}"/>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B0B96A06-5138-4F47-9A3C-B710A9C4D73E}"/>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454083AC-70F9-4454-9900-E4F3E0AECAF8}"/>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1AE0B4F6-0E55-4592-8EA1-EF937A528DDC}"/>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A6631C78-9445-4B29-9B67-1C8A808A3C5F}"/>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F92BE0A-9C00-44BA-B13D-3DA803E3A6D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2F2A9FF7-1D2A-45B0-ABD1-0F67ED40376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A93F0C8F-CD2D-445F-AB44-10C6D9E32BFC}"/>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465CA2BE-71C7-4920-92D5-056F2A4B0581}"/>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324ABEC-E5C5-4037-B80D-F1349D2905E6}"/>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6ED269B2-B639-4E27-9AF7-AAD1C4838E42}"/>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F408F556-03D9-4873-97BF-EA22445A4A8B}"/>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76F6436B-DE2D-41E3-82A5-ABAE4192DCD5}"/>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E845F38F-A902-4F50-8B65-0A40A147FAE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51F9BDF2-5734-4374-B5E1-D670789D95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91977118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4AB00CC-6DB9-4477-B321-4E3E60DCE1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FCA0044D-9178-439C-9F52-83EB6D13B1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397E0EE8-5C8E-4882-9456-D184A9B9CC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29150824-AA78-4493-B273-AC9D42346F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835C5BD3-2ADA-431D-AD4F-2E58D7BD56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C50EA0EA-459F-4AF0-9AF4-7E34AF7DDF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951EA382-E4B6-4A6B-AB98-47F9EB7CA77E}"/>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EF5B06CB-B1D7-47C0-950A-2F456AEF929D}"/>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D1CBB0F2-BE56-4384-B316-B8BBD26F705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B7F918A8-F6A6-407D-8DA5-92FB6B65C66F}"/>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A114787-A2EC-4FB1-A2C5-60DACE29E625}"/>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B29B2FE8-C467-4EFB-9185-F4542CAF8716}"/>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1D92DA32-9B34-4D0A-8E58-D700A3868937}"/>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4728957A-2A5D-49B2-8255-47478C75B47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A9D7C9D9-9109-4349-B4ED-B780F34080CC}"/>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45FEC81-6C6B-48DF-83A7-F8CED05B8EE5}"/>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76C50EB-582B-4C61-8505-F415E710858E}"/>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F831D2AD-2F91-44E8-B1B4-EF1F0FBCD9C2}"/>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7DA562-ACF8-4E13-8469-E6A5F1E7A31E}"/>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7E8F6CA5-EE01-49B9-A994-B7D23FBAE88E}"/>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FAEB6CD4-8716-4DDB-B32A-35B93747268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5C85883-E3FD-4F5A-BA7C-83E4AF689384}"/>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0FF71A46-7EFE-473C-B08D-954F6E7F3C6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CBDA3D9-452E-480A-A72F-56AE5BD3C968}"/>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D30472D0-BC3F-4736-ADD1-4C19217040B3}"/>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D3B28519-6118-4DC5-A943-09296D4E68A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8F2AAC57-9189-48F6-8528-9979A1055183}"/>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5E0DDEAA-B9A2-4815-B961-358ACC5950A9}"/>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28A9CAA3-79AA-4B98-BD07-CC6806625FE7}"/>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C0C5ECEA-9E3E-4EB7-835D-544B684CA2A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567B5A59-8E43-45FB-82B4-5D215860BBC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E7100BE3-D6A2-4EDC-9A50-30F622B7175F}"/>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697EEA30-06F5-46C4-828A-175AAC924C4C}"/>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2EBA777B-AD41-4D91-A50D-F1E030FEA6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99076481"/>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3EB89E01-B6C9-4D1F-902D-2053779153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FB61B8A2-49DE-4269-8A19-4C40DE7520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5BD7340F-6E80-4801-B551-2EFC13478B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8DF545AA-D0B6-4FC4-AEF7-6C66583710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0D9956C-0901-4529-B3B2-51705804C9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2020904-D1B6-45FE-B97D-248DF4EF4D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25F4866D-F271-4EF7-B0AC-371D7047D701}"/>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B5337ABB-E4BE-47BC-8DC9-BBFF74F4B626}"/>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F229DBF4-A2AA-4306-936D-524E67C3F3A7}"/>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5C882F-747D-4B26-A510-DC746B57F62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481502B-D326-4441-8E8F-5A33509243C8}"/>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A0C1D23-BAB5-4761-82DC-DB55B1716164}"/>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56F66EDF-0AD1-47D7-B2EA-9B5A63600AD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A68A2CAA-2274-4D75-9AE4-7B09F7327080}"/>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E42BB9C1-87AB-4694-A1DF-D992351F4C92}"/>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BE9864B3-01D5-4123-B306-235F651D2C4D}"/>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0D533D01-EFBB-42C3-9EC8-3CB1B2205D84}"/>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F29357D5-E4F4-4465-80B1-C0D611C5DDF2}"/>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52B54870-7268-4B7D-8061-4F6A1AC4DC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9176604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30740948-3D90-4716-B43B-9BC147B068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7116BBF7-B68E-4482-B824-15115F6D40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5E82D886-CCF4-4598-BCCA-D81E57E813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1C0B45C-7A64-4A0C-9C75-9287D3F888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A58D93CD-C638-4C64-8040-579703A539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07FC90C9-B5DE-4D9B-99EA-A4F846465B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7787EB09-37D9-44C0-80B1-F09A9CEB600E}"/>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F39E5FB-E3F0-4B4B-ACC0-57A37822FEB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6913E093-817B-42EB-9F6F-3BDE29BC2009}"/>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008222FF-5992-49A8-B4F6-BFD735FA9E91}"/>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FF4663DE-A636-4AFB-A209-442EDA6B708B}"/>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DD0B7056-7E31-4778-BBB7-8B181EDE406B}"/>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F4557513-3E52-437F-85D1-7DF53E1BB261}"/>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48A69AE4-97EC-46A5-902C-8E8A6FF420E8}"/>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A1A146AF-3948-4B18-8D3F-130843D569FD}"/>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A238D6BD-8366-49D1-9288-D5CB08C2F8AF}"/>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01A6BDFF-0293-42CA-8354-CD4E24A75CFE}"/>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586B1721-AB2A-4711-AC68-F6FC76E6F903}"/>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AC16B6E1-A3F7-4E07-BF90-A9C1503D0A0B}"/>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64F90C4-3F27-458E-806F-E370308DA3C3}"/>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0EABC2AC-EDBF-4610-B90A-A37C3CE27FB6}"/>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0E9AA7EC-C6D7-4E55-B7E8-ABCFBF2A8FA3}"/>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010A91A3-96A9-474E-AD2D-DD4A0C7DE1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701714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1B97A950-6EAC-4734-BA9E-870B1D68A3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120A4D80-6D6F-4F19-BA9C-4DC0634F99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3C3860A4-146A-41D7-A118-87E7A51426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AC754AC5-1E25-417E-A396-D4409D456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1A1C10C0-AA54-44F4-AB01-913B315195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8FA9D4FE-0A1D-45FD-BE9D-5B8ECA5399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C38B32DB-E728-475A-A4BF-DCD9FD382ED3}"/>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2E49A6CE-9CD9-4F38-B956-49081973031A}"/>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79DFB34-B9A4-4578-A39C-A64F2A4E123E}"/>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A0563397-1AFE-4BF3-A8DF-FDA676B5ACE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1EACECFB-39CB-4483-9B45-81615073EA07}"/>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7CE26769-6E12-4373-968A-4D27D501F2A3}"/>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BD9092F-6980-4861-BF20-9B5F96C97B39}"/>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4710EF5E-F073-496A-9ADF-9D74EAED3BDE}"/>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863DD7F-3810-45E0-B5A6-5BA347BF810E}"/>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6ED38BB9-AE03-4143-A79D-77C3ABD7EF07}"/>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5E60A4F4-2A6C-4C68-AB67-82BF2C00B37F}"/>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5A8D2E98-C0A6-45C7-A4BE-A9304D5C54F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7C091966-B76E-4C58-8E51-9BBCB124CDC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121806A-4FDD-4DDC-8885-850BE1B8064F}"/>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07E7DBC6-9F3F-47E5-A979-16051E56F95A}"/>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C306046E-103F-4DBF-9C96-36730BA73F9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CA8074DA-0808-4B2E-888C-53F95D30E2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43386366"/>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C3D95DB6-5B8D-4265-894D-60FBF5ED10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46BB855A-7FB4-4E99-9E14-ACC4134144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B4B9B049-013B-4922-8181-05730CB827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9F24903-D6C6-4AF0-8B87-4EB5795DBB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399B8C6F-9A71-480E-84DD-76A1897916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30E5F253-5842-45D8-88B4-9675CA29BF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8B45DB0-70DB-40FA-B1A3-F33D33337DB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8BD06EC-821C-4429-B07D-165709C5EC59}"/>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3061E68-E2F1-44C3-A8FB-F692F312D5E0}"/>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1606DA26-A235-4F01-9318-30C4485A72C7}"/>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C966E09-AC1E-49AF-8C23-486336BA6B23}"/>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A64CC971-12F3-45CD-B887-FB35FBDCC25C}"/>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B3DABE07-76E0-4FA8-8D25-A9D553C624CF}"/>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AB6A4EDA-5AA9-4C56-B262-75B0BF954BA0}"/>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A80DD700-91D7-4768-95E9-931C59EC9E73}"/>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2BF5C19-5A56-4D36-A762-1A098DC6E904}"/>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C4B86921-CD2C-4135-BAD5-CEBD8171F267}"/>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14FAA6E3-0C02-4967-A293-E65A408B48A7}"/>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053D955-B886-4F48-AFCB-CCDC4253B13A}"/>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DB3F9CD3-9A37-4091-BAD5-EE498011305D}"/>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39A7561E-1211-412A-8E31-ABB5205085FE}"/>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58B7460-E74C-4FA3-9C56-E7239A122DFB}"/>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CC4899F2-1B81-4CE9-B378-B7C42D02B533}"/>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496114B6-96A7-43FE-B768-EFBE5D4F2DE1}"/>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9253F4AA-57FB-4200-B08D-0D4FAB06E3D6}"/>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715960ED-96F5-4E00-AEE6-1CAF1C7CD3B9}"/>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DAE24251-2750-4975-A99C-34C2F1B14BD0}"/>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AFD67E83-7AAF-493E-A55A-0C13BFCCB7F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BFDFC934-A66D-46E1-9B98-32E67E5A6939}"/>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42FBB83B-537E-4669-AA25-C32088376193}"/>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AA5CC108-3E49-4A47-973E-2F85BA05E5AB}"/>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70A86F0-B1EC-425F-99E6-F00063A813C8}"/>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0332E153-14A5-471D-8C51-7BD07226EA0A}"/>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9A2A8B5-AEA7-4B3C-9B2B-C1F7D49164E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21DD8D2B-9930-47AC-BF86-7AA8DCAB701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BC6DFFC-2ED0-418E-8D7C-3CE7501D0139}"/>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880A40F3-88EA-4E47-BC7A-5D8C5CBE2C3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546D4653-C9B0-4B9B-941F-368E55AD60C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5BB8A425-1D20-41AA-BC3A-8CC4E02AF37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0877F17F-DA4B-4D66-B658-D4B8349945A1}"/>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1B49B94A-E1A3-40AE-8941-18014FE48A6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032CD76F-205B-4F71-83E0-A377FA119EF0}"/>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2BB4E543-F5C5-49E4-BC51-AF621BB95F9C}"/>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921A2CF7-1456-4C81-AC1A-928851BB3CCD}"/>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A4FD2D7-7EB4-49CC-A59E-6F7C118274B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608AD6DA-725B-4F58-AA19-08BD65F6ED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1908876"/>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E03DF7C7-5AA0-4016-AB7D-8B73820058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384EB07C-307C-4981-A368-16C1656C97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95A0844-3148-4CC4-ADB2-F35040311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19EC2C20-1606-46F9-9D5A-531DF97D45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A9C621EA-94D8-448D-9D37-B72C89F412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55B38588-7D34-44BE-BAEB-0DD33CD702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02BE2CB8-503E-4E90-8F7A-B8F14A3913B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DAF0996-51C9-4F21-8B6B-A7A97CCAEBB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4115647D-C336-4810-89AB-54E47333F42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2CFBF20-DE18-495E-97FF-C1DF0C13053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7320919-0FA4-4EFD-B037-F65FC5C64E5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862087E-7AB2-4304-9087-EF74B1B4AD0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14C3EE7D-CE05-4206-AB8C-F64F87A6E87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A2891949-EF22-48AE-A46C-B1416D4538F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3194B379-A09A-4ED7-84A9-2494596577C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20F5D0A8-4478-43AC-8F29-0429ADE9B0E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55B21C68-B8B2-49FE-A1DF-B2B5E458B88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243723E6-B05E-4F0C-97B0-1D8B0DA58C8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786CEB30-3C79-4ADA-9061-D4AD95C96A6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AC963668-3379-4F08-9002-8CC68B41E8B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6F41929F-329D-4902-96BC-29B7E7412A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79352993"/>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FD7A8643-9E55-4592-9977-0BB11B12C3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ED8AEBBA-718D-4930-BD98-705BA6C176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FB8944D9-2C16-4473-B31D-4FAB0A274D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86901A35-AA7E-4B23-A7AC-A4096A588F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1F6453FC-6CD8-4EEA-AD4F-CCFFFF9D27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0A488F05-42F2-4F20-A142-9412F606FC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F5641D9F-5143-4EC6-9C1B-BA4423671DE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290A755-C5FF-4B77-91F5-88865E9FE36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08B23DF8-AC24-4A42-BE7E-73DE2208172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1D6489B-5D6D-4CC1-B470-3F99BCE9E99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D6DC7B2-4BE0-4696-A000-200AB23BF35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9996930-56F0-4D34-9D05-6A5CE61DF17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34DE9FBD-7A61-4045-A3FC-90A8D29A5F6B}"/>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6CA9638-90F1-48C7-869C-25E7DFD82DF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1B533693-7FC3-4027-9942-65A2D814EC0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A755C72E-703D-4488-ADC1-31CE4DC6ED0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93D845E8-C7E5-4A55-85EE-8D463AEFC5F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CD88DDBE-5A8C-4A71-B0AE-D556E9ED678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DBD90E6E-F3CC-48A6-B9B4-849848647F9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DFE3048-6872-4702-BE48-0859D0693A9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38A2E014-5995-414C-9AE4-A2C877A681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9234577"/>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4872BC3A-3582-4FCA-AE6C-2799A2FA6B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AAFF287F-4E2D-4B13-996D-A01A28780A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5E16C483-0703-4BB3-8141-666DDCF393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A01E39BE-7E29-4732-8221-7C013D50CA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1A35B7C3-F7CB-4033-AA5C-85265D3416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4E9378C-32C5-4640-BDA1-2EC75D912E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7939354B-851D-43C1-AB8E-6B186494950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B6DD13-CFF2-4438-9BBD-996690833D0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EEC7A02F-B131-4D4C-B18C-1F9CB461CAD8}"/>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414EC079-A0BD-4A61-8D68-B55C512412A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CDE3ACF-B453-4FAC-9A0B-3F8435361F0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B84D366-CDC8-4F56-A1EC-17747BAEE9B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C1A3D8D3-3549-49DA-8C23-3A1012AB482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75B5AA8E-87F4-4C23-A6C4-5D3CB94307D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57465BD-F1E2-4A65-811F-142527CA783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0D36DEB9-F397-46BC-88A4-A427088ECB2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3F2CD22F-7EF6-422D-BBC2-96981FAB169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DAD3C149-1805-4109-A24C-1934288CC96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2273745A-DD61-4580-AEB8-22B14B35B8A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5AC3730-6D94-4C56-A491-2E4ACA039D4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B6EB1C4C-6FB8-443F-AAEF-E27821068C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130617"/>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3FA4AB8A-4A8D-4112-AB50-D7B896D738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97E834E8-EE56-4191-9367-BEF0DE5287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EC04EF43-1D4D-49CB-AB62-14F0FDA54F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8DD3346-D377-4382-B42D-F1542F0CAE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6A7649B0-4242-428D-879C-FAAABE89479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DC552496-B207-4B47-B0BA-DEC68E5F84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6631A2F-249A-4CA9-85B0-6CBEF5BE709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5752F75-184D-4DA9-9781-C5D9D7A05CD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8ED804DF-FFB8-41C5-8AE0-879BF735A44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9AB07CFF-9D07-4CB1-AE73-813AC4A5FE3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E41E441-B784-4A34-9F67-21EDD2F2224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DD6B269-76CF-40A0-B56C-C5CE7C18401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204B6DB-35E1-4165-9AEE-AAC83ED2138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2F24703F-C3C0-4373-A485-95896CC3EA6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2F5608CD-CE9A-4471-A883-721F67077ED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75E5D6DE-FD05-4613-A6B6-CAFA331B727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E1324561-AD4C-44E2-9BC2-86186FD022C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6BB863E9-D5A4-4939-8B02-62136AC2D32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2DBA253B-F07C-46AB-BC1E-C07549F605F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36908C04-44C1-4506-AAEB-CA8BEBFD541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690B9C68-143E-4154-8A1B-4091C81AA9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34325888"/>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168C4526-C658-4461-A9F7-4AEE38F5AF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2789CE4F-4109-4318-83A8-649C36C2D9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2FE4D8A8-1D3E-470E-B78F-032B0DADA0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805F741D-BE6B-4F2A-B880-6FB03EE09BC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6332B4F4-AECE-43E9-91D2-440F9AF110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C2BD0F15-8E11-447F-8FFC-2A52E3F39E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5E7ACB75-D982-4BF3-804E-71E526AEB0E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01F7C9F-D633-4AC3-A8AD-7DFFFAE3EAF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B7D832E2-6737-493C-B38D-CE0B463BFBC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53373B24-E9E8-4BAE-8A61-1123BA1D117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507F148-78CE-452E-B6F2-A2745B40DF9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B38B93B-B9E2-445F-9436-5F3FCB501E7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1F6333D0-D072-40A4-8397-FD1CE6A519D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D9F64B0C-F6D5-482D-ACD5-CB23DB84E9B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8CA1B267-8BFD-408D-A5C9-F31469F373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D54E6815-FE86-427F-B992-E41B6B2585B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C66E23C-A633-4574-A073-895EC9E4DB8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75B1244C-44D3-41F8-AA44-D4E66D8E99C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2D041F77-C169-40B0-A762-D08744B33F2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B61CAAA-65F0-4393-B4BA-9288C845A0E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D3232FD1-0DB4-41DA-A90E-4BACA46E1C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75727481"/>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35FF6754-B6D1-417B-9B7E-03B0DF203D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D4D7A548-1BFA-4F43-B860-FDB9D92BDE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47DBB4AB-594F-432A-AF77-3CB12724D4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7DAA68B8-9CF1-40D1-BF66-8376B97DB0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988065FE-CF95-49DA-ACC6-E1987EA285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7A95D8B-F50C-4308-90E7-075BFD3EF8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8B5AF525-B128-4040-927B-B5851E38831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61DABDA-DB80-4DFE-B710-BED709EA0D27}"/>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F614B22B-4605-4790-ACCF-777BD43352D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85B45812-6FBB-45A7-86CD-0BD13A2D854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206A27A-4EEF-495C-B721-5FA6A92884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AD3EDB9-3D3B-48AD-8DED-2CAC11E1ACE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8EF14AB9-887A-4CDB-B64F-595610A49E5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5F4845D0-C0E5-46AD-87EA-83FED2E4A34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4DC1A09-3FE0-47C3-89F1-17F42BCD2DB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BA37094-1679-4368-A421-E607ED08488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A1676E57-7F27-4219-A65D-C07913EF85B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CCA4454C-6A7D-4884-8E46-7F60762821F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8647378B-F372-492D-8F86-FBE737C57F1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76C90741-A4D3-4400-BE96-AFFAA5B1E8E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62ED7CA5-1D0F-450F-8D19-4B259D2FD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65066248"/>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A4939CBA-6BBA-4333-B641-3990194860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119BA051-A8CE-48E2-8FB3-8EFDBB6F46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B05FCE0B-DBC2-4FD8-9A5F-2C24AB15FC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850A1BB-5232-48E9-9226-8F80F45CFF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794CA347-1172-4795-BCCA-16EDC796D2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F84F0F8B-659C-4F3E-9FEC-62DCA2AC49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9133421D-B23B-4FA2-BE2B-B9F1C9E0AC5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D0A5B7C-F8C1-4E85-940A-47AA3E6F453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D3155DFB-7163-460E-9B6D-22421FBB91F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0092FC1A-F313-400B-9EEA-925D8CBF9E0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E02A78B-0843-4916-8935-78B43B095E0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526DD72-7E2C-4755-86C9-CB87F6B02D0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805BE2E3-3867-4CB5-9C92-194FECDC403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D6A980FB-B69F-4662-A84E-9D5D4764133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6C8973E0-557A-4320-9B7A-CCE37A232E6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55B42C3-761F-4CF6-95D4-798E77E36A6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4401AD2-A3FA-419E-9CCC-61BEBF612B0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F0D9FEA6-B860-469B-B0F4-6069C91081D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E1E02A9-952D-41BB-AAE0-4544A52A6CB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26D518D1-5292-4B0C-8A24-E1A1C32C526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B0E36E52-AD42-4340-9757-4A404441CF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740079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FF619203-89AC-4AE4-855B-325B1F1026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D3E42B18-F076-44B7-946E-FEACE64E44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DC3E3E92-CA33-473B-8AF1-BDC599921F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28E766E4-EDB6-42D2-B5D7-D9D68F6A8B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E09321D9-34D3-42BE-8D67-4974D135F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8FD395D-5717-4245-A873-218C87F3F2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A2CF5008-6A71-4C41-BBC9-E894F4CA00A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0EF5A49-BF94-4A75-BAB2-00298BC3D2D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F52FDB75-83C0-4368-B7C0-5FB3C82B6DB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6923888A-2E6A-45ED-AEA0-A77C7B99EFC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88B0216-7489-43C7-BB5C-500CDE6021F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8680F66-BC60-451C-BCAA-8C6599B503C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952968A8-81E9-4FBE-AEA4-48C95561C0F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886145DA-7305-417A-A35A-DB7B442B4C2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F06A5E1E-EF39-4D44-9B11-8B2A79039B8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3DBF3CF7-BDDD-460B-94FB-6FFDF707F17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70A2F60B-671B-415C-82B1-1A1259E8378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CF9CB80-E0B3-480C-95EA-498AC5734CB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8E44A68-536B-43EC-AE8A-839A9583DDB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DACC747-8DCD-4E76-ABC5-74F8D5425B6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E8394F4A-9448-4C7A-9220-D7E7043C3B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493833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B37A81CB-950A-4547-95F0-37AA1DF6D6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D9AFAEBB-5BDE-436D-A049-CC721A7615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3D3381E9-E334-4BF9-A131-A41E9908FE5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1C7A28F9-D14A-4C7F-9E18-7848B3B9D5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65C0E9F7-BE4B-4DD2-9FD3-3D72049292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9830D36D-5203-4639-B432-2C5E4E2D5E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00BA8501-06EF-407C-B2EA-F169365FFAC8}"/>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BD0E0183-6ED7-4AF7-803B-A25944BE978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27FECD2-D454-4746-8CCE-5F18E37BCC1B}"/>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CA7A0367-2D19-4047-8A2A-E5E7EDB8735F}"/>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1BA0CD94-9D05-4DDF-BAFF-CC6172BC922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799082FD-1864-430C-BDEC-8C464E91200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E370FD11-8AE5-48E4-98BB-4FEB0CAD1C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5674723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B36AFA4F-91F5-4A51-A3C7-D506B2CB8A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F5C8A49B-5823-4126-A803-CC1803D962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9D29E44B-7FFE-4AD6-944A-307D454175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32E499ED-CA35-414F-9612-25FFD87D98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F7C4A16-0FCD-4A48-8A19-EC0AA00653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1B6A54C1-AC51-41F2-BDAA-839442C542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CFCD2CA-5338-42C2-804D-51FBA635237E}"/>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DAD57794-D761-4C30-A4AD-4A6BD5BAB42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59A08C6E-20EE-40E4-9D6C-9F26807F0372}"/>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5CF3B215-26EF-420A-99E1-606AAE5CCD11}"/>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A8FE1C93-C386-45B4-864F-318AEADECF93}"/>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5E7E0FE-AF4A-476D-B355-F08EB5937C3B}"/>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71B1DCC9-363D-4776-92A3-E6C3D47F8BE9}"/>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C3651E16-C659-4A0B-A0FA-EB64628469C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A7314231-7E0E-4C6A-81D5-A0A4A79FBCB9}"/>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3F1FA0AA-14EC-45A3-845E-33E86E1E011E}"/>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3EB5C0EE-F873-4DC5-9D8E-F091E1DF62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74408062"/>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C2FBC180-255B-46DF-A2B0-C046C2430D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502A6D22-797F-4E76-8770-918991E6E0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0F7F5CE1-241F-4D17-8B72-A083BA8535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2697CB8C-8094-427D-AC40-043DC7818D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86AC4D48-01CC-49D4-9643-BED3CF13E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2ACD5AC5-A625-44AC-B032-89FC1FA58C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CA54618C-0466-4882-B9CD-5353F820B6D7}"/>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9EECC30-5D5C-412D-B530-C2FAE58CCFC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D97AF90E-5F09-4372-B133-3AFEE6FBBFE8}"/>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2448D19-E78D-4BCA-9F9C-F060064DE8D2}"/>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EFF608CE-BAE3-488B-BF72-8139B9900065}"/>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1324A3FA-CF8B-41AD-876A-252F7F3C6184}"/>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F946E42B-483A-4662-9C73-B1F4DDB808D2}"/>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94927A28-DB5C-47A8-BACE-86C0FCADC4D5}"/>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B5C6F1B-E292-449E-88D1-DFCCAF2945AD}"/>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EB3CBBA-1657-4514-A4BC-90A688C0F3D9}"/>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D83D74E-E8B8-4072-98E1-6DBD67E0B99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6A71D3D-E454-45C4-8380-B68EE5FCAE6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59D00B7-0716-46FB-BA1E-245B4FCC5447}"/>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ED4BAB1-E016-4852-8426-7F80B85E01D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13084D1-48DD-4FB1-91E6-2457BBB2FFDD}"/>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26937D90-4ADE-4338-8CC7-DF33B9EDE7F8}"/>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E9887917-41E3-4D11-9E54-BF0D6AC225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37957134"/>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670202F-7AB8-4F1A-BA56-01920FE717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4A34FA8F-70C9-4A36-B8E4-31265FB70C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A7C050DE-EEAD-4F84-B115-9DCE460A5B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5565339-BD3B-4000-BD6C-A2D4011D23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79B18E1-F9F1-4FC8-B6F4-610CC9CDEB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0C44F49-14EC-46E8-B252-196BCDDC1A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A7AA44AB-1A84-41E6-8DA6-DAE3507C54A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CCBB345-B151-4BB9-8264-198688CBC566}"/>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842262E7-8BCB-42D8-A930-6837CD42D5C0}"/>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42D6E454-AE30-470B-B6BB-CDB91C0CB8ED}"/>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C10556F9-1CDD-4D54-B790-E24B05EE34A5}"/>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DAEAB68E-A959-4C9E-B19C-DEF11207AEE0}"/>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2A018C36-DD1A-445A-940A-5508ED71C7C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DB69F4FE-89CD-4C88-B837-79347AC93802}"/>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14723ACF-0B15-4C7F-8FD8-2827B5DEAC19}"/>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B6661A4-225F-4D5D-BEBA-627FCB0781FA}"/>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4B3501C3-766A-417A-A5F0-1133221C8705}"/>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8EDD7D97-3581-4219-A586-6038CC20DB54}"/>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88EF417-4AC4-4CF1-A221-9982A773CB4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C25A93EC-F330-4AC3-86FF-7FBB93BEB765}"/>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0827CB80-583C-492F-BF51-B75E4EB481B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41ACC4D4-EB97-4083-BE1F-4D877A473E83}"/>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07485817-43AF-445E-B4AE-1F7F07D242E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D82DFBDB-489D-4C36-8BE3-DD00ED36460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CD6BED47-1A32-4705-9315-2F6B33BB69A5}"/>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6730C751-CDD7-4232-BB53-B6E5CB92BD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97007408"/>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0384E642-F8A4-4F5C-8FA0-7AAFBCC12D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ADE6AC89-DE84-4D22-854C-F437465C9A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6B022D2D-D2EB-4B36-B379-5A7331BE78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165B49C6-865E-4EC8-8ECE-5C5AB5F5FA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5347A5DC-4446-4933-B3E2-F559164368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A2D31766-5B2B-4A0C-907B-9EEB11216F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E49709DA-D38D-445C-827A-B3CF0ED84DC5}"/>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1A9C8279-0A57-4962-86EF-62BB03922C8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8684AB0-0362-4045-856A-4D3385E0D141}"/>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FAAA299B-6F60-4EDE-9924-C79A3473C41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BD0B412-8E40-4B70-80F3-F2B9426C86D7}"/>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6EA3E54D-5032-4A59-8B69-25FDAC5DE6C2}"/>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5008599C-50BF-4270-A035-B9D041E7C74B}"/>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8B70304B-1BF0-4881-B029-A00E0B67E6A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A3B85DB8-1918-4C85-A016-783D629D8B2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11BACA6-884D-436A-85DC-8AF419C00399}"/>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766C4409-06B2-442C-8C73-D40E9EBB2865}"/>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58AEEB5-0A2C-42C9-BB65-2733ED023616}"/>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4AC720C-6149-4D2B-8AEC-AFBAC897AF4C}"/>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7EB91B59-CF4B-43DA-AAAB-91D7C2F9328D}"/>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7E75D095-C2B8-4C90-95C7-2D1C8040490F}"/>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88B74FC4-D612-46F2-B68A-AB5639B1970A}"/>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C0B6E36B-EC8E-4D89-B50D-77BEFB70609F}"/>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FFC838B0-6EDB-490A-BF68-1CFE288693A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A823C6AC-3E51-4542-A83E-026AD7F2B72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3695A9F2-2557-41CE-BA42-4E956CF5728E}"/>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93CD1AC-F1BC-437B-A2D1-48AD621E680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FFF01018-1569-4C3F-B859-114DA7F8B9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672256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A43A69F7-F44C-4AF1-958B-C23CFDDDA6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2D6B0F2C-D109-4E13-94B8-29C7595DDA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E1445A01-AAF4-47AF-B770-EC849226A2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66A4FE8B-FFCA-4D4F-9BA7-20EB136FC4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9B2805BF-E27A-481D-A61F-09FAC0B69B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F1688A2B-C9B3-40F0-AD22-CC880E34BF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73265C5-7C7B-4657-847C-6781E25D7CD1}"/>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E1C25AF5-7F23-4150-B55C-C9C910D55CBA}"/>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EAF2D64-2860-4D04-8CC2-93694AA5A0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B577D25A-BC1A-4AC5-ADFC-552944E7602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21AA380A-D110-41D8-8D80-0532A0E77621}"/>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EFB04B33-9198-4230-9EF4-5E37870F38B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CDEC4381-3D83-43F0-93B5-FEEACFFE82CB}"/>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34333101-672A-44E9-B768-7C9BADA55371}"/>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B255902D-10C4-4559-9121-DC61F131CE2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BE5B27E-7816-4A8A-B1A1-DEA7DBE0DD8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6FA04C58-D0D1-4A12-BE54-C309A0C59D2B}"/>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1466E03-A3AC-4AC0-A999-227C331EB2BC}"/>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18F7E0-B255-4828-9F10-AB925FC769F0}"/>
              </a:ext>
            </a:extLst>
          </p:cNvPr>
          <p:cNvPicPr>
            <a:picLocks xmlns:a="http://schemas.openxmlformats.org/drawingml/2006/main" noChangeAspect="1"/>
          </p:cNvPicPr>
          <p:nvPr/>
        </p:nvPicPr>
        <p:blipFill>
          <a:blip xmlns:r="http://schemas.openxmlformats.org/officeDocument/2006/relationships" xmlns:a="http://schemas.openxmlformats.org/drawingml/2006/main" r:embed="R7dee5ae47ab3403b"/>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48F47454-A93B-4AA8-891E-6598B8E020E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E61CACC-6719-44A6-BFD9-99AC9CC39F4A}"/>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126C50E4-E3EA-4ECE-B10C-0D97F7AAD5C9}"/>
              </a:ext>
            </a:extLst>
          </p:cNvPr>
          <p:cNvPicPr>
            <a:picLocks xmlns:a="http://schemas.openxmlformats.org/drawingml/2006/main" noChangeAspect="1"/>
          </p:cNvPicPr>
          <p:nvPr/>
        </p:nvPicPr>
        <p:blipFill>
          <a:blip xmlns:r="http://schemas.openxmlformats.org/officeDocument/2006/relationships" xmlns:a="http://schemas.openxmlformats.org/drawingml/2006/main" r:embed="Ra0a59c663f1f41a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BEA33508-48CD-4AA8-975A-411F07C1923D}"/>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4AEC2352-9DB4-4227-8CC8-B3B489DA6D5B}"/>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96EE076B-7E5A-47A1-A4E1-D99B772C61F0}"/>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CDC22D6-7006-4C28-9A04-DEFD17FBF140}"/>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84EA1CB-3634-46C8-B275-DD0BA8FDBAA6}"/>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6D192918-9FE6-468D-959D-874F7FB31F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16809141"/>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74A9F21-17B3-4BF4-A76D-19C10BB28F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89236D98-7527-40FE-A434-BEDC975D72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6DE4A011-18DE-4AD8-87F6-A002362E05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A6DCDBD-F51F-4B78-8A45-6F7E009F54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B8F4A530-F27C-4870-9B2A-AA41CC14E9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E1982BC3-819B-464B-A256-057756C06B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49CFF16-1634-46B8-BBDA-EF984CAB2B6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3ABB5E6D-3FDD-45BE-8A90-35AAA11BBD75}"/>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9158DC73-1F5C-44E3-90A5-453C83456521}"/>
              </a:ext>
            </a:extLst>
          </p:cNvPr>
          <p:cNvPicPr>
            <a:picLocks xmlns:a="http://schemas.openxmlformats.org/drawingml/2006/main" noChangeAspect="1"/>
          </p:cNvPicPr>
          <p:nvPr/>
        </p:nvPicPr>
        <p:blipFill>
          <a:blip xmlns:r="http://schemas.openxmlformats.org/officeDocument/2006/relationships" xmlns:a="http://schemas.openxmlformats.org/drawingml/2006/main" r:embed="Rc0cb983667234348"/>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F0C4A8AD-36AB-4893-8311-412A6D45BDD8}"/>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1CB989C-2584-4996-9D63-DC3FA060D7A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585C926A-05F9-4BD7-81A5-633F3F60A3F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C88AF8E3-25B2-4E04-B880-2CF92854D445}"/>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F88C71F-868F-4D0D-BF03-21E14967E19D}"/>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7E48ADE-2FFF-4FC5-A946-6558A0E75701}"/>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9A8901FE-6C20-4162-89CA-ECBC9F5DA81E}"/>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6F79C2E5-3DC1-447D-9BA5-52E1637D30D7}"/>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DDC00EE2-49A6-4ED8-99F4-A19AB56DF0B3}"/>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4ACC0350-4EC7-4E1C-A6BB-8912F09A2B9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EE87089A-282F-43EA-84A3-1B91434C1C64}"/>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47C2429A-81CD-4661-83D3-E725770601B4}"/>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D67F700D-FC70-4084-9CD6-6331FE10AAB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252EFB3-8724-46C1-93F6-F2697C591C55}"/>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25D6096B-0AE3-4B4A-9A0D-AEF56BCCD5AC}"/>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CC82362F-AAF5-4435-80D2-BE65F7900C54}"/>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01297A58-C62F-4B8B-9DCC-C1CD3DADD1A8}"/>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26ACBFA4-ADD6-41A1-AA86-9CAF8B53D446}"/>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DA7018BF-3E9E-4525-BC41-812E0708C4B4}"/>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904111E9-B568-43BE-881C-D77957A3A8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547842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657C44E-9D80-4784-A145-07323057DD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EE6B27CE-50DF-42FE-97E3-B927655CD0E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73F774BE-2527-41A3-9C81-21AA403ED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E21B1A3A-3C75-49CE-9990-7F5481E555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E0CD93D9-EE73-4984-91C1-78927F08F1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DDA06DFC-1927-4585-966F-A17A743C57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2031B42-CF8B-48BC-8919-793547D242EA}"/>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5F77F363-BA21-4375-9278-D09C60C726DE}"/>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87D95CE1-A953-4D62-ADEF-ED5BB661FEE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212F7F9-AE08-478C-8F84-4B07DD15EE39}"/>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425CD8E2-6871-47FA-8AD5-0DB1818F5354}"/>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37DCC27A-781A-41A3-B97E-210F16986D0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C40DC222-6102-4CCA-B566-08892ED88050}"/>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0FD9F24-7E48-412C-A1B5-1DDF1C77606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A402C2B-97C1-4630-ADA1-1C5B367A9849}"/>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F03449F1-57E8-4FE9-B69A-7AAF74493242}"/>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12946966-F52C-419F-BD4B-94633ECE631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DD3EF2E1-BD29-4B86-98B6-051EC0CBD849}"/>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3660ABFE-BEC8-4E64-AF90-F17B2FB7B371}"/>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67CB5151-B63E-4864-AABB-BDB5F22F9C80}"/>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B0961915-C855-46B2-A89E-0B63BED63E3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7390B09A-90D5-4688-B3B1-D40920326EC0}"/>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768EC61E-DAFA-44AE-8D33-0D3AED0FC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8975938"/>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CB782884-3373-42FC-8462-CFF2FB35F0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CE3AA4DD-3EB0-4C61-A89C-EBC690F6F6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31A5710D-8BB8-49A8-ACA1-EA5F1ACC8A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6BC80B2-3D42-42F5-BEC7-DFE20DDFEF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B6A761A9-2322-4B3F-ADF2-756B6482E3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77C3FF7C-3F8F-4C49-B2F2-792CAE1A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E0BB63CE-BCC4-4DB9-993E-78374D7B083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DE029316-7A3F-4629-A292-C3DA5A35FCF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69142192-0E08-4B15-8BE6-06AE44C89D43}"/>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5D8DA9A5-DC90-4B8E-B636-096B8DD12F5C}"/>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E8101CB7-AEFA-4C12-AFC1-A324B2DE94F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743177FF-1AFD-4666-BDB1-DB778990BB14}"/>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0723F84C-5D4E-4A57-975D-8428461EA912}"/>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36CDB623-F548-440D-A770-DC85B2C74E3C}"/>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F25281A0-7226-4513-9A64-6C33C63066AD}"/>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3AAF9BB5-9305-4CED-86C1-E1C1FC5BE8C4}"/>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0F0A4CDB-58B7-4A92-B174-12B849B641DA}"/>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CB22503-AAE8-4B69-AB4C-E28D640F42C1}"/>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CD5DEE61-9B21-49E7-AD16-499D7EF7C11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99685184-F002-493B-BC6F-4FF00DDDC8E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7B27865-8D2B-4E5B-827E-BE1168310B87}"/>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411EBC9-04B0-4F37-8535-701A24AB39B0}"/>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049AFFE0-084F-4290-BF22-76CB4FCF3E18}"/>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842EC697-A58C-4318-8B7C-A4C36D48BBB4}"/>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F19B62B-CB08-4584-B014-EEEFD43BCDEF}"/>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BE365EEC-D631-41FC-A96A-51F47321F325}"/>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5D52393A-BCBC-4B40-A6E2-4DFC7F9B0A57}"/>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82558AD-6484-40CA-A590-CEBDB0BEC0B4}"/>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9CB9A190-63BC-48A7-B107-797C0E96694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FA24A721-4668-4612-9329-CF385D9E8236}"/>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66824D98-402B-42F2-A339-3FA0C34A81C7}"/>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EA679687-737B-4436-9402-10E3E95D10D0}"/>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AD2E3FB1-2571-447C-897B-A2CE4A458F3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14ACD61E-98EC-4686-8676-71A8F324906D}"/>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37F012FB-FED4-4922-97E4-FE2E86064A52}"/>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08F4F932-D758-4BBC-8CEA-102ED6076FE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17A03678-5775-4838-9AF7-C28D87A14C52}"/>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76B664B9-9031-4FE2-9CB8-AE7A69CFDB08}"/>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D9021B42-68DD-4288-9AA9-F6C640BD2896}"/>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7900EC29-8572-4653-81B1-0E15D3DF98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4695016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08A573EF-909A-49D4-99BB-FDC77F802E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7B893003-176C-4ABD-BE1C-35349D1CD2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130CF00E-44B2-467C-9368-A6C648CB5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EC34857-1B58-4822-982B-0BDD5DCC0A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93BA1FB0-0E27-4A5B-B436-873CC558B4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22CDF22B-6796-4DA1-B99B-2045398E70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9AD09B85-1FE5-4536-938D-A6A4EB367560}"/>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60535625-4817-4E87-9311-CC3C4D80EAF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5F014E3B-EF7B-4DEE-B215-EC982136924E}"/>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64D851A6-0B08-4C9C-BC95-9B67292CB4F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35099E0D-A79A-453F-BD29-02C82AE0DB9B}"/>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75D6B5A-0954-4F51-92BE-4D6B2BFE5B96}"/>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02A24F8F-65AE-4176-B77C-C0BF4C8A3A5C}"/>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C1AFA3C-5BB1-4FB4-BA7E-840562D743DC}"/>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BA5785B-7345-49C3-9F60-F3BE286CD88A}"/>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F487FD7B-16C8-4E99-86B4-7C6FAA2D6BE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D05900A0-3008-4168-B042-8263184D346E}"/>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FB7E24EA-FDFC-43A4-AEAD-1EEA3CD187AE}"/>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C0437A2-466E-4194-8D44-D0F7F13ABFD8}"/>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75E7C41E-35B2-43F1-ACE2-E59D16B6AF76}"/>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79FD262A-EDC1-4FAA-844B-567C7076B1DB}"/>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D1D94308-276E-48CB-9B3F-205CB0D2084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8EA1D10A-2314-4936-A493-82C7DD3DF880}"/>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6E3424A0-3EB9-4A9D-B624-0CF46F68A877}"/>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F87E9AD-337E-4561-ABD7-0B41CE5C51CB}"/>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28C54556-0F25-4233-AD45-E73608E37510}"/>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5BB54C5-20D5-4BA1-966D-319798664FC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6441B61A-E391-4C07-96E6-00C442676380}"/>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EC67A15F-35D4-452A-9F50-F7978784E1C2}"/>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31405B1-85BD-474A-8BCD-59B7E10EBECD}"/>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D4BA03A4-881D-4395-9D08-C5524B6CD6A1}"/>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2AE8F6B4-0A0C-4FDC-A254-49F6304F448A}"/>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AA87B8B5-2653-4F3D-80CE-20DB6CC0090C}"/>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9F96DAA5-541E-499C-B84F-B97E79975A44}"/>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A6005F09-DD08-4FD9-89E1-795859401234}"/>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68B2994C-66B3-4B9C-A455-861EE19AE6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2914688"/>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B9EC8952-37C9-4544-B209-E85F4825D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783CA9FA-3935-456E-99C7-569982313E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1F833192-9FD2-4C14-AD2D-93202F8ED63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EEA17D79-3FED-4B90-9BA3-B728F496A7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DCD23A5C-DD18-4EDD-AA03-EAD7465BD6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E8006235-9436-4A5A-AEDC-BA1A7E8782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13A1FB9C-C174-4C28-B247-0A44AEBFCF05}"/>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417B629A-7F35-4488-82A8-CE41BED53099}"/>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531E3ADB-F584-4DC5-8734-56B0581EE0F5}"/>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17B0C0B-B32B-49B5-B4AA-B5CD61C71DFD}"/>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C22EA985-0B9C-4740-A49F-6C0EE9A321FE}"/>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7ABFE56-2AB0-4042-AE79-50CA6B2E4B09}"/>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F92B7DCA-4873-4B30-966A-6888488A7BD9}"/>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6FEB561E-47E5-4540-B841-E87919A9E4B5}"/>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90E30190-CA1F-4C07-9DCC-F5D33FC2E19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C13485B6-2E2D-4AB1-8B56-5FF9B67E12B4}"/>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9B6D2C51-ED86-42FF-B792-C49E759871DA}"/>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2F054D9A-89EA-4DF2-B5A7-7A7D6DEA9A8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8E29AC52-8A06-4808-9851-2632F7426A87}"/>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0B266ECC-3BC3-482E-99C3-146CB641452A}"/>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237E964-B94C-4E22-AA07-9615713D992A}"/>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1D1CCCF7-5872-4CD9-87BD-D3AF2247B918}"/>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AF7A56A1-2508-4D90-AA7B-68A2E7B407FA}"/>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3AE12EF9-4EE7-460B-94E2-9AC9B5EE951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547C3770-3F2F-4CD6-9A89-0583C0BCFC7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A72F05B9-1C07-4740-83C9-975C700E8C83}"/>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9490D220-038E-4E86-BCE3-80FECF0CDB14}"/>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9A6CFF98-5688-4784-B7EE-81D25867AD8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CC592189-7FE5-4E1C-89BB-4E263332D2DC}"/>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DB5A60D-0B5C-4310-97CC-65810EAE0539}"/>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D254D038-137C-4215-863C-66664A1095D7}"/>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74B73CD5-85D7-48EF-9E94-2DB2929CDF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239893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F9D086B-7C72-4A56-A6CB-8C3A5745BC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1A385CFF-BF09-4786-8BFB-090A63DD69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4EFC2DB5-0C01-4585-85ED-BFB89E657D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C4C929A7-6C0B-48DD-9307-3A77E6447C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3F2FD401-8E2E-4B1F-AF77-E2A5FCF835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01210D61-2657-4D7F-BAE3-6F7677283A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E22D9854-6DDE-4FC7-AE4B-1D029045B85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AED6F110-8120-48A7-A58E-2603FFB98177}"/>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9B7D30D6-AF06-41C7-ABB0-CE5C054EEC6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7AF43E1F-B3CD-44A9-AEF4-A5BAE325BE0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B5C772C3-8927-4B02-A882-A0D80CE0BB78}"/>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88B91BCE-3143-4EDD-8734-55159A8B0DA1}"/>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4E0BEDA2-4956-478B-8F13-8D5A97858A02}"/>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837AEAE6-C1F7-473C-B072-9CF2ECE25014}"/>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A31879B1-F022-4B4B-B417-AD3D5D4F8B0D}"/>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17781C9E-4673-4CF1-84F8-F301F114326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934A4EB0-D76F-42C7-BCDB-12F43B42FD6A}"/>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54E86CF6-6C00-482E-9C2A-18452891A36A}"/>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FEA7C4E4-5C32-43FC-A46B-B5D1B3BB9C8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2A733200-91BE-48C3-8DDC-A6A8F896713F}"/>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7AB6DD3A-931A-462B-B5E9-42A5EDC2DD52}"/>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8DF1BF7-7E1F-421C-A9A6-1E1B3CBF0A95}"/>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8D979243-6F1D-4DD9-96BC-374AF9E4B6F1}"/>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498F62C8-48DD-4872-BA9C-C2138EE0D1B0}"/>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4539551E-FC8F-407B-9908-38E84D2587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987039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DBFC9B20-ECA2-422F-B774-E9074C74D1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892D498A-C84B-489D-9322-AE9776860B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19286B59-E0FA-43BA-98DD-698C38D574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F016ED61-2EE0-439C-B397-47EEF9EC94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EF3AB9CD-D828-46D5-8FBD-CAD544D2DB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435E943E-6E62-4FD2-9EF8-E08ABAD312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C5413E7A-A3A6-4BC3-91FA-900A326449F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5655D876-376C-46D2-9CA3-DCFE543564F4}"/>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B765B4FC-EB18-405E-9571-8649B629EE6E}"/>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7EDC33FB-DBDC-4983-B3B6-0892C9CCB51A}"/>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606E645D-B0B7-4E6E-8120-BB31FF06F915}"/>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D268401B-985C-4D5D-999F-6F2617EB475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0273EB2-943A-47E2-8F8B-4EBB290022B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D47379EF-B706-443A-AFF5-4AB27BC60D29}"/>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C37337CD-2817-49E1-9849-74CC8F606979}"/>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331BF9E-1313-45A4-8E79-C930F3B7DE54}"/>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4B99E7C7-FF47-4A02-832D-5FA992185636}"/>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8DCED595-716D-433F-B7BB-F5CD9A5BB391}"/>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335D3051-A3C0-4B08-85A5-13B885E7DD9C}"/>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43F2B718-B178-4DBA-96FC-A026208835E9}"/>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F37E9E99-6A74-408E-83FF-06C9C2A19749}"/>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69116F56-614E-4EE4-A38D-0F11E4843179}"/>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706CADC-BB55-4AFA-BC82-90A29965EC12}"/>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26C38D6-7C87-459B-9F9B-0E761ADE80A6}"/>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B38AC33-5BE6-4EA4-9407-05B11C084BF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3F381B4B-BD72-4836-AD07-52B8A46204C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8CC9AF88-5539-454B-946B-9AAE4962D57E}"/>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6F92EC4B-A287-4E89-879E-DDEA6CE19591}"/>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1B0DDE1-AEB1-4F86-80D3-FD9A3A1E33ED}"/>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C7EF2161-9150-4B32-9D36-6252BD5744F2}"/>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F73BEE9F-66A8-43E5-9870-AD68FB27BA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1073459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BD27880A-1C87-4E4E-ACDD-3AA8B51E8A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4AE8F16B-966A-4873-949A-19136C46DD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F6F6417E-E6EB-4CCF-9D41-49DB971A5D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14B0A161-CBC5-4E7D-AC7C-AE4CDC52F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936FEEFC-D081-4BF7-83C8-E2CAD23925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C54E679D-D072-4873-8C77-9FEC7EDFB7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53087A90-7878-4044-B990-6D2407E65A9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B551650D-DB4D-4DD8-A92E-45BD6A0E1228}"/>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C7FFBE71-E8F5-4B17-82D2-1AFAD3C81CB5}"/>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5DA934D5-CAC9-447E-A499-AB55663F98F2}"/>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B018CF6F-0C8C-4EC6-8738-552EF9F52FB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920DA46-8780-4005-A906-9CE35FF059BC}"/>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D8C5A9D0-2A7E-4AC4-B976-47499B534734}"/>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E3EDE0F1-5A5C-4D31-9B44-C1FFABEF9582}"/>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6856C904-A8F8-4789-8CC7-7CB29503AC6A}"/>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EAD538EA-75A8-432A-9FE0-0EE9791ACF2A}"/>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E2FCDD38-58DE-47BC-BFB8-B70C9DB46005}"/>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E633281-7DD3-4949-B5C5-AE2FBB097CE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6F61A803-8708-4F96-AA3E-9CD335673546}"/>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9C997FA2-3AF9-459D-8B09-23DA839BC7B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3E108698-4D88-4F91-AFF6-B0D61D1EE24D}"/>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484B810-A501-4634-B3DB-AE3C0E4B7011}"/>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9F5A85E7-C0ED-47B9-9355-415447168169}"/>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C29497BF-C4A8-4BF1-9AFD-A6C57A151F3E}"/>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BCCDF08B-4708-4AC0-877E-324FB4B8CB47}"/>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4CB23FC-34C2-4EF0-BDE2-C49F780D6ED7}"/>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FDEEA2DF-6F03-497D-9E6E-969A8DF7BFF8}"/>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E767F947-2EB3-49A5-8C31-AAD53F4056F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88CB144-7457-45FF-91E6-69A0E8071466}"/>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3DD3927-5EC9-4B1B-A56C-5268F7049B1D}"/>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37595384-A863-4FFA-8E8C-A8E6EEC4537B}"/>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8B95675-948B-4215-9E38-399DBD45C1CD}"/>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949AAF1C-70D4-473B-A0B5-0AF264F1CFC7}"/>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F48ED87E-F06A-4786-AA2B-AF7DC3551065}"/>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3D3AC449-6970-4BCC-B919-A7355EAD02A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19BC6F74-D4C7-4D0C-B714-84FB28C2DBEF}"/>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EC783323-044A-4F5B-9256-BAA428577547}"/>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A5E1265C-C9AB-4835-A95E-F160D95CB753}"/>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1F138B88-68D2-46FA-B604-4DAF69F60BA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607A4312-622D-4DA1-AA50-83E889E876E8}"/>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29BF33A4-D10F-4798-8D96-CE3F393686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684051"/>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93E9A628-4C2D-49B9-BE7A-8AC190B08F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C9369409-E084-4491-BEF5-BBE039CCD2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844F501A-55F0-443A-B9BF-5D2097CCE1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EF32EF54-C073-4D29-9F0D-D1BCF8AB20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E4378261-6BFF-4719-83B5-7F707C6C2F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25E4EBD8-E508-4854-88E1-B12DCE142C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A52B9A57-BDAB-41EF-B342-BF9B1EC1DF9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5B279D76-8639-4E57-A696-BEED181FB721}"/>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379C948F-B491-4282-A53F-0FBD2CADF90F}"/>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944B48A-BC79-498F-A674-85ECF4958DF6}"/>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2E40046-6CD6-4912-932C-52A404DE7E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8123CA2-ADA8-4CD9-B791-ED7706940E1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B08837D7-5C9C-4EA5-BBBE-D3E5D87AF7DA}"/>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1DEC31B-0B2D-4C9A-86E5-7E81154F3A2B}"/>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8515C9E5-BAA6-4BED-B7BB-A2000F7D4602}"/>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72A8B85A-E22E-4FF1-A13D-DEE2F3333E4C}"/>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DCB96C05-40B7-44AD-A872-285A146CABC0}"/>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5AB35E81-EEA7-42DE-B82C-4919F112A8B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3BB5927-02CE-4FCE-ABA4-0509AA8D670A}"/>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832007B8-6C55-4E3B-B7FD-A0ADF5A95325}"/>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CE9D450-43F1-442E-AC9C-1E5AFD9E5A6C}"/>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B29B00B3-7EA9-48DC-B5C6-05F97C97DFA2}"/>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6E3AE569-3F1D-419A-BEAC-76B8086E84B2}"/>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211ACB48-9512-492A-AA9D-91B359D693AB}"/>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A88FE583-79D0-4113-B3FD-1D279A73E72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AF9F98A-B5F7-4A19-A79D-82219FFABAF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37E5552B-E4F1-48E7-916C-24B4F1D3E7EE}"/>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79955213-B483-47D0-9A91-8DB2D049D630}"/>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B422C5BF-180B-4B06-A58D-42F4549220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8447609"/>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008C3857-AC8A-4B00-8631-1B8B928E3A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B19CF503-16A3-44C6-8B07-2E6F56DAAC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0C144B16-0916-45D9-B68F-F7AB80C527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15965C8-4B6C-41DB-A485-9B190046FD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F632C290-5E51-4B81-A954-EFF1DF9E0D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E8134FEE-FDFF-4688-8608-CDADF974BE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9EEDC92F-F7AE-4B47-8A97-F95EB13F14E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55C20246-70D2-4308-9936-E513BB0E8F5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35E11AFB-D91E-48A6-AA76-16E5753B2F01}"/>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7AA75A7A-4D26-4C09-872F-1CE15DD38223}"/>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29196063-720D-4EB0-9B36-C689E5F3DEA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A32ECAF-2DC9-44DD-A8B0-7CC4BDD31A7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04349C53-138A-47DC-AF65-51C72CAB1452}"/>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13DAEA18-21EE-470B-B318-900C9511B647}"/>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0E31A869-62A4-4483-8D15-6E1DEC2D5922}"/>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7165FDB1-C81D-4D61-8A13-3DED5CED5BDF}"/>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67440880-79A7-46E5-A3D9-9DD6C681175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7ADDB0BF-687E-4FCE-A2E4-1E355A54EFD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D683629-79B1-422F-945E-B2C10FF7C6A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0D35A9E3-CC84-4484-8B95-3988985C6D35}"/>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FE31A060-0894-4294-B327-E25184F2453B}"/>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F85B0FC6-357E-4617-BAC3-54F6BE78CDEF}"/>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08AFDA69-B71E-489C-9B83-9B3242392AFD}"/>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D34ACE2A-3A5D-400E-9435-59D3D135AB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FB9FFA53-ADF5-4A5A-827D-DFBAAF13746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4AE410C5-734F-40A3-847E-D445AB5F69B8}"/>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445BC24D-EFEC-4345-9351-C4DE1079C903}"/>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0CAA62DB-BE4D-4193-99AB-B169CC13EECB}"/>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5A82CA53-0952-4356-A78B-89A779BC45E2}"/>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BFC6221D-DC94-492C-BEA3-A4172D89EBC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EA16774B-94BD-4EB3-87A1-018AE565D353}"/>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8C181D47-A990-48D1-8E57-2BA589EBEC2A}"/>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BBD52A77-CA93-4A90-9C36-1BDE7CFFF3FF}"/>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E4629014-754A-4F74-AC1B-2FF5C10AB2B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D88D34F8-A378-46BA-8EB0-738450708921}"/>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5CAFE4A0-E154-4E1D-95AA-385278B79EE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083822C-559F-4513-A4AA-DB51EBD920C9}"/>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1C9C02E1-F50A-4EA0-A17E-D8A21C740029}"/>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B55AEE53-89D1-4D36-BC6E-DF11409A55FF}"/>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DF432A0F-FDAB-4BEE-A33F-79620164354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5A0D449E-F414-49A4-BA5E-8F22F9768730}"/>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76E9527-233F-41DA-97C5-8201E0892506}"/>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72B96FA2-423D-46C0-8024-57567FDCFE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6633675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B90CB1A8-389A-4531-93ED-6CE969240B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7590CC7E-86A6-4CCF-A5B7-96453E0D3C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BE527943-12EE-44E8-A5B0-26FEE99446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D56907A7-AA75-4B06-B21D-0A93FCF62D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25DD2AE6-6A66-40C5-812F-D94D08CA2C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B23F252A-188D-419C-84A9-C9E1E808F9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5E3B7DFD-64DC-4BF4-B561-F46DA8C0A7C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C2AC320C-A522-4DCA-9E9C-9DC0BC5F58DD}"/>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40580533-607E-46C2-8001-DA58D6616E97}"/>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EE09C69F-90FD-41DB-9963-DA5499A53AA4}"/>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ECEBE88-E9EA-445E-9865-FE442244FB5A}"/>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F47B59D4-1EB0-47CF-B780-99229FEA8512}"/>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0A97005-D32D-47B0-8991-55E7E330BE5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DA42E681-059B-45C6-97D6-761C6BA2CE1D}"/>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67188221-D9A9-4C7C-98A7-DE81F801706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ACCE4B71-15F8-44BF-B7E7-FF1A58833990}"/>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52994152-8369-455C-A535-F8BC47EDD460}"/>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D0EE371E-C9DE-415D-8C75-82CEECAB011F}"/>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BA47D296-4778-405C-9255-0F80D3BE9D59}"/>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3D990187-8371-4C66-95C8-DFE2F212F621}"/>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C410ECAD-9200-4773-B5BC-73214E5F6A2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687D6042-5C65-4749-A054-75BF5896918E}"/>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0E830A2D-2C9B-45AB-A67F-055911E4A11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C47F0664-8CAD-43A9-99B8-D43C19BB817F}"/>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5706FD92-0A99-4E31-854B-1931C9E3F9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0403065"/>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F8BFEC2D-5463-4846-B75E-49C330E2CA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B22FCB8F-48E4-4852-8D41-E51440D3EB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69A0B365-5A0B-4FCA-897A-D1C7577896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063060F8-15D5-4469-A35D-174B828BC5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0930844A-A534-4366-A4A7-3C6BC9D280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CFF5F294-12E3-47F0-A81D-220613BFBA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CC327430-301A-475F-8989-5F2831868A4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4EFE6421-B32B-424F-9148-E0F48F0CAFC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9501ACAC-A0C1-4EDE-B6CF-9BEDC4DA8D77}"/>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CB65E4EA-0AFB-4C1C-9A6A-C3E5FCE1CE7B}"/>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AF72643D-ECAB-4B34-86F9-0E2B0F6F2FA2}"/>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BC128D8-3F54-4561-8DB2-899B5C9775FF}"/>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8FE9C9A9-4E69-4ED9-9591-D2E7F410C0C4}"/>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7AA98112-13A5-4178-9B60-E318620ADA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9224119"/>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26DEE549-9E66-4114-90FE-4AD6F288F0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2E71EA8C-1E66-45BE-98FF-761467368D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C8315AA3-E842-45EE-8EF8-2C5B12B9EE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22B5399-59E4-4B3D-93C9-090409C19F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FF5DC3B3-090F-4E94-B5D8-C1C508E51B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38FE8817-35A9-4DCA-8305-D695CE0B0B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8D046B6-4B78-4C6C-B148-D8919951EFD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A7641B66-A8C3-449A-A1BD-439C8C0B1B03}"/>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BF9AD7B6-CEC0-4708-8993-16569E68D828}"/>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CEDD756E-A77D-4018-87AB-FFB994EE8AE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8032B78-411F-42A7-BD73-DD0B1384C872}"/>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109B3C7-819F-473F-9EF6-D4BA5001BBEF}"/>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80F4E883-B2BD-4E60-8C9F-88DFC36562C6}"/>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8DB26929-8B04-4EC3-BB53-760E28A0A55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83F03EFC-C5CA-4F57-9649-28E8F3AFE816}"/>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EDE07DD-BC07-4E8D-ABC7-975BC483CAE0}"/>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D8525BBA-E180-416A-87DC-F08B058B407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9D92C11-0128-484A-9E97-7FFDA6E000D5}"/>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2E089684-855A-44DF-8DB1-5E0151C207CF}"/>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F0E7642D-EA86-4E2F-8FC8-7042EA152FA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0481FD70-1A90-4EF8-97C3-0C1D7400226A}"/>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F4D8F28F-FCBC-414D-A849-315F59208F33}"/>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8DA32F14-489A-476D-A75B-5C41F9EDB5D0}"/>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03C51797-E24A-42FF-AEBD-38FCC40C5C7A}"/>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501CEF7D-9D6E-41D0-89D6-2F803288D974}"/>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64820CDE-CCF1-4EC6-9809-DB4B8E5C2076}"/>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373CB99F-17D3-4206-A827-348353ED0F81}"/>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C5BD4D63-26F2-4091-9D60-0F54EED7E7E6}"/>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D3E09C8-BD3B-451D-BF7E-507822A369A7}"/>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214A960-9D5C-41BB-8A74-2DB19F4DA3E1}"/>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6B1C392F-8740-4B31-8A98-6F6B3BE44E58}"/>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814EA4F9-8115-44F8-894E-E663E2E2AC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34633265"/>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CB16714A-FBAD-4DD3-87A7-CC5776D0C4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0BC5F57D-8A20-4052-8C50-02A532199D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A8709E18-4D74-43DB-88DA-1AF4AF70E6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C79D76F1-CF69-4185-AF7A-39F6E439CE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4B322FAE-0AAE-42AC-9062-351CCE8937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7991B814-DB3D-40F5-8290-7930139DD5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8EA58079-6C82-429F-B955-D7C415E3F71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441E2860-FE1C-463F-93F3-8368232BE799}"/>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071AA108-7D28-44BE-A020-C35C1B68EC6B}"/>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0CB5DB13-BC0D-4563-A600-DD0722BCF5ED}"/>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850DFA5B-3E03-45A8-AA6F-96C7CAA85D5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C4F96E1F-37A7-45E9-B330-B819E2B4D3D3}"/>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BCE05BE-01C8-4D0B-99DE-AD58CAED8592}"/>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5E1AB163-DAD8-4B08-8361-BCAC43A19E8C}"/>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14A761C7-DC27-4E53-BF18-F3535A9834FB}"/>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080DFE3B-F593-4909-B77D-16C2D68EECA3}"/>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D3A36CAE-846E-493E-BC7A-A216C818864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E4E0043D-138B-48A9-8FD7-34AEF3C3BB0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5BD83C79-6B74-475B-A66E-DF5257806C75}"/>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58E5065-1B61-42F9-9111-D527F4419ECD}"/>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EFF0B8DA-F508-4B51-8B57-125A2BD4B5BE}"/>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D081FC38-DB3D-40A3-9965-E3346F4550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5817097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792C61FF-598D-4574-8BF3-A31779F2621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4CA89293-3014-497B-8CA5-4EADB281F8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A5BB5324-1AF2-4FC7-AD9F-D979F4E387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4D6D9D9-9B1D-41BC-86F9-9CD5340E7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E7619F2E-7A67-4776-9CF1-E0EAEC1047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9E191AFE-290E-4EC6-99E6-A06F1DB42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753B117F-BC68-424E-B0DB-0AEB4824DEB4}"/>
              </a:ext>
            </a:extLst>
          </p:cNvPr>
          <p:cNvPicPr>
            <a:picLocks xmlns:a="http://schemas.openxmlformats.org/drawingml/2006/main" noChangeAspect="1"/>
          </p:cNvPicPr>
          <p:nvPr/>
        </p:nvPicPr>
        <p:blipFill>
          <a:blip xmlns:r="http://schemas.openxmlformats.org/officeDocument/2006/relationships" xmlns:a="http://schemas.openxmlformats.org/drawingml/2006/main" r:embed="R8eb4b525138f4b5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88E040A-6359-44AF-B941-B07FDF23D720}"/>
              </a:ext>
            </a:extLst>
          </p:cNvPr>
          <p:cNvPicPr>
            <a:picLocks xmlns:a="http://schemas.openxmlformats.org/drawingml/2006/main" noChangeAspect="1"/>
          </p:cNvPicPr>
          <p:nvPr/>
        </p:nvPicPr>
        <p:blipFill>
          <a:blip xmlns:r="http://schemas.openxmlformats.org/officeDocument/2006/relationships" xmlns:a="http://schemas.openxmlformats.org/drawingml/2006/main" r:embed="R86505f35d6de4ce5"/>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40C41AA0-BBDE-4F71-9174-CBA47026EBF3}"/>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F4DE4E85-7817-4E8B-8192-AA164178C52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E2283AEE-9188-4892-A7A9-7F624A8EA3E5}"/>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BC0FAE9-83A8-487D-8EB4-8962AA7721DE}"/>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E5FD17DA-CACE-4439-878A-E93103F3662C}"/>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E9781C18-9593-479C-861F-39BDCE400FCC}"/>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3B7124A0-9DAA-420D-BCC6-07437A9371B0}"/>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D58E178-243E-4D7B-87E8-35BC050B2AE3}"/>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77DA529-F0AF-427D-B82C-61746C1F65D4}"/>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F23B5EB-3AEA-4527-9C18-9E5F34CAA9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688A749-51BD-41DF-BE3E-B5EDF588D90A}"/>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890E1730-5805-408A-9877-0F6EA30075B5}"/>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039A2AC6-42D3-44F8-8A9A-61B682E17FB0}"/>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094814E0-EEE3-444B-8C90-6C21CAD9316D}"/>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0ABFD863-7A39-47EF-AF2A-92CB5BDE91D2}"/>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9344F0C6-7DA8-4D93-ACFE-057ACBC7C7C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7A9082E-3F49-416D-9495-D434DF8C4F71}"/>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CBFD65B9-3A71-46B5-AB22-DA54CC1E57FE}"/>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28630A55-E16E-4314-9858-68C0528A141C}"/>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252764D-6C28-4A4D-93D6-F6F0C025A7D3}"/>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34141112-2B03-4522-831F-99B18793B625}"/>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6B76E9DD-23A0-4988-A2C7-FA69568F65E6}"/>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E573443-B6CA-4222-A4CD-1C811B73773C}"/>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18C9BF2F-1F17-4551-BB5D-10BEF18DE6B2}"/>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89D8493D-1721-43A4-95E6-16A6B65A7117}"/>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602CB192-DA74-4194-8437-EF602280CF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56748689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A5DD970E-0773-44EC-947A-285DFF32C2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EF9C6472-6760-479D-AF91-5BE67EF79A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4A6C654C-39FE-4187-96C1-F2CC15ABC6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2C88ACD-E18B-4249-82E1-69B1424D31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B988C0BD-68AD-4C18-B3E7-D7C31E3665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73922D01-A4A4-4FD2-8F14-0615A221B5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CB2DC3B8-C67B-4D0F-92E1-98F70E96D0A6}"/>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CCE2F927-1272-46C6-BAEE-2F5645DEDD64}"/>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84DADF77-2A07-45C6-B5ED-702EDE5E04B5}"/>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4655F8B8-C684-42A2-B4C7-A35936CFDA14}"/>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9A48D257-AA3A-40F7-9EA5-BF08F4ED0015}"/>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EBCC88C6-8D6F-42BE-A8FF-D5F6CB2DD334}"/>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BBB2AF4E-EE14-4F37-97B2-82DE39D1AAC7}"/>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5E829679-A8AB-4561-B973-BDA4FD78124E}"/>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4623FDB1-63BA-410B-BBC7-48C25BEEBA1C}"/>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0BBAC9C4-7AB8-4709-ABCB-D13825FAAE21}"/>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A369A0E-3ECD-48D7-A288-3B1D37E7AC7C}"/>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A2CAC00-CD9F-49E8-AAD9-22AEBF7795DD}"/>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AFC0B57B-5EBA-4C61-992B-90DCB0DF124F}"/>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6DE64E28-1179-4D4B-A857-D2F8C35E5F87}"/>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F886F5DB-0FA4-429F-9513-DEB713640B8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31B2369A-BD45-469D-925F-FFF543D8211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53D666AE-9E43-47C3-945A-F4B40975B235}"/>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94FCDD74-1575-4C18-ACF5-1552357FE8A0}"/>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859D8F6-4253-4D58-9BE2-1F29FE8B5B0A}"/>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96B65D61-76C1-47E6-9DBE-1B132D367C14}"/>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5AAD54D-1FDE-42D8-9C9B-FB1261248508}"/>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2CE1405B-C991-41AB-924F-443927D4B288}"/>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B1D851F2-357E-4AE2-B299-E6CD477B131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3780659C-401A-48C1-8A54-FA4D7232DE25}"/>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B5323BA-51AF-46A0-8E66-C6007894DC83}"/>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D62AFF38-C72A-4427-9FB0-4B3010F14489}"/>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BD22FE34-4FB8-4549-9DAA-C58DDD72D699}"/>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38FE778-C4BA-4ABE-9427-6787689A88BE}"/>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DEC6A773-6463-4D38-95EA-357B3F33B9EB}"/>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F7CDCD25-A98F-448C-8557-3C64A4F2DB66}"/>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B73C35AB-3E8E-4E78-BB9C-B1FBF7F767EA}"/>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8C49D69B-617E-4E43-9BFC-0C5D08C49050}"/>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AA31D272-07EC-4E52-9D22-FB15F661D7C9}"/>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3D953E6E-4FEF-410D-9B6C-36B7E2C2EC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8853127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7F416F1-E011-4FEF-8AC4-2E3632FCBC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0DE7CA3F-A675-4053-8704-4DC48799A5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C15B51F9-6FD6-476E-9A5F-C19F8B40E4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86B1DBBB-B6F9-464A-BC49-3732EAC19D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122501D3-5002-449F-A822-6B07173B93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26500FEF-40F7-4FF6-A4CC-DA630705EC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21263710-C928-4E3A-A855-D738771F3E6F}"/>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D034021C-79C8-4062-914B-A022698E6DB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4CF5D8AF-9EC7-4D03-81EA-AE6BFDE2FD13}"/>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58B0E152-0E51-464D-8A0D-EB91D0E7DA87}"/>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BF4B77-7746-4111-B44C-9902153EA73E}"/>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15FB6879-89B1-422C-89D0-CA148E0031CC}"/>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68FA820-FD16-4E95-A2C6-A1107D06A821}"/>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BA0931BC-2F10-4646-A499-F56B9A94D65F}"/>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7938ED05-47E6-4752-8AC4-035FA2C41672}"/>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66551E5F-0238-4450-B9FD-87AD1115E18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49DEEA16-0DFF-4DE3-B6BB-B65C3735BC50}"/>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90F6B66C-63B6-408B-BD74-27F65D1C98D8}"/>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B72EB4D-A7A8-4D86-A3FF-4B641FE680DA}"/>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494F1A9-B64A-4295-8AF1-5BAF6162A5CA}"/>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D3E2CE80-C584-42F6-B8E7-2A6060912938}"/>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7E1972E3-3A4E-49B6-9DFE-DAA51D9335F0}"/>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3D478DF1-B020-4CF8-8E94-51DBF749F2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5518449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E1DA5EAD-0014-4F3A-A970-B211B805CA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D661C5BE-F570-49A2-8BFC-EB1966DF82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439988AE-784F-418A-897F-3AA30A4446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3AB370D8-E64E-4CBF-AE1C-EEF704B51F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D996E541-2B75-46F6-8D06-6B67EA471A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5CC8CAC3-88EC-44A3-BE78-0BC2871CE2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42BD90CD-A943-4812-B048-D84911797C91}"/>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C0B3708-950B-47FE-8B27-AEDD1513C8A5}"/>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34A32A34-B6CF-4167-BDA7-1B577867C47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45A097DC-CFD6-4D05-9BD2-338E955C404B}"/>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8F84E80E-D01C-4DA3-BD70-8F004C5E17C1}"/>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976DCB35-4ADC-4A98-83BF-B17454FAACCD}"/>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48B17780-C49C-44E3-B2E4-45C59BEEA108}"/>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F3EF6F6-5F0B-4E6F-B2E8-6034F28BFAF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5A69C493-0D16-4EA7-9098-0E7EF362499D}"/>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349A2AF-5287-45A6-A6C6-5B5E5A10DEEC}"/>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1B0FADDC-760F-4821-8CEA-9BCE2480E8C7}"/>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58340322-60C1-4195-8383-96D9185E38F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C5CA19B1-AE80-4871-83AD-8D161FC977C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EABBBD34-C234-46A8-AFED-7AC6D7524839}"/>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BB2173C8-33D6-41F0-A19F-9DE72BF61767}"/>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DF10F78-EBCF-4A45-B346-ABE56B4B39BD}"/>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5A962920-FE0E-4DFE-B23D-CEC291F4701F}"/>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7B1F6351-D2B7-4877-9634-B154531CEACF}"/>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9301EA92-E34C-41D5-8F21-D95576927A20}"/>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677D0384-D9B6-4100-BC37-5ECA6B97234D}"/>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45231FD-FF50-451B-A67E-730D442680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2228959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1E7F38CE-BD1B-4101-8BDD-7638F212D7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4E7005D9-11FC-48A7-AF85-97BB72FFC8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E2D33B91-4FA3-4C7D-967B-356AB740C6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6F751E0-0DF0-4845-BCB1-44B3D2E9E1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27E39015-078A-4524-8706-78D8A73E0E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C94D2396-AD0F-4CCC-AAC2-4903EAE6A5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B88162E1-FC5B-4E93-BF5E-44BE8555DF13}"/>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854A1B93-E75D-4096-933D-42F207D709D1}"/>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A94FBF99-1564-4CAC-967A-10D976A93C09}"/>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81EDA9E8-0375-4013-B592-9B2D5AB8FD76}"/>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2F2D929-41DB-4651-B6CA-5F40FD7D591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74B8AF8C-4710-41F2-B0A3-537A8B86491D}"/>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F354E54E-DF25-46B6-833F-DFBE40931195}"/>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E684A19F-0312-4384-BA8B-7F077872A321}"/>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4256B618-CCFE-44E3-AD91-B415673FA00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C1324D54-D52A-41D5-A2BA-CB6B55D56C26}"/>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06ECCA87-9FF3-48D7-8356-38247F444CCA}"/>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9ABD27EA-9915-4671-9957-D1CD636CA592}"/>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A5374BAB-B3A2-465A-BFBF-C5DEEF9821FF}"/>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F78743C4-8F68-452F-8281-C44DA165C4AD}"/>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AEA3DE7A-68B9-45B2-8864-AF2A252D7262}"/>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A695A829-2A61-4AC6-82EF-88E1FF32236F}"/>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BE88676C-9ED3-401C-B5CF-5CF8428D11EB}"/>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8154CBD8-F4C3-4EEC-8636-D376D6C9F25B}"/>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D194CC3-C013-4368-9641-19A447E3E88B}"/>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1145E22-0F9F-4DDB-92DF-A20E89C9651E}"/>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A6D1947-4BCD-4D4A-92E4-08611B6A4752}"/>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6A6CE01-E0A2-4255-A679-B485810C4A2E}"/>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F01D8B1D-FF4A-4278-B0B4-12CE57D97125}"/>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D98BF00A-7766-4FB4-8A26-80D14999C709}"/>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6E1635EC-DB44-4039-A511-9F9A1E5BCAA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560F3079-AB88-471B-B95D-CB4BC5E544CC}"/>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B9AA828C-536F-4FD8-A0C7-3E569577A4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331980"/>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75184CFC-2107-4D50-9297-D35DE9BB8A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61D327BC-06F7-4B03-A4DE-EB903F6C8C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D42721D9-414B-474A-A8A8-21A84BF858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6FD34240-E4E4-4F64-B56D-4DD75463E3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3DAE9B39-EFD0-487E-AC1C-DA567D47C0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DB2D139C-EB78-47BD-8DA6-BD3E6DB6FD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8B6116BF-F132-48C3-9773-96EE492F82E4}"/>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60F2C0C9-0D82-42E6-AEC5-8452CF4B7261}"/>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88C7DE40-506A-47FB-9753-785DAEFBA6D1}"/>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5B92C003-EF86-4D8E-AE1D-70B1A29A6064}"/>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60AF1B7-C3D6-4E0A-A05E-BAE8A35A8E51}"/>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EFAD0EA-5D4F-4446-BADE-1DAD1822527B}"/>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C7677DFE-341D-4482-9769-B44555CC3CF8}"/>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F8898191-8B79-409D-A1E7-90E3BECC17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9496004"/>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FBE1B768-C3CA-487E-87D4-BFCD7ED578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E10CC8E1-F2A5-42DB-9D99-87165B8A86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2FFC118D-5B94-45D0-ADB1-64FE07F695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A8C85186-5F3C-43E1-9368-16162CB5A5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990A7C4-9263-4F4E-AAC7-336AE0AD6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745333B2-C0A9-4F39-81E3-0F0B5AD94E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A357E3A8-7F1A-4777-85D7-1CF4F710F669}"/>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273E70F5-1EE6-426C-A5E6-4EE0E8FCD959}"/>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5D9ABD3C-C492-4E2A-9B13-72A0149DCB0F}"/>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CC7C4856-BBFF-4F48-9B2C-7408D976741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73DD479A-1F66-403C-A63B-441AB0996F8D}"/>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57D46ECA-D29A-4F3D-B54E-A52DC5EECBB9}"/>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984D40E9-4901-4C6D-9F40-ACF42D7AD04F}"/>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5A92E6B8-02B3-4AA4-902D-730208A5873E}"/>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322C6812-95CD-479D-922B-F900D3589BEA}"/>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CB812518-5B4B-4F39-9DDC-C2B921AE155D}"/>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AD65D2EC-8F2F-4EB4-8D28-D05B6F92F4F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F7016B08-0E0F-4870-8C67-5CA869148E6F}"/>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15705CA-65E8-4228-9099-2516E960E072}"/>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20371317-0CDF-48A1-84C6-199CEE08856F}"/>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1921D840-A71E-4BA6-A7F4-703F87128779}"/>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7D78F95B-6255-4087-95AE-6A4213845DDB}"/>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7FAABCCC-58EF-4312-9609-C24A8163E6A7}"/>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16F15E5C-8743-4D58-A4A8-A7A6EDA5A875}"/>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708BC120-3706-4041-908D-B7CD103FDDD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660A984-BC5D-405C-8F49-3213F19776B3}"/>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83BEB910-4AFC-4DD5-AD6F-88F6BD4A046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645C9352-40CE-4B33-91DD-DD71A486AB3D}"/>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14BD9B-BC79-42AB-A92C-E1C507D8B07A}"/>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497D2165-8086-40E1-AC7A-0982566C3445}"/>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6CCD160A-FB4C-4CBA-908D-419EC8E42BD8}"/>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00E03E4D-B05C-4EA5-ADB4-B4E1DBD7F3E9}"/>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74C7CB18-7765-4DFD-B019-91EA7557C508}"/>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B7F36555-B0A3-4FBD-9C9D-28EA9ABD2515}"/>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5D77F59A-4179-4DD3-A40F-3DE0100F9E2D}"/>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25D73C1F-200B-4665-88B1-F3BC71B530FD}"/>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7AC3C54-E9AA-42B5-9354-138989CB4B36}"/>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71725694-7546-463B-802F-4BAA2DE13147}"/>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19242717-C471-439F-A7AC-82A6DA06EF4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E590C16F-D466-405D-95F1-827297657C63}"/>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7F03B49D-6A7F-455C-8236-9427B064D87D}"/>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F9420003-944B-45C8-BF85-9B679DE25F93}"/>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583DBF26-E54B-4F34-B468-2AF9F5B11CD8}"/>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94471A17-D531-4564-B9B0-CC754BF475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2970039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EB824547-E17E-479B-A91C-D2070F639E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0B4F7710-5230-4A60-8742-F5470E70A5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AA8EB96F-A719-4D07-AB65-8CF8E938F4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ACFE307C-CA2B-4AB1-B4DA-2A01CE12DA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1CC50D9B-FD72-41A9-8C55-969AD251F2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E7F43C82-B319-4CAD-8805-B5FE39C142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41316418-6236-4392-A0B5-D518CA63B156}"/>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44461EA-A3A0-4B49-BE4D-3188C8963E29}"/>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E94D728F-9868-48D1-B664-D983033E4128}"/>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14D32758-016A-440D-88FA-5D45276BB2B0}"/>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12863AE0-ABAD-4A21-9135-25F3D82FA8F1}"/>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1E5D159C-D2AC-445C-A465-B84FE870A2FB}"/>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E8DAE47-86B3-46DF-9313-351A8E9D7560}"/>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8D7445AE-3613-430F-8444-811E36344427}"/>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7959FB29-085F-474F-8C5C-CEC5E1BCFF7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A87E8093-C44C-4525-848D-A7494069F99B}"/>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2DC43F91-C2D3-4720-910F-BA50641BC546}"/>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EAF42C3C-C3AB-4E2A-9739-078DB09E3CEC}"/>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62ACCAE9-CEF1-4C24-9697-13F9FB8E980A}"/>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A0C653BF-AF9C-4B51-AD40-DC469FD1D8CF}"/>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D9EDF696-CAAF-4A67-A1A8-C63AA3DCE873}"/>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809F11BD-8B17-4A4E-A00E-7A2C1FA7553E}"/>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9A4095AE-4B7E-4996-B0D9-2F5D3BF86521}"/>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248AD4C5-390D-4DEF-A751-4FBFBF5AA4BE}"/>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6C1FC163-4CAD-4122-87E8-141C7825887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8C6D0556-40AA-471C-95D7-01F695C8E91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FC24BE6B-8D6A-4E5A-B4F5-F767E64FC4DA}"/>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939F2A4B-2F3E-4FAD-87EF-A2C94A89BF05}"/>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B2337B3B-DD31-4ADD-A56E-5C3F8E114B16}"/>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87F98943-718E-425B-8084-76648D4763B1}"/>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62172DCF-D37D-4BFB-8250-ED660C1D512C}"/>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FF6F6B16-F0CD-4707-8658-145F1A20075A}"/>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2C1CDDA8-63BE-42F7-9479-F29FFA47F5F2}"/>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AFD29B95-9F37-4E12-B74F-F18DB17715A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7EB0F45F-8E05-42BC-812D-0AF3D91F59FC}"/>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975372DE-4195-4B8C-BDEF-B1C891E51922}"/>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F897131A-682A-4EB0-8548-23231181E9BA}"/>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69CB06DA-49B9-41FF-B332-8A4548D1AFC1}"/>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2A9B16B4-F814-4579-B279-8ED8DF95FF2F}"/>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E9888EF7-6253-4ECD-A436-558585F4A21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6E043F0D-75C2-4137-8662-C13641E51A52}"/>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05B07365-82F2-4D96-8E3A-ED96A3FC0E78}"/>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3C21ACB9-977D-4F82-9FC5-3064B1FC83BC}"/>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EA428614-63FB-4000-B2FA-E188841C20B5}"/>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4D7BBE8B-F848-4C87-A4F9-E0E7E53591BB}"/>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B9EDD8A4-F40B-4887-BAA4-65982CF00301}"/>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2DA4D4D7-8925-4EF3-BB03-D5558D1274CF}"/>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CF383FA9-DB45-4688-B74D-8AD998A83454}"/>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F21661F1-EE4C-465B-82E4-0EB30266FA31}"/>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6AC1797-1496-4270-9452-C141A0B23EE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64F40902-7459-4E6D-8373-B817479D4ABE}"/>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B9C88162-6D27-4ED3-B06B-9E608E735FA0}"/>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ABED5F29-5592-4852-BBD0-AC7C18AE7360}"/>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279D56D5-7B05-48AE-B697-40BB1394D34B}"/>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208C322D-AE13-4A94-9130-734C155483F3}"/>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D36DEBF3-F6B8-49B2-B4E8-2FBF277A5D76}"/>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12315A32-7EF2-4752-80DE-5988449FF1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314639537"/>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C1A1A965-3B93-489E-912E-878E82DB27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8220E2AD-44CA-4523-AE9F-B1C1A71A22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050E1D47-F1FD-46A9-9128-4A780B291F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DC2ECEBE-7E1A-4152-8AE3-E399C446FC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E0DECDFE-1419-4570-8AF7-DE154C903D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E26C05C7-7B93-4F36-BFB9-C581FE938A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74852481-4B0F-4322-8112-8AF78BBDBD8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84A99706-6FB3-42D4-99D4-B74EA0C88E8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A893DD6E-33E8-4886-9009-ABD73C67DAF8}"/>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E43CDC56-94AD-4A3B-8B51-3B1DDE8FD97A}"/>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8893D7B6-ACC1-493B-B4A0-778B20A7C349}"/>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386F482-C7B4-4E2A-B924-C48743F5E350}"/>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A692C10-E8E2-4827-B241-E4713633FEA7}"/>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A792690-E465-4455-9879-D045053C1920}"/>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909bcfb65b284940"/>
          </a:graphicData>
        </a:graphic>
      </p:graphicFrame>
      <p:sp>
        <p:nvSpPr>
          <p:cNvPr id="15" name="Python 할당 피크">
            <a:extLst xmlns:a="http://schemas.openxmlformats.org/drawingml/2006/main">
              <a:ext uri="{FF2B5EF4-FFF2-40B4-BE49-F238E27FC236}">
                <a16:creationId xmlns:a16="http://schemas.microsoft.com/office/drawing/2014/main" id="{2C2B6A5F-3864-4BEB-9118-61F54F199C11}"/>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0067C4BE-97DF-4057-A276-EA6ABA5E8AA2}"/>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3549403B-7306-428E-A15E-905080AAB27E}"/>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5773D95F-228D-41E8-97B8-F815239F490C}"/>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11963073-5419-4218-8ABF-4F4EB23277A8}"/>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5E210F28-CD6C-4714-9C17-C963E2D689C9}"/>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BE54DEB6-23BA-46C8-937F-D088D6C9C5A8}"/>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EC15822F-7FE2-4696-9FEA-0C82FA7BA373}"/>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BB67A10D-2F2C-4D63-A0C3-982D656CB254}"/>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137EC01E-CF06-4D8D-9D30-FE0B633B74AB}"/>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561A4F7B-04A7-44B4-9AAA-3E801C7569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9707285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50FD5336-699A-43C4-9DA3-794D15E832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3416F7BA-9219-4541-93E1-FE26C08DE9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954D5DDE-BE41-49D3-80F0-D74258EFB6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CEAB8D0C-F17B-4528-8E6C-88A32B9AFA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E8FF88F7-FE7F-4D82-9166-FB4829BE5C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05EA9056-BE02-4981-9CE0-C74CD3C1B8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3243AD2F-9804-41F8-928B-8D3E08B1A44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487F12C8-E00A-4EF4-87E7-1C5D1ED3FCCB}"/>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C5C4713B-A6A7-46ED-B3AE-75F29EEA0B69}"/>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C2968D38-2308-4611-B80F-5E83D53B7ABF}"/>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07D0F11-AC71-4E1B-BD00-49BFC4679CC6}"/>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4285153A-15F1-4934-A6DA-7C973E549E5B}"/>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E15B78A3-2A8D-4DA8-BEDA-318EF0B49AC7}"/>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A0CB1E17-F59A-4C45-8DF9-4127A564DAD2}"/>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66C526F1-650D-4F5E-BAFF-41BC6BC8AD49}"/>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46CDE8E9-1C65-4E41-8AB5-A17542DA73E0}"/>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A542489E-AB65-4436-BFF6-6BF45B5473A5}"/>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78E8135-7423-4242-B3DA-6FB7EBD4117C}"/>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9A428DAF-8CE2-4F65-9497-12E8595E7AF2}"/>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4BF1443-1C41-4E52-BCE9-B18DAA09BA0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AB419CF0-4842-4BB3-8A84-18ADD23DF0E1}"/>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AD45C0B7-8CCA-4731-9898-B66E7F1F31F2}"/>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BE889829-53A1-49C5-8951-F9E0B543F5E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B6390995-1235-46FF-B13B-54CCA9306781}"/>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343F4534-9F90-45DC-811C-15E60E6CCEFE}"/>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10860766-4D77-4846-8D40-A7BB1DAAACC4}"/>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7DFA1749-31AC-4E43-807A-5683B165BB0B}"/>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6F1EF460-4A16-4304-82D8-70DBC816A64E}"/>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455D4B1C-CDCD-40F5-AC9E-6BBAA7741643}"/>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61B7CD7-F5FB-4506-953D-C9E62A6A7FE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A6E74BC2-F9C7-4D72-9E61-B7FCEEA7D5AB}"/>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FCA27F24-C19F-46D8-9F2F-F46AB17F45D7}"/>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6629EE0-8797-4CE6-B600-27E6444B4001}"/>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14660EBF-36F2-4EB5-B63D-2024D7CEA73A}"/>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831BE7AF-F83D-4390-A4DD-735DC4D5FC90}"/>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7750DFD-2E93-4C4C-B14D-2C3A0606E4C5}"/>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17B9F149-2E7A-4D35-9C5B-A560AAB23CAD}"/>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0AA85ED7-EAD0-4E25-9780-6066491F9D65}"/>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92612443-080B-448C-9AB7-39DD9CEDDFC6}"/>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63A5FB37-E9A9-45F8-94E3-17EC86A1020F}"/>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80240CC9-A337-491F-99A2-D16FD6E4458B}"/>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29E7FEF1-3BF9-441E-AB08-801D2FDE1BE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2DF413A0-FFE2-4831-8EDB-EF4B917A34FD}"/>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AB6EB3DC-8AD4-42FA-90F3-6C3A5894CB40}"/>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D6B1A398-0FFB-4441-BBC7-218AB4F312C8}"/>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37A222-0B8C-4F3A-875F-D92B022D9EB3}"/>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9C2641DC-92EA-4CF3-9F1F-B1B8E6BD488B}"/>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9A88021-DA75-4C13-9315-C05A5E58862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058CDA25-DCA2-49E5-A2F4-FEBE1E6376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13118978"/>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FBA778C-7150-4ACB-BE76-3FC03152B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8D7BEEF5-4740-4A65-B59F-2EEA53A9284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BBBF3103-8B0B-4273-B761-B86D3E5ACE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F6A4FFA-5839-487F-9BE1-0D0BC4C8A3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065A778D-DA45-4354-B454-DBDAA9EB4F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F98A6798-071C-4E9D-AB7E-DA178666626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83200F26-3F9C-48D7-8B09-08B9E137483B}"/>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E14B4083-6027-4F52-8AED-31A9DC88E2B2}"/>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F729B2B-B1C2-4382-B68B-E033003B55CF}"/>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C4411726-14E7-482B-8495-1571A8BE8C42}"/>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367EDFE6-8A2A-4D3E-BFCC-ED22C295ECCD}"/>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9DF0E344-5502-489C-93FA-C1BB92AB44BA}"/>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73DF9C8D-36A1-4334-B6A6-2D9C45C916A8}"/>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3974CB04-530A-4E66-8838-4ED30BCA7348}"/>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B598EB87-8516-4618-B912-7665B7FC598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8E9AF269-C4C7-418E-8219-85522CD3531A}"/>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6DF64D6D-3731-4509-A3F6-9B8900DD2BD3}"/>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58319F1C-A0AC-487C-8B73-B1E0AD961E9B}"/>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680D6AC9-875F-40DA-8A57-85549C21F442}"/>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441092-E265-4185-BE89-C385A52AB8E9}"/>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FF3182A-E251-4770-98AF-83185C305717}"/>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EAD4ED7-0C0B-47D4-9F97-D7545045A92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50202584-B5B2-4BA0-AF09-077282A9CD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539684"/>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4E99C208-95A4-481F-8C35-4147BCE62A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121B6FB4-92B2-4BB1-80F6-6330F4FA21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5EE3F99A-02C0-4635-ACAE-5C5266BEB4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D67B31A3-22FE-41DD-A7A1-36CD1DBD82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0C00FC1E-3F65-4C3E-9130-40765A22A7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12CD947-BE03-4960-8030-A66A40CD0C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DD3C635-D8B9-45FF-9C23-F4DCCA5DAB2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26AE7B-8636-41B6-AA0D-95AE227F3839}"/>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33B28121-7802-496F-A09D-7620C9324FF2}"/>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E51450C1-8236-459B-8D3D-32E502D30424}"/>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2F55ACAB-6CF2-47E5-B5C2-A485F503DF66}"/>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267E86A9-AA5D-4762-8ABC-7D01F55EAAA3}"/>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BE2659F8-B5B3-4C65-A537-C84D15CB8278}"/>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D96CD5E5-C909-42F1-AB7E-D359C3474476}"/>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9E5E125-88D2-4E3E-8D5B-98BE667EC057}"/>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299801D-FF0C-41F7-A563-CE589BEDD858}"/>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7C55A80B-2FCB-465B-9A03-1B2F9D7150C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D415589D-FABB-4008-B95D-9225924B76C6}"/>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2D7782D6-4F6C-4785-8421-6F365C7C1C67}"/>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4843D3D5-8417-4585-BA6F-4C19ADBDE957}"/>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4BE4B61-BF51-46A3-B218-5060E10CA77E}"/>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A62A291C-5262-46B0-AB83-8F545C485190}"/>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3342E36F-9E4F-4556-B48C-6D848A026E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2013645"/>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A751444C-9998-41EA-BBE0-C25FF8E0C8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2">
            <a:extLst xmlns:a="http://schemas.openxmlformats.org/drawingml/2006/main">
              <a:ext uri="{FF2B5EF4-FFF2-40B4-BE49-F238E27FC236}">
                <a16:creationId xmlns:a16="http://schemas.microsoft.com/office/drawing/2014/main" id="{2326A32C-68DE-46ED-B3D6-2608C7488B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실제 Demo 지식의 원래 출처">
            <a:extLst xmlns:a="http://schemas.openxmlformats.org/drawingml/2006/main">
              <a:ext uri="{FF2B5EF4-FFF2-40B4-BE49-F238E27FC236}">
                <a16:creationId xmlns:a16="http://schemas.microsoft.com/office/drawing/2014/main" id="{BCF9D959-4EA1-4050-BF06-ADD182E8BC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6B134619-7294-4510-A865-0D1404F90E3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29191B94-4EA4-4370-8D86-3B628F24C2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463990C2-373A-473C-A5D8-0914383CEF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AE73C88-87C6-49F9-BA57-6D085228492C}"/>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6363EB7-F628-4914-BCB0-7A5413D9B602}"/>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F5471C5D-7462-47AF-BBCA-531F3DB24DA5}"/>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2686EC6A-75C3-4E2F-967F-A38F40AB31BD}"/>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249B3A5B-C129-4BDC-96DC-AF104B569801}"/>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1963251-02BD-40A3-A557-484FB176B62B}"/>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370DCF6-FDF5-4428-A246-87FD0D9B43F3}"/>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C8F085D9-BB83-4E91-BB79-183E600F0E30}"/>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4A29F173-93A6-4287-9985-9C113D1FAC2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5BAA6C4F-11EE-4D07-98A8-C26D0373D2A1}"/>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19383B2A-F611-45F1-A33D-56B41FFDAB69}"/>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C20007D5-4358-40CC-BC95-7076C9559417}"/>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159EE424-EF25-403C-AFD5-879025EEA885}"/>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B553F02F-6AE2-4463-8DCA-DA1680E19B74}"/>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10C7543-79B3-4C58-9FD6-1E14A5AF6FD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4825D5C6-1FE9-48F6-9B57-61F3502B9013}"/>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7BB03BFA-B167-4F42-8515-6D3D2E32D65E}"/>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C1B94563-3D53-4AA8-B4EC-A1E0130F4F49}"/>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3B0BBE6-BEFE-4920-8C4E-5D347F0F7A9D}"/>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A61F8485-70DE-43E7-B185-865094087E60}"/>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BFA396B2-F29F-471E-9640-3BE32D4DC08A}"/>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3C1E3F2-0996-40C5-AAAB-E35A37AD8FA3}"/>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30ACFD88-1A99-4A51-8F42-1ECABA6FE341}"/>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151C5210-FF0E-4527-8CA3-6FE6047114F6}"/>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435102DB-3FF5-4CD4-8EA3-28D96ABF8FE3}"/>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9C033C90-DE1E-4472-BE4C-15A87A5BB24C}"/>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A72B3D9-1EAF-452B-9D81-8FCF1ABE5895}"/>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45829FEE-2021-4427-AAF5-9A287AE079D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A839A7E6-A4B9-4F0C-9321-5D891DC452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2279642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5833D1A4-F4BA-467D-B9DE-985E2C5F67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3">
            <a:extLst xmlns:a="http://schemas.openxmlformats.org/drawingml/2006/main">
              <a:ext uri="{FF2B5EF4-FFF2-40B4-BE49-F238E27FC236}">
                <a16:creationId xmlns:a16="http://schemas.microsoft.com/office/drawing/2014/main" id="{C645796E-F972-4BBA-8C4F-746A2CF370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에 쓰인 구성의 역할">
            <a:extLst xmlns:a="http://schemas.openxmlformats.org/drawingml/2006/main">
              <a:ext uri="{FF2B5EF4-FFF2-40B4-BE49-F238E27FC236}">
                <a16:creationId xmlns:a16="http://schemas.microsoft.com/office/drawing/2014/main" id="{7FE0B784-B462-4E25-A22C-4072DCA57B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0B8B88E2-D8ED-4A01-A061-6897D24DB29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968AD09F-1544-4FBC-9089-03DBB7C047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42E300D-BA22-48E4-BD40-C42BDE3241B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8B1AEAA7-5D47-4E86-B880-83E66CC0E709}"/>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A0284519-1853-4325-8CED-8D9FF6133608}"/>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2BA2446-EE96-46A6-95AD-FD5A7660AA86}"/>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DDC5A5D7-DD1B-4B00-9DC5-0EBA0F6E1A01}"/>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7EE9EAC3-BFBE-4639-9DEE-22742044624B}"/>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B4FCE029-4F35-427F-9A29-07586DCAACF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C213EA6C-5595-4A7E-BBA5-6F6A79D857B4}"/>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16DEDF1C-C183-4BEB-84C7-17603829C206}"/>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F62ED984-5629-4137-9037-7EAABE2C5FC1}"/>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655552BB-F67E-41EE-8908-84BCF68F3F9E}"/>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13AF37BD-D1EA-41B6-ADD1-9FE1CE25155D}"/>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0B1B33B7-914B-48D8-ABFE-A994527AF1E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2CCFDA62-0122-41AC-9A2D-952223D6B3CA}"/>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C5ED45B3-A7C3-4378-83B7-8A1B6158791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1B3D1B6-875D-443C-9970-E80EE70499EC}"/>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91CA6245-1581-409A-87C9-1D73A83AFC8A}"/>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D5FD60E1-FBF8-4F86-8937-50D9B06C944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9F82AB5E-5F54-4BD2-BBED-7314D0057576}"/>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220D1EB6-7E1A-4CEA-8C9B-D4B8EA2856E1}"/>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BA771A94-DE36-4E1D-97DA-53C1538520AA}"/>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CA04B719-8B04-43C0-8FB6-4983D3735624}"/>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F7A93DBD-122E-4599-8D89-F0DE6C841B3F}"/>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A6074B8C-5EE9-434C-B51E-F8B4502949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5645647"/>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6A7782C-A7B2-4276-B239-4A0B6C5FA6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4">
            <a:extLst xmlns:a="http://schemas.openxmlformats.org/drawingml/2006/main">
              <a:ext uri="{FF2B5EF4-FFF2-40B4-BE49-F238E27FC236}">
                <a16:creationId xmlns:a16="http://schemas.microsoft.com/office/drawing/2014/main" id="{6716D63E-B8C1-476E-9509-8D5FDCFBE4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함께 작동하는 작업 환경, Harness">
            <a:extLst xmlns:a="http://schemas.openxmlformats.org/drawingml/2006/main">
              <a:ext uri="{FF2B5EF4-FFF2-40B4-BE49-F238E27FC236}">
                <a16:creationId xmlns:a16="http://schemas.microsoft.com/office/drawing/2014/main" id="{E2ECE68C-A384-4DE3-9CBD-A87500F40B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79F696D5-D931-4B74-9CE0-79D89616A2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DFA96CAA-0D3A-46AE-B176-CBD2DB5A38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FAA332A0-24CB-495F-B5AD-A880FFDC91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F534B2A5-D641-4D48-8DF7-329D7024C9C6}"/>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682913D5-C472-4DCD-A8BF-AF724E8B9EF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D253DBEF-82FC-43E1-9F27-0D45EAA32473}"/>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3B3F8B6D-BAA3-4167-8A1A-3DCC4A577481}"/>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C032A4B5-11A1-4539-B920-465DF9F67D7E}"/>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DF31B00-E6CD-49DC-A2AC-47FFEC19C577}"/>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0695B48D-FD93-4902-AFA0-7C079B268752}"/>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79F98A90-9E8B-44E2-AD76-4085B7B99203}"/>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6E91D154-29D2-40AB-9381-DE178AA05811}"/>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8BCB8183-1D77-4457-82B7-8C9BFB39A00C}"/>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7375CEC7-F580-46DE-B4F9-85363ABD02EB}"/>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BCC10B75-7703-4CB2-980D-7F9B880BCA60}"/>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57F7ABC9-1C85-4654-8AA5-ABFB3F0442EC}"/>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F061BF14-344E-47E7-81C2-9BAC423687A0}"/>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44FD3FA2-2337-46F6-B956-792F06B80ADF}"/>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8BC8070D-53B0-4E35-8423-CF0A00819F6B}"/>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BD80F103-E4E4-48B4-A4F7-FB029D9C2DF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EB884256-CAE0-44E4-8E6C-FA4560FFF249}"/>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8D11C1D8-D5B2-4AAF-BAE1-81560D939ABB}"/>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C48AB44E-CE58-4968-8FF0-0AB1EC66EDCA}"/>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F133C846-B423-40E8-BA1A-8097FE715B2A}"/>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911C04EE-BBC8-4625-9B1E-01B77CB2B05C}"/>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72EB1B60-9678-4838-B0E6-2952886B41F4}"/>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56D690DE-BDBC-496A-8068-11A87D68B4EA}"/>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137E4CF4-75CC-44A7-BD35-9ED047DA84DB}"/>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74C08ED-79D6-49D5-BBC3-1F5AD2D45D1E}"/>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410F95F-27B6-4EB1-80BF-2E57011FC65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D3BF8247-80B0-45AD-BFE9-49F0B44547E5}"/>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7D20B7C2-09D4-4D37-B71E-B84C9D1029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244522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CE236EAD-59E9-4D42-B4FF-08A2E44127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5">
            <a:extLst xmlns:a="http://schemas.openxmlformats.org/drawingml/2006/main">
              <a:ext uri="{FF2B5EF4-FFF2-40B4-BE49-F238E27FC236}">
                <a16:creationId xmlns:a16="http://schemas.microsoft.com/office/drawing/2014/main" id="{034601E3-327B-46F3-B1A7-997D92D97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저장소여도 실행 조건은 다를 수 있다">
            <a:extLst xmlns:a="http://schemas.openxmlformats.org/drawingml/2006/main">
              <a:ext uri="{FF2B5EF4-FFF2-40B4-BE49-F238E27FC236}">
                <a16:creationId xmlns:a16="http://schemas.microsoft.com/office/drawing/2014/main" id="{12FCC3D3-BA56-491D-8AA0-89EE145D00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1A49D539-73A2-4323-97EE-CF831F0F34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42477A7-C90B-4AC0-A97C-F981AB1330A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6C9F8A51-9951-4200-85FF-8EA4C1AA90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4BE50CD5-B0D3-4176-BC64-EA0D111314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8510C35D-AA8B-460B-B52D-D7EB0F64FAE3}"/>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BFF246EB-6921-44A6-91F2-FB274281BE28}"/>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E7B80E82-F54A-45EC-BEFF-EA3FCDEE189A}"/>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7422A9B8-A5B2-4D2D-A872-15C66D4B6F3E}"/>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8411A6A-092F-42D9-9213-E32A32DDA461}"/>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8ED7F1ED-5ED6-41C3-B3CC-B9265391FD8B}"/>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097283B9-165B-4C50-803D-CD148F02E83C}"/>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1280DCBE-530B-4E08-ACDE-1345BF5FE1D5}"/>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6F9CA7FC-78D6-4FF1-BC51-155794A36390}"/>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C7D22C80-CC0F-4B90-B585-378F30DD5FC1}"/>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E6C57FDC-004C-4C98-AC53-B01522CB1A17}"/>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1D7C764F-44E5-4106-8B7F-ED18782D3C22}"/>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344E6CAA-9275-4DE3-8E7C-EA5DE93F7985}"/>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512EDA1C-7C97-47A9-97F0-7485BBA9F13C}"/>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8A4D193F-0DD3-4BD6-9644-FB41F2993A80}"/>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58218CF6-AC37-42D1-AFC2-BCDEE2959B1F}"/>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5C87BE14-FAC3-4A8A-A69A-AA4A2F74F329}"/>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FF07151F-CAA3-43D1-BC27-A96742E25A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4838905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6791BD57-AD79-468E-A887-E119EC31C6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6">
            <a:extLst xmlns:a="http://schemas.openxmlformats.org/drawingml/2006/main">
              <a:ext uri="{FF2B5EF4-FFF2-40B4-BE49-F238E27FC236}">
                <a16:creationId xmlns:a16="http://schemas.microsoft.com/office/drawing/2014/main" id="{60E97F09-ACB1-4CBD-8C88-CA2F4CB1DF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의 판단을 C++ 검사에 적용하기">
            <a:extLst xmlns:a="http://schemas.openxmlformats.org/drawingml/2006/main">
              <a:ext uri="{FF2B5EF4-FFF2-40B4-BE49-F238E27FC236}">
                <a16:creationId xmlns:a16="http://schemas.microsoft.com/office/drawing/2014/main" id="{F0CB79AB-0C17-49D8-B638-ED221DF6EA8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0B688CAB-40FA-4907-844B-9895554BBB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0922D246-19EE-4FD3-844C-3A97D35B36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C1A2766A-0509-4B67-AA1A-6BE5AFAD5B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20020412-C254-422E-8CF2-A0EAC530C7E4}"/>
              </a:ext>
            </a:extLst>
          </p:cNvPr>
          <p:cNvPicPr>
            <a:picLocks xmlns:a="http://schemas.openxmlformats.org/drawingml/2006/main" noChangeAspect="1"/>
          </p:cNvPicPr>
          <p:nvPr/>
        </p:nvPicPr>
        <p:blipFill>
          <a:blip xmlns:r="http://schemas.openxmlformats.org/officeDocument/2006/relationships" xmlns:a="http://schemas.openxmlformats.org/drawingml/2006/main" r:embed="Ra61fb8e8137e4ebc"/>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9A084C5A-0EB1-4E9A-A351-69AB59693362}"/>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000E3F01-425D-4AB9-87B5-33ABC9B3282C}"/>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84D20690-CE7C-4D30-AB59-812405875CA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48D26E1F-E963-4C2E-A891-D6E434963447}"/>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8ACFF63C-0D74-4173-A2A8-635B0E1AE230}"/>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9BCBB7E2-A298-4468-B83E-68696258B404}"/>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0B35716D-9FCA-4DA1-AD1C-B2614E22FAA1}"/>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F7364193-AE59-4F1E-8DA3-EBB7A045A93B}"/>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FCF2EB2C-A358-4799-9D58-77F843F66CF9}"/>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0A255A99-CCD2-4930-BECA-BE97FFD6DC60}"/>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EA8506EF-3350-408B-AA2E-96BB5C696942}"/>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5CCE09E7-4BD0-4FFD-9BD6-FF54EB088231}"/>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37D147E6-3C3A-4CE8-9CBA-8FABAB408905}"/>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82499DFA-F7AA-46FD-90E0-29CF1B52FD89}"/>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D819A2B3-4850-4FB4-B344-1E77D9C2486F}"/>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A3A97F3C-24B4-4415-A746-845DA43D680F}"/>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202A59CD-65EB-4107-BB11-B44313D3A9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5664532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16463D83-E741-4FB5-9320-B5CAD8089E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67">
            <a:extLst xmlns:a="http://schemas.openxmlformats.org/drawingml/2006/main">
              <a:ext uri="{FF2B5EF4-FFF2-40B4-BE49-F238E27FC236}">
                <a16:creationId xmlns:a16="http://schemas.microsoft.com/office/drawing/2014/main" id="{4E20B81F-CA2C-43B2-B576-5CC2D4B628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업무에서 먼저 정리할 한 가지">
            <a:extLst xmlns:a="http://schemas.openxmlformats.org/drawingml/2006/main">
              <a:ext uri="{FF2B5EF4-FFF2-40B4-BE49-F238E27FC236}">
                <a16:creationId xmlns:a16="http://schemas.microsoft.com/office/drawing/2014/main" id="{E07B79D0-BA60-4543-9939-976EBB377F6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E7FB69EE-EA1D-42CD-9371-07F4BC3E02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1E0C33F7-A744-41D5-B0EF-DA0F4259B9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531E3F6E-EB17-4F06-B667-1175E2ADACF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FC8DAB7D-10EB-415B-9A7A-489F6A4862B6}"/>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8B913A35-883B-4536-A07B-3D432597E76E}"/>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457BE73D-2CE6-4BDD-BACB-313B107B0301}"/>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4A448398-AFE8-4B90-97B2-FF55584FFB4C}"/>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C268BA29-42A5-4D65-BF06-94DDF03866D1}"/>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265CAEFE-1422-41B8-8F87-EEB8CD8411A9}"/>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5C28A472-4EBB-4EDB-8B54-8BBD89A0F48D}"/>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06E88C4C-9901-44CE-9E01-322082DB3AD5}"/>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2275D1CB-200F-4984-8ACE-E1EACB975C04}"/>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B2CDB714-6233-4969-9A01-5D05B715BEFE}"/>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1F311D12-D3FA-44A2-B51F-F8592D3342C3}"/>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23F878B9-E9BC-43F5-83A4-27B3045A707E}"/>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14E49924-45CB-41E8-A2A8-4BF620842D7B}"/>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7652C1C6-6F14-4F0B-B9D8-F0E957F178F1}"/>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256E5330-5981-42AD-9BE7-9B5CCDF05531}"/>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DA95DE0F-8269-4C91-B38B-79E08C65C02A}"/>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074B6D3B-A459-4075-BD63-0EBC0B1D5350}"/>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8320BED3-0015-4046-9D3A-C2D750F26F91}"/>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DED8A01A-7D9D-4919-9314-D16DE9E7DC02}"/>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A1776CEA-A17F-460E-8F8F-E50C40C89B55}"/>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A9D9FBBE-CF24-4D06-A332-0C0AA96917C5}"/>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AF83B935-BA75-4838-AA3B-7A4F11C4802E}"/>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92A3E40F-7ACF-439C-9479-8BC910926EC4}"/>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FBABF49A-1912-455A-9427-46CF99835C3D}"/>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2E3D166F-E4EE-430B-91FF-C9F385F8D273}"/>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37354D3D-9DA6-4ACA-85CA-7F721E8EA7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03382374"/>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25E1CE83-8C29-48BE-BE95-36256536B0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68">
            <a:extLst xmlns:a="http://schemas.openxmlformats.org/drawingml/2006/main">
              <a:ext uri="{FF2B5EF4-FFF2-40B4-BE49-F238E27FC236}">
                <a16:creationId xmlns:a16="http://schemas.microsoft.com/office/drawing/2014/main" id="{78E6125B-6861-4AFA-8800-7FEE37465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확인한 성공을 유지하려면">
            <a:extLst xmlns:a="http://schemas.openxmlformats.org/drawingml/2006/main">
              <a:ext uri="{FF2B5EF4-FFF2-40B4-BE49-F238E27FC236}">
                <a16:creationId xmlns:a16="http://schemas.microsoft.com/office/drawing/2014/main" id="{84424137-CCF7-4923-B21A-B7CB074619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8EB1AEF6-2729-48CC-B401-26C99E48FA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825E3B3C-D6C0-4427-91F4-E662033FA4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8E4AE888-D67D-48AD-8BDF-C77116B6E4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2D5B128C-5C2C-4DA9-A5C4-F302E824EBA6}"/>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99AB28A0-1187-477A-AB44-7C3C0F5E2DC6}"/>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8B15ABAA-83EF-49EB-B0EA-2644935B5BA4}"/>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F57D45D6-C465-42B4-9B86-C20F53745E56}"/>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8E08687C-14F1-41DC-A5D8-8AC54143E0A6}"/>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59DBD40E-B743-4B0C-80F1-B647AF688AF4}"/>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9CF42324-AA73-4B59-9661-8D1B7A0925A3}"/>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9E4D67B0-EAA6-4E64-804F-05D8C77D819B}"/>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9A0BCC92-B4D4-4B8B-AF1A-0AFA064B588C}"/>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4280D7F9-C5C0-4E19-9CA4-A1F5F5CEEAAA}"/>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0B0BBC07-2973-4253-8F6D-D16ACCC9F5C6}"/>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C27AB5A3-E4C6-4860-A337-88E4ED508CA5}"/>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1A11D7F4-EDA1-4440-858B-6F9F98756467}"/>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8C9F7DC6-A4D4-43D5-AA98-D57245BA07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3067929"/>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83221AF3-C864-4FE8-9973-84F856CD8A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69">
            <a:extLst xmlns:a="http://schemas.openxmlformats.org/drawingml/2006/main">
              <a:ext uri="{FF2B5EF4-FFF2-40B4-BE49-F238E27FC236}">
                <a16:creationId xmlns:a16="http://schemas.microsoft.com/office/drawing/2014/main" id="{A27ADDE1-D88D-47F2-B7B1-C65D90D61E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처음에는 기준과 재사용 절차가 맞았다">
            <a:extLst xmlns:a="http://schemas.openxmlformats.org/drawingml/2006/main">
              <a:ext uri="{FF2B5EF4-FFF2-40B4-BE49-F238E27FC236}">
                <a16:creationId xmlns:a16="http://schemas.microsoft.com/office/drawing/2014/main" id="{B586F235-3480-47F8-B7F6-2BE1BA24D9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BA24B636-492B-4A95-96DC-969E9ACA83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9BA7A1FE-8008-41C7-9F74-B6D8303401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5E72DBAD-5FD9-41D2-9DE7-3E7E412BB47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660D1277-EE6E-4B17-AC34-9F575DAAB4DB}"/>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DA1C35C5-8988-4415-8824-254D98486BEB}"/>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EF310043-9C44-4407-AD76-E89B09827D60}"/>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301F39A2-4109-403D-BA90-7BCE0639335A}"/>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48F0677F-C1B2-447D-A416-E223A1529D58}"/>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0FABC947-D06A-4F74-B071-F521F2E275F2}"/>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11D9BD6E-64D0-4C76-A471-92F43374CD36}"/>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111EF506-5312-4FB3-99D3-30897A4B02F3}"/>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DCB25269-F38B-44F7-9BEE-F6942EBE886B}"/>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AC22B893-7FA4-4AC7-BD4D-8A0EAAE09818}"/>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53EF41F5-5EFF-44A1-8177-06DCA249F582}"/>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ACD27077-9779-43AF-BDED-97F0F625C5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71964622"/>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A2A09C86-3EE3-4187-87AF-80F4A55F2B9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76D90A6F-B87B-47B9-B074-573BBA2AB7B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7CE3DA73-BC50-4631-A3DD-C3E46BB072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2A944749-0D83-4652-9854-08C248944F9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1942508F-E31F-45E3-B1BA-0E7740ED6DA5}"/>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6A675204-CB43-4E42-899F-742E4A2CD400}"/>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05E8C7CF-C788-4884-8C4A-60EEBD18CBE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8B6312C7-B77A-4300-B451-FE586C8F64FE}"/>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04A90638-CB9E-4144-8FB3-8B90D152CBF0}"/>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B0E380C1-1B11-4214-BB2B-F9815C176A07}"/>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0A1E1D29-2009-4217-9AE6-660FF4007BF8}"/>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0349C4E5-21F7-433A-A8EE-504DADCECE2A}"/>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937D104B-A839-4242-B651-832DAF402C78}"/>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CC046E97-85E3-447B-8335-1D84CFBDC55B}"/>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3D03A1C9-5FF1-4D45-84FB-C74ABB39E07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244244A0-58D3-4B54-8899-6BDACC7946F7}"/>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2133AF6E-0892-4F09-A736-ADE0BA45DFDF}"/>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62C93877-8E5B-4302-8A37-6E986CBC3028}"/>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5D545BAC-FE84-44BC-A138-259ABF74613E}"/>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CC884457-DA93-4EF5-A1B1-5C9BAF445EB9}"/>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FA62C97A-CAB4-466D-BB4A-76E7A6543597}"/>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71ACB279-0A30-445A-A194-30F690AD898C}"/>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4008006-D1A7-4C0F-ACBC-92E18D648FBD}"/>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D26A77C4-F0D5-48A8-A6B9-68A403E0975B}"/>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C931FC81-07D6-4698-8198-04798CEABC44}"/>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B0A570D5-0CFD-4300-AB9C-FCA99980CF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1D1456A7-D9C3-4153-AB57-7E9189891F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A031A04C-624C-43CF-A69E-8C64D17019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BC9C54A5-368E-440E-81F1-509B690C6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82949080"/>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18529819-F817-4463-B64D-3C679321CF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1">
            <a:extLst xmlns:a="http://schemas.openxmlformats.org/drawingml/2006/main">
              <a:ext uri="{FF2B5EF4-FFF2-40B4-BE49-F238E27FC236}">
                <a16:creationId xmlns:a16="http://schemas.microsoft.com/office/drawing/2014/main" id="{CF510DAC-11E2-4BDF-98D9-374A89D506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요청과 다음 작업의 지침">
            <a:extLst xmlns:a="http://schemas.openxmlformats.org/drawingml/2006/main">
              <a:ext uri="{FF2B5EF4-FFF2-40B4-BE49-F238E27FC236}">
                <a16:creationId xmlns:a16="http://schemas.microsoft.com/office/drawing/2014/main" id="{866C7BBA-6904-4C47-A5E4-61FD2A5E0E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94E4A5D9-DBA1-4146-8D1B-F134E83A1B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FFD1ADA4-AA7E-4D98-8ADA-CA6F47D8B9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F9AA3545-2E20-4106-8DD6-45D33E2A09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983D1AAF-0082-48E9-8FC4-4E13CF0962CB}"/>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7033790C-51E2-4330-B9D1-922660513C6E}"/>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767A94A3-BA69-45C3-9615-0E215201459B}"/>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D48843F1-C8AB-49E7-9622-734084E9CFCE}"/>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26556062-40D8-46F8-90BF-9AFF54764994}"/>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3C53DC2A-B083-4A16-90F1-129A78739BE4}"/>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62782E7B-F3F0-4C7C-A6A3-7FDD571606D9}"/>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7330A30C-8801-46EE-902C-A1CE6AF81D51}"/>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020F121F-1FCB-43C6-886D-88EA2E8C8867}"/>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51810C24-27FA-478A-8475-7EBB2BBC26AF}"/>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485C2B95-B422-4261-8E2E-65D897B6E6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71931055"/>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642492F1-0184-4A7F-A244-D960DCACC2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2">
            <a:extLst xmlns:a="http://schemas.openxmlformats.org/drawingml/2006/main">
              <a:ext uri="{FF2B5EF4-FFF2-40B4-BE49-F238E27FC236}">
                <a16:creationId xmlns:a16="http://schemas.microsoft.com/office/drawing/2014/main" id="{DC88DE9F-E7D7-4CA5-A79D-E3A242B51F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을 고르기 전에 확인할 기록">
            <a:extLst xmlns:a="http://schemas.openxmlformats.org/drawingml/2006/main">
              <a:ext uri="{FF2B5EF4-FFF2-40B4-BE49-F238E27FC236}">
                <a16:creationId xmlns:a16="http://schemas.microsoft.com/office/drawing/2014/main" id="{78BBBB01-3945-4E99-B83D-1C12767B25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49B633C9-2BDA-4F47-B629-41E6C0A5E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7494CFCF-3CFA-4FFC-8B4A-6B05C04C46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40DDB07D-8541-45F8-B0EB-0BADDA6D2E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ECCD8DC8-7023-46C9-86EB-31D7341880F5}"/>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8985C3BD-EFAA-4428-BF16-B6FFB3CE70F4}"/>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021A5328-A985-4241-9C1E-77A52C9A18F0}"/>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B49971BC-4FE4-4607-85DC-5069CF938983}"/>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F02575AE-5C17-401F-A79C-AA3F54BB7EB0}"/>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5A52F870-839B-460C-8C21-1CF017731679}"/>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B7BA89B6-02FF-4706-995C-35426FAF4965}"/>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AA44D8EB-81DC-4360-9290-9B5CA88A3F3C}"/>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793342DE-99B5-428A-857C-C7B1A18A1C09}"/>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6BE1DE06-3A04-4CBD-8051-1E2864470ED5}"/>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A9CFE4DD-4EB4-4DEE-95FA-D3A52047FD37}"/>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554AAC2D-205B-4ED4-A863-67778AF4D9B4}"/>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ABFB368B-DF05-40DE-A092-DCA540B16728}"/>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FF2B43AC-8774-4C67-B109-46708690BC58}"/>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2AF69507-C140-4ECF-82CF-CF80F3C739A4}"/>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47BDEC7F-A49F-4679-B375-6B248DC038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6400159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C419C681-30AD-493E-B8A2-07B928E857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3">
            <a:extLst xmlns:a="http://schemas.openxmlformats.org/drawingml/2006/main">
              <a:ext uri="{FF2B5EF4-FFF2-40B4-BE49-F238E27FC236}">
                <a16:creationId xmlns:a16="http://schemas.microsoft.com/office/drawing/2014/main" id="{4861FC9D-B6C5-4792-BACB-035FE23DFB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주어진 정보와 원인 가설을 나눈다">
            <a:extLst xmlns:a="http://schemas.openxmlformats.org/drawingml/2006/main">
              <a:ext uri="{FF2B5EF4-FFF2-40B4-BE49-F238E27FC236}">
                <a16:creationId xmlns:a16="http://schemas.microsoft.com/office/drawing/2014/main" id="{007BD7B1-D7BF-4330-BAD2-1991E1CC39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475EAA39-DF87-4150-99E0-6B332504C6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1C60D96D-B30A-4C73-B2B4-FF4051C75C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B9AE667C-2BF6-44A7-91B1-656F56AFD3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AF12BB44-5677-4FF4-8DCD-28B7A4FAA34B}"/>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C38027D8-67EA-45E3-838F-5F4128D97338}"/>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8AF6FD27-8B93-46BA-A1C9-29B21D45FBBE}"/>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4A2A040-CD47-4735-B0FE-89559F1355DA}"/>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D1DDFCBA-0FCB-401A-BF27-95B112305DA8}"/>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6725CB39-DF94-46CC-8789-6D454629F1D8}"/>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09641F25-B075-4A77-AD40-9042889109E5}"/>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1D896CE0-D74A-47AC-B835-CCBA47DD70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54260844"/>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8FE8A007-B409-4D7F-93B0-B3A50CC63D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4">
            <a:extLst xmlns:a="http://schemas.openxmlformats.org/drawingml/2006/main">
              <a:ext uri="{FF2B5EF4-FFF2-40B4-BE49-F238E27FC236}">
                <a16:creationId xmlns:a16="http://schemas.microsoft.com/office/drawing/2014/main" id="{1A0EB4AD-34F7-40A0-85F3-5BA39FCF55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확인한 원인에 맞춰 변경 대상을 고른다">
            <a:extLst xmlns:a="http://schemas.openxmlformats.org/drawingml/2006/main">
              <a:ext uri="{FF2B5EF4-FFF2-40B4-BE49-F238E27FC236}">
                <a16:creationId xmlns:a16="http://schemas.microsoft.com/office/drawing/2014/main" id="{DC85A93C-58F7-4629-8257-7F19837CC2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57338F74-4B44-40FF-B987-62134A28FA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F91386B0-E285-4122-AF04-F17B439827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D053A900-438E-49B0-A7B1-A5221DFD4D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7154E633-702A-4B83-BF61-057B49658B11}"/>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F78EFE2C-95DF-46F9-8647-46B8AF0C701F}"/>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B1D9AD9C-8E91-4632-B7FF-51BF8229C51C}"/>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9A1F4EB8-5696-4492-9B1C-222E0AE9D332}"/>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05FE4893-0BEB-422D-A854-83A1A870758C}"/>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7A83D1EB-66A3-4860-9D0F-2963C291510A}"/>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BA5B9FB4-9E04-4A51-B781-7D98425C5671}"/>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D9C1916B-20A2-4556-A165-BE40BAB542E0}"/>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8AFDC0B-3006-42FA-AEA1-BC5C35A80FD9}"/>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DA6BC32C-93DD-4029-9BBA-E80C6EB011C7}"/>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132C6EA3-B227-4702-9CE0-2321A91C3603}"/>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1B0FAB78-346C-4E74-B7DC-E26FD35A19D4}"/>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4A274142-5EC2-4772-AFC4-39A07994FA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2111807"/>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2E78A78C-3FCD-452E-9F42-72797DCB7C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5">
            <a:extLst xmlns:a="http://schemas.openxmlformats.org/drawingml/2006/main">
              <a:ext uri="{FF2B5EF4-FFF2-40B4-BE49-F238E27FC236}">
                <a16:creationId xmlns:a16="http://schemas.microsoft.com/office/drawing/2014/main" id="{B02A745D-EA3A-4D10-8635-5306935D13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확인된 범위만 검토하고 갱신한다">
            <a:extLst xmlns:a="http://schemas.openxmlformats.org/drawingml/2006/main">
              <a:ext uri="{FF2B5EF4-FFF2-40B4-BE49-F238E27FC236}">
                <a16:creationId xmlns:a16="http://schemas.microsoft.com/office/drawing/2014/main" id="{9B9CEBBF-5D95-4A7A-A590-AC115E4DBA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A5E170CB-492D-4B09-89BF-912CDC6638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92EE47B4-F1D4-40EC-9207-737A02C607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A0C7CF64-FD83-4ADB-A7AC-2252FF94FA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6DF11E90-B73C-4720-AD13-E92E403F8350}"/>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AE3A40ED-E758-4BB9-A16D-10B9CAEA134D}"/>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DAB21DB5-5737-4AD6-B4D3-3C3692BB9196}"/>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EA6620E1-3447-4D13-BB19-9DFA82FEE911}"/>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4D658641-77D3-4CB2-9AFF-21F42BA5F84B}"/>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07E7818C-0EAB-4D15-92E6-319ABF7A729A}"/>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6D51E8DF-3838-4A94-8CAC-19B5B56D0E29}"/>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A3EB15DE-7497-4B8E-A03B-3552A4253364}"/>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02A84754-7410-487E-93B8-5F423138D229}"/>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9F156E4E-982C-4A93-BDC3-745371C6139E}"/>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F88B3142-0381-48F9-9A07-B86446E86442}"/>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BAB6504E-D386-4FD1-9BBD-362DB0E8EC14}"/>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E15BEA9E-A9BB-4897-966B-78B9DBBA8A65}"/>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65AD328A-5E8D-4B72-A4F7-CB5F2D9B4823}"/>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CB7D4C67-CDCD-4428-8188-069CE1B89F75}"/>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75072214-5331-4979-A535-9498A23B3BCF}"/>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385E70A2-59BD-432F-956B-B74DBC649A6E}"/>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64CE6E16-0246-4713-99B6-65EB8968E2FD}"/>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CEFD7ECC-8C7A-45E0-9EC8-D33050CE91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4348573"/>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5FDA1A93-95B3-4DF1-8C31-90AAA2BEBE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8B2D59C3-A04B-4994-A37C-B1FD47C1AB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지침을 고친 뒤, 무엇을 다시 확인할까?">
            <a:extLst xmlns:a="http://schemas.openxmlformats.org/drawingml/2006/main">
              <a:ext uri="{FF2B5EF4-FFF2-40B4-BE49-F238E27FC236}">
                <a16:creationId xmlns:a16="http://schemas.microsoft.com/office/drawing/2014/main" id="{89497D21-BC63-4669-908D-D59FF8F57B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2E6D9948-5484-4DB1-ADE8-E189D0E052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DF9A2E0B-5A72-40D3-87A8-7C365B9C68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E06C137B-1A13-40FE-9291-76A6757630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166B729B-5301-4A8D-B91E-AB9F2BB225EA}"/>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D9186F5E-37FA-483D-9017-2ABE6B816F29}"/>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F9D6C882-5FE2-4446-8563-5F3534FD1E5B}"/>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83B5A787-2B12-4EE1-B202-07F86E2D6D52}"/>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F07A4446-46B6-4CB7-8200-E84358E8527D}"/>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C6E66EBC-F7CA-46BF-AF1F-8B97C16072C9}"/>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577A039C-6EFB-442E-9479-FF4428DA14E7}"/>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41BD5C20-040A-47BC-A21B-54850F34F405}"/>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6E6F0FBD-09D2-4D62-BF9E-3315D095834B}"/>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E3A969B6-CEFE-416D-8FA2-85CAAD64064D}"/>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1BCB3DF9-BE3A-487C-AA80-22FFB27E40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598838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EE42C7EF-097E-42CD-8152-741BA5D646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77">
            <a:extLst xmlns:a="http://schemas.openxmlformats.org/drawingml/2006/main">
              <a:ext uri="{FF2B5EF4-FFF2-40B4-BE49-F238E27FC236}">
                <a16:creationId xmlns:a16="http://schemas.microsoft.com/office/drawing/2014/main" id="{277774AA-A694-446E-A006-CD6A40213F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은 서로 다른 위험을 확인한다">
            <a:extLst xmlns:a="http://schemas.openxmlformats.org/drawingml/2006/main">
              <a:ext uri="{FF2B5EF4-FFF2-40B4-BE49-F238E27FC236}">
                <a16:creationId xmlns:a16="http://schemas.microsoft.com/office/drawing/2014/main" id="{0018CB94-1C4F-431C-8E07-8032434AD8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269559FB-2EE6-41FB-8B25-352E9CE6C8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39175741-7545-4042-8D75-F8675650BC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0F0995D2-3D53-49D7-ADAF-88EDFC3237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DE4B6E1B-E866-40FF-8A8B-DB00A7E5169C}"/>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A37E801E-B0F9-4F34-89E3-D9BCD03F099D}"/>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E946D318-EF26-42A1-A0F5-C2090CE9CA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16956624"/>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E775FB6E-37B1-4703-A204-F2B82CB482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78">
            <a:extLst xmlns:a="http://schemas.openxmlformats.org/drawingml/2006/main">
              <a:ext uri="{FF2B5EF4-FFF2-40B4-BE49-F238E27FC236}">
                <a16:creationId xmlns:a16="http://schemas.microsoft.com/office/drawing/2014/main" id="{442FE5DE-DCCD-41DD-8386-BDD4923555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한 작업에 맞춘 규칙,&#10;다른 작업에도 맞을까?">
            <a:extLst xmlns:a="http://schemas.openxmlformats.org/drawingml/2006/main">
              <a:ext uri="{FF2B5EF4-FFF2-40B4-BE49-F238E27FC236}">
                <a16:creationId xmlns:a16="http://schemas.microsoft.com/office/drawing/2014/main" id="{47DCCDB3-6152-403F-B31D-A140AB84744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A8F98A26-14FA-4B21-A6E7-DA8E9D7478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97470A7C-20FD-4718-B37D-26CD5C45E3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986194C4-835F-4C92-900F-E32E7FC475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9DE4B0E1-CE78-48CD-9A56-AA7357B2DA52}"/>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CAB6EF42-6767-46FD-87D1-CA3A03D7D54C}"/>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BF499903-1B15-4A1C-AE90-5B0C4C44A8CB}"/>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01F55162-1C4E-4AB1-9ED2-24BF01695166}"/>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44F976C0-8924-467F-AB53-9D4DA028AA9A}"/>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2EE650C-2268-4C4D-9223-165C4F9E3CD6}"/>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77B1A5BB-7683-47CD-89F7-976B81A7FF43}"/>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35D8B6BD-8E9F-4F79-9273-8FCE3144F23C}"/>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E838C427-F415-4151-98D0-3FEAB75798E4}"/>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03E22106-E9F1-4059-BAB7-6F9410B08114}"/>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D67166D8-107F-47CC-B25F-9088D8486654}"/>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9FFFC25E-1B43-4ECA-8987-2C1596512899}"/>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C5CD5092-5C40-4BDA-A42C-F89BDDCFA5B7}"/>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53D5CF14-2A16-4D26-8AF1-96CA7030FC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7702706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35AA1604-2354-4D17-8BA5-E59FEFC793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79">
            <a:extLst xmlns:a="http://schemas.openxmlformats.org/drawingml/2006/main">
              <a:ext uri="{FF2B5EF4-FFF2-40B4-BE49-F238E27FC236}">
                <a16:creationId xmlns:a16="http://schemas.microsoft.com/office/drawing/2014/main" id="{C15654AE-ABC6-47F4-A113-C7E88FC5FA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관찰을 시스템 개선으로 잇는 Loop">
            <a:extLst xmlns:a="http://schemas.openxmlformats.org/drawingml/2006/main">
              <a:ext uri="{FF2B5EF4-FFF2-40B4-BE49-F238E27FC236}">
                <a16:creationId xmlns:a16="http://schemas.microsoft.com/office/drawing/2014/main" id="{A7461CC5-2A52-4B9C-8235-6076AA111B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8F2A1E47-2AF1-4744-9115-BFB6C7FD5A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83B950A5-EA96-4DF0-BBD0-740E3FE11FC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5CCA6503-0C35-438D-83D0-0A89EA765D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C3121C90-3CB3-492D-8001-9A845765953D}"/>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3820D6AE-9ED0-49CA-80C2-7FFEAA27D14E}"/>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1082EA1A-8EED-4E9C-B819-A948C073BFAE}"/>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DC6AEB95-E835-40D6-B56E-55966BF33EE4}"/>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2D59DD8D-B554-4EAB-A2F2-AA50426D2B8D}"/>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7A316D45-10ED-48A9-8521-259E440C8551}"/>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02D274C1-9449-4290-A7F4-FCB193514679}"/>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FB9E0CD5-8AF8-4C98-97CA-451CA54D7EEA}"/>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CF0FC94B-1416-44C1-ABDB-A1FFA1344B30}"/>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C9759520-4104-449C-8559-EA4C2AA8DD71}"/>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1EB1669C-1122-4EE3-92C5-A8447934F92F}"/>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4A39C7B1-391C-4AC9-B2D1-1BB81466A1C0}"/>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96934D25-208E-44C0-9886-83E40F6EEBE2}"/>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8365B5D8-8E5C-40E1-801F-0971E97D0189}"/>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2991F44A-1F28-4A17-9DC0-7049D54D2844}"/>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021E78EA-1930-47D2-9647-5567EAB0946C}"/>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10BC82C0-97C3-4CD6-8D0C-95F4E36C38D7}"/>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AFB1537A-94F1-4F3C-A404-93FEE0E56124}"/>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15D1C993-5939-4642-9D6C-56036BB28DDA}"/>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03A3E839-7E94-48E4-A276-B0B59B1CE7D1}"/>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526E7F40-DE0C-49C4-A5C2-86C6E2EB1387}"/>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D6F23406-46AA-4133-B278-6058B7D39237}"/>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14497E61-94E1-4133-859E-808732EFC12D}"/>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2D21E82D-911A-4110-8AE3-BAA0622E2D42}"/>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47B10849-BF5B-4F0F-8ACD-E76D154184B5}"/>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8E3709BA-930B-496B-BB38-98912B61062E}"/>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F9A8434A-1FDE-4202-B008-829975E17064}"/>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452AB86A-5AEB-438F-9188-F096C31419AA}"/>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910DA210-16BA-4A08-8FA4-2D175E5C8973}"/>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9D874EC0-4D9B-4C11-BE2E-8B3F2C98D18C}"/>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0231160A-A501-48D6-8AC7-4C366476C59A}"/>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00282192-DF06-4D87-B9D9-2C3116A9935B}"/>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3F6BE8F7-812D-412D-9D63-F1D732E3002B}"/>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AD553597-9A8A-43DD-AD91-454A778AE1FA}"/>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4FAE2309-BEC5-4C65-8992-96D2A4D25856}"/>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D0D7AAA1-5870-4376-A38A-9B08DA75649C}"/>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12EA058D-3A7F-4F7D-8E1D-F8E96E43516A}"/>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77659AB3-F9F0-4FA5-90D5-01F3F18EB5DD}"/>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DEA51970-6AA2-492C-90DD-16A03C1F05F6}"/>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AB74EB7B-B3FE-4D53-9D58-BB297FF12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51760093"/>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066D95FD-2D08-4714-9F5F-1C8B44FD5F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0">
            <a:extLst xmlns:a="http://schemas.openxmlformats.org/drawingml/2006/main">
              <a:ext uri="{FF2B5EF4-FFF2-40B4-BE49-F238E27FC236}">
                <a16:creationId xmlns:a16="http://schemas.microsoft.com/office/drawing/2014/main" id="{308C0639-EA7A-447A-87ED-56299B2FC1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평가·보고 기준도 개선 대상이다">
            <a:extLst xmlns:a="http://schemas.openxmlformats.org/drawingml/2006/main">
              <a:ext uri="{FF2B5EF4-FFF2-40B4-BE49-F238E27FC236}">
                <a16:creationId xmlns:a16="http://schemas.microsoft.com/office/drawing/2014/main" id="{C866FEAA-989E-4260-AB14-AB0CD6EF0A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09074379-F8F7-4DE1-9A64-5B3C41F81F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C16C9F8-8D33-42AB-90F2-E541A7EFE2C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B0DA2083-1D98-498E-97D8-D6CE5ED0E9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E7040841-0377-4CFF-A882-0D048E8683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2DBF4002-F087-4355-8806-C1A38D231A5C}"/>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EB84FE1E-34C3-46E5-9813-F3F8254A2FDB}"/>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0884AB90-78D2-40E8-8910-9A3CC0620297}"/>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C1EF0EEE-FD53-4B93-8164-2461E8F39E80}"/>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92DCED9A-4FF8-4141-95BB-C2F0C5290CD9}"/>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F36BA41C-FFCF-457A-A798-11DA4395B8C9}"/>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E913AA3F-B575-4A89-9DEB-9BFDE840C3E2}"/>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D6BC5AFA-8B9A-4EDF-BE20-D730E64B8439}"/>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1C5D5309-D6AC-4156-A78B-62D4CC5C9C54}"/>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7BDCBE52-32B3-4E44-8F33-2868D2F051A4}"/>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55E1A1C9-78A5-4ED7-AAA2-30394A31A5B0}"/>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C092EFE3-3AD7-4FAF-B32A-8428CE9C6DF4}"/>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D3280C20-8910-45D8-BAFF-65986E2A69E8}"/>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948DF4C2-05E9-4730-966D-D3BD6DA54880}"/>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18247368-9B7B-4C12-B306-21D53D9C22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18559704"/>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3698D287-E178-4D6B-B60C-0D2179B3C8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1">
            <a:extLst xmlns:a="http://schemas.openxmlformats.org/drawingml/2006/main">
              <a:ext uri="{FF2B5EF4-FFF2-40B4-BE49-F238E27FC236}">
                <a16:creationId xmlns:a16="http://schemas.microsoft.com/office/drawing/2014/main" id="{229AD47E-E807-4A09-9550-71C1F74930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 확인과 원인 해석을 따로 기록한다">
            <a:extLst xmlns:a="http://schemas.openxmlformats.org/drawingml/2006/main">
              <a:ext uri="{FF2B5EF4-FFF2-40B4-BE49-F238E27FC236}">
                <a16:creationId xmlns:a16="http://schemas.microsoft.com/office/drawing/2014/main" id="{1E1AA7E9-5269-4BA7-ACA0-BB4FF3CCFC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04358604-BF23-423C-9988-F56E352C31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476CAE5-E87B-4F8E-B8D4-5E94F22918E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895889BB-D53B-472E-A833-8F1966809B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797A6F0B-C217-4E01-A96D-8B4FC83ECB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16181A4C-3810-40ED-B43C-B48EDB13FBE7}"/>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527BA575-312A-4193-8828-CB6A79715638}"/>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88F1383C-8E3B-433E-ADB3-49F7A7F9773F}"/>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08DC1BFE-31B3-4342-B4E5-8EFBEFC9783F}"/>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29CCD7DD-3BA5-401B-9C88-930C6213CF94}"/>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C6FB855A-EB9D-4A62-B2FF-1F8E7FA599CF}"/>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773C9313-65BE-402E-846C-64663D570CC6}"/>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EEE5D29E-B465-40AD-B50C-D686B28A8E7C}"/>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E094A32E-49D6-40E6-BD33-93D7239B203B}"/>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BCBA578F-9EFB-4398-888E-8D84CCFF8641}"/>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46368D03-2A45-41BD-A3DD-225FD64DE9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83160676"/>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350A54F5-0384-4594-B4CC-FA44903234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2">
            <a:extLst xmlns:a="http://schemas.openxmlformats.org/drawingml/2006/main">
              <a:ext uri="{FF2B5EF4-FFF2-40B4-BE49-F238E27FC236}">
                <a16:creationId xmlns:a16="http://schemas.microsoft.com/office/drawing/2014/main" id="{027A272A-F412-4B97-86ED-0C84CE014F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다음 조사에 남길 기록을 바꿨다">
            <a:extLst xmlns:a="http://schemas.openxmlformats.org/drawingml/2006/main">
              <a:ext uri="{FF2B5EF4-FFF2-40B4-BE49-F238E27FC236}">
                <a16:creationId xmlns:a16="http://schemas.microsoft.com/office/drawing/2014/main" id="{50FCAE1A-6123-4560-B632-544273AE19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65025CDD-A487-4595-8712-26C1DCDB8ED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01E0710-8344-4AD0-9DB2-8AADD3226B6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44715E40-04F4-409D-90C4-55B934CFD2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EB780BB7-269C-43C8-BE6B-737DB284D5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51C4ED36-398F-4715-9114-32323EC10829}"/>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538C13FA-69EE-4D37-9AB2-F74FEE5CF9EC}"/>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E0ED3ADF-E5D6-4856-A6F5-C2656EFEAA05}"/>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37B785F5-A8C4-4BF3-8373-909666851BAD}"/>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A4C69807-A02A-4CDF-BEC3-929C9B6351DF}"/>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E2648F13-49B3-4648-AE7E-496956600902}"/>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27CCE65D-2257-4A1A-AF6D-482431E597A0}"/>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C2BD9914-EEE6-4375-936A-91489F724F41}"/>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97722F9D-4C56-433B-A194-B32B43B0067A}"/>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D8C54D6F-6874-409E-AE7D-D04D3F9F924C}"/>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3D9ADB31-BA54-4D4F-B97D-D21D990E7B6C}"/>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5D9EABDC-3CFF-49A3-8448-FB6799744BE8}"/>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FA2014EA-CC9D-42D9-9F10-DCE369A668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3312150"/>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1C8250FD-2E15-4EC8-AE4F-8F7019441B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3">
            <a:extLst xmlns:a="http://schemas.openxmlformats.org/drawingml/2006/main">
              <a:ext uri="{FF2B5EF4-FFF2-40B4-BE49-F238E27FC236}">
                <a16:creationId xmlns:a16="http://schemas.microsoft.com/office/drawing/2014/main" id="{566CCFFF-5314-42D5-8E05-7D0E90508E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도 원문과 다시 대조했다">
            <a:extLst xmlns:a="http://schemas.openxmlformats.org/drawingml/2006/main">
              <a:ext uri="{FF2B5EF4-FFF2-40B4-BE49-F238E27FC236}">
                <a16:creationId xmlns:a16="http://schemas.microsoft.com/office/drawing/2014/main" id="{FD33A983-C915-486A-BE95-B0E2713DC4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4C4432EC-9B25-4E99-9B0B-23372E8959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89CAEBB-68B3-476C-BF9B-B6183DCA40F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F9383609-BC26-484F-8FE0-94A00B10A7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65AAD068-8A5A-46E5-8451-878C13C507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3397BE39-3222-4AA7-95BF-ECF95AD39462}"/>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B01842C1-48D3-4889-B2D4-6C5A2C2F4F4D}"/>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A3ED01BB-BA5E-458E-B45C-9BC30C1B4C6E}"/>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57D255B8-98DA-4203-94DB-4CDA9C93513A}"/>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0884CD28-EEC1-443D-AAD9-431A933F800E}"/>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F14AB670-A539-42C0-AF52-25D2626D9A41}"/>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9F104DBB-EBC8-40B2-88C5-FE28D93451A4}"/>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5134B94E-A978-4B2B-8738-ABD8AE8632FE}"/>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69011F06-DA06-45F4-BC77-5EB4A33B86E9}"/>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3BBBA7A7-C830-41A6-833B-260B79805735}"/>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EDDF9026-374A-4EF9-A2C3-1302A237DD92}"/>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7D328248-1EFA-4749-9F3E-01CC02F2836F}"/>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3F2F612F-36B5-40ED-B1BB-6B5648D61B98}"/>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5F85A4B6-D03C-438E-8597-0C2B2601D38E}"/>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131BC44D-564B-49D6-8B80-8152125EDA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334173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E2C8308D-681D-464C-AAD8-266D85E225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4">
            <a:extLst xmlns:a="http://schemas.openxmlformats.org/drawingml/2006/main">
              <a:ext uri="{FF2B5EF4-FFF2-40B4-BE49-F238E27FC236}">
                <a16:creationId xmlns:a16="http://schemas.microsoft.com/office/drawing/2014/main" id="{10438C11-C229-4245-8BE4-5A9BD20D70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기록을 Loop의 단계에 대응하면">
            <a:extLst xmlns:a="http://schemas.openxmlformats.org/drawingml/2006/main">
              <a:ext uri="{FF2B5EF4-FFF2-40B4-BE49-F238E27FC236}">
                <a16:creationId xmlns:a16="http://schemas.microsoft.com/office/drawing/2014/main" id="{8D6037AC-5DAF-4060-8C43-76A38B825E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D137438E-846A-473E-A417-E58AAB30EB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A1E21A6-EDED-4D1F-B8A8-C0ECEB944F6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3189E8AB-4982-4E33-9ABD-FCCB5A61BD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6D47D2AB-86DC-4C7D-9419-C8AE402B28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7A071187-3A69-4012-804C-2FD4031D6408}"/>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C093FDF0-E269-48A0-BC43-C8448C4CDB8F}"/>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5521BA36-9AEC-4980-932D-246C7D23DE06}"/>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F5F23BA8-59B8-4E64-A2B7-7EA5DE93A6F4}"/>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5813F864-CE50-4C0E-B3B6-F88857DC2827}"/>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D304C663-1FE1-4556-9579-CBCAABC87FB4}"/>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FF47210F-C551-4B0E-87FF-BE1AB6B99FAF}"/>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51EDC96E-F0F1-4DF5-B6A8-A90380DAB47C}"/>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DA10DA3B-6E7D-47DC-B750-50A3824652C8}"/>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209FC1AE-9D1F-4F29-8F6B-F9BB83838093}"/>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C2D7133A-3B23-4571-907F-BFBB9D8957DF}"/>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7E840006-5F2A-4AA2-9074-0A35A777E645}"/>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7FC72016-D957-41C1-A7DA-28A012FFB430}"/>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ABCF3D9C-4F28-4CFC-969D-499E4FEB3756}"/>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1582E2B8-1E31-4A3E-8C41-615E8C789FCF}"/>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F52DB832-B06B-4DF0-8241-2C7150DF7B54}"/>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50448ECE-5DBB-45E2-8C91-2BB263E20B19}"/>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A764E35C-D4A1-4C3A-83DC-9DDCB1FA2DEF}"/>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F6E30465-D4C9-428B-96E2-9020679A898A}"/>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09433113-05D5-4B6D-9217-4B6A284367D4}"/>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5F76A0AC-8113-4CBC-B280-752EA6DFD400}"/>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1E49F764-4ABB-4A09-B5AE-BA28C3317E9E}"/>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8FF5E8B6-205F-415B-AB4B-B50DF0A4892B}"/>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C763866E-70B8-431E-9E51-47C7C7DD6255}"/>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565119D3-C70E-4A52-A4DE-DFDBE453D730}"/>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92E2EB06-3392-48E5-B740-6B5CDE91E882}"/>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2A6E1E6C-B174-4915-8AA9-66EA076C28CC}"/>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6D0E3A95-0BFC-4A89-B5AE-8A7B612FA4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2428785"/>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65AA8B4D-28D3-4D73-8562-96A6B856EA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4CB04496-D91D-47A3-8D73-FA45EF755A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528D048C-6466-41C2-BEEE-BA20D9259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CBF26519-CD04-408F-AB21-A2CF5DB194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4F363EA0-1820-446C-82A8-C01E1F4AB5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42BC0D07-E6DF-45A4-89D6-CB157464D1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E9FD84AC-5548-42A9-90B8-3FEB324F8EC5}"/>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FEA17EDC-AAD4-41D4-927C-22DA9E46409A}"/>
              </a:ext>
            </a:extLst>
          </p:cNvPr>
          <p:cNvPicPr>
            <a:picLocks xmlns:a="http://schemas.openxmlformats.org/drawingml/2006/main" noChangeAspect="1"/>
          </p:cNvPicPr>
          <p:nvPr/>
        </p:nvPicPr>
        <p:blipFill>
          <a:blip xmlns:r="http://schemas.openxmlformats.org/officeDocument/2006/relationships" xmlns:a="http://schemas.openxmlformats.org/drawingml/2006/main" r:embed="R0f426fc6cce642fd"/>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04A074B6-CAFD-4EB1-86E7-CB4947E5CB5D}"/>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369FA405-A6A9-4D7D-9918-29B0736525E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856A0A51-A7CC-4FF1-A8EF-BBC33A261CC1}"/>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01DA201A-E068-4319-B612-F91EDF7ACCE6}"/>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0883A3F2-D1D8-4EC8-904F-3CA68C2434C6}"/>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F1AC9DDF-36A6-4209-B056-32A7B62055ED}"/>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F980128A-96C9-44E2-AD82-98763138FB82}"/>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FC19D294-4202-43A7-8E4E-759F11F3BDB9}"/>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E87567B3-E8CD-4082-ADDE-45065FE6E083}"/>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7430FE59-B1EB-4A5B-8780-69F4F4303B80}"/>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19AFF9DA-8184-469C-A32D-70F242B13FAA}"/>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450E1DDB-7199-4212-BB52-5A367329F629}"/>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CF372D16-0CAE-4227-B2D3-2E19EBB71F17}"/>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0688C22-B4BC-4665-A1AA-C3BAD26A29AF}"/>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EF1F5393-4EEA-4C98-866B-320268C9F6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22001848"/>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B3B791E9-CCDE-4E46-8CB4-EC0CA42EA8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D0A88D14-1B9E-4341-B875-65805446AC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문제에 맞춰, 일하는 방식을 넓혔다">
            <a:extLst xmlns:a="http://schemas.openxmlformats.org/drawingml/2006/main">
              <a:ext uri="{FF2B5EF4-FFF2-40B4-BE49-F238E27FC236}">
                <a16:creationId xmlns:a16="http://schemas.microsoft.com/office/drawing/2014/main" id="{CBCEE06B-CAF8-46F6-B1E1-6DAF917EC8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24F2F83F-D937-45B5-BEEB-F48959373C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5BF0FCC6-E2C3-4A96-9CE6-8139A5DDA4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085E962F-72E6-4B4C-82B4-C399999B62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96B7F04D-27FA-43FF-8177-F10F367C4867}"/>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D1DF7E8A-421E-493B-8F1C-1C097D817058}"/>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CA211310-D2AC-44EE-8C9E-49AA96B7E1F4}"/>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7D98677E-75EE-4F71-BCF8-A4991816567E}"/>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96D7FE33-E0DC-4F3B-9528-E4FB9AA67F75}"/>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80D6324F-982F-479F-BE7F-9133131CFDC9}"/>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FDD50784-63A2-476B-B66F-0E9130ECA8F3}"/>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07A754BD-9A99-469F-ABB2-768616900B6E}"/>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EE6E0F32-ED39-4D2A-A5DC-8B5C48BE33EF}"/>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BE409A75-DF11-45E1-8707-9C5DBC84D172}"/>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85F8F44B-C51D-4565-9F5E-C7A943179833}"/>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EF6D63AB-EE16-49FB-AA43-0C0584606DE6}"/>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2BADAF1D-5235-4AA1-8A8C-462C0B13BB0C}"/>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D1AD6E7E-9C58-4095-B874-AF7F750FE99F}"/>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B738D508-C0DB-483E-AD9A-74F2E96636B8}"/>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FB5B72CB-483D-4814-9A55-96B28C39A1B2}"/>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5B823273-8F32-48B6-8C47-119B1F51D34B}"/>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D9A6FB4A-75E0-493C-A519-999B3BDB8090}"/>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0100EA4F-6D2B-4402-ABC6-D6B135C07E9F}"/>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42176FBD-218E-4DDC-9042-B7BC722D620A}"/>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ED2AD351-7CD1-492A-8A79-722947823161}"/>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EF2D339B-553C-4758-B003-4E5F50252124}"/>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FF4FABA4-2ADC-4697-9659-71A7B407656D}"/>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43E560A7-AE2E-4440-BFB5-96474C7274C9}"/>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C544AE93-69B7-47F7-83CF-3EF116BC78EB}"/>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5E7B71A7-7FA3-40C7-A4C3-CEFC43114B45}"/>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E318DDCC-EBF1-49C5-B2CB-5D91F6CCF3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582235770"/>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44BCC1B8-4D19-4AA5-9ED7-5E5B3F18E5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87">
            <a:extLst xmlns:a="http://schemas.openxmlformats.org/drawingml/2006/main">
              <a:ext uri="{FF2B5EF4-FFF2-40B4-BE49-F238E27FC236}">
                <a16:creationId xmlns:a16="http://schemas.microsoft.com/office/drawing/2014/main" id="{F1D622AC-2D36-4D77-A8C0-B5F5CE7418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Demo는 문제에 맞춰 바뀌었다">
            <a:extLst xmlns:a="http://schemas.openxmlformats.org/drawingml/2006/main">
              <a:ext uri="{FF2B5EF4-FFF2-40B4-BE49-F238E27FC236}">
                <a16:creationId xmlns:a16="http://schemas.microsoft.com/office/drawing/2014/main" id="{18D119E9-479A-4F7B-9F30-7870999981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05E9ED44-2902-4757-9737-81AF9405C8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48529FFA-03E7-4B09-8AC4-3434AC4937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11416266-CE8D-4D00-B363-60C69E7041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662E4014-B492-4645-800F-55D25DE1DEC8}"/>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C5169BF0-DB9D-49B5-9A12-48E6BDB97847}"/>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3F05EB04-58CE-47F0-9466-414466EC07D3}"/>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D80CEE87-06DA-4653-8989-BD9D1596890B}"/>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2910DEFE-AA4C-4F14-9FBC-A7F747196704}"/>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77AF54E9-2FB2-46ED-BE0E-0746078D2F86}"/>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3FE42829-3922-4727-8082-410F2762C6FA}"/>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E3737DB4-FF86-4ECC-82C9-A84C5F40CFC9}"/>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CB309461-3E76-4950-8458-F76F3802D925}"/>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D3F6332B-DDCD-4B24-972E-4AD642CF00C6}"/>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235F49D5-F3EC-496A-92D5-C7EB318AEF04}"/>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BCDF2CC4-0755-495E-B130-C7CCA98FFA81}"/>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69899608-E7BF-4649-8E28-448473D4E5A8}"/>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B47C2013-A7D6-4E92-BFB1-63E4E58D3F60}"/>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3CEC3272-B5EB-49A5-BC1B-EFC92DCAE7E6}"/>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6BF3539D-D220-4506-A45C-AA949FEDB088}"/>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AE811270-7CD9-4369-B8C3-FA0F1AE9AF93}"/>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16EF14C2-DDC7-4399-B020-F7AA1EA7BF26}"/>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A3A25687-9973-41AC-82EE-8757373FB841}"/>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AB3EB2F1-EBAF-4026-89BB-7AF9D78E4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34159361"/>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F1B97A6A-6DA2-4BA4-A553-4C1D9CF78D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434EDD01-25CC-4FDB-898A-E73E2E4BB4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이번 문제에 필요한 구성만 선택했다">
            <a:extLst xmlns:a="http://schemas.openxmlformats.org/drawingml/2006/main">
              <a:ext uri="{FF2B5EF4-FFF2-40B4-BE49-F238E27FC236}">
                <a16:creationId xmlns:a16="http://schemas.microsoft.com/office/drawing/2014/main" id="{3E82C356-58F2-4E4E-95EB-B48E504077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F02A072A-8951-43EE-BFA3-E38ED635DA2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BB03E5EB-0D7B-4171-8C2F-6B9A1081D4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21CB8F2A-142A-45B6-A2B7-36E84F8D33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2FE61DD2-588C-4BBF-9780-E9276726C5D2}"/>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8C3E9C57-F6C1-4733-90B0-12C93769265D}"/>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E71FCF9A-4125-4263-9490-82AF75959A4D}"/>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D64C72F7-3F53-48D2-9659-44AA46ECC51D}"/>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0D19EB4E-C448-4B41-B1F4-17992D4CA511}"/>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38F2E838-D2C6-4BF4-BED7-9F6F77522D7C}"/>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A01D1B2F-6378-4C3F-85D1-54414D267E79}"/>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019E0D55-4A13-41B9-AF56-EF5AC51251A1}"/>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88CDBE8A-B994-4DA8-90CD-6B629864E420}"/>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43D67064-8960-4EC0-9CD1-7E3AF7BA4D93}"/>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EE7A276F-07AC-43B9-B20F-B8F76129590C}"/>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E2F4EAA1-BD68-4358-8CC5-5E0193E6F4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263147040"/>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13008028-88C1-4D71-9020-A346D84CC8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89">
            <a:extLst xmlns:a="http://schemas.openxmlformats.org/drawingml/2006/main">
              <a:ext uri="{FF2B5EF4-FFF2-40B4-BE49-F238E27FC236}">
                <a16:creationId xmlns:a16="http://schemas.microsoft.com/office/drawing/2014/main" id="{5C1F2608-42CA-4AE0-8B17-28BCBC2175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결과를 수용할지는 사람이 판단한다">
            <a:extLst xmlns:a="http://schemas.openxmlformats.org/drawingml/2006/main">
              <a:ext uri="{FF2B5EF4-FFF2-40B4-BE49-F238E27FC236}">
                <a16:creationId xmlns:a16="http://schemas.microsoft.com/office/drawing/2014/main" id="{49DA3F2D-E2B0-4099-B923-1BCA363496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D3406D49-698F-46C3-BA54-18E766C9E7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00840ADD-0398-41D4-937C-D5575F6443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59C87D5-C865-487D-93EE-D05B60F1F4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14260B57-F857-463B-BC07-ED58F2788123}"/>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EDDBB13B-706A-4D83-8A40-B1A048A40275}"/>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FDFDD04F-6F49-422E-ACE1-5EF96F4D6A87}"/>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D0CD4A58-9EC6-4E32-BE03-EC8608DBC18B}"/>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D1E8F0A5-19A7-4F00-888B-2796AD91B648}"/>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B9AF7B9B-06C1-41D8-95E6-8E5397945D9C}"/>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5534FB95-2E06-4B8C-825E-0ACCFD889DB7}"/>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4F0C0F0E-5E99-49F7-8C37-5CBC83BF76E7}"/>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3618D8EC-0644-4651-BDA8-C938405F2AA2}"/>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3AC2D159-AFBC-4139-AD6E-C24EAB6FE302}"/>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5A00491C-168A-4672-ADF5-A9ABF5C0C7E6}"/>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F70BA512-8E1C-4232-895C-F37164BEFCDE}"/>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B2AD41BE-5BB1-4862-8216-181EB1F389AA}"/>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01BDC20B-47E5-4D51-A216-CAB2EDEF0E74}"/>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1B69A4FA-BE63-4E8B-B275-4BD8735D437B}"/>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9915D797-738B-4F2A-85F7-CD0639B3C9D2}"/>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6943E099-22A5-47E1-9AB9-66C2C6439C78}"/>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EAC04F1D-BF22-49BD-BD71-CD241DD74FE9}"/>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35F7FB8D-279F-4A06-985E-2F05A41742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039218582"/>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28EAE754-6467-4157-96A3-AB4567BE01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0">
            <a:extLst xmlns:a="http://schemas.openxmlformats.org/drawingml/2006/main">
              <a:ext uri="{FF2B5EF4-FFF2-40B4-BE49-F238E27FC236}">
                <a16:creationId xmlns:a16="http://schemas.microsoft.com/office/drawing/2014/main" id="{410D04C3-51BD-46EC-B420-A13302238F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가 일할 조건과 확인 경로를 설계한다">
            <a:extLst xmlns:a="http://schemas.openxmlformats.org/drawingml/2006/main">
              <a:ext uri="{FF2B5EF4-FFF2-40B4-BE49-F238E27FC236}">
                <a16:creationId xmlns:a16="http://schemas.microsoft.com/office/drawing/2014/main" id="{F3F45446-E855-4EE8-8CBE-8BFE127109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369C541B-0A6A-4F98-9B09-D07E01CCB2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48C83E9D-A1B4-4718-9674-FC3A54D62A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3F3C9C2A-13FB-4F03-8715-88DA5E33E3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46687843-4725-424C-970C-11E6C55D17D0}"/>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9BFC6708-8DB8-430C-825A-9220DB5FA6BF}"/>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0044259F-3C4C-47D6-8F75-79BC6E3903B1}"/>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F9F61127-C57E-42C5-AE32-F7258EC38B97}"/>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D7F31873-A93A-4D03-B3FA-91E0C4204829}"/>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D044A369-C086-49BE-83DF-CAC90AD78500}"/>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9EE9E237-8CAB-4D70-BC8E-1BC91612E1F7}"/>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9A7D57FE-307A-4F13-BA0F-BFD519F58F8A}"/>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C2974D7E-528D-4B0F-A33A-B501E9A3B799}"/>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E5CEFA05-9D14-4D67-A146-54D120795FA1}"/>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EE0E6594-977D-4FA7-B202-0094087441C0}"/>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FB083955-4EAF-4E29-B9AC-6993E0F84B09}"/>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8978D35A-1507-45B0-9115-2FE4CF528902}"/>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68A6E9E6-639A-44CD-9310-DD28A3F65572}"/>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711293A2-F308-45FD-B29C-1AA2AE6EC68B}"/>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811927DD-CE5F-4C4A-B016-8E67BF802E25}"/>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92ED4AF9-F4C2-407F-B1CB-EE662EDB15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89738275"/>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A28193C1-1E44-4BCD-A8F9-49777DBF89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1">
            <a:extLst xmlns:a="http://schemas.openxmlformats.org/drawingml/2006/main">
              <a:ext uri="{FF2B5EF4-FFF2-40B4-BE49-F238E27FC236}">
                <a16:creationId xmlns:a16="http://schemas.microsoft.com/office/drawing/2014/main" id="{F6A243BB-7401-4876-A4D9-2B61EE429F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모델·플랫폼이 바뀌면 Harness도 다시 본다">
            <a:extLst xmlns:a="http://schemas.openxmlformats.org/drawingml/2006/main">
              <a:ext uri="{FF2B5EF4-FFF2-40B4-BE49-F238E27FC236}">
                <a16:creationId xmlns:a16="http://schemas.microsoft.com/office/drawing/2014/main" id="{CD6466E8-2BFD-4B43-A9FC-51551838EB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EC4F8F1A-25A2-4029-9EF0-E833EEB219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0EBF180B-2A8E-463A-AD19-59AC2FD126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93F3827B-B35F-4E22-B296-4889221459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7B207F33-97D6-4AB4-92C9-9C6E80A88170}"/>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8E030860-E055-4F86-8B13-EA1FD0FAED66}"/>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E378F57F-78D5-4D14-8843-E5A303DC915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39BCE0A1-9D9B-4955-A2D9-870DFCA890A5}"/>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B67EEE46-C2B7-43C5-B9A8-078C039085FA}"/>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2159512E-F85E-4D19-B1EA-C59B455DAB3D}"/>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9399C575-B6B9-4CAC-B58B-A963C0EA9472}"/>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F76B6E08-80B2-4AF9-8B5C-C8F27BEDA79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F6170A46-741E-429F-BBA2-9F934C76C263}"/>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44FE5427-5B71-45D3-9D5C-85AF42A0473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C441F0AC-290B-43BC-BAEE-E4BD5580D761}"/>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5F1F8E28-70C9-477E-B281-27339C420214}"/>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C393139-93B6-4803-9094-11AFF6562B5A}"/>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1981E364-493C-495A-91A5-7C958F0E17B2}"/>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B0B88D77-B0A1-4EEE-AB30-C77DE8FCD353}"/>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A737454F-7425-4F8F-8432-EF0F04E67F60}"/>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083810C9-7402-4653-9545-2784D3BA73A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AFAF00D1-C267-41F3-9D07-D2CFE3E48B4C}"/>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F41E2384-B0D7-4E05-8D9B-AB4C9299792C}"/>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E9F29D43-104D-4229-8AB3-9640AC2B3831}"/>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4484B915-76CC-41C4-9620-618FF789F917}"/>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A8155F3C-1917-4839-801F-1F7F3B7DB6E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52233AE-06D7-4418-8892-117A9F315C2D}"/>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679ACC59-9A40-488D-B5E9-F1259DE58C33}"/>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99E9E52B-03CE-4619-9765-BF84F48531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4690259"/>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재평가 2/3 · 이 교육의 판단 기준">
            <a:extLst xmlns:a="http://schemas.openxmlformats.org/drawingml/2006/main">
              <a:ext uri="{FF2B5EF4-FFF2-40B4-BE49-F238E27FC236}">
                <a16:creationId xmlns:a16="http://schemas.microsoft.com/office/drawing/2014/main" id="{60F7F1FB-ED05-4A9B-A8D3-A7CCE3F9B8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2">
            <a:extLst xmlns:a="http://schemas.openxmlformats.org/drawingml/2006/main">
              <a:ext uri="{FF2B5EF4-FFF2-40B4-BE49-F238E27FC236}">
                <a16:creationId xmlns:a16="http://schemas.microsoft.com/office/drawing/2014/main" id="{8385A708-258E-42C1-8BD8-2E4F6C983B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무엇을 남기고, 무엇을 덜어낼까?">
            <a:extLst xmlns:a="http://schemas.openxmlformats.org/drawingml/2006/main">
              <a:ext uri="{FF2B5EF4-FFF2-40B4-BE49-F238E27FC236}">
                <a16:creationId xmlns:a16="http://schemas.microsoft.com/office/drawing/2014/main" id="{74A25E6B-2CBA-41F3-94D7-6C3A79A0A3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950BDD93-D4F0-41F8-9527-6BADA9E42C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56CE260D-3C55-474F-99C8-E5BB4B3FAB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57DD0F16-E9CB-497F-AE69-9E799376B0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B2F6AAF4-6132-4722-ACDC-8BF0EBE2784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B435ECA2-EA25-4DFB-9FFD-CB79615B133D}"/>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3A4A4AD8-8ABA-46D6-ADEE-A61EFD701DEB}"/>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3C36A13D-D097-4D0C-84AF-E62199A8D6A2}"/>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8099490F-3FF4-4471-B3EF-EDC7609D6A32}"/>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C5D34CA-3291-4153-8E63-8588425A0281}"/>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74D1B4E2-5318-4B8E-AA1D-FEBB276FED3A}"/>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34799363-DDAF-4BDB-BE75-D9C892CC7777}"/>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0FC6DAC0-A327-48A4-B2AA-62DFC8607E1B}"/>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763342D9-429C-441F-91B9-3FB41BED9B0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0D2062D7-4A4A-4D77-9D29-C971E97F849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DB19A597-2E32-4104-80AF-EB25D9029CB4}"/>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ED4FE3F9-5469-4FFD-8A7D-FE564A0ED58F}"/>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8296DD00-75D7-40A0-BB75-422BD87F8179}"/>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Legacy module connection">
            <a:extLst xmlns:a="http://schemas.openxmlformats.org/drawingml/2006/main">
              <a:ext uri="{FF2B5EF4-FFF2-40B4-BE49-F238E27FC236}">
                <a16:creationId xmlns:a16="http://schemas.microsoft.com/office/drawing/2014/main" id="{63559A40-B474-483F-A465-380F3CF26F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9101911"/>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5 · 재평가 3/3 · 평가 설계 / 실제 실행 결과 아님">
            <a:extLst xmlns:a="http://schemas.openxmlformats.org/drawingml/2006/main">
              <a:ext uri="{FF2B5EF4-FFF2-40B4-BE49-F238E27FC236}">
                <a16:creationId xmlns:a16="http://schemas.microsoft.com/office/drawing/2014/main" id="{C6E6455F-9064-41F9-8A1A-B497AEE64E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3">
            <a:extLst xmlns:a="http://schemas.openxmlformats.org/drawingml/2006/main">
              <a:ext uri="{FF2B5EF4-FFF2-40B4-BE49-F238E27FC236}">
                <a16:creationId xmlns:a16="http://schemas.microsoft.com/office/drawing/2014/main" id="{0B823A0A-B15C-43E1-9B64-1E05A37739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덜어낸 뒤에도 필요한 일을 하는가?">
            <a:extLst xmlns:a="http://schemas.openxmlformats.org/drawingml/2006/main">
              <a:ext uri="{FF2B5EF4-FFF2-40B4-BE49-F238E27FC236}">
                <a16:creationId xmlns:a16="http://schemas.microsoft.com/office/drawing/2014/main" id="{672455B8-CEC1-4B96-B028-7D18DB21DD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EC3226D2-F6E3-4595-A0CB-0DC88E6E94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1197A2D7-0584-40FF-8184-327A939E54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BC2AA2F0-13CB-4276-A398-3E0513E8E5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76B2BB6D-7D21-4BFE-99DE-527632FC8460}"/>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8617FAAE-752E-4FCE-BEC2-EB14361AC2F9}"/>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C652B9F6-6905-42E6-8D08-E7D6DEDC9748}"/>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4523FB2-6EDC-48CD-849B-CB282A2527DD}"/>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A18F277-A6D5-4FE6-9544-37444742DDB4}"/>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9A8595D4-6BBB-4A44-A391-2BC4908B3D31}"/>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2AE7C16A-1341-4981-A3DF-BAD2B445CCCC}"/>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51CA169F-6C21-4323-A059-3E7A7931D6AB}"/>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14D8191-0192-486A-AD43-46CEBE578883}"/>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F017C887-CB44-47EC-8563-255EF9DDF949}"/>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26FE989B-81AB-4B2F-A074-0D3A2272D477}"/>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92FE4A4D-3974-4B54-9690-5F40B38B27CC}"/>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438742B-45C5-4213-AF57-1E9C24FC3BAC}"/>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AD339AB9-6640-4F66-ACAC-275056B6349D}"/>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43D4FEDE-6117-4D10-981E-EA68941625F6}"/>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7592C6A9-CFE5-4B64-BD74-2469C98A20FC}"/>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F39191D9-0C72-4CDF-9927-D182DB90FD32}"/>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C2138299-BCAE-4C8C-8DF9-57E2DD5B9B78}"/>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0BFB7E8E-99EC-4907-BF35-D5AC8FB52905}"/>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16A07900-A200-4E06-B272-C97A8056B3C0}"/>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8873E09F-F80D-4806-A54D-482DE88938E2}"/>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AF35BFD2-A74B-488B-8804-588D3A6F8631}"/>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D46671D8-514B-4FB6-AC6F-B5B36CD3932C}"/>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C269DC72-D7CD-40DF-98B6-C570B5E872F6}"/>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050DD6B8-97FF-448A-A65E-789B17A01C80}"/>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139B54D5-954F-4CE5-8EC9-36E056DF0B9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CBDF16FA-4AD5-4778-BC07-9028EDD032AA}"/>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Legacy module connection">
            <a:extLst xmlns:a="http://schemas.openxmlformats.org/drawingml/2006/main">
              <a:ext uri="{FF2B5EF4-FFF2-40B4-BE49-F238E27FC236}">
                <a16:creationId xmlns:a16="http://schemas.microsoft.com/office/drawing/2014/main" id="{EBED3F83-A558-4A9E-BC85-7804460D1CF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9936025"/>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4FA9059F-BE4B-4E9A-BDE4-CCD3D3A69F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4">
            <a:extLst xmlns:a="http://schemas.openxmlformats.org/drawingml/2006/main">
              <a:ext uri="{FF2B5EF4-FFF2-40B4-BE49-F238E27FC236}">
                <a16:creationId xmlns:a16="http://schemas.microsoft.com/office/drawing/2014/main" id="{0E1B6322-9EC3-4FD8-99BA-80C0AC6645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내 업무에서는 무엇이 반복해서 막힐까?">
            <a:extLst xmlns:a="http://schemas.openxmlformats.org/drawingml/2006/main">
              <a:ext uri="{FF2B5EF4-FFF2-40B4-BE49-F238E27FC236}">
                <a16:creationId xmlns:a16="http://schemas.microsoft.com/office/drawing/2014/main" id="{89EDD03E-E448-4FD4-AD5A-3B84D08262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054832C9-9F92-4FFB-ABDF-BF357E05C2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E9193AB1-E8CF-4B76-8FE9-F02BE0E039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FA8AF2F9-9561-4728-92DB-43C809E8C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A54573CD-CBAE-42CC-B865-ED3802EE8B18}"/>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CA084784-3B10-4A93-BB1C-EF219CB24B5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F2BD9F4-2DD6-4579-B51E-055FF083CD9E}"/>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1D2B8852-16D5-4FB6-B714-C341A665CC9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8788938A-E489-4C90-B50D-7913290D8780}"/>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B4A70051-D382-4C8A-9599-986818674232}"/>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8EF0A85F-F9F5-4D37-9734-4A1D060BB4C4}"/>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1EDFDC3-9434-48F7-9C9B-7E1B2C5D260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6D17BF89-6C49-41E8-B56D-907C545567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D45E4CF3-CBF0-48DB-BFDE-C5375B9EAFDD}"/>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C68340D4-A7DF-44D4-A009-0C1DC06FD1D0}"/>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E7B3C5F4-448A-40E5-8AEB-9C164902CF46}"/>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424D0B9A-3636-41B5-85C7-F8A745AB0CDD}"/>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256DB589-F570-415C-892B-D5566054D1E8}"/>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FFF1504B-3B25-46D0-94CB-378E1E9EAF03}"/>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EDD49716-EFBB-4CEB-B8EB-CBDF5B27E2F6}"/>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8B35E456-1564-4461-AEA1-1284F31282E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BDD3C5D-85CB-413D-AF89-34D3D28888E6}"/>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2A9D29C-DF9B-4ABC-9F1C-0320F96E6DCD}"/>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BA9ABEF2-0647-47FC-A2E9-7449E50B4D9E}"/>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6776BB70-6F16-4371-965B-DD03597A0D8F}"/>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D50D72C0-1FC8-40C8-9979-97E64B239AF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1DB27439-AE11-43E5-8CCB-DB4E6E847496}"/>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0E50979F-B8EB-48C0-8BA6-1EF801CF38C1}"/>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6D7823C8-CFC7-44B4-920B-F467102182DF}"/>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75F32A20-1868-45D5-BB9E-94179965FAA7}"/>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062DFAFD-D525-4AF0-9E81-D700A20713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22410212"/>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E0A03BA0-311B-4795-8A5B-334AD75653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5">
            <a:extLst xmlns:a="http://schemas.openxmlformats.org/drawingml/2006/main">
              <a:ext uri="{FF2B5EF4-FFF2-40B4-BE49-F238E27FC236}">
                <a16:creationId xmlns:a16="http://schemas.microsoft.com/office/drawing/2014/main" id="{D669F70F-8A80-4419-A9DA-7FB7A1A1FE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고른 문제에서, 다음 행동 하나로">
            <a:extLst xmlns:a="http://schemas.openxmlformats.org/drawingml/2006/main">
              <a:ext uri="{FF2B5EF4-FFF2-40B4-BE49-F238E27FC236}">
                <a16:creationId xmlns:a16="http://schemas.microsoft.com/office/drawing/2014/main" id="{A50A2A3C-E960-4D89-93B5-EFE6C645E3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BDA24508-49DD-4C9D-8903-30BA63B498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19505ABD-55AD-425C-A131-1DB27B5B5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04144514-95FF-4E5A-88C6-E6486DB182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A165E572-A231-4DD6-83CE-920343607631}"/>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B4A88168-D090-4573-8BF0-AC8736EF1B8F}"/>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C709964-E5DA-4BE0-88BC-EE1A73007A63}"/>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5435A7B-41EA-4CB5-8919-B3CCE7BF086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098D501E-256E-4FBC-82BD-54B7F61F5127}"/>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3A42B857-F8EF-4A20-AC77-970622A162F2}"/>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85E0EC5-47E8-482D-AD78-6C683FFB4D6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55FB04BE-0562-49FA-BF04-A9432F122D1E}"/>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F56A0F29-B33D-49EC-8BE3-737EEBAA5910}"/>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11737E1-A023-4131-BA56-84517FC1FFDC}"/>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73DB2030-1589-4C3F-B89B-EB49439B5E6A}"/>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64DDCE8C-9FE0-4095-A9E2-551CD0C9682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1FF2D5F-B1F1-42D8-9FAA-85D943A3B080}"/>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5EC326DA-2777-41C7-BBF1-FB287D44707D}"/>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ADE719E7-9063-403D-BB17-6E83EA302E62}"/>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38507612-70C7-4731-B464-663C75198845}"/>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28777D9B-5C14-4333-A4FC-73773EAC3099}"/>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19441479-A1A0-4A1E-94C8-FEDF9088A78D}"/>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EBD2CA7-9660-4060-878B-02572B981F4C}"/>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28F8D84B-8993-4DBB-B643-FE2F3E9F2015}"/>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A28A3908-E685-4DFB-AA82-2DD15A8B617E}"/>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D51CD685-AC40-45A2-ADDE-F986E879538D}"/>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3C990F6B-6307-4756-8462-D5ADC44F9460}"/>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8861A3F1-B2A2-488A-ACF4-5C0F3FBB6D2A}"/>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9A428812-0508-4B44-B52B-747C96042A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65405997"/>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7D6A47E2-9E2C-4392-A729-D3A1857991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6">
            <a:extLst xmlns:a="http://schemas.openxmlformats.org/drawingml/2006/main">
              <a:ext uri="{FF2B5EF4-FFF2-40B4-BE49-F238E27FC236}">
                <a16:creationId xmlns:a16="http://schemas.microsoft.com/office/drawing/2014/main" id="{FA4E7347-E63B-4633-BEAB-4793EC9996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Q&amp;A와 교육 마무리">
            <a:extLst xmlns:a="http://schemas.openxmlformats.org/drawingml/2006/main">
              <a:ext uri="{FF2B5EF4-FFF2-40B4-BE49-F238E27FC236}">
                <a16:creationId xmlns:a16="http://schemas.microsoft.com/office/drawing/2014/main" id="{2BB988FF-3B51-4D23-B107-881E1F18A1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1345F872-C524-4C9A-865D-5D39A874D4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1DDDCBD5-4210-4DBD-82FD-9BAA4C6EEB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E7BEC032-C67D-49F9-B673-B9AD7BFE9C3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A86A9F6-E473-4BAF-89E7-ADA3E478DDA7}"/>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C417BDF5-F84C-475C-A386-BA4E22912DEB}"/>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FFD1FE3E-173B-46FE-A4D3-5880E5E5B890}"/>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D65248D9-21B8-4B89-A5CF-1A91FEBEF8CF}"/>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56B730BE-7ADF-4A43-8570-49CF06EFBA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809591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2026-10-25T01:05:28.9190000Z</dcterms:created>
  <dcterms:modified xsi:type="dcterms:W3CDTF">2026-10-25T01:05:28.9190000Z</dcterms:modified>
</coreProperties>
</file>