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slides/charts/chart1.xml" ContentType="application/vnd.openxmlformats-officedocument.drawingml.chart+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slides/charts/chart2.xml" ContentType="application/vnd.openxmlformats-officedocument.drawingml.chart+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a456e39daa422f" /><Relationship Type="http://schemas.openxmlformats.org/officeDocument/2006/relationships/slideMaster" Target="/ppt/slideMasters/slideMaster1.xml" Id="R43dc40031c3f450b" /><Relationship Type="http://schemas.openxmlformats.org/officeDocument/2006/relationships/notesMaster" Target="/ppt/notesMasters/notesMaster1.xml" Id="Ra209d5c2d37c4bc9" /><Relationship Type="http://schemas.openxmlformats.org/officeDocument/2006/relationships/presProps" Target="/ppt/presProps.xml" Id="R4dd8196833fa469a" /><Relationship Type="http://schemas.openxmlformats.org/officeDocument/2006/relationships/tableStyles" Target="/ppt/tableStyles.xml" Id="R4fe68b819c594b6b" /><Relationship Type="http://schemas.openxmlformats.org/officeDocument/2006/relationships/slide" Target="/ppt/slides/slide1.xml" Id="Rabc8e0faa9e5468a" /><Relationship Type="http://schemas.openxmlformats.org/officeDocument/2006/relationships/slide" Target="/ppt/slides/slide2.xml" Id="R0a6b400874dc46d0" /><Relationship Type="http://schemas.openxmlformats.org/officeDocument/2006/relationships/slide" Target="/ppt/slides/slide3.xml" Id="Ra020ca8ebff943c2" /><Relationship Type="http://schemas.openxmlformats.org/officeDocument/2006/relationships/slide" Target="/ppt/slides/slide4.xml" Id="R2b70b9e7f7564224" /><Relationship Type="http://schemas.openxmlformats.org/officeDocument/2006/relationships/slide" Target="/ppt/slides/slide5.xml" Id="R4f62bbc28baa4b0f" /><Relationship Type="http://schemas.openxmlformats.org/officeDocument/2006/relationships/slide" Target="/ppt/slides/slide6.xml" Id="R0bd47db5d1c449a8" /><Relationship Type="http://schemas.openxmlformats.org/officeDocument/2006/relationships/slide" Target="/ppt/slides/slide7.xml" Id="R594442b3f70c4eb3" /><Relationship Type="http://schemas.openxmlformats.org/officeDocument/2006/relationships/slide" Target="/ppt/slides/slide8.xml" Id="R33418476e50240b5" /><Relationship Type="http://schemas.openxmlformats.org/officeDocument/2006/relationships/slide" Target="/ppt/slides/slide9.xml" Id="Rc9fa507f76384306" /><Relationship Type="http://schemas.openxmlformats.org/officeDocument/2006/relationships/slide" Target="/ppt/slides/slide10.xml" Id="R451609b230e443f3" /><Relationship Type="http://schemas.openxmlformats.org/officeDocument/2006/relationships/slide" Target="/ppt/slides/slide11.xml" Id="R091666bb9a474e79" /><Relationship Type="http://schemas.openxmlformats.org/officeDocument/2006/relationships/slide" Target="/ppt/slides/slide12.xml" Id="R77b28adbc61a481d" /><Relationship Type="http://schemas.openxmlformats.org/officeDocument/2006/relationships/slide" Target="/ppt/slides/slide13.xml" Id="R0133ade8173343c3" /><Relationship Type="http://schemas.openxmlformats.org/officeDocument/2006/relationships/slide" Target="/ppt/slides/slide14.xml" Id="Re2d8c9db17a44816" /><Relationship Type="http://schemas.openxmlformats.org/officeDocument/2006/relationships/slide" Target="/ppt/slides/slide15.xml" Id="R2324ea7a59984abf" /><Relationship Type="http://schemas.openxmlformats.org/officeDocument/2006/relationships/slide" Target="/ppt/slides/slide16.xml" Id="Rf88a5bd1ecff4210" /><Relationship Type="http://schemas.openxmlformats.org/officeDocument/2006/relationships/slide" Target="/ppt/slides/slide17.xml" Id="R1421b08bfab84d0b" /><Relationship Type="http://schemas.openxmlformats.org/officeDocument/2006/relationships/slide" Target="/ppt/slides/slide18.xml" Id="Red86b0ab0212481f" /><Relationship Type="http://schemas.openxmlformats.org/officeDocument/2006/relationships/slide" Target="/ppt/slides/slide19.xml" Id="R41b4a79e1bc846f7" /><Relationship Type="http://schemas.openxmlformats.org/officeDocument/2006/relationships/slide" Target="/ppt/slides/slide20.xml" Id="R3dbb0943ab734dff" /><Relationship Type="http://schemas.openxmlformats.org/officeDocument/2006/relationships/slide" Target="/ppt/slides/slide21.xml" Id="R96043fbd1ea34e90" /><Relationship Type="http://schemas.openxmlformats.org/officeDocument/2006/relationships/slide" Target="/ppt/slides/slide22.xml" Id="Rb8c818146ddd40f3" /><Relationship Type="http://schemas.openxmlformats.org/officeDocument/2006/relationships/slide" Target="/ppt/slides/slide23.xml" Id="R267ceaad1ce848fb" /><Relationship Type="http://schemas.openxmlformats.org/officeDocument/2006/relationships/slide" Target="/ppt/slides/slide24.xml" Id="R3f5116ae7ea24a19" /><Relationship Type="http://schemas.openxmlformats.org/officeDocument/2006/relationships/slide" Target="/ppt/slides/slide25.xml" Id="Rd68979a1358147e4" /><Relationship Type="http://schemas.openxmlformats.org/officeDocument/2006/relationships/slide" Target="/ppt/slides/slide26.xml" Id="Rb19074434f8346ca" /><Relationship Type="http://schemas.openxmlformats.org/officeDocument/2006/relationships/slide" Target="/ppt/slides/slide27.xml" Id="R7431d4144bfb45e0" /><Relationship Type="http://schemas.openxmlformats.org/officeDocument/2006/relationships/slide" Target="/ppt/slides/slide28.xml" Id="R5fd00b26e77d4d8a" /><Relationship Type="http://schemas.openxmlformats.org/officeDocument/2006/relationships/slide" Target="/ppt/slides/slide29.xml" Id="R85f246664a6b4475" /><Relationship Type="http://schemas.openxmlformats.org/officeDocument/2006/relationships/slide" Target="/ppt/slides/slide30.xml" Id="R02259bf88f1f434a" /><Relationship Type="http://schemas.openxmlformats.org/officeDocument/2006/relationships/slide" Target="/ppt/slides/slide31.xml" Id="R008ac74c83d248ae" /><Relationship Type="http://schemas.openxmlformats.org/officeDocument/2006/relationships/slide" Target="/ppt/slides/slide32.xml" Id="R4c6458d3ca354107" /><Relationship Type="http://schemas.openxmlformats.org/officeDocument/2006/relationships/slide" Target="/ppt/slides/slide33.xml" Id="R5687a354316a49c5" /><Relationship Type="http://schemas.openxmlformats.org/officeDocument/2006/relationships/slide" Target="/ppt/slides/slide34.xml" Id="Rd0a7c9b7d513408f" /><Relationship Type="http://schemas.openxmlformats.org/officeDocument/2006/relationships/slide" Target="/ppt/slides/slide35.xml" Id="R06b70f05dae648da" /><Relationship Type="http://schemas.openxmlformats.org/officeDocument/2006/relationships/slide" Target="/ppt/slides/slide36.xml" Id="Rabf37e1304b44b86" /><Relationship Type="http://schemas.openxmlformats.org/officeDocument/2006/relationships/slide" Target="/ppt/slides/slide37.xml" Id="Ra1f62a646d394675" /><Relationship Type="http://schemas.openxmlformats.org/officeDocument/2006/relationships/slide" Target="/ppt/slides/slide38.xml" Id="R872650c42533492c" /><Relationship Type="http://schemas.openxmlformats.org/officeDocument/2006/relationships/slide" Target="/ppt/slides/slide39.xml" Id="Rf6fdc925b4ff45ad" /><Relationship Type="http://schemas.openxmlformats.org/officeDocument/2006/relationships/slide" Target="/ppt/slides/slide40.xml" Id="R9da1e5fdd36d426e" /><Relationship Type="http://schemas.openxmlformats.org/officeDocument/2006/relationships/slide" Target="/ppt/slides/slide41.xml" Id="Re8343b9254ab455d" /><Relationship Type="http://schemas.openxmlformats.org/officeDocument/2006/relationships/slide" Target="/ppt/slides/slide42.xml" Id="Rebe61671e2cb4992" /><Relationship Type="http://schemas.openxmlformats.org/officeDocument/2006/relationships/slide" Target="/ppt/slides/slide43.xml" Id="R66e6b1bf27944450" /><Relationship Type="http://schemas.openxmlformats.org/officeDocument/2006/relationships/slide" Target="/ppt/slides/slide44.xml" Id="R21190c309c1a42b7" /><Relationship Type="http://schemas.openxmlformats.org/officeDocument/2006/relationships/slide" Target="/ppt/slides/slide45.xml" Id="R024ebead023b47f0" /><Relationship Type="http://schemas.openxmlformats.org/officeDocument/2006/relationships/slide" Target="/ppt/slides/slide46.xml" Id="Rb349d4f97bb340d5" /><Relationship Type="http://schemas.openxmlformats.org/officeDocument/2006/relationships/slide" Target="/ppt/slides/slide47.xml" Id="Rd3ee7d1b086e47c2" /><Relationship Type="http://schemas.openxmlformats.org/officeDocument/2006/relationships/slide" Target="/ppt/slides/slide48.xml" Id="R535a7442298f4e3e" /><Relationship Type="http://schemas.openxmlformats.org/officeDocument/2006/relationships/slide" Target="/ppt/slides/slide49.xml" Id="Ra282229850754500" /><Relationship Type="http://schemas.openxmlformats.org/officeDocument/2006/relationships/slide" Target="/ppt/slides/slide50.xml" Id="Re64547d29423440b" /><Relationship Type="http://schemas.openxmlformats.org/officeDocument/2006/relationships/slide" Target="/ppt/slides/slide51.xml" Id="Rccc98b2c3a0547af" /><Relationship Type="http://schemas.openxmlformats.org/officeDocument/2006/relationships/slide" Target="/ppt/slides/slide52.xml" Id="R154038c08e0749a2" /><Relationship Type="http://schemas.openxmlformats.org/officeDocument/2006/relationships/slide" Target="/ppt/slides/slide53.xml" Id="Rd03e5053aad04699" /><Relationship Type="http://schemas.openxmlformats.org/officeDocument/2006/relationships/slide" Target="/ppt/slides/slide54.xml" Id="Ra6755f3e811642d2" /><Relationship Type="http://schemas.openxmlformats.org/officeDocument/2006/relationships/slide" Target="/ppt/slides/slide55.xml" Id="R72ff6461cb0746fc" /><Relationship Type="http://schemas.openxmlformats.org/officeDocument/2006/relationships/slide" Target="/ppt/slides/slide56.xml" Id="R87f28cc747584435" /><Relationship Type="http://schemas.openxmlformats.org/officeDocument/2006/relationships/slide" Target="/ppt/slides/slide57.xml" Id="R0e388af578a5444a" /><Relationship Type="http://schemas.openxmlformats.org/officeDocument/2006/relationships/slide" Target="/ppt/slides/slide58.xml" Id="R4e80fc39125a409a" /><Relationship Type="http://schemas.openxmlformats.org/officeDocument/2006/relationships/slide" Target="/ppt/slides/slide59.xml" Id="Rb7fc36f3748e4e7e" /><Relationship Type="http://schemas.openxmlformats.org/officeDocument/2006/relationships/slide" Target="/ppt/slides/slide60.xml" Id="Rb594a747736746eb" /><Relationship Type="http://schemas.openxmlformats.org/officeDocument/2006/relationships/slide" Target="/ppt/slides/slide61.xml" Id="Rf904dae589414f4f" /><Relationship Type="http://schemas.openxmlformats.org/officeDocument/2006/relationships/slide" Target="/ppt/slides/slide62.xml" Id="R895eb660f69e4832" /><Relationship Type="http://schemas.openxmlformats.org/officeDocument/2006/relationships/slide" Target="/ppt/slides/slide63.xml" Id="R367ed24082b94b6a" /><Relationship Type="http://schemas.openxmlformats.org/officeDocument/2006/relationships/slide" Target="/ppt/slides/slide64.xml" Id="R78b603dd886a4965" /><Relationship Type="http://schemas.openxmlformats.org/officeDocument/2006/relationships/slide" Target="/ppt/slides/slide65.xml" Id="R7ded63a3ac80466c" /><Relationship Type="http://schemas.openxmlformats.org/officeDocument/2006/relationships/slide" Target="/ppt/slides/slide66.xml" Id="Ra7181b8897284bc1" /><Relationship Type="http://schemas.openxmlformats.org/officeDocument/2006/relationships/slide" Target="/ppt/slides/slide67.xml" Id="R0fd1a67510f34c5f" /><Relationship Type="http://schemas.openxmlformats.org/officeDocument/2006/relationships/slide" Target="/ppt/slides/slide68.xml" Id="R9f16bb685f974f5e" /><Relationship Type="http://schemas.openxmlformats.org/officeDocument/2006/relationships/slide" Target="/ppt/slides/slide69.xml" Id="R5eeb4ae768104820" /><Relationship Type="http://schemas.openxmlformats.org/officeDocument/2006/relationships/slide" Target="/ppt/slides/slide70.xml" Id="Ref8225c5602949ad" /><Relationship Type="http://schemas.openxmlformats.org/officeDocument/2006/relationships/slide" Target="/ppt/slides/slide71.xml" Id="R7597ca53a04c459b" /><Relationship Type="http://schemas.openxmlformats.org/officeDocument/2006/relationships/slide" Target="/ppt/slides/slide72.xml" Id="Rc773ae6f18264ef1" /><Relationship Type="http://schemas.openxmlformats.org/officeDocument/2006/relationships/slide" Target="/ppt/slides/slide73.xml" Id="R7b53866a56f3425e" /><Relationship Type="http://schemas.openxmlformats.org/officeDocument/2006/relationships/slide" Target="/ppt/slides/slide74.xml" Id="R2153275503b2476a" /><Relationship Type="http://schemas.openxmlformats.org/officeDocument/2006/relationships/slide" Target="/ppt/slides/slide75.xml" Id="R608ce4adbdcf4ccb" /><Relationship Type="http://schemas.openxmlformats.org/officeDocument/2006/relationships/slide" Target="/ppt/slides/slide76.xml" Id="R4678d8fca4c642b9" /><Relationship Type="http://schemas.openxmlformats.org/officeDocument/2006/relationships/slide" Target="/ppt/slides/slide77.xml" Id="Re835f6281a3e439f" /><Relationship Type="http://schemas.openxmlformats.org/officeDocument/2006/relationships/slide" Target="/ppt/slides/slide78.xml" Id="Rcacc6d5c4ad749f0" /><Relationship Type="http://schemas.openxmlformats.org/officeDocument/2006/relationships/slide" Target="/ppt/slides/slide79.xml" Id="R016396d127394e1a" /><Relationship Type="http://schemas.openxmlformats.org/officeDocument/2006/relationships/slide" Target="/ppt/slides/slide80.xml" Id="R5f303c360e3a43f7" /><Relationship Type="http://schemas.openxmlformats.org/officeDocument/2006/relationships/slide" Target="/ppt/slides/slide81.xml" Id="R70a347417a0e4436" /><Relationship Type="http://schemas.openxmlformats.org/officeDocument/2006/relationships/slide" Target="/ppt/slides/slide82.xml" Id="R427f8faf69084bf2" /><Relationship Type="http://schemas.openxmlformats.org/officeDocument/2006/relationships/slide" Target="/ppt/slides/slide83.xml" Id="R7b1929d697764fed" /><Relationship Type="http://schemas.openxmlformats.org/officeDocument/2006/relationships/slide" Target="/ppt/slides/slide84.xml" Id="R7b8f7c435d8b461f" /><Relationship Type="http://schemas.openxmlformats.org/officeDocument/2006/relationships/slide" Target="/ppt/slides/slide85.xml" Id="R507d9a6a7b414991" /><Relationship Type="http://schemas.openxmlformats.org/officeDocument/2006/relationships/slide" Target="/ppt/slides/slide86.xml" Id="Rae9abd65533e4896" /><Relationship Type="http://schemas.openxmlformats.org/officeDocument/2006/relationships/slide" Target="/ppt/slides/slide87.xml" Id="R972055e3d0974d3d" /><Relationship Type="http://schemas.openxmlformats.org/officeDocument/2006/relationships/slide" Target="/ppt/slides/slide88.xml" Id="Rfab2baeaf6c2489e" /><Relationship Type="http://schemas.openxmlformats.org/officeDocument/2006/relationships/slide" Target="/ppt/slides/slide89.xml" Id="R1a08854b15af4bcd" /><Relationship Type="http://schemas.openxmlformats.org/officeDocument/2006/relationships/slide" Target="/ppt/slides/slide90.xml" Id="R78079090e17c4a8c" /><Relationship Type="http://schemas.openxmlformats.org/officeDocument/2006/relationships/slide" Target="/ppt/slides/slide91.xml" Id="R5b1111aade374262" /><Relationship Type="http://schemas.openxmlformats.org/officeDocument/2006/relationships/slide" Target="/ppt/slides/slide92.xml" Id="Rf817ae0da26b49b8" /><Relationship Type="http://schemas.openxmlformats.org/officeDocument/2006/relationships/slide" Target="/ppt/slides/slide93.xml" Id="R5cc79f0d8ad94df8" /><Relationship Type="http://schemas.openxmlformats.org/officeDocument/2006/relationships/slide" Target="/ppt/slides/slide94.xml" Id="R7e79aaa9bff346fa" /><Relationship Type="http://schemas.openxmlformats.org/officeDocument/2006/relationships/slide" Target="/ppt/slides/slide95.xml" Id="R0063c448f38e4336" /><Relationship Type="http://schemas.openxmlformats.org/officeDocument/2006/relationships/slide" Target="/ppt/slides/slide96.xml" Id="Rb0627c4a99df4d4f" /><Relationship Type="http://schemas.openxmlformats.org/officeDocument/2006/relationships/slide" Target="/ppt/slides/slide97.xml" Id="Ra10a0e13a2184135" /><Relationship Type="http://schemas.openxmlformats.org/officeDocument/2006/relationships/slide" Target="/ppt/slides/slide98.xml" Id="R9b60d9b4a2e44dd3" /><Relationship Type="http://schemas.openxmlformats.org/officeDocument/2006/relationships/slide" Target="/ppt/slides/slide99.xml" Id="Rc17d36dd79264453" /><Relationship Type="http://schemas.openxmlformats.org/officeDocument/2006/relationships/slide" Target="/ppt/slides/slide100.xml" Id="R603e33c25b484f54" /><Relationship Type="http://schemas.openxmlformats.org/officeDocument/2006/relationships/slide" Target="/ppt/slides/slide101.xml" Id="R6fd503a3177f4d06" /><Relationship Type="http://schemas.openxmlformats.org/officeDocument/2006/relationships/slide" Target="/ppt/slides/slide102.xml" Id="Rd07a9a0a0d094a1f" /><Relationship Type="http://schemas.openxmlformats.org/officeDocument/2006/relationships/slide" Target="/ppt/slides/slide103.xml" Id="R718f7d508df64340" /><Relationship Type="http://schemas.openxmlformats.org/officeDocument/2006/relationships/slide" Target="/ppt/slides/slide104.xml" Id="Rb2144a6581f3498a" /><Relationship Type="http://schemas.openxmlformats.org/officeDocument/2006/relationships/slide" Target="/ppt/slides/slide105.xml" Id="R7e193bf32174419f" /><Relationship Type="http://schemas.openxmlformats.org/officeDocument/2006/relationships/slide" Target="/ppt/slides/slide106.xml" Id="R3b2b3b2837f345d7" /><Relationship Type="http://schemas.openxmlformats.org/officeDocument/2006/relationships/slide" Target="/ppt/slides/slide107.xml" Id="Rc8d64c078fdb4e93" /><Relationship Type="http://schemas.openxmlformats.org/officeDocument/2006/relationships/slide" Target="/ppt/slides/slide108.xml" Id="R14761046fa0449ad" /><Relationship Type="http://schemas.openxmlformats.org/officeDocument/2006/relationships/slide" Target="/ppt/slides/slide109.xml" Id="R308e5dcf86374f7a" /><Relationship Type="http://schemas.openxmlformats.org/officeDocument/2006/relationships/slide" Target="/ppt/slides/slide110.xml" Id="Rb70d6e328be74d60" /><Relationship Type="http://schemas.openxmlformats.org/officeDocument/2006/relationships/slide" Target="/ppt/slides/slide111.xml" Id="Re9f94e65c1024047" /><Relationship Type="http://schemas.openxmlformats.org/officeDocument/2006/relationships/slide" Target="/ppt/slides/slide112.xml" Id="R44280ecc75ac417f" /><Relationship Type="http://schemas.openxmlformats.org/officeDocument/2006/relationships/slide" Target="/ppt/slides/slide113.xml" Id="R350e5087273b43f8" /><Relationship Type="http://schemas.openxmlformats.org/officeDocument/2006/relationships/slide" Target="/ppt/slides/slide114.xml" Id="R99aa14256c364cca" /><Relationship Type="http://schemas.openxmlformats.org/officeDocument/2006/relationships/slide" Target="/ppt/slides/slide115.xml" Id="Re7befaa2280e40d8" /><Relationship Type="http://schemas.openxmlformats.org/officeDocument/2006/relationships/slide" Target="/ppt/slides/slide116.xml" Id="Rb72241cc12ab4b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aaa04b9a624b2a" /><Relationship Type="http://schemas.openxmlformats.org/officeDocument/2006/relationships/notesMaster" Target="/ppt/notesMasters/notesMaster1.xml" Id="R415cfd43241c4d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f725e6439c4844" /><Relationship Type="http://schemas.openxmlformats.org/officeDocument/2006/relationships/notesMaster" Target="/ppt/notesMasters/notesMaster1.xml" Id="Refb7cb72335f44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c01b946d4c4944" /><Relationship Type="http://schemas.openxmlformats.org/officeDocument/2006/relationships/notesMaster" Target="/ppt/notesMasters/notesMaster1.xml" Id="R267a6cda015a4b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68f3d3f7a34535" /><Relationship Type="http://schemas.openxmlformats.org/officeDocument/2006/relationships/notesMaster" Target="/ppt/notesMasters/notesMaster1.xml" Id="Rbe54612653be42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61b74c2a4c4733" /><Relationship Type="http://schemas.openxmlformats.org/officeDocument/2006/relationships/notesMaster" Target="/ppt/notesMasters/notesMaster1.xml" Id="Rf0cae0b0f6b945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a9753851d34829" /><Relationship Type="http://schemas.openxmlformats.org/officeDocument/2006/relationships/notesMaster" Target="/ppt/notesMasters/notesMaster1.xml" Id="R791eae554bd040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a3fd68d5394ed5" /><Relationship Type="http://schemas.openxmlformats.org/officeDocument/2006/relationships/notesMaster" Target="/ppt/notesMasters/notesMaster1.xml" Id="Rcb34db28b7df46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1f9742cecde4232" /><Relationship Type="http://schemas.openxmlformats.org/officeDocument/2006/relationships/notesMaster" Target="/ppt/notesMasters/notesMaster1.xml" Id="R5190bb238a5245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7d7ed45b2b4489" /><Relationship Type="http://schemas.openxmlformats.org/officeDocument/2006/relationships/notesMaster" Target="/ppt/notesMasters/notesMaster1.xml" Id="R3e59a147c03f4f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2546fd6c5104306" /><Relationship Type="http://schemas.openxmlformats.org/officeDocument/2006/relationships/notesMaster" Target="/ppt/notesMasters/notesMaster1.xml" Id="Rdac194ff0535418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1c107121fe548ed" /><Relationship Type="http://schemas.openxmlformats.org/officeDocument/2006/relationships/notesMaster" Target="/ppt/notesMasters/notesMaster1.xml" Id="R5aaad157770e40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f5e4e08ef949c1" /><Relationship Type="http://schemas.openxmlformats.org/officeDocument/2006/relationships/notesMaster" Target="/ppt/notesMasters/notesMaster1.xml" Id="Rb0de13c330b0451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01750abf6f4a83" /><Relationship Type="http://schemas.openxmlformats.org/officeDocument/2006/relationships/notesMaster" Target="/ppt/notesMasters/notesMaster1.xml" Id="Rc66635230a77447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fa6a9d378647c4" /><Relationship Type="http://schemas.openxmlformats.org/officeDocument/2006/relationships/notesMaster" Target="/ppt/notesMasters/notesMaster1.xml" Id="Rd04df728b5b1496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9004c64dcc4114" /><Relationship Type="http://schemas.openxmlformats.org/officeDocument/2006/relationships/notesMaster" Target="/ppt/notesMasters/notesMaster1.xml" Id="R8597ca8eebd94fe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29c79815b914f6e" /><Relationship Type="http://schemas.openxmlformats.org/officeDocument/2006/relationships/notesMaster" Target="/ppt/notesMasters/notesMaster1.xml" Id="R3d15e51f2b8c46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e178c6ca04b403f" /><Relationship Type="http://schemas.openxmlformats.org/officeDocument/2006/relationships/notesMaster" Target="/ppt/notesMasters/notesMaster1.xml" Id="R4bba528c2e944dd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db2b646f9f4c5d" /><Relationship Type="http://schemas.openxmlformats.org/officeDocument/2006/relationships/notesMaster" Target="/ppt/notesMasters/notesMaster1.xml" Id="R8c8e0b0a71694e5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ca6d8b892654ee8" /><Relationship Type="http://schemas.openxmlformats.org/officeDocument/2006/relationships/notesMaster" Target="/ppt/notesMasters/notesMaster1.xml" Id="R614a5fd6875b461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63b94f958c64bfc" /><Relationship Type="http://schemas.openxmlformats.org/officeDocument/2006/relationships/notesMaster" Target="/ppt/notesMasters/notesMaster1.xml" Id="R33ff3b357a2e427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d9284509cb040bf" /><Relationship Type="http://schemas.openxmlformats.org/officeDocument/2006/relationships/notesMaster" Target="/ppt/notesMasters/notesMaster1.xml" Id="R94341f82308244b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121fc86bf444ad2" /><Relationship Type="http://schemas.openxmlformats.org/officeDocument/2006/relationships/notesMaster" Target="/ppt/notesMasters/notesMaster1.xml" Id="R3478b766b2b34cb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c060aac17e48a6" /><Relationship Type="http://schemas.openxmlformats.org/officeDocument/2006/relationships/notesMaster" Target="/ppt/notesMasters/notesMaster1.xml" Id="Rda8a433128fa4b1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0253838b6a944c8" /><Relationship Type="http://schemas.openxmlformats.org/officeDocument/2006/relationships/notesMaster" Target="/ppt/notesMasters/notesMaster1.xml" Id="R92f313188ba24d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4844f16deea4e23" /><Relationship Type="http://schemas.openxmlformats.org/officeDocument/2006/relationships/notesMaster" Target="/ppt/notesMasters/notesMaster1.xml" Id="R1059aaca941e463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8d2cc47a4194b8f" /><Relationship Type="http://schemas.openxmlformats.org/officeDocument/2006/relationships/notesMaster" Target="/ppt/notesMasters/notesMaster1.xml" Id="R153d5f827a8646a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d7b3273780543a3" /><Relationship Type="http://schemas.openxmlformats.org/officeDocument/2006/relationships/notesMaster" Target="/ppt/notesMasters/notesMaster1.xml" Id="R6fc6def0efcb4d9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2c1c747efc94d4b" /><Relationship Type="http://schemas.openxmlformats.org/officeDocument/2006/relationships/notesMaster" Target="/ppt/notesMasters/notesMaster1.xml" Id="R5d345cc6a40b4ef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01433e4a9974d3f" /><Relationship Type="http://schemas.openxmlformats.org/officeDocument/2006/relationships/notesMaster" Target="/ppt/notesMasters/notesMaster1.xml" Id="R6e020c48cfce499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92051762edb4e89" /><Relationship Type="http://schemas.openxmlformats.org/officeDocument/2006/relationships/notesMaster" Target="/ppt/notesMasters/notesMaster1.xml" Id="R75de794708ea41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037d43ddf884859" /><Relationship Type="http://schemas.openxmlformats.org/officeDocument/2006/relationships/notesMaster" Target="/ppt/notesMasters/notesMaster1.xml" Id="R6e1a705c247c45d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f3213dd031e4b59" /><Relationship Type="http://schemas.openxmlformats.org/officeDocument/2006/relationships/notesMaster" Target="/ppt/notesMasters/notesMaster1.xml" Id="R3c74c6a455244d1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cf109f7c5a44be6" /><Relationship Type="http://schemas.openxmlformats.org/officeDocument/2006/relationships/notesMaster" Target="/ppt/notesMasters/notesMaster1.xml" Id="Reee8baa74f6e44f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f837ed02f204b7d" /><Relationship Type="http://schemas.openxmlformats.org/officeDocument/2006/relationships/notesMaster" Target="/ppt/notesMasters/notesMaster1.xml" Id="R0a067a864a764a6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d85cfc379044e0c" /><Relationship Type="http://schemas.openxmlformats.org/officeDocument/2006/relationships/notesMaster" Target="/ppt/notesMasters/notesMaster1.xml" Id="R690345a37f2240d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7c1475feed6472d" /><Relationship Type="http://schemas.openxmlformats.org/officeDocument/2006/relationships/notesMaster" Target="/ppt/notesMasters/notesMaster1.xml" Id="R9a1b31d13d1e488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f6958abbd7a4c3f" /><Relationship Type="http://schemas.openxmlformats.org/officeDocument/2006/relationships/notesMaster" Target="/ppt/notesMasters/notesMaster1.xml" Id="Rb3c5eb783851488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7bd3f62056f43f8" /><Relationship Type="http://schemas.openxmlformats.org/officeDocument/2006/relationships/notesMaster" Target="/ppt/notesMasters/notesMaster1.xml" Id="R1a9e99f102ab47b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fd50eb02b3049c1" /><Relationship Type="http://schemas.openxmlformats.org/officeDocument/2006/relationships/notesMaster" Target="/ppt/notesMasters/notesMaster1.xml" Id="R4932c0f27fd44bf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159c2cb82274f7b" /><Relationship Type="http://schemas.openxmlformats.org/officeDocument/2006/relationships/notesMaster" Target="/ppt/notesMasters/notesMaster1.xml" Id="Rc3d8815449fa430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3a068cf27c84edc" /><Relationship Type="http://schemas.openxmlformats.org/officeDocument/2006/relationships/notesMaster" Target="/ppt/notesMasters/notesMaster1.xml" Id="Rfed2bd914ede444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f5eb6ea7a5045b7" /><Relationship Type="http://schemas.openxmlformats.org/officeDocument/2006/relationships/notesMaster" Target="/ppt/notesMasters/notesMaster1.xml" Id="R38c9e617f927490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8f08979cbdc4aa7" /><Relationship Type="http://schemas.openxmlformats.org/officeDocument/2006/relationships/notesMaster" Target="/ppt/notesMasters/notesMaster1.xml" Id="R998ca9207282418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98f62ab99724546" /><Relationship Type="http://schemas.openxmlformats.org/officeDocument/2006/relationships/notesMaster" Target="/ppt/notesMasters/notesMaster1.xml" Id="Rd38075829c4a420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2c632e10d4d4eda" /><Relationship Type="http://schemas.openxmlformats.org/officeDocument/2006/relationships/notesMaster" Target="/ppt/notesMasters/notesMaster1.xml" Id="Ra035fd65003543d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ea3724f70a04c47" /><Relationship Type="http://schemas.openxmlformats.org/officeDocument/2006/relationships/notesMaster" Target="/ppt/notesMasters/notesMaster1.xml" Id="Rff4917388cae47d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76db653e93640ce" /><Relationship Type="http://schemas.openxmlformats.org/officeDocument/2006/relationships/notesMaster" Target="/ppt/notesMasters/notesMaster1.xml" Id="Rb201c12cec194cc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a2575755a454006" /><Relationship Type="http://schemas.openxmlformats.org/officeDocument/2006/relationships/notesMaster" Target="/ppt/notesMasters/notesMaster1.xml" Id="R98b78708a46841a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ff9974287694fbd" /><Relationship Type="http://schemas.openxmlformats.org/officeDocument/2006/relationships/notesMaster" Target="/ppt/notesMasters/notesMaster1.xml" Id="R5d4d024401be4f3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96f2cf620ab4fef" /><Relationship Type="http://schemas.openxmlformats.org/officeDocument/2006/relationships/notesMaster" Target="/ppt/notesMasters/notesMaster1.xml" Id="R2beee451bb4f417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270b65c7d824e97" /><Relationship Type="http://schemas.openxmlformats.org/officeDocument/2006/relationships/notesMaster" Target="/ppt/notesMasters/notesMaster1.xml" Id="Rec895c04a376450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4c2dfb647954740" /><Relationship Type="http://schemas.openxmlformats.org/officeDocument/2006/relationships/notesMaster" Target="/ppt/notesMasters/notesMaster1.xml" Id="R772b29c6f08a48a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4d6c63d743b4d95" /><Relationship Type="http://schemas.openxmlformats.org/officeDocument/2006/relationships/notesMaster" Target="/ppt/notesMasters/notesMaster1.xml" Id="Rc9843874f9a745f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66f601fa32245e6" /><Relationship Type="http://schemas.openxmlformats.org/officeDocument/2006/relationships/notesMaster" Target="/ppt/notesMasters/notesMaster1.xml" Id="R14cd720d54274fa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5ede0acb2394a3e" /><Relationship Type="http://schemas.openxmlformats.org/officeDocument/2006/relationships/notesMaster" Target="/ppt/notesMasters/notesMaster1.xml" Id="R733e545b2c744b6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7349916333445a4" /><Relationship Type="http://schemas.openxmlformats.org/officeDocument/2006/relationships/notesMaster" Target="/ppt/notesMasters/notesMaster1.xml" Id="R592735f8936f47d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7b760d51b6e468a" /><Relationship Type="http://schemas.openxmlformats.org/officeDocument/2006/relationships/notesMaster" Target="/ppt/notesMasters/notesMaster1.xml" Id="R8adb15f9dad74c7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6ecd46fd4544049" /><Relationship Type="http://schemas.openxmlformats.org/officeDocument/2006/relationships/notesMaster" Target="/ppt/notesMasters/notesMaster1.xml" Id="Rf406a0ad792440e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0bd13ceb21948cb" /><Relationship Type="http://schemas.openxmlformats.org/officeDocument/2006/relationships/notesMaster" Target="/ppt/notesMasters/notesMaster1.xml" Id="Rfe8ae5366316458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f047f8673e04507" /><Relationship Type="http://schemas.openxmlformats.org/officeDocument/2006/relationships/notesMaster" Target="/ppt/notesMasters/notesMaster1.xml" Id="R733d4ec229824b7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2d2e02935a7486a" /><Relationship Type="http://schemas.openxmlformats.org/officeDocument/2006/relationships/notesMaster" Target="/ppt/notesMasters/notesMaster1.xml" Id="R150fc5a78fd140b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ad2e2ecdc5646dd" /><Relationship Type="http://schemas.openxmlformats.org/officeDocument/2006/relationships/notesMaster" Target="/ppt/notesMasters/notesMaster1.xml" Id="R886e991404294ab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673147063e34b11" /><Relationship Type="http://schemas.openxmlformats.org/officeDocument/2006/relationships/notesMaster" Target="/ppt/notesMasters/notesMaster1.xml" Id="R63d921fc331b428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e80c3c74e264b95" /><Relationship Type="http://schemas.openxmlformats.org/officeDocument/2006/relationships/notesMaster" Target="/ppt/notesMasters/notesMaster1.xml" Id="R318b408e272c436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42e793e8c8f4085" /><Relationship Type="http://schemas.openxmlformats.org/officeDocument/2006/relationships/notesMaster" Target="/ppt/notesMasters/notesMaster1.xml" Id="Raa78ffb4470f411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061ea39fbf8475e" /><Relationship Type="http://schemas.openxmlformats.org/officeDocument/2006/relationships/notesMaster" Target="/ppt/notesMasters/notesMaster1.xml" Id="Re69af64665704ed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7bfc235a3304140" /><Relationship Type="http://schemas.openxmlformats.org/officeDocument/2006/relationships/notesMaster" Target="/ppt/notesMasters/notesMaster1.xml" Id="Rae8aa6d06c57427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5ea548712ec48dd" /><Relationship Type="http://schemas.openxmlformats.org/officeDocument/2006/relationships/notesMaster" Target="/ppt/notesMasters/notesMaster1.xml" Id="R2e5242e14e0a439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547e52616064d1f" /><Relationship Type="http://schemas.openxmlformats.org/officeDocument/2006/relationships/notesMaster" Target="/ppt/notesMasters/notesMaster1.xml" Id="Rbfbf5fb2658247a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b3e933c4e3345fb" /><Relationship Type="http://schemas.openxmlformats.org/officeDocument/2006/relationships/notesMaster" Target="/ppt/notesMasters/notesMaster1.xml" Id="R881e018f7d3a421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163cd5fdb3a40c7" /><Relationship Type="http://schemas.openxmlformats.org/officeDocument/2006/relationships/notesMaster" Target="/ppt/notesMasters/notesMaster1.xml" Id="R74aabc30838745d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d64f837e3af43c0" /><Relationship Type="http://schemas.openxmlformats.org/officeDocument/2006/relationships/notesMaster" Target="/ppt/notesMasters/notesMaster1.xml" Id="R98c0d1f05ec04ed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ce410cb1044427e" /><Relationship Type="http://schemas.openxmlformats.org/officeDocument/2006/relationships/notesMaster" Target="/ppt/notesMasters/notesMaster1.xml" Id="Rda5d90d4963145f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1c7f53710cc4461" /><Relationship Type="http://schemas.openxmlformats.org/officeDocument/2006/relationships/notesMaster" Target="/ppt/notesMasters/notesMaster1.xml" Id="R7955f82dd04b405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9b12de649d04f9e" /><Relationship Type="http://schemas.openxmlformats.org/officeDocument/2006/relationships/notesMaster" Target="/ppt/notesMasters/notesMaster1.xml" Id="Rf3b67b75301c4e3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926d21be99e477c" /><Relationship Type="http://schemas.openxmlformats.org/officeDocument/2006/relationships/notesMaster" Target="/ppt/notesMasters/notesMaster1.xml" Id="R28d9e3e5c7be469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4d7346d013f4f98" /><Relationship Type="http://schemas.openxmlformats.org/officeDocument/2006/relationships/notesMaster" Target="/ppt/notesMasters/notesMaster1.xml" Id="R9b6a1a62bcff403c"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f388a0b87bc41a4" /><Relationship Type="http://schemas.openxmlformats.org/officeDocument/2006/relationships/notesMaster" Target="/ppt/notesMasters/notesMaster1.xml" Id="Raf8067029d9042b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bff9e49879f4dc3" /><Relationship Type="http://schemas.openxmlformats.org/officeDocument/2006/relationships/notesMaster" Target="/ppt/notesMasters/notesMaster1.xml" Id="R2d73c16ab9a64e3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c671a57a8154956" /><Relationship Type="http://schemas.openxmlformats.org/officeDocument/2006/relationships/notesMaster" Target="/ppt/notesMasters/notesMaster1.xml" Id="Reee7ba3618f64dd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aca11c5c68a4641" /><Relationship Type="http://schemas.openxmlformats.org/officeDocument/2006/relationships/notesMaster" Target="/ppt/notesMasters/notesMaster1.xml" Id="Rc9bcb6b574a24d5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deb9fcbb3244743" /><Relationship Type="http://schemas.openxmlformats.org/officeDocument/2006/relationships/notesMaster" Target="/ppt/notesMasters/notesMaster1.xml" Id="R8b690a0caba34ba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de799a0b79b4526" /><Relationship Type="http://schemas.openxmlformats.org/officeDocument/2006/relationships/notesMaster" Target="/ppt/notesMasters/notesMaster1.xml" Id="Rb8ac526fdffe42d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4659f865bd5d4fdb" /><Relationship Type="http://schemas.openxmlformats.org/officeDocument/2006/relationships/notesMaster" Target="/ppt/notesMasters/notesMaster1.xml" Id="R57b5507cc7b3492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11db036e4e840df" /><Relationship Type="http://schemas.openxmlformats.org/officeDocument/2006/relationships/notesMaster" Target="/ppt/notesMasters/notesMaster1.xml" Id="R27be2f8e114f43a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4c0a11d27d9406b" /><Relationship Type="http://schemas.openxmlformats.org/officeDocument/2006/relationships/notesMaster" Target="/ppt/notesMasters/notesMaster1.xml" Id="Rd151ca23e93d4ea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91b5c445fe543d4" /><Relationship Type="http://schemas.openxmlformats.org/officeDocument/2006/relationships/notesMaster" Target="/ppt/notesMasters/notesMaster1.xml" Id="R7e6a7ed19e3a40c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9d98e90578e745c7" /><Relationship Type="http://schemas.openxmlformats.org/officeDocument/2006/relationships/notesMaster" Target="/ppt/notesMasters/notesMaster1.xml" Id="R7a670bf595fa4529"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b141234bd884dcf" /><Relationship Type="http://schemas.openxmlformats.org/officeDocument/2006/relationships/notesMaster" Target="/ppt/notesMasters/notesMaster1.xml" Id="R04c69684547247e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0127c760534f42a4" /><Relationship Type="http://schemas.openxmlformats.org/officeDocument/2006/relationships/notesMaster" Target="/ppt/notesMasters/notesMaster1.xml" Id="R7ace7c5f8e04458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5271ed003694ba9" /><Relationship Type="http://schemas.openxmlformats.org/officeDocument/2006/relationships/notesMaster" Target="/ppt/notesMasters/notesMaster1.xml" Id="R7d1404e76a174da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a7c9e37e6e14582" /><Relationship Type="http://schemas.openxmlformats.org/officeDocument/2006/relationships/notesMaster" Target="/ppt/notesMasters/notesMaster1.xml" Id="R89005aee29154fd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063070daffd43e4" /><Relationship Type="http://schemas.openxmlformats.org/officeDocument/2006/relationships/notesMaster" Target="/ppt/notesMasters/notesMaster1.xml" Id="R7b112601c2a6420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560a355944224827" /><Relationship Type="http://schemas.openxmlformats.org/officeDocument/2006/relationships/notesMaster" Target="/ppt/notesMasters/notesMaster1.xml" Id="R2956a2047df44dc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4df44b7c0ec54bcb" /><Relationship Type="http://schemas.openxmlformats.org/officeDocument/2006/relationships/notesMaster" Target="/ppt/notesMasters/notesMaster1.xml" Id="R8078dc63f9ad408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ec1be889abf4747" /><Relationship Type="http://schemas.openxmlformats.org/officeDocument/2006/relationships/notesMaster" Target="/ppt/notesMasters/notesMaster1.xml" Id="Ra4cbf48a85004011"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4118d3e401d44e6c" /><Relationship Type="http://schemas.openxmlformats.org/officeDocument/2006/relationships/notesMaster" Target="/ppt/notesMasters/notesMaster1.xml" Id="R59b9d3aca398484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28d3a752c1654d93" /><Relationship Type="http://schemas.openxmlformats.org/officeDocument/2006/relationships/notesMaster" Target="/ppt/notesMasters/notesMaster1.xml" Id="Ra809662fe741449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30e45e9a0633454a" /><Relationship Type="http://schemas.openxmlformats.org/officeDocument/2006/relationships/notesMaster" Target="/ppt/notesMasters/notesMaster1.xml" Id="R789f04a5ee1340b9"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6d958c84c0a24bdb" /><Relationship Type="http://schemas.openxmlformats.org/officeDocument/2006/relationships/notesMaster" Target="/ppt/notesMasters/notesMaster1.xml" Id="R498467402c07474b"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339477906d8e4199" /><Relationship Type="http://schemas.openxmlformats.org/officeDocument/2006/relationships/notesMaster" Target="/ppt/notesMasters/notesMaster1.xml" Id="Rd231d4a707e548bc"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135a359516b4f01" /><Relationship Type="http://schemas.openxmlformats.org/officeDocument/2006/relationships/notesMaster" Target="/ppt/notesMasters/notesMaster1.xml" Id="R49e2134f87444dec"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73e62c672b6149a9" /><Relationship Type="http://schemas.openxmlformats.org/officeDocument/2006/relationships/notesMaster" Target="/ppt/notesMasters/notesMaster1.xml" Id="Rcf79b18562284a12"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cbbf893184ea4b4f" /><Relationship Type="http://schemas.openxmlformats.org/officeDocument/2006/relationships/notesMaster" Target="/ppt/notesMasters/notesMaster1.xml" Id="Re73de6cf821b4c89"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7702ee77e1344abd" /><Relationship Type="http://schemas.openxmlformats.org/officeDocument/2006/relationships/notesMaster" Target="/ppt/notesMasters/notesMaster1.xml" Id="R9ce33fbf1e97475c"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7d0b24138dea41be" /><Relationship Type="http://schemas.openxmlformats.org/officeDocument/2006/relationships/notesMaster" Target="/ppt/notesMasters/notesMaster1.xml" Id="Rd6d4f46725ed4448"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45e579cfd1b74751" /><Relationship Type="http://schemas.openxmlformats.org/officeDocument/2006/relationships/notesMaster" Target="/ppt/notesMasters/notesMaster1.xml" Id="Rc6bf7d350d8f400a"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ae043a76808647db" /><Relationship Type="http://schemas.openxmlformats.org/officeDocument/2006/relationships/notesMaster" Target="/ppt/notesMasters/notesMaster1.xml" Id="R67ed9e5ab2d544b5"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edcec79e7d494b53" /><Relationship Type="http://schemas.openxmlformats.org/officeDocument/2006/relationships/notesMaster" Target="/ppt/notesMasters/notesMaster1.xml" Id="R44c72230652f43f5"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0ca111fa729041b5" /><Relationship Type="http://schemas.openxmlformats.org/officeDocument/2006/relationships/notesMaster" Target="/ppt/notesMasters/notesMaster1.xml" Id="R3f94e1fedc9249c3"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b745a901479e4157" /><Relationship Type="http://schemas.openxmlformats.org/officeDocument/2006/relationships/notesMaster" Target="/ppt/notesMasters/notesMaster1.xml" Id="R9b2585fdc2c843bb"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e9189c18ad9a47e6" /><Relationship Type="http://schemas.openxmlformats.org/officeDocument/2006/relationships/notesMaster" Target="/ppt/notesMasters/notesMaster1.xml" Id="Rf35708420cc741cc"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S77을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첫 결과 뒤에도, 확인할 일이 남는다면?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S78로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S78로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S77; production/preview/act3/S77.png 및 production/preview/full/S77.png.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남은 문제를 다음 수정으로 이어주는 사람</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같은 목표의 수정과 검토가 끊기지 않게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S80에서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S80에서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다음 수정에 넘길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S81에서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S81에서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내가 매번 이어 주는 다음 단계는 무엇일까?</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S82의 목표 기반 실행·검토 시스템 제목을 거쳐 S83의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S82의 목표 기반 실행·검토 시스템 제목을 거쳐 S83의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목표를 이룰 때까지 수정하고 검토하기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목표를 이룰 때까지 수정하고 검토하기</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1 minutes</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**Opening Question:**</a:t>
            </a:r>
          </a:p>
          <a:p xmlns:a="http://schemas.openxmlformats.org/drawingml/2006/main">
            <a:r>
              <a:t>다음 수정과 검토까지 작업 시스템이 이어가려면 무엇이 필요할까?</a:t>
            </a:r>
          </a:p>
          <a:p xmlns:a="http://schemas.openxmlformats.org/drawingml/2006/main">
            <a:r>
              <a:t/>
            </a:r>
          </a:p>
          <a:p xmlns:a="http://schemas.openxmlformats.org/drawingml/2006/main">
            <a:r>
              <a:t>**Speaker Flow:**</a:t>
            </a:r>
          </a:p>
          <a:p xmlns:a="http://schemas.openxmlformats.org/drawingml/2006/main">
            <a:r>
              <a:t>1. (0:00–1:00 / Transition) ACT3의 마지막 질문을 받아 제목과 부제만 안내한다. 목표·완료 기준이 반복을 이끈다는 관점을 예고하고 S83으로 넘긴다.</a:t>
            </a:r>
          </a:p>
          <a:p xmlns:a="http://schemas.openxmlformats.org/drawingml/2006/main">
            <a:r>
              <a:t/>
            </a:r>
          </a:p>
          <a:p xmlns:a="http://schemas.openxmlformats.org/drawingml/2006/main">
            <a:r>
              <a:t>**Evidence / Source:**</a:t>
            </a:r>
          </a:p>
          <a:p xmlns:a="http://schemas.openxmlformats.org/drawingml/2006/main">
            <a:r>
              <a:t>DEC-0097; BEAT-072;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**Advanced Insight:**</a:t>
            </a:r>
          </a:p>
          <a:p xmlns:a="http://schemas.openxmlformats.org/drawingml/2006/main">
            <a:r>
              <a:t>이번 교육의 운영 정의다. 특정 제품의 기능명이나 보편 표준 분류로 주장하지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N/A — ACT 제목 안내.</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다음 수정도 사람이 매번 이어줘야 할까?의 질문으로 이어간다.</a:t>
            </a:r>
          </a:p>
          <a:p xmlns:a="http://schemas.openxmlformats.org/drawingml/2006/main">
            <a:r>
              <a:t/>
            </a:r>
          </a:p>
          <a:p xmlns:a="http://schemas.openxmlformats.org/drawingml/2006/main">
            <a:r>
              <a:t>**Time Management:**</a:t>
            </a:r>
          </a:p>
          <a:p xmlns:a="http://schemas.openxmlformats.org/drawingml/2006/main">
            <a:r>
              <a:t>Transition 1분 = 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S82; production/preview/act4/S82.png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다음 수정도 사람이 매번 이어줘야 할까?</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다음 수정도 사람이 매번 이어줘야 할까?</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**Opening Question:**</a:t>
            </a:r>
          </a:p>
          <a:p xmlns:a="http://schemas.openxmlformats.org/drawingml/2006/main">
            <a:r>
              <a:t>작업 방법이 있어도 다음 단계는 매번 사람이 다시 요청해야 할까?</a:t>
            </a:r>
          </a:p>
          <a:p xmlns:a="http://schemas.openxmlformats.org/drawingml/2006/main">
            <a:r>
              <a:t/>
            </a:r>
          </a:p>
          <a:p xmlns:a="http://schemas.openxmlformats.org/drawingml/2006/main">
            <a:r>
              <a:t>**Speaker Flow:**</a:t>
            </a:r>
          </a:p>
          <a:p xmlns:a="http://schemas.openxmlformats.org/drawingml/2006/main">
            <a:r>
              <a:t>1. (0:00–2:00 / Lecture) S81의 질문을 회수한다. 앞 ACT의 Harness는 수행 방법과 도구를 제공한다. 이 장의 세 요청은 실제 Trial이 아닌 가상 상황이며 같은 목표 안의 연속 단계라고 설명한다.</a:t>
            </a:r>
          </a:p>
          <a:p xmlns:a="http://schemas.openxmlformats.org/drawingml/2006/main">
            <a:r>
              <a:t>2. (2:00–4:00 / Case) ACT3의 세 요청을 다시 나열하지 않고, 사람이 모아 전달하던 검토 의견이 다음 수정의 입력으로 들어가는 두 영역을 짚는다. 목표는 유지하고 남은 문제를 시스템 안에서 넘길 수 있겠다는 질문으로 S84의 완료 기준을 연다.</a:t>
            </a:r>
          </a:p>
          <a:p xmlns:a="http://schemas.openxmlformats.org/drawingml/2006/main">
            <a:r>
              <a:t/>
            </a:r>
          </a:p>
          <a:p xmlns:a="http://schemas.openxmlformats.org/drawingml/2006/main">
            <a:r>
              <a:t>**Evidence / Source:**</a:t>
            </a:r>
          </a:p>
          <a:p xmlns:a="http://schemas.openxmlformats.org/drawingml/2006/main">
            <a:r>
              <a:t>DEC-0097; BEAT-073;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**Advanced Insight:**</a:t>
            </a:r>
          </a:p>
          <a:p xmlns:a="http://schemas.openxmlformats.org/drawingml/2006/main">
            <a:r>
              <a:t>Harness와 Loop를 배타적인 제품 단계로 구분하지 않는다. 여기서는 반복의 상태·피드백·다음 행동 제어라는 추가 설계 책임을 드러낸다.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먼저, 무엇이 되면 완료인지 정한다의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S83; production/preview/act4/S83.png 및 production/preview/full/S83.png.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먼저, 무엇이 되면 완료인지 정한다</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먼저, 무엇이 되면 완료인지 정한다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**Opening Question:**</a:t>
            </a:r>
          </a:p>
          <a:p xmlns:a="http://schemas.openxmlformats.org/drawingml/2006/main">
            <a:r>
              <a:t>이 최적화 작업은 무엇을 확인하면 완료라고 할 수 있을까?</a:t>
            </a:r>
          </a:p>
          <a:p xmlns:a="http://schemas.openxmlformats.org/drawingml/2006/main">
            <a:r>
              <a:t/>
            </a:r>
          </a:p>
          <a:p xmlns:a="http://schemas.openxmlformats.org/drawingml/2006/main">
            <a:r>
              <a:t>**Speaker Flow:**</a:t>
            </a:r>
          </a:p>
          <a:p xmlns:a="http://schemas.openxmlformats.org/drawingml/2006/main">
            <a:r>
              <a:t>1. (0:00–2:00 / Lecture) 별도 교육용 최적화 상황임을 먼저 밝힌다. 실제 명세의 여섯 출력은 width, height, pixel_count, minimum, maximum, mean이다. 기능 보존과 자원 조건을 함께 제시한다.</a:t>
            </a:r>
          </a:p>
          <a:p xmlns:a="http://schemas.openxmlformats.org/drawingml/2006/main">
            <a:r>
              <a:t>2. (2:00–4:00 / Case) 반복할 때에도 같은 입력·환경·측정 기준을 사용한다. 수치·대표 입력은 실행 전에 확정해야 하며 현재 TBD다. 과거 측정값을 새 완료 기준이나 새 결과로 가져오지 않는다.</a:t>
            </a:r>
          </a:p>
          <a:p xmlns:a="http://schemas.openxmlformats.org/drawingml/2006/main">
            <a:r>
              <a:t/>
            </a:r>
          </a:p>
          <a:p xmlns:a="http://schemas.openxmlformats.org/drawingml/2006/main">
            <a:r>
              <a:t>**Evidence / Source:**</a:t>
            </a:r>
          </a:p>
          <a:p xmlns:a="http://schemas.openxmlformats.org/drawingml/2006/main">
            <a:r>
              <a:t>DEC-0097; BEAT-074; CASE-LOOP-01; existing six-field specification in DEMO_MATRIX.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**Advanced Insight:**</a:t>
            </a:r>
          </a:p>
          <a:p xmlns:a="http://schemas.openxmlformats.org/drawingml/2006/main">
            <a:r>
              <a:t>모델의 판단에 따라 목표나 테스트 기대값을 낮추지 않는다. 요구 변경이 필요하면 사람이 명시적으로 승인한다.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A가 첫 변경 후보를 만든다의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S84; production/preview/act4/S84.png 및 production/preview/full/S84.png.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모델 A가 첫 변경 후보를 만든다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모델 A가 첫 변경 후보를 만든다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**Opening Question:**</a:t>
            </a:r>
          </a:p>
          <a:p xmlns:a="http://schemas.openxmlformats.org/drawingml/2006/main">
            <a:r>
              <a:t>코드 초안이 나왔다는 사실만으로 할당량 목표를 이뤘다고 할 수 있을까?</a:t>
            </a:r>
          </a:p>
          <a:p xmlns:a="http://schemas.openxmlformats.org/drawingml/2006/main">
            <a:r>
              <a:t/>
            </a:r>
          </a:p>
          <a:p xmlns:a="http://schemas.openxmlformats.org/drawingml/2006/main">
            <a:r>
              <a:t>**Speaker Flow:**</a:t>
            </a:r>
          </a:p>
          <a:p xmlns:a="http://schemas.openxmlformats.org/drawingml/2006/main">
            <a:r>
              <a:t>1. (0:00–1:00 / Case) 고정된 목표 띠를 다시 짚고 모델 A가 첫 후보를 만드는 단계임을 보인다. 실제 STATE-04-PERF 이후의 회귀나 새 코드 실행이 아니다.</a:t>
            </a:r>
          </a:p>
          <a:p xmlns:a="http://schemas.openxmlformats.org/drawingml/2006/main">
            <a:r>
              <a:t>2. (1:00–3:00 / Case) 가정한 v1의 전체 값 복사를 짚는다. 통계 결과가 맞아 보이는 것과 임시 할당 감소를 확인하는 것은 별개다. 실제 메모리·시간 수치를 표시하지 않는다.</a:t>
            </a:r>
          </a:p>
          <a:p xmlns:a="http://schemas.openxmlformats.org/drawingml/2006/main">
            <a:r>
              <a:t>3. (3:00–4:00 / Case) 후보가 나온 시점에서 확인할 자료가 필요하다고 닫는다. 다음 장은 검사할 항목이며 실제 PASS/FAIL을 보여주는 장이 아니다.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**Advanced Insight:**</a:t>
            </a:r>
          </a:p>
          <a:p xmlns:a="http://schemas.openxmlformats.org/drawingml/2006/main">
            <a:r>
              <a:t>후보 생성·실제 동작·자원 측정을 서로 다른 사건으로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실제 동작과 비용은 도구로 확인한다의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S85; production/preview/act4/S85.png 및 production/preview/full/S85.png.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실제 동작과 비용은 도구로 확인한다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실제 동작과 비용은 도구로 확인한다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2분 + Case 3분</a:t>
            </a:r>
          </a:p>
          <a:p xmlns:a="http://schemas.openxmlformats.org/drawingml/2006/main">
            <a:r>
              <a:t/>
            </a:r>
          </a:p>
          <a:p xmlns:a="http://schemas.openxmlformats.org/drawingml/2006/main">
            <a:r>
              <a:t>**Primary Message:**</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**Opening Question:**</a:t>
            </a:r>
          </a:p>
          <a:p xmlns:a="http://schemas.openxmlformats.org/drawingml/2006/main">
            <a:r>
              <a:t>완료 기준의 각 항목을 어떤 자료로 확인해야 할까?</a:t>
            </a:r>
          </a:p>
          <a:p xmlns:a="http://schemas.openxmlformats.org/drawingml/2006/main">
            <a:r>
              <a:t/>
            </a:r>
          </a:p>
          <a:p xmlns:a="http://schemas.openxmlformats.org/drawingml/2006/main">
            <a:r>
              <a:t>**Speaker Flow:**</a:t>
            </a:r>
          </a:p>
          <a:p xmlns:a="http://schemas.openxmlformats.org/drawingml/2006/main">
            <a:r>
              <a:t>1. (0:00–2:00 / Lecture) 출력과 동작은 명세를 확인하는 테스트, 할당량은 대표 입력의 측정, 시간은 같은 환경에서의 반복 측정으로 확인한다고 연결한다.</a:t>
            </a:r>
          </a:p>
          <a:p xmlns:a="http://schemas.openxmlformats.org/drawingml/2006/main">
            <a:r>
              <a:t>2. (2:00–5:00 / Case) 검사를 계획했다는 것과 실행 결과를 얻었다는 것을 구분한다. 이 장에는 실행 결과가 없다. 실제 운영에서는 입력·환경·명령·결과·미확인을 검토 모델에게 함께 넘긴다.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**Advanced Insight:**</a:t>
            </a:r>
          </a:p>
          <a:p xmlns:a="http://schemas.openxmlformats.org/drawingml/2006/main">
            <a:r>
              <a:t>테스트 통과도 확인한 범위의 근거다. 모든 결함 부재나 숨은 요구 충족을 보장하지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B는 무엇을 근거로 검토할까?의 질문으로 이어간다.</a:t>
            </a:r>
          </a:p>
          <a:p xmlns:a="http://schemas.openxmlformats.org/drawingml/2006/main">
            <a:r>
              <a:t/>
            </a:r>
          </a:p>
          <a:p xmlns:a="http://schemas.openxmlformats.org/drawingml/2006/main">
            <a:r>
              <a:t>**Time Management:**</a:t>
            </a:r>
          </a:p>
          <a:p xmlns:a="http://schemas.openxmlformats.org/drawingml/2006/main">
            <a:r>
              <a:t>Lecture 2분 + Case 3분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S86; production/preview/act4/S86.png 및 production/preview/full/S86.png.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모델 B는 무엇을 근거로 검토할까?</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모델 B는 무엇을 근거로 검토할까?</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5분</a:t>
            </a:r>
          </a:p>
          <a:p xmlns:a="http://schemas.openxmlformats.org/drawingml/2006/main">
            <a:r>
              <a:t/>
            </a:r>
          </a:p>
          <a:p xmlns:a="http://schemas.openxmlformats.org/drawingml/2006/main">
            <a:r>
              <a:t>**Primary Message:**</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**Opening Question:**</a:t>
            </a:r>
          </a:p>
          <a:p xmlns:a="http://schemas.openxmlformats.org/drawingml/2006/main">
            <a:r>
              <a:t>잘 검토해 달라는 말에 무엇을 함께 전달해야 할까?</a:t>
            </a:r>
          </a:p>
          <a:p xmlns:a="http://schemas.openxmlformats.org/drawingml/2006/main">
            <a:r>
              <a:t/>
            </a:r>
          </a:p>
          <a:p xmlns:a="http://schemas.openxmlformats.org/drawingml/2006/main">
            <a:r>
              <a:t>**Speaker Flow:**</a:t>
            </a:r>
          </a:p>
          <a:p xmlns:a="http://schemas.openxmlformats.org/drawingml/2006/main">
            <a:r>
              <a:t>1. (0:00–2:00 / Case) 왼쪽의 명세·완료 기준, 후보 변경, 검사 기록을 짚는다. 모델 A가 잘 됐다고 요약한 말만 넘기는 대신 검토 가능한 원자료를 제공한다.</a:t>
            </a:r>
          </a:p>
          <a:p xmlns:a="http://schemas.openxmlformats.org/drawingml/2006/main">
            <a:r>
              <a:t>2. (2:00–4:00 / Case) 가상 v1에서 임시 목록이 남았다는 지적과 대표 입력의 확인 자료가 없다는 지적을 구분한다. 두 번째는 동작 실패가 관찰됐다는 뜻이 아니다.</a:t>
            </a:r>
          </a:p>
          <a:p xmlns:a="http://schemas.openxmlformats.org/drawingml/2006/main">
            <a:r>
              <a:t>3. (4:00–5:00 / Case) 검토 결과에는 파일·위치, 위반 기준, 근거와 다음에 확인할 것을 담는다. 모델 B는 다른 모델 역할의 설계이며 실제 조합이나 실행 기록은 아직 없다.</a:t>
            </a:r>
          </a:p>
          <a:p xmlns:a="http://schemas.openxmlformats.org/drawingml/2006/main">
            <a:r>
              <a:t/>
            </a:r>
          </a:p>
          <a:p xmlns:a="http://schemas.openxmlformats.org/drawingml/2006/main">
            <a:r>
              <a:t>**Evidence / Source:**</a:t>
            </a:r>
          </a:p>
          <a:p xmlns:a="http://schemas.openxmlformats.org/drawingml/2006/main">
            <a:r>
              <a:t>DEC-0097; BEAT-076;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**Advanced Insight:**</a:t>
            </a:r>
          </a:p>
          <a:p xmlns:a="http://schemas.openxmlformats.org/drawingml/2006/main">
            <a:r>
              <a:t>검토자는 구현 모델의 결론을 반복하는 대신 명세와 변경·검사 기록을 독립적으로 대조하도록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지적이 다음 수정으로 이어진다의 질문으로 이어간다.</a:t>
            </a:r>
          </a:p>
          <a:p xmlns:a="http://schemas.openxmlformats.org/drawingml/2006/main">
            <a:r>
              <a:t/>
            </a:r>
          </a:p>
          <a:p xmlns:a="http://schemas.openxmlformats.org/drawingml/2006/main">
            <a:r>
              <a:t>**Time Management:**</a:t>
            </a:r>
          </a:p>
          <a:p xmlns:a="http://schemas.openxmlformats.org/drawingml/2006/main">
            <a:r>
              <a:t>Case 5분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S87; production/preview/act4/S87.png 및 production/preview/full/S87.png.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지적이 다음 수정으로 이어진다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지적이 다음 수정으로 이어진다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**Opening Question:**</a:t>
            </a:r>
          </a:p>
          <a:p xmlns:a="http://schemas.openxmlformats.org/drawingml/2006/main">
            <a:r>
              <a:t>검토에서 찾은 문제는 다음 변경의 어느 부분으로 이어졌을까?</a:t>
            </a:r>
          </a:p>
          <a:p xmlns:a="http://schemas.openxmlformats.org/drawingml/2006/main">
            <a:r>
              <a:t/>
            </a:r>
          </a:p>
          <a:p xmlns:a="http://schemas.openxmlformats.org/drawingml/2006/main">
            <a:r>
              <a:t>**Speaker Flow:**</a:t>
            </a:r>
          </a:p>
          <a:p xmlns:a="http://schemas.openxmlformats.org/drawingml/2006/main">
            <a:r>
              <a:t>1. (0:00–1:00 / Case) 앞 장의 지적 ①과 ②를 같은 번호로 이어 받는다. 새 목표를 추가하는 장이 아니다.</a:t>
            </a:r>
          </a:p>
          <a:p xmlns:a="http://schemas.openxmlformats.org/drawingml/2006/main">
            <a:r>
              <a:t>2. (1:00–3:00 / Case) ① 전체 값 복사 제거, ② 같은 결과 검사 추가라는 후보 변경을 각각 연결한다. 실행하지 않은 수정·테스트를 실제 이력으로 말하지 않는다.</a:t>
            </a:r>
          </a:p>
          <a:p xmlns:a="http://schemas.openxmlformats.org/drawingml/2006/main">
            <a:r>
              <a:t>3. (3:00–4:00 / Case) 지적은 검증 후 수용·기각할 수 있다. 지금 그림은 지적이 타당하다고 가정한 설계이며 수정 후에는 같은 기준으로 다시 확인해야 한다고 넘긴다.</a:t>
            </a:r>
          </a:p>
          <a:p xmlns:a="http://schemas.openxmlformats.org/drawingml/2006/main">
            <a:r>
              <a:t/>
            </a:r>
          </a:p>
          <a:p xmlns:a="http://schemas.openxmlformats.org/drawingml/2006/main">
            <a:r>
              <a:t>**Evidence / Source:**</a:t>
            </a:r>
          </a:p>
          <a:p xmlns:a="http://schemas.openxmlformats.org/drawingml/2006/main">
            <a:r>
              <a:t>DEC-0097; BEAT-077;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**Advanced Insight:**</a:t>
            </a:r>
          </a:p>
          <a:p xmlns:a="http://schemas.openxmlformats.org/drawingml/2006/main">
            <a:r>
              <a:t>각 변경의 이유와 검토 항목을 연결하면 다음 검토자가 해결·미해결 여부를 추적할 수 있다.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고쳤다면, 같은 기준으로 다시 본다의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S88; production/preview/act4/S88.png 및 production/preview/full/S88.png.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고쳤다면, 같은 기준으로 다시 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고쳤다면, 같은 기준으로 다시 본다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**Opening Question:**</a:t>
            </a:r>
          </a:p>
          <a:p xmlns:a="http://schemas.openxmlformats.org/drawingml/2006/main">
            <a:r>
              <a:t>지적한 부분을 고쳤다면 바로 끝내도 될까?</a:t>
            </a:r>
          </a:p>
          <a:p xmlns:a="http://schemas.openxmlformats.org/drawingml/2006/main">
            <a:r>
              <a:t/>
            </a:r>
          </a:p>
          <a:p xmlns:a="http://schemas.openxmlformats.org/drawingml/2006/main">
            <a:r>
              <a:t>**Speaker Flow:**</a:t>
            </a:r>
          </a:p>
          <a:p xmlns:a="http://schemas.openxmlformats.org/drawingml/2006/main">
            <a:r>
              <a:t>1. (0:00–2:00 / Case) 후보 v2와 갱신된 기록을 같은 목표 띠 아래에서 보여준다. 출력·할당량·시간 조건을 다시 대조하며 기존 동작의 회귀도 확인한다.</a:t>
            </a:r>
          </a:p>
          <a:p xmlns:a="http://schemas.openxmlformats.org/drawingml/2006/main">
            <a:r>
              <a:t>2. (2:00–3:00 / Case) 조건을 충족했다는 근거가 있으면 완료 판단으로, 남은 문제가 있으면 다음 후보로 이어지는 분기를 짚는다. 실제 v2 성공·v3 실행은 관찰하지 않았다.</a:t>
            </a:r>
          </a:p>
          <a:p xmlns:a="http://schemas.openxmlformats.org/drawingml/2006/main">
            <a:r>
              <a:t>3. (3:00–4:00 / Case) 완료 기준을 낮춰서 끝내지 않는다고 회수한다. 지금까지 단계별로 본 연결을 다음 장에서 하나의 루프로 묶는다.</a:t>
            </a:r>
          </a:p>
          <a:p xmlns:a="http://schemas.openxmlformats.org/drawingml/2006/main">
            <a:r>
              <a:t/>
            </a:r>
          </a:p>
          <a:p xmlns:a="http://schemas.openxmlformats.org/drawingml/2006/main">
            <a:r>
              <a:t>**Evidence / Source:**</a:t>
            </a:r>
          </a:p>
          <a:p xmlns:a="http://schemas.openxmlformats.org/drawingml/2006/main">
            <a:r>
              <a:t>DEC-0097; BEAT-078;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**Advanced Insight:**</a:t>
            </a:r>
          </a:p>
          <a:p xmlns:a="http://schemas.openxmlformats.org/drawingml/2006/main">
            <a:r>
              <a:t>새 수정이 이전의 유효한 동작을 깨뜨릴 수 있다. 확인된 후보와 시도 이력을 남겨 되돌릴 수 있도록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같은 목표의 구현·검토 루프의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S89; production/preview/act4/S89.png 및 production/preview/full/S89.png.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같은 목표의 구현·검토 루프</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같은 목표의 구현·검토 루프</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**Opening Question:**</a:t>
            </a:r>
          </a:p>
          <a:p xmlns:a="http://schemas.openxmlformats.org/drawingml/2006/main">
            <a:r>
              <a:t>지금 본 여러 단계가 어떻게 하나의 시스템으로 연결될까?</a:t>
            </a:r>
          </a:p>
          <a:p xmlns:a="http://schemas.openxmlformats.org/drawingml/2006/main">
            <a:r>
              <a:t/>
            </a:r>
          </a:p>
          <a:p xmlns:a="http://schemas.openxmlformats.org/drawingml/2006/main">
            <a:r>
              <a:t>**Speaker Flow:**</a:t>
            </a:r>
          </a:p>
          <a:p xmlns:a="http://schemas.openxmlformats.org/drawingml/2006/main">
            <a:r>
              <a:t>1. (0:00–3:00 / Lecture) 위쪽의 구현·검사·검토를 따라간 뒤 아래쪽의 판단·피드백을 통해 같은 목표의 구현으로 돌아간다. Loop는 Harness의 방법·도구를 활용하며 가중치를 학습한다는 뜻이 아니다.</a:t>
            </a:r>
          </a:p>
          <a:p xmlns:a="http://schemas.openxmlformats.org/drawingml/2006/main">
            <a:r>
              <a:t>2. (3:00–5:00 / Case) 앞의 지적 ①을 한 번만 전체 경로에 대응시킨다. 도구와 모델 검토의 선후·병렬 여부는 작업 의존관계에 따라 정하며 이 그림은 성능·병렬 실행의 실측 기록이 아니다.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**Advanced Insight:**</a:t>
            </a:r>
          </a:p>
          <a:p xmlns:a="http://schemas.openxmlformats.org/drawingml/2006/main">
            <a:r>
              <a:t>반복의 제어는 반드시 별도 모델이 맡아야 하는 것은 아니다. 목표·상태·피드백 전달·다음 행동을 정하는 운영 로직이 핵심이다.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언제 계속하고, 언제 끝낼까?의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S90; production/preview/act4/S90.png 및 production/preview/full/S90.png.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언제 계속하고, 언제 끝낼까?</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언제 계속하고, 언제 끝낼까?</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Reflection 2분</a:t>
            </a:r>
          </a:p>
          <a:p xmlns:a="http://schemas.openxmlformats.org/drawingml/2006/main">
            <a:r>
              <a:t/>
            </a:r>
          </a:p>
          <a:p xmlns:a="http://schemas.openxmlformats.org/drawingml/2006/main">
            <a:r>
              <a:t>**Primary Message:**</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**Opening Question:**</a:t>
            </a:r>
          </a:p>
          <a:p xmlns:a="http://schemas.openxmlformats.org/drawingml/2006/main">
            <a:r>
              <a:t>계속 돌리고 있다는 사실과 목표를 달성했다는 사실은 어떻게 구분할까?</a:t>
            </a:r>
          </a:p>
          <a:p xmlns:a="http://schemas.openxmlformats.org/drawingml/2006/main">
            <a:r>
              <a:t/>
            </a:r>
          </a:p>
          <a:p xmlns:a="http://schemas.openxmlformats.org/drawingml/2006/main">
            <a:r>
              <a:t>**Speaker Flow:**</a:t>
            </a:r>
          </a:p>
          <a:p xmlns:a="http://schemas.openxmlformats.org/drawingml/2006/main">
            <a:r>
              <a:t>1. (0:00–3:00 / Lecture) 세 갈래를 조건부터 읽는다. 기준 충족은 확인 범위를 보고하고 완료한다. 수정 가능하면 남은 문제를 전달한다. 근거 부족·정체·한도 도달은 미완료 상태를 보존해 사람에게 묻는다.</a:t>
            </a:r>
          </a:p>
          <a:p xmlns:a="http://schemas.openxmlformats.org/drawingml/2006/main">
            <a:r>
              <a:t>2. (3:00–5:00 / Reflection) 우리 작업의 완료 근거와 중단 뒤 사람에게 넘길 질문 하나를 마음속으로 생각하게 한다. 공유·실습은 요구하지 않으며 숫자 한도는 실행 환경에 맞춰 정한다고 닫는다.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**Advanced Insight:**</a:t>
            </a:r>
          </a:p>
          <a:p xmlns:a="http://schemas.openxmlformats.org/drawingml/2006/main">
            <a:r>
              <a:t>회수 제한이나 예산 소진은 성공 판정이 아니다. 검토 항목의 해결 여부와 명세·검사 결과를 함께 확인한다.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계속 돌리고 있다는 사실과 목표를 달성했다는 사실은 어떻게 구분할까? 공유·기록·실습은 요구하지 않는다.</a:t>
            </a:r>
          </a:p>
          <a:p xmlns:a="http://schemas.openxmlformats.org/drawingml/2006/main">
            <a:r>
              <a:t/>
            </a:r>
          </a:p>
          <a:p xmlns:a="http://schemas.openxmlformats.org/drawingml/2006/main">
            <a:r>
              <a:t>**Transition:**</a:t>
            </a:r>
          </a:p>
          <a:p xmlns:a="http://schemas.openxmlformats.org/drawingml/2006/main">
            <a:r>
              <a:t>다음은 구현한 모델에게 다시 물으면 충분할까?의 질문으로 이어간다.</a:t>
            </a:r>
          </a:p>
          <a:p xmlns:a="http://schemas.openxmlformats.org/drawingml/2006/main">
            <a:r>
              <a:t/>
            </a:r>
          </a:p>
          <a:p xmlns:a="http://schemas.openxmlformats.org/drawingml/2006/main">
            <a:r>
              <a:t>**Time Management:**</a:t>
            </a:r>
          </a:p>
          <a:p xmlns:a="http://schemas.openxmlformats.org/drawingml/2006/main">
            <a:r>
              <a:t>Lecture 3분 + Reflection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S91; production/preview/act4/S91.png 및 production/preview/full/S91.png.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구현한 모델에게 다시 물으면 충분할까?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구현한 모델에게 다시 물으면 충분할까?</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**Opening Question:**</a:t>
            </a:r>
          </a:p>
          <a:p xmlns:a="http://schemas.openxmlformats.org/drawingml/2006/main">
            <a:r>
              <a:t>같은 모델에게 다시 생각해 달라고 하면 언제나 좋아질까?</a:t>
            </a:r>
          </a:p>
          <a:p xmlns:a="http://schemas.openxmlformats.org/drawingml/2006/main">
            <a:r>
              <a:t/>
            </a:r>
          </a:p>
          <a:p xmlns:a="http://schemas.openxmlformats.org/drawingml/2006/main">
            <a:r>
              <a:t>**Speaker Flow:**</a:t>
            </a:r>
          </a:p>
          <a:p xmlns:a="http://schemas.openxmlformats.org/drawingml/2006/main">
            <a:r>
              <a:t>1. (0:00–2:00 / Lecture) Self-Refine은 같은 LLM이 생성·피드백·수정을 반복하고 여러 과제에서 개선을 보고했다. 다중 모델 비교 연구가 아니라는 점을 명시한다.</a:t>
            </a:r>
          </a:p>
          <a:p xmlns:a="http://schemas.openxmlformats.org/drawingml/2006/main">
            <a:r>
              <a:t>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xmlns:a="http://schemas.openxmlformats.org/drawingml/2006/main">
            <a:r>
              <a:t/>
            </a:r>
          </a:p>
          <a:p xmlns:a="http://schemas.openxmlformats.org/drawingml/2006/main">
            <a:r>
              <a:t>**Evidence / Source:**</a:t>
            </a:r>
          </a:p>
          <a:p xmlns:a="http://schemas.openxmlformats.org/drawingml/2006/main">
            <a:r>
              <a:t>DEC-0097; BEAT-080; SRC-0223; SRC-0239; CLM-0045. Primary sources checked 2026-10-25: https://arxiv.org/abs/2303.17651; https://arxiv.org/abs/2310.01798</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**Advanced Insight:**</a:t>
            </a:r>
          </a:p>
          <a:p xmlns:a="http://schemas.openxmlformats.org/drawingml/2006/main">
            <a:r>
              <a:t>2023–2024년의 특정 모델·과제·방법에 관한 결과다. 현재 모든 모델이 자기 교정에 실패한다는 일반화는 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다른 모델의 관점이 도움이 된 실험의 질문으로 이어간다.</a:t>
            </a:r>
          </a:p>
          <a:p xmlns:a="http://schemas.openxmlformats.org/drawingml/2006/main">
            <a:r>
              <a:t/>
            </a:r>
          </a:p>
          <a:p xmlns:a="http://schemas.openxmlformats.org/drawingml/2006/main">
            <a:r>
              <a:t>**Time Management:**</a:t>
            </a:r>
          </a:p>
          <a:p xmlns:a="http://schemas.openxmlformats.org/drawingml/2006/main">
            <a:r>
              <a:t>Lecture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S92; production/preview/act4/S92.png 및 production/preview/full/S92.png.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다른 모델의 관점이 도움이 된 실험</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다른 모델의 관점이 도움이 된 실험</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**Opening Question:**</a:t>
            </a:r>
          </a:p>
          <a:p xmlns:a="http://schemas.openxmlformats.org/drawingml/2006/main">
            <a:r>
              <a:t>같은 모델을 여러 번 쓰는 것과 다른 모델을 조합하는 것은 같을까?</a:t>
            </a:r>
          </a:p>
          <a:p xmlns:a="http://schemas.openxmlformats.org/drawingml/2006/main">
            <a:r>
              <a:t/>
            </a:r>
          </a:p>
          <a:p xmlns:a="http://schemas.openxmlformats.org/drawingml/2006/main">
            <a:r>
              <a:t>**Speaker Flow:**</a:t>
            </a:r>
          </a:p>
          <a:p xmlns:a="http://schemas.openxmlformats.org/drawingml/2006/main">
            <a:r>
              <a:t>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xmlns:a="http://schemas.openxmlformats.org/drawingml/2006/main">
            <a:r>
              <a:t>2. (3:00–5:00 / Case) 차이는 6.8 percentage points다. 모델 구성 변경에는 모델별 능력 차이도 포함된다. 코딩 반복 작업이나 현재 Codex에서 같은 향상·비용 절감이 입증됐다고 말하지 않는다.</a:t>
            </a:r>
          </a:p>
          <a:p xmlns:a="http://schemas.openxmlformats.org/drawingml/2006/main">
            <a:r>
              <a:t/>
            </a:r>
          </a:p>
          <a:p xmlns:a="http://schemas.openxmlformats.org/drawingml/2006/main">
            <a:r>
              <a:t>**Evidence / Source:**</a:t>
            </a:r>
          </a:p>
          <a:p xmlns:a="http://schemas.openxmlformats.org/drawingml/2006/main">
            <a:r>
              <a:t>DEC-0097; BEAT-081; SRC-0237; CLM-0043; ReConcile Table 7. Primary sources checked 2026-10-25: https://aclanthology.org/2024.acl-long.381.pdf (Table 7)</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**Advanced Insight:**</a:t>
            </a:r>
          </a:p>
          <a:p xmlns:a="http://schemas.openxmlformats.org/drawingml/2006/main">
            <a:r>
              <a:t>모델 다양성의 가능성을 보여주는 제한된 근거다. 토론·합의 프로토콜 전체와 모델 조합의 영향을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잘 만드는 능력과 잘 검토하는 능력의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S93; production/preview/act4/S93.png 및 production/preview/full/S93.png.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잘 만드는 능력과 잘 검토하는 능력</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잘 만드는 능력과 잘 검토하는 능력</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Case 1분</a:t>
            </a:r>
          </a:p>
          <a:p xmlns:a="http://schemas.openxmlformats.org/drawingml/2006/main">
            <a:r>
              <a:t/>
            </a:r>
          </a:p>
          <a:p xmlns:a="http://schemas.openxmlformats.org/drawingml/2006/main">
            <a:r>
              <a:t>**Primary Message:**</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**Opening Question:**</a:t>
            </a:r>
          </a:p>
          <a:p xmlns:a="http://schemas.openxmlformats.org/drawingml/2006/main">
            <a:r>
              <a:t>코드를 잘 생성하는 모델이 그 결과의 가장 좋은 검토자일까?</a:t>
            </a:r>
          </a:p>
          <a:p xmlns:a="http://schemas.openxmlformats.org/drawingml/2006/main">
            <a:r>
              <a:t/>
            </a:r>
          </a:p>
          <a:p xmlns:a="http://schemas.openxmlformats.org/drawingml/2006/main">
            <a:r>
              <a:t>**Speaker Flow:**</a:t>
            </a:r>
          </a:p>
          <a:p xmlns:a="http://schemas.openxmlformats.org/drawingml/2006/main">
            <a:r>
              <a:t>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xmlns:a="http://schemas.openxmlformats.org/drawingml/2006/main">
            <a:r>
              <a:t>2. (3:00–4:00 / Case) 약한 모델이 언제나 더 좋은 검토자라는 뜻은 아니다. 이 결과로 검토자 역할을 따로 평가할 이유를 설명하고 다음 장의 모델 배치 설계로 연결한다.</a:t>
            </a:r>
          </a:p>
          <a:p xmlns:a="http://schemas.openxmlformats.org/drawingml/2006/main">
            <a:r>
              <a:t/>
            </a:r>
          </a:p>
          <a:p xmlns:a="http://schemas.openxmlformats.org/drawingml/2006/main">
            <a:r>
              <a:t>**Evidence / Source:**</a:t>
            </a:r>
          </a:p>
          <a:p xmlns:a="http://schemas.openxmlformats.org/drawingml/2006/main">
            <a:r>
              <a:t>DEC-0097; BEAT-081; SRC-0238; CLM-0044; CriticBench section 4.2.5. Primary sources checked 2026-10-25: https://aclanthology.org/2024.findings-acl.91.pdf (section 4.2.5)</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**Advanced Insight:**</a:t>
            </a:r>
          </a:p>
          <a:p xmlns:a="http://schemas.openxmlformats.org/drawingml/2006/main">
            <a:r>
              <a:t>검토 정확도와 전체 개발 루프의 완료율·코스트는 다른 평가다. 이 교육의 모델 조합을 검증한 수치로 쓰지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구현과 검토에 모델을 어떻게 나눌까?의 질문으로 이어간다.</a:t>
            </a:r>
          </a:p>
          <a:p xmlns:a="http://schemas.openxmlformats.org/drawingml/2006/main">
            <a:r>
              <a:t/>
            </a:r>
          </a:p>
          <a:p xmlns:a="http://schemas.openxmlformats.org/drawingml/2006/main">
            <a:r>
              <a:t>**Time Management:**</a:t>
            </a:r>
          </a:p>
          <a:p xmlns:a="http://schemas.openxmlformats.org/drawingml/2006/main">
            <a:r>
              <a:t>Lecture 3분 + Case 1분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S94; production/preview/act4/S94.png 및 production/preview/full/S94.png.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구현과 검토에 모델을 어떻게 나눌까?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구현과 검토에 모델을 어떻게 나눌까?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**Opening Question:**</a:t>
            </a:r>
          </a:p>
          <a:p xmlns:a="http://schemas.openxmlformats.org/drawingml/2006/main">
            <a:r>
              <a:t>역할을 두 개 만들면 서로 다른 모델을 사용하는 셈일까?</a:t>
            </a:r>
          </a:p>
          <a:p xmlns:a="http://schemas.openxmlformats.org/drawingml/2006/main">
            <a:r>
              <a:t/>
            </a:r>
          </a:p>
          <a:p xmlns:a="http://schemas.openxmlformats.org/drawingml/2006/main">
            <a:r>
              <a:t>**Speaker Flow:**</a:t>
            </a:r>
          </a:p>
          <a:p xmlns:a="http://schemas.openxmlformats.org/drawingml/2006/main">
            <a:r>
              <a:t>1. (0:00–2:00 / Lecture) 같은 모델의 두 세션·Agent에 다른 역할을 주는 것과 서로 다른 모델을 선택하는 것은 다르다. 오른쪽 A/B 구성이 이번 교육에서 검토하는 다중 모델 설계라고 설명한다.</a:t>
            </a:r>
          </a:p>
          <a:p xmlns:a="http://schemas.openxmlformats.org/drawingml/2006/main">
            <a:r>
              <a:t>2. (2:00–4:00 / Case) 실제로는 역할별 오류 탐지, 최종 동작, 지연·비용을 확인해야 한다. 모델·계정·실행 표면은 TBD이며 자동 연결 기능이나 성능 향상을 이미 확인한 것처럼 말하지 않는다.</a:t>
            </a:r>
          </a:p>
          <a:p xmlns:a="http://schemas.openxmlformats.org/drawingml/2006/main">
            <a:r>
              <a:t/>
            </a:r>
          </a:p>
          <a:p xmlns:a="http://schemas.openxmlformats.org/drawingml/2006/main">
            <a:r>
              <a:t>**Evidence / Source:**</a:t>
            </a:r>
          </a:p>
          <a:p xmlns:a="http://schemas.openxmlformats.org/drawingml/2006/main">
            <a:r>
              <a:t>DEC-0097; BEAT-082; CLM-0043; CLM-0044; CASE-LOOP-01.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**Advanced Insight:**</a:t>
            </a:r>
          </a:p>
          <a:p xmlns:a="http://schemas.openxmlformats.org/drawingml/2006/main">
            <a:r>
              <a:t>Reviewer에게 구현 모델의 자신감만 전달하지 않고 독립적으로 대조할 명세·diff·원래 검사 기록을 제공한다.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검토 모델의 말도 확인해야 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S95; production/preview/act4/S95.png 및 production/preview/full/S95.png.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검토 모델의 말도 확인해야 한다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검토 모델의 말도 확인해야 한다</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**Opening Question:**</a:t>
            </a:r>
          </a:p>
          <a:p xmlns:a="http://schemas.openxmlformats.org/drawingml/2006/main">
            <a:r>
              <a:t>검토 모델이 고치라고 하면 무조건 따라야 할까?</a:t>
            </a:r>
          </a:p>
          <a:p xmlns:a="http://schemas.openxmlformats.org/drawingml/2006/main">
            <a:r>
              <a:t/>
            </a:r>
          </a:p>
          <a:p xmlns:a="http://schemas.openxmlformats.org/drawingml/2006/main">
            <a:r>
              <a:t>**Speaker Flow:**</a:t>
            </a:r>
          </a:p>
          <a:p xmlns:a="http://schemas.openxmlformats.org/drawingml/2006/main">
            <a:r>
              <a:t>1. (0:00–2:00 / Lecture) 검토 모델도 틀릴 수 있다. 지적의 위치·위반 기준·근거가 실제 변경과 맞는지 대조하고, 동의만으로 완료하지 않는다고 설명한다.</a:t>
            </a:r>
          </a:p>
          <a:p xmlns:a="http://schemas.openxmlformats.org/drawingml/2006/main">
            <a:r>
              <a:t>2. (2:00–4:00 / Case) 지적이 타당하면 수정, 틀리면 기각 이유를 남긴다. 명세가 모호하거나 검증이 불가능하면 사람에게 판단을 요청한다. 모델 다수결을 객관적 정답으로 대체하지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**Advanced Insight:**</a:t>
            </a:r>
          </a:p>
          <a:p xmlns:a="http://schemas.openxmlformats.org/drawingml/2006/main">
            <a:r>
              <a:t>잘못된 지적을 반복 반영해 정상 동작을 깨뜨리는 회귀와 무한 수정을 막는 제어도 Loop 설계의 일부다.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반복하려면 무엇을 이어받아야 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S96; production/preview/act4/S96.png 및 production/preview/full/S96.png.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반복하려면 무엇을 이어받아야 할까?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반복하려면 무엇을 이어받아야 할까?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**Opening Question:**</a:t>
            </a:r>
          </a:p>
          <a:p xmlns:a="http://schemas.openxmlformats.org/drawingml/2006/main">
            <a:r>
              <a:t>다음 시도가 처음부터 다시 시작하지 않게 하려면 무엇을 남길까?</a:t>
            </a:r>
          </a:p>
          <a:p xmlns:a="http://schemas.openxmlformats.org/drawingml/2006/main">
            <a:r>
              <a:t/>
            </a:r>
          </a:p>
          <a:p xmlns:a="http://schemas.openxmlformats.org/drawingml/2006/main">
            <a:r>
              <a:t>**Speaker Flow:**</a:t>
            </a:r>
          </a:p>
          <a:p xmlns:a="http://schemas.openxmlformats.org/drawingml/2006/main">
            <a:r>
              <a:t>1. (0:00–2:00 / Lecture) 목표·완료 기준은 고정하고 후보 버전·지적·검사 결과를 갱신한다. 검토 항목의 수용·기각, 현재 남은 문제와 시도 기록을 보존한다.</a:t>
            </a:r>
          </a:p>
          <a:p xmlns:a="http://schemas.openxmlformats.org/drawingml/2006/main">
            <a:r>
              <a:t>2. (2:00–4:00 / Case) 반복·시간·비용 한도, 같은 실패의 정체, 회귀를 만나면 어떻게 멈추고 재개할지 정한다. 별도 Memory·프레임워크가 필수라는 주장이나 숫자 기본값을 만들지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**Advanced Insight:**</a:t>
            </a:r>
          </a:p>
          <a:p xmlns:a="http://schemas.openxmlformats.org/drawingml/2006/main">
            <a:r>
              <a:t>목표의 상태와 실행의 상태를 분리한다. 실행이 중단됐다는 이유로 목표가 완료된 것으로 기록하지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확인한 근거와 아직 실행하지 않은 설계의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S97; production/preview/act4/S97.png 및 production/preview/full/S97.png.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확인한 근거와 아직 실행하지 않은 설계</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확인한 근거와 아직 실행하지 않은 설계</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**Opening Question:**</a:t>
            </a:r>
          </a:p>
          <a:p xmlns:a="http://schemas.openxmlformats.org/drawingml/2006/main">
            <a:r>
              <a:t>우리가 실제로 확인한 것은 어디까지일까?</a:t>
            </a:r>
          </a:p>
          <a:p xmlns:a="http://schemas.openxmlformats.org/drawingml/2006/main">
            <a:r>
              <a:t/>
            </a:r>
          </a:p>
          <a:p xmlns:a="http://schemas.openxmlformats.org/drawingml/2006/main">
            <a:r>
              <a:t>**Speaker Flow:**</a:t>
            </a:r>
          </a:p>
          <a:p xmlns:a="http://schemas.openxmlformats.org/drawingml/2006/main">
            <a:r>
              <a:t>1. (0:00–2:00 / Lecture) 실제 밝기 통계의 변경·출력·측정 근거는 기존 코드·입력·환경에 한정한다. 논문은 연구된 모델·과제·방법의 결과다.</a:t>
            </a:r>
          </a:p>
          <a:p xmlns:a="http://schemas.openxmlformats.org/drawingml/2006/main">
            <a:r>
              <a:t>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xmlns:a="http://schemas.openxmlformats.org/drawingml/2006/main">
            <a:r>
              <a:t/>
            </a:r>
          </a:p>
          <a:p xmlns:a="http://schemas.openxmlformats.org/drawingml/2006/main">
            <a:r>
              <a:t>**Evidence / Source:**</a:t>
            </a:r>
          </a:p>
          <a:p xmlns:a="http://schemas.openxmlformats.org/drawingml/2006/main">
            <a:r>
              <a:t>DEC-0097; BEAT-083; STATE-04-PERF; TRIAL-008; SRC-0237; SRC-0238; CASE-LOOP-01. Primary sources checked 2026-10-25: https://aclanthology.org/2024.acl-long.381.pdf (Table 7); https://aclanthology.org/2024.findings-acl.91.pdf (section 4.2.5)</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**Advanced Insight:**</a:t>
            </a:r>
          </a:p>
          <a:p xmlns:a="http://schemas.openxmlformats.org/drawingml/2006/main">
            <a:r>
              <a:t>설계의 타당성, 실행의 존재, 결과의 품질, 비교 효과를 서로 다른 근거 단계로 평가한다.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설계·논문·실제 기록을 구분했습니다. 이어서 목표를 유지하며 작업을 계속하는 공식 Goal 기능을 실무 팁으로 살펴봅니다.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S98; production/preview/act4/S98.png 및 production/preview/full/S98.png.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Goal이 목표와 다음 작업을 이어준다</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Goal이 목표와 다음 작업을 이어준다</a:t>
            </a:r>
          </a:p>
          <a:p xmlns:a="http://schemas.openxmlformats.org/drawingml/2006/main">
            <a:r>
              <a:t/>
            </a:r>
          </a:p>
          <a:p xmlns:a="http://schemas.openxmlformats.org/drawingml/2006/main">
            <a:r>
              <a:t>**ACT / Section:**</a:t>
            </a:r>
          </a:p>
          <a:p xmlns:a="http://schemas.openxmlformats.org/drawingml/2006/main">
            <a:r>
              <a:t>ACT 4 / 4T1 Goal continuation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**Opening Question:**</a:t>
            </a:r>
          </a:p>
          <a:p xmlns:a="http://schemas.openxmlformats.org/drawingml/2006/main">
            <a:r>
              <a:t>매번 계속하라고 요청하지 않고, 같은 목표를 이어갈 수 있을까?</a:t>
            </a:r>
          </a:p>
          <a:p xmlns:a="http://schemas.openxmlformats.org/drawingml/2006/main">
            <a:r>
              <a:t/>
            </a:r>
          </a:p>
          <a:p xmlns:a="http://schemas.openxmlformats.org/drawingml/2006/main">
            <a:r>
              <a:t>**Speaker Flow:**</a:t>
            </a:r>
          </a:p>
          <a:p xmlns:a="http://schemas.openxmlformats.org/drawingml/2006/main">
            <a:r>
              <a:t>1. (0:00–0:35 / Lecture) ChatGPT 데스크톱의 /goal 입력 경로를 짚는다. 현재 화면은 사용법을 설명하는 도식이고 실행 캡처가 아님을 확인한다.</a:t>
            </a:r>
          </a:p>
          <a:p xmlns:a="http://schemas.openxmlformats.org/drawingml/2006/main">
            <a:r>
              <a:t>2. (0:35–1:20 / Lecture) 목표가 턴을 넘어 유지되고 작업 뒤 근거를 보아 계속/완료를 판단하는 경로를 읽는다. 실제 제어는 앱의 안전한 작업 경계에서 이루어지며 무한 실행·목표 달성 보장을 뜻하지 않는다.</a:t>
            </a:r>
          </a:p>
          <a:p xmlns:a="http://schemas.openxmlformats.org/drawingml/2006/main">
            <a:r>
              <a:t>3. (1:20–2:00 / Lecture) Goal의 계속 수행 기능과 별도 검증·다른 모델 검토 역할을 구분한다. 교육 계정의 기능 노출과 실행 환경은 후속 확인 대상으로 남긴다.</a:t>
            </a:r>
          </a:p>
          <a:p xmlns:a="http://schemas.openxmlformats.org/drawingml/2006/main">
            <a:r>
              <a:t/>
            </a:r>
          </a:p>
          <a:p xmlns:a="http://schemas.openxmlformats.org/drawingml/2006/main">
            <a:r>
              <a:t>**Evidence / Source:**</a:t>
            </a:r>
          </a:p>
          <a:p xmlns:a="http://schemas.openxmlformats.org/drawingml/2006/main">
            <a:r>
              <a:t>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문서로 확인한 기능·안내와 교육용 도식. 사내 계정/버전/설정의 사용 가능 여부는 REQUIRES PRODUCT CHECK. 자동 다중 모델 배정·완료 보장·시간/비용 절감을 주장하지 않는다.</a:t>
            </a:r>
          </a:p>
          <a:p xmlns:a="http://schemas.openxmlformats.org/drawingml/2006/main">
            <a:r>
              <a:t/>
            </a:r>
          </a:p>
          <a:p xmlns:a="http://schemas.openxmlformats.org/drawingml/2006/main">
            <a:r>
              <a:t>**Beginner Explanation:**</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**Advanced Insight:**</a:t>
            </a:r>
          </a:p>
          <a:p xmlns:a="http://schemas.openxmlformats.org/drawingml/2006/main">
            <a:r>
              <a:t>Goal은 대화 범위의 목표·상태와 계속 수행 제어다. 권한을 확대하지 않으며 다른 모델의 코드 검토자를 자동 배정한다는 근거로 쓰지 않는다. 일반 요청 안에서도 수정·테스트가 반복될 수 있다.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기능이 계속 수행을 연결하더라도, 무엇이 완료인지 요청에 적어야 합니다. 다음은 Goal 작성 예시입니다.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S99, production/preview/full/S99.png.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Goal에는 완료 근거와 멈출 조건을 담는다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Goal에는 완료 근거와 멈출 조건을 담는다</a:t>
            </a:r>
          </a:p>
          <a:p xmlns:a="http://schemas.openxmlformats.org/drawingml/2006/main">
            <a:r>
              <a:t/>
            </a:r>
          </a:p>
          <a:p xmlns:a="http://schemas.openxmlformats.org/drawingml/2006/main">
            <a:r>
              <a:t>**ACT / Section:**</a:t>
            </a:r>
          </a:p>
          <a:p xmlns:a="http://schemas.openxmlformats.org/drawingml/2006/main">
            <a:r>
              <a:t>ACT 4 / 4T2 Goal request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**Opening Question:**</a:t>
            </a:r>
          </a:p>
          <a:p xmlns:a="http://schemas.openxmlformats.org/drawingml/2006/main">
            <a:r>
              <a:t>언제 끝내고 언제 미완료를 보고할지, Goal에 무엇을 적을까?</a:t>
            </a:r>
          </a:p>
          <a:p xmlns:a="http://schemas.openxmlformats.org/drawingml/2006/main">
            <a:r>
              <a:t/>
            </a:r>
          </a:p>
          <a:p xmlns:a="http://schemas.openxmlformats.org/drawingml/2006/main">
            <a:r>
              <a:t>**Speaker Flow:**</a:t>
            </a:r>
          </a:p>
          <a:p xmlns:a="http://schemas.openxmlformats.org/drawingml/2006/main">
            <a:r>
              <a:t>1. (0:00–0:25 / Lecture) 막연한 성능 개선 Goal에는 완료 근거가 없음을 짚는다.</a:t>
            </a:r>
          </a:p>
          <a:p xmlns:a="http://schemas.openxmlformats.org/drawingml/2006/main">
            <a:r>
              <a:t>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xmlns:a="http://schemas.openxmlformats.org/drawingml/2006/main">
            <a:r>
              <a:t>3. (1:30–2:00 / Lecture) 검증 불가·반복 실패는 미완료 사유와 필요한 판단을 보고하도록 요청한다. 다른 모델 검토가 필요한지는 별도로 설계하며 이 예시를 실행하지 않는다.</a:t>
            </a:r>
          </a:p>
          <a:p xmlns:a="http://schemas.openxmlformats.org/drawingml/2006/main">
            <a:r>
              <a:t/>
            </a:r>
          </a:p>
          <a:p xmlns:a="http://schemas.openxmlformats.org/drawingml/2006/main">
            <a:r>
              <a:t>**Evidence / Source:**</a:t>
            </a:r>
          </a:p>
          <a:p xmlns:a="http://schemas.openxmlformats.org/drawingml/2006/main">
            <a:r>
              <a:t>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xmlns:a="http://schemas.openxmlformats.org/drawingml/2006/main">
            <a:r>
              <a:t/>
            </a:r>
          </a:p>
          <a:p xmlns:a="http://schemas.openxmlformats.org/drawingml/2006/main">
            <a:r>
              <a:t>**Beginner Explanation:**</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**Advanced Insight:**</a:t>
            </a:r>
          </a:p>
          <a:p xmlns:a="http://schemas.openxmlformats.org/drawingml/2006/main">
            <a:r>
              <a:t>측정값 자체보다 어떤 기준판·대표 입력·환경·측정 방법을 고정할지가 중요하다. 검토 모델의 동의나 Goal의 완료 표시가 도구 근거와 최종 수용을 대신하지 않는다.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이 기능을 활용하더라도 우리 작업의 목표·검증·검토 판단은 남습니다. S101에서 필요한 루프를 정리한 뒤 ACT5의 조합과 덜어내기로 넘어갑니다.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S100, production/preview/full/S100.png.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우리 작업에는 어떤 루프가 필요할까?</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우리 작업에는 어떤 루프가 필요할까?</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Reflection 2분 + Q&amp;A 7분 + Transition 2분</a:t>
            </a:r>
          </a:p>
          <a:p xmlns:a="http://schemas.openxmlformats.org/drawingml/2006/main">
            <a:r>
              <a:t/>
            </a:r>
          </a:p>
          <a:p xmlns:a="http://schemas.openxmlformats.org/drawingml/2006/main">
            <a:r>
              <a:t>**Primary Message:**</a:t>
            </a:r>
          </a:p>
          <a:p xmlns:a="http://schemas.openxmlformats.org/drawingml/2006/main">
            <a:r>
              <a:t>Goal의 계속 수행 기능을 활용하되 내 업무에 필요한 목표·근거·검토 역할을 정리하고 ACT5의 조합·통합·제거로 이어간다.</a:t>
            </a:r>
          </a:p>
          <a:p xmlns:a="http://schemas.openxmlformats.org/drawingml/2006/main">
            <a:r>
              <a:t/>
            </a:r>
          </a:p>
          <a:p xmlns:a="http://schemas.openxmlformats.org/drawingml/2006/main">
            <a:r>
              <a:t>**Opening Question:**</a:t>
            </a:r>
          </a:p>
          <a:p xmlns:a="http://schemas.openxmlformats.org/drawingml/2006/main">
            <a:r>
              <a:t>내 작업에서 검토 결과가 다음 수정으로 돌아가려면 무엇이 필요할까?</a:t>
            </a:r>
          </a:p>
          <a:p xmlns:a="http://schemas.openxmlformats.org/drawingml/2006/main">
            <a:r>
              <a:t/>
            </a:r>
          </a:p>
          <a:p xmlns:a="http://schemas.openxmlformats.org/drawingml/2006/main">
            <a:r>
              <a:t>**Speaker Flow:**</a:t>
            </a:r>
          </a:p>
          <a:p xmlns:a="http://schemas.openxmlformats.org/drawingml/2006/main">
            <a:r>
              <a:t>1. (0:00–2:00 / Reflection) Goal이 맡는 계속 수행과, 내 업무에서 여전히 정할 목표·검증·검토를 구분해 생각하게 한다. 기존 목표·피드백·운영의 세 질문을 한 번씩 가리킨다.</a:t>
            </a:r>
          </a:p>
          <a:p xmlns:a="http://schemas.openxmlformats.org/drawingml/2006/main">
            <a:r>
              <a:t>2. (2:00–9:00 / Q&amp;A) 질문을 받는다. 무질문이면 두 모델의 동의와 테스트 실패가 충돌할 때의 판단 또는 Goal이 완료를 보고했지만 측정이 빠진 상황을 묻는다. 새 기능 실행이나 정답 발표는 요구하지 않는다.</a:t>
            </a:r>
          </a:p>
          <a:p xmlns:a="http://schemas.openxmlformats.org/drawingml/2006/main">
            <a:r>
              <a:t>3. (9:00–11:00 / Transition) 플랫폼 기능을 활용하되 필요한 기준과 검토를 조합한다는 문장으로 회수한다. S102의 ACT5 제목을 거쳐 S103의 대응 선택으로 넘긴다.</a:t>
            </a:r>
          </a:p>
          <a:p xmlns:a="http://schemas.openxmlformats.org/drawingml/2006/main">
            <a:r>
              <a:t/>
            </a:r>
          </a:p>
          <a:p xmlns:a="http://schemas.openxmlformats.org/drawingml/2006/main">
            <a:r>
              <a:t>**Evidence / Source:**</a:t>
            </a:r>
          </a:p>
          <a:p xmlns:a="http://schemas.openxmlformats.org/drawingml/2006/main">
            <a:r>
              <a:t>DEC-0097; BEAT-083;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**Advanced Insight:**</a:t>
            </a:r>
          </a:p>
          <a:p xmlns:a="http://schemas.openxmlformats.org/drawingml/2006/main">
            <a:r>
              <a:t>ACT5에서 현재 문제와 비용·효과를 보고 필요한 구성을 유지·통합·제거할 수 있게 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Reflection2분→Q&amp;A7분→Transition2분. 무질문이면 “Goal은 완료라고 했는데 측정 근거가 없다면?”을 사용한다. 9분에 전환으로 들어가고 11분에 마친다.</a:t>
            </a:r>
          </a:p>
          <a:p xmlns:a="http://schemas.openxmlformats.org/drawingml/2006/main">
            <a:r>
              <a:t/>
            </a:r>
          </a:p>
          <a:p xmlns:a="http://schemas.openxmlformats.org/drawingml/2006/main">
            <a:r>
              <a:t>**Transition:**</a:t>
            </a:r>
          </a:p>
          <a:p xmlns:a="http://schemas.openxmlformats.org/drawingml/2006/main">
            <a:r>
              <a:t>Goal의 계속 수행을 활용해도 검증과 역할을 모두 직접 구현할 필요는 없습니다. S102의 ACT5 제목을 거쳐 S103에서 필요한 대응의 조합을 생각합니다.</a:t>
            </a:r>
          </a:p>
          <a:p xmlns:a="http://schemas.openxmlformats.org/drawingml/2006/main">
            <a:r>
              <a:t/>
            </a:r>
          </a:p>
          <a:p xmlns:a="http://schemas.openxmlformats.org/drawingml/2006/main">
            <a:r>
              <a:t>**Time Management:**</a:t>
            </a:r>
          </a:p>
          <a:p xmlns:a="http://schemas.openxmlformats.org/drawingml/2006/main">
            <a:r>
              <a:t>Reflection 2분 + Q&amp;A 7분 + Transition 2분 = 11분.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S101; production/preview/act4/S101.png 및 production/preview/full/S101.png.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무엇을 남기고, 무엇을 덜어낼까?</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S108의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S110으로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덜어낸 뒤에도 필요한 일을 하는가?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S109에서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S111에서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S111/S110에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내 업무에서는 무엇이 반복해서 막힐까?</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S112에서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S112의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고른 문제에서, 다음 행동 하나로</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S111에서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S113–S115의 찾아보기에서 팁 위치만 짚고 S116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S111과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S113의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S111의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작업 환경과 기준</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S12, S48, S58, S63, S68, S70, S80, S99다.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S114으로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S114으로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요청 작성</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S115로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검증과 개선</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S87, S91, S100, S109, S110이다.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S109 무엇을 남기고, 무엇을 덜어낼까? / S110 덜어낸 뒤에도 필요한 일을 하는가?.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Q&amp;A와 교육 마무리</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S112에서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S103과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S112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S116와 production/preview/act5/S116.png를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4.xml" Id="R9ae57bcc4bdf46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5.xml" Id="R711be33dce134c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6.xml" Id="R991e81781d5a437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7.xml" Id="Rde3d30e8745f47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8.xml" Id="R19488213190147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9.xml" Id="R785b9a9a4b3c42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0.xml" Id="R149468e77d4d43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1.xml" Id="R6fc04e52d96b45f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2.xml" Id="Rc532fc53a2434c8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3.xml" Id="R3425e30a83524fe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4.xml" Id="Rcf971d92428d4cb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5.xml" Id="R2cc36672ded34c8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6.xml" Id="Rc08dc7fbcbd843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7.xml" Id="R06f8a877baaf45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8.xml" Id="R6fb5276abe7941d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19.xml" Id="Rc75a195855f14ad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0.xml" Id="Ra6ad3e79cf3245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1.xml" Id="R4792164f98424cd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2.xml" Id="R54f20733bb7944b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3.xml" Id="Rd9144291845145e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4.xml" Id="R576996315fe9456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5.xml" Id="R5b0a6ebd2da54a3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6.xml" Id="R67557043997c4b2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7.xml" Id="Rff27a015abf2494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8.xml" Id="R3a498e5233dc4a5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29.xml" Id="Rca442c894a154a1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0.xml" Id="R613eb6ac2da543d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1.xml" Id="R3f20303f114447e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2.xml" Id="R0acbc4fac3ad4c3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3.xml" Id="R840a07ea16114c8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4.xml" Id="Re0b85259725445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5.xml" Id="R7efc610a93a549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6.xml" Id="R497580c3f0c3424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7.xml" Id="Rd075c9a9e36d48b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8.xml" Id="Ra72fc7dcfd7b41b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39.xml" Id="R68e31d9f2fc140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0.xml" Id="R1c812969c94f489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1.xml" Id="R9dcd712c96cb492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2.xml" Id="Rb3607c7c5ecc4fd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3.xml" Id="R3f6a00bc3ef44a1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4.xml" Id="R1c76f09a75e243d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5.xml" Id="R4c7fbbd0eaca47b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6.xml" Id="R7fc76b79800c451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7.xml" Id="Rddf3b25f9736491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8.xml" Id="R3e24ddfd65984de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49.xml" Id="Rf4c40cfa733f4d6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0.xml" Id="R57634cd0349c495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1.xml" Id="Re888c36c54cf4b9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2.xml" Id="R47ee9cce5b494bb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3.xml" Id="R65929069c5bf430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4.xml" Id="Rcdd85d3d7ee7462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5.xml" Id="Raa20956d6d1b447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56.xml" Id="R54ba7668537b43f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57.xml" Id="Rf4394eb0efae4bc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58.xml" Id="Rf2667cbaf12645c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59.xml" Id="Rd8f3f37e8c0e485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0.xml" Id="R85a14c9750344ec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1.xml" Id="Raf1d5a7b0c524df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2.xml" Id="Rad52161ddcca407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3.xml" Id="R16825de3fab740b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4.xml" Id="R8b0233aae6a140a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5.xml" Id="R3d7c7a685cac401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66.xml" Id="Raff3ca3ec59a414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67.xml" Id="R1cbda8e4c54b4dd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68.xml" Id="Rc8ffa309e5c34af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69.xml" Id="Rf159e342b5e341d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0.xml" Id="R63b536d641b8471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1.xml" Id="R32d6c074a7e4497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2.xml" Id="Rc54545c27dea4ca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3.xml" Id="R7f78e7867aa5421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4.xml" Id="R089a47929ed34ab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5.xml" Id="R3b61134a2a45480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76.xml" Id="R9e690c9a8b01411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77.xml" Id="Rcaebcb7911fd42e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78.xml" Id="R6bc44724aebe46d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79.xml" Id="R3aedd29c6ea7436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0.xml" Id="Rae1cfc68b74141d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1.xml" Id="R30e64919739f4c8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2.xml" Id="R7da67322bac34be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3.xml" Id="R983ef1b4941f47df"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4.xml" Id="R2bb221648fd04a5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5.xml" Id="R87b72ed4cafc40d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86.xml" Id="Re6d646379adb4da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87.xml" Id="Rc4e6ef3588d5476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88.xml" Id="R3bb29d806ae04c5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89.xml" Id="R4191341ed86e421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0.xml" Id="R36180a95ed3c43f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1.xml" Id="R5ef00a4c4bb0482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2.xml" Id="R1e275696a25b470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3.xml" Id="Reafb085964c3405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4.xml" Id="R7ea86b7511cd4629"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5.xml" Id="Rd241e076ae0c4c89"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96.xml" Id="R9fd9b4d481214a0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97.xml" Id="R212a1ecf528b465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98.xml" Id="R7c714979becd470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99.xml" Id="R068559301c394576"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0.xml" Id="R24afd0dfb79d41f0"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1.xml" Id="R908895dc2cd64f82"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2.xml" Id="R9030d1fdb5114f76"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3.xml" Id="R311f6d7d4b354399"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4.xml" Id="R5248189ceda34d20"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5.xml" Id="Rb075385bb68b49a3"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06.xml" Id="Rfca130f2343a4cf9"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07.xml" Id="R0a5721e8688f465f"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08.xml" Id="Ree3d1ac02cbb4442"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09.xml" Id="Rd75f8c7cfc1e4c42"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0.xml" Id="R2fbfac11f8a04b0a"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1.xml" Id="Rfb9c411f0bc743b8"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2.xml" Id="R690e88ea3d1c4b3f"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304c459a9edb492d" /><Relationship Type="http://schemas.openxmlformats.org/officeDocument/2006/relationships/notesSlide" Target="/ppt/notesSlides/notesSlide113.xml" Id="R699ca2ac9d1c44a7"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4.xml" Id="Ra6812a34cdf44996"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5.xml" Id="R619b15d573e54123"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16.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AEAA886-8965-433E-8D04-D6B0BECD4F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C9A6D92-98DF-4A34-90C2-FF7636D722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8319162-49E2-491D-BBED-2FCC825E14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947C3D6-229D-46E0-85B5-AF4CE45070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5643DDA-1677-4C62-99AF-3D0A654D6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78042E3-6478-4B42-A38A-7A53428355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1B348CF-1AA7-4634-A80B-0BDB4EA05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EDD15FC-F0A2-4420-AE48-5D2B03A64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783655DC-D97D-419D-B788-5C7499660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3AD98456-8502-4A70-BDBE-C9A9C64AA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A2FF09EA-92D9-4485-BD7C-B71B743B87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ADDD67C0-E565-4F55-BCED-C18157459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D704116A-6463-4CEB-B51C-BB12CD89C3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0BCEA090-9A3D-4B21-9860-1F236E236B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D35B9484-3817-401F-8718-15E9D216A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C97FAAC-5ABA-48C8-BEAF-CF3834DC59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390E4F0-0AE7-492C-9D3B-1AAED46DB1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BDF8BBD-43C3-46EA-8FD7-C46DD56B5D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1670C0E-AAF1-4DA7-9508-88F1A4BBA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B8559C3-266E-489D-A7E7-B5C960A136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A40BD1E-BC6B-4538-A910-E572EE949A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416B626-F343-4202-8C58-CCC44B10A8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4E5F0B8-7D24-4145-95BB-5649ED482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9F1DAF6-0CF3-49D2-9BE4-1F8B0356F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4CA8F2A-6070-4EC0-871E-F9C7DC17E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5FB33CDC-5D7C-4D1A-83DF-491DB5B993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9A5C4C4-281B-4EA6-A655-90DC166739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395128F-1D35-4698-8AB2-E436F46874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FAA42CD-CD96-4477-AC98-1C85A5FDC9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2F7EE6F6-2A39-4497-B1BA-F68D1405F7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E826D22-8D13-40E4-9B1C-0B3835A0F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F9D2B070-1314-4B49-8F4C-A1ED569D5B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6739461-DF16-41F5-8E94-9DC54E5BFA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AC99647-596D-4283-B3CC-2BE488DE0E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79F2EFB-C208-43B7-9D84-7B14342AA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4D38DDE-8140-4ABC-9C01-74DC49E9F2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C1E812E-0719-4132-B17B-69FB899A9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0453A48-BA79-40FE-9845-799FDA9240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1DE1005-2E3D-4852-8529-AB5432394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D3554C5-F154-4534-9C45-88A924C470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2DF69D2-B965-416E-BAD3-8248D97FF4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59ED9ED-2887-4809-99D6-1EDC1FBA7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95FFDCA-5E2B-473E-847A-A755978841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62A8965-3BC3-4A50-8723-EB20449160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81C8F41-065B-4F10-9F6F-C592E2778D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BF47129-8FEC-438B-8111-6BFC9A80AA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2B44A9A-308E-49DB-ABA3-EBEBCAFBE5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CA91F50-5DE8-4B7F-AF3C-9032B6CE7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15F1ECE-6BBA-487A-9CDA-F5AAB5460D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546E08C-82E7-45FF-9F3F-DB006C478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8EA5D2F-95EF-49D8-A9A6-AFC9E756DA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F61F13B-101A-451F-9B79-573A130C8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6D306B2-63B1-420C-B7C9-BDCD82547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5B50607-C50E-4381-8174-65B936990AC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BF1768C-5161-4D68-A9FC-D0409EB3622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D67FC78-829B-483B-852E-6E7F159D52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12B7899-6294-48A7-9C32-DE006CC62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425D8B9-A226-464F-BA7A-9BFDAAC55C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4EC106D-580A-4F71-9042-396DF84D2E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3E3B5CB-8A9F-4EC1-9765-5893CCD527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0BB0AC2-8EC1-4838-B79E-4BE66812F0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24B0B5C4-5B2A-49CB-941A-F55EE4A1F6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F37D913-0C59-4DD5-89A6-BCAD5F88D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2B3B2B9-6ED3-4B98-A52F-CB9907A40A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D9B9273-8544-482A-BBD0-507368FA6D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9BCAEAC-0578-4DDC-8845-E5C833944A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CE678CFB-E093-4254-9F00-B2ECCAEFB1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2D8B679-0901-4B27-ACF5-C60F4D0791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77F9F9E8-98A8-4B95-A001-C9248556C2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057DD826-83DC-425E-9AB3-2C23A03562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A44DCFA-A6FF-48FF-8D8A-23CD7C02C3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5980767-CC68-4A1D-9775-71A804C23F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803DBF22-B660-48B3-8AC1-0E630B83F8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4F77C913-5340-4393-9487-DBB50A192B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77A5FD40-92B0-40E3-8581-5E45240C16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DAC38864-2641-4408-B6CF-1EE952436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B8EF545-85F0-45CE-911A-AB1E5FAF0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403F041-8A76-4239-A22F-D3B7162EA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F47A12B-6ABF-4EB5-848D-BD4008EF7D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A2A0A56-DCD8-4BC9-AF4B-4BCA94D9E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09A56703-0E34-4D6E-9E77-675B6A03D5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7357D1B6-78BD-45B6-80DE-A0783E6EDE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611F4C77-961C-4DC2-BEAD-78254DD7D2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B539ED81-5359-4006-8AB8-C3EA3D8C2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7A994E64-3F8F-40D7-9207-8875442069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DC7E1BFF-1E17-43F4-9502-85FD98C4C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4009FB11-1A36-4876-AB98-4729CEDA1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C58508E8-2F99-48CC-A307-81A53B3AF4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701FA87E-6824-4F04-A31F-ABBD1581A1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BFEC700A-F0AD-4A5D-BDAC-74B866DBC2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84407816-99F6-4754-832F-016988610F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72647E5-D3E4-4B21-92B3-B55C7A6F0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할당량 목표·실행시간 상한·대표 입력은 실행 전에 확정 · 현재 수치는 TBD">
            <a:extLst xmlns:a="http://schemas.openxmlformats.org/drawingml/2006/main">
              <a:ext uri="{FF2B5EF4-FFF2-40B4-BE49-F238E27FC236}">
                <a16:creationId xmlns:a16="http://schemas.microsoft.com/office/drawing/2014/main" id="{216D4033-571E-4B32-8E45-EFBFC2F1BA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할당량 목표·실행시간 상한·대표 입력은 실행 전에 확정 · 현재 수치는 TBD</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C9E1947-D371-4CD7-8DDD-09BCF38CA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검사할 항목의 설계 · 실제 명령 실행·측정값·통과 결과를 제시하는 장이 아님">
            <a:extLst xmlns:a="http://schemas.openxmlformats.org/drawingml/2006/main">
              <a:ext uri="{FF2B5EF4-FFF2-40B4-BE49-F238E27FC236}">
                <a16:creationId xmlns:a16="http://schemas.microsoft.com/office/drawing/2014/main" id="{EF25A3C9-A60C-45CC-80D8-5EFAD68514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검사할 항목의 설계 · 실제 명령 실행·측정값·통과 결과를 제시하는 장이 아님</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AA1E0937-CAA9-4E16-B200-6CB6125149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6084F942-A321-4983-83CF-0DA321ADAF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재검증·재검토의 운영 설계 · 후보 v2가 성공했다는 실제 결과는 없음">
            <a:extLst xmlns:a="http://schemas.openxmlformats.org/drawingml/2006/main">
              <a:ext uri="{FF2B5EF4-FFF2-40B4-BE49-F238E27FC236}">
                <a16:creationId xmlns:a16="http://schemas.microsoft.com/office/drawing/2014/main" id="{D8ABE38B-F20B-42D8-B9E6-C36F76528D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재검증·재검토의 운영 설계 · 후보 v2가 성공했다는 실제 결과는 없음</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목표와 근거를 다음 수정에 연결하는 시스템">
            <a:extLst xmlns:a="http://schemas.openxmlformats.org/drawingml/2006/main">
              <a:ext uri="{FF2B5EF4-FFF2-40B4-BE49-F238E27FC236}">
                <a16:creationId xmlns:a16="http://schemas.microsoft.com/office/drawing/2014/main" id="{BE393652-9FB8-4AC3-9B79-831A234EA2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목표와 근거를 다음 수정에 연결하는 시스템</a:t>
            </a:r>
          </a:p>
        </p:txBody>
      </p:sp>
      <p:sp>
        <p:nvSpPr>
          <p:cNvPr id="6" name="구체적 제품 기능·자동 실행 이력·모델 학습·완료 성과를 관찰한 결과가 아님">
            <a:extLst xmlns:a="http://schemas.openxmlformats.org/drawingml/2006/main">
              <a:ext uri="{FF2B5EF4-FFF2-40B4-BE49-F238E27FC236}">
                <a16:creationId xmlns:a16="http://schemas.microsoft.com/office/drawing/2014/main" id="{6CE83FF4-E5F5-4AEE-9737-CB11EB23B4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구체적 제품 기능·자동 실행 이력·모델 학습·완료 성과를 관찰한 결과가 아님</a:t>
            </a:r>
          </a:p>
        </p:txBody>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반복의 종료와 다음 행동을 정하는 기준">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반복의 종료와 다음 행동을 정하는 기준</a:t>
            </a:r>
          </a:p>
        </p:txBody>
      </p:sp>
      <p:sp>
        <p:nvSpPr>
          <p:cNvPr id="6" name="미완료 중단은 목표 달성과 다름 · 반복·시간·비용 한도 수치는 실행 전에 정함">
            <a:extLst xmlns:a="http://schemas.openxmlformats.org/drawingml/2006/main">
              <a:ext uri="{FF2B5EF4-FFF2-40B4-BE49-F238E27FC236}">
                <a16:creationId xmlns:a16="http://schemas.microsoft.com/office/drawing/2014/main" id="{C0068578-76AC-4C79-9BAD-CB9B2E81B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미완료 중단은 목표 달성과 다름 · 반복·시간·비용 한도 수치는 실행 전에 정함</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elf-Refine (2023) / Huang et al., ICLR 2024 · 서로 다른 실험 조건의 ">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Self-Refine (2023) / Huang et al., ICLR 2024 · 서로 다른 실험 조건의 연구</a:t>
            </a:r>
          </a:p>
        </p:txBody>
      </p:sp>
      <p:sp>
        <p:nvSpPr>
          <p:cNvPr id="6" name="과거 연구 대상의 결과 · 현재 모든 모델의 자기 검토 능력이나 다중 모델 우월성을 뜻하지 않음">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연구 대상의 결과 · 현재 모든 모델의 자기 검토 능력이나 다중 모델 우월성을 뜻하지 않음</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Concile · ACL 2024 · Table 7 · StrategyQA의 토론·합의 실험">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ReConcile · ACL 2024 · Table 7 · StrategyQA의 토론·합의 실험</a:t>
            </a:r>
          </a:p>
        </p:txBody>
      </p:sp>
      <p:sp>
        <p:nvSpPr>
          <p:cNvPr id="6" name="코드 수정 실험이 아님 · 현재 모델의 일반 성능·비용 개선으로 확대하지 않음">
            <a:extLst xmlns:a="http://schemas.openxmlformats.org/drawingml/2006/main">
              <a:ext uri="{FF2B5EF4-FFF2-40B4-BE49-F238E27FC236}">
                <a16:creationId xmlns:a16="http://schemas.microsoft.com/office/drawing/2014/main" id="{915542E5-F837-4734-8C29-0F9174B673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코드 수정 실험이 아님 · 현재 모델의 일반 성능·비용 개선으로 확대하지 않음</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riticBench · Findings of ACL 2024 · 17개 모델 / §4.2.5 교차 모델 검">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CriticBench · Findings of ACL 2024 · 17개 모델 / §4.2.5 교차 모델 검토</a:t>
            </a:r>
          </a:p>
        </p:txBody>
      </p:sp>
      <p:sp>
        <p:nvSpPr>
          <p:cNvPr id="6" name="일부 모델·과제에서의 결과 · 이 교육의 코드 루프 완료율·비용 개선을 측정한 연구가 아님">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일부 모델·과제에서의 결과 · 이 교육의 코드 루프 완료율·비용 개선을 측정한 연구가 아님</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연구를 참고한 개발 작업의 역할 배치 제안 · 현재 제품의 자동 배치 기능 설명 아님">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연구를 참고한 개발 작업의 역할 배치 제안 · 현재 제품의 자동 배치 기능 설명 아님</a:t>
            </a:r>
          </a:p>
        </p:txBody>
      </p:sp>
      <p:sp>
        <p:nvSpPr>
          <p:cNvPr id="6" name="같은 모델의 역할 분리와 서로 다른 모델 조합을 구분 · 실제 조합의 효과는 별도 평가">
            <a:extLst xmlns:a="http://schemas.openxmlformats.org/drawingml/2006/main">
              <a:ext uri="{FF2B5EF4-FFF2-40B4-BE49-F238E27FC236}">
                <a16:creationId xmlns:a16="http://schemas.microsoft.com/office/drawing/2014/main" id="{398526F0-2E0B-4C67-AF7C-8E3CD27D40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모델의 역할 분리와 서로 다른 모델 조합을 구분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검토 지적의 수용·기각과 추가 확인">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검토 지적의 수용·기각과 추가 확인</a:t>
            </a:r>
          </a:p>
        </p:txBody>
      </p:sp>
      <p:sp>
        <p:nvSpPr>
          <p:cNvPr id="6" name="모델 동의·다수결만으로 완료하지 않음 · 검토 모델도 틀릴 수 있음">
            <a:extLst xmlns:a="http://schemas.openxmlformats.org/drawingml/2006/main">
              <a:ext uri="{FF2B5EF4-FFF2-40B4-BE49-F238E27FC236}">
                <a16:creationId xmlns:a16="http://schemas.microsoft.com/office/drawing/2014/main" id="{D1D352C9-B1AF-4B05-9AD5-0CA6E0D5C9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 동의·다수결만으로 완료하지 않음 · 검토 모델도 틀릴 수 있음</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같은 목표의 다음 시도를 위한 최소 기록">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같은 목표의 다음 시도를 위한 최소 기록</a:t>
            </a:r>
          </a:p>
        </p:txBody>
      </p:sp>
      <p:sp>
        <p:nvSpPr>
          <p:cNvPr id="6" name="새 Memory·프레임워크가 필수인 것은 아님 · 한도와 중단 후 재개는 별도 운영 기준">
            <a:extLst xmlns:a="http://schemas.openxmlformats.org/drawingml/2006/main">
              <a:ext uri="{FF2B5EF4-FFF2-40B4-BE49-F238E27FC236}">
                <a16:creationId xmlns:a16="http://schemas.microsoft.com/office/drawing/2014/main" id="{BC59B5E9-E1AE-482D-848F-43C225CC86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Memory·프레임워크가 필수인 것은 아님 · 한도와 중단 후 재개는 별도 운영 기준</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Product Trial / 인용한 연구 / CASE-LOOP-01 설계의 근거 경계">
            <a:extLst xmlns:a="http://schemas.openxmlformats.org/drawingml/2006/main">
              <a:ext uri="{FF2B5EF4-FFF2-40B4-BE49-F238E27FC236}">
                <a16:creationId xmlns:a16="http://schemas.microsoft.com/office/drawing/2014/main" id="{FB97291B-3F03-4627-A6A0-9CD564349E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Product Trial / 인용한 연구 / CASE-LOOP-01 설계의 근거 경계</a:t>
            </a:r>
          </a:p>
        </p:txBody>
      </p:sp>
      <p:sp>
        <p:nvSpPr>
          <p:cNvPr id="6" name="기존 Trial을 다중 모델 루프의 실행 증거로 사용하지 않음 · 새 모델 조합·완료 성과 미검증">
            <a:extLst xmlns:a="http://schemas.openxmlformats.org/drawingml/2006/main">
              <a:ext uri="{FF2B5EF4-FFF2-40B4-BE49-F238E27FC236}">
                <a16:creationId xmlns:a16="http://schemas.microsoft.com/office/drawing/2014/main" id="{AC317E10-B66F-416F-AE74-B59591FEB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Trial을 다중 모델 루프의 실행 증거로 사용하지 않음 · 새 모델 조합·완료 성과 미검증</a:t>
            </a:r>
          </a:p>
        </p:txBody>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공식 Goal 안내 · 2026-10-25 확인 · 사용법을 설명하는 도식">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공식 Goal 안내 · 2026-10-25 확인 · 사용법을 설명하는 도식</a:t>
            </a:r>
          </a:p>
        </p:txBody>
      </p:sp>
      <p:sp>
        <p:nvSpPr>
          <p:cNvPr id="6" name="실제 화면·실행 결과 아님 · 다른 모델 검토자는 별도 설계 · 사내 환경에서 사용 가능 여부 확인">
            <a:extLst xmlns:a="http://schemas.openxmlformats.org/drawingml/2006/main">
              <a:ext uri="{FF2B5EF4-FFF2-40B4-BE49-F238E27FC236}">
                <a16:creationId xmlns:a16="http://schemas.microsoft.com/office/drawing/2014/main" id="{52907D77-73B0-4736-B74A-A14752A503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화면·실행 결과 아님 · 다른 모델 검토자는 별도 설계 · 사내 환경에서 사용 가능 여부 확인</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Goals 작성 안내를 밝기 통계 작업으로 각색 · 실제 실행 요청·결과 아님">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Goals 작성 안내를 밝기 통계 작업으로 각색 · 실제 실행 요청·결과 아님</a:t>
            </a:r>
          </a:p>
        </p:txBody>
      </p:sp>
      <p:sp>
        <p:nvSpPr>
          <p:cNvPr id="6" name="기준판·대표 입력·측정 방법을 먼저 확정 · 완료 보장 없음 · 다중 모델 검토를 자동 구성한다는 뜻 아님">
            <a:extLst xmlns:a="http://schemas.openxmlformats.org/drawingml/2006/main">
              <a:ext uri="{FF2B5EF4-FFF2-40B4-BE49-F238E27FC236}">
                <a16:creationId xmlns:a16="http://schemas.microsoft.com/office/drawing/2014/main" id="{9AD1755F-BE96-40B9-BB67-CED599C2B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기준판·대표 입력·측정 방법을 먼저 확정 · 완료 보장 없음 · 다중 모델 검토를 자동 구성한다는 뜻 아님</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과 Q&amp;A · 실습·제출·구현 요구 없음">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성찰과 Q&amp;A · 실습·제출·구현 요구 없음</a:t>
            </a:r>
          </a:p>
        </p:txBody>
      </p:sp>
      <p:sp>
        <p:nvSpPr>
          <p:cNvPr id="6" name="목표·판단·검증·책임은 유지 · 다음 ACT에서 조합·통합·제거를 검토">
            <a:extLst xmlns:a="http://schemas.openxmlformats.org/drawingml/2006/main">
              <a:ext uri="{FF2B5EF4-FFF2-40B4-BE49-F238E27FC236}">
                <a16:creationId xmlns:a16="http://schemas.microsoft.com/office/drawing/2014/main" id="{873D9772-4563-4937-B87A-2156A3260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목표·판단·검증·책임은 유지 · 다음 ACT에서 조합·통합·제거를 검토</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6075CB1-F919-4BD4-9B52-62DFE98C50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BBE801-EB25-4788-976D-9F1114D6D3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2B4F4CF0-67A2-4C4B-ABA4-3652EF958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CDEE2C0F-FCF3-4089-8739-03F867C3A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36BC607-85D5-4025-9FAA-A6ED4B13E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8CD4AE2-B470-40D6-9E7A-7588468D23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DFE2CFF-02AF-4A4D-A2B8-28A3AD709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CFE56CF-EC04-43E2-9191-6BA7946F7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6695EA7-E543-46AE-A299-4766BA0A5A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7553AA-482E-4059-8570-E666723F60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48B75E4B-FC57-48F5-8D5C-C56A9DD196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54CFFF58-3364-4855-A3A9-39B2194069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28A883A5-7366-44BE-AED8-D1FFCE053C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83D9D6F-A47C-4EC8-A0E3-129A1A5684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B5039FFC-6026-4253-B90F-25712E947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7BEDA88F-7BCE-4342-8D7A-1D4A80C2C4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CFFE18FB-4AF0-4B64-85A3-A5B7B84AB8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2BE5FA7F-90C8-4F4C-B6B3-76FB402FB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작업 환경과 기준">
            <a:extLst xmlns:a="http://schemas.openxmlformats.org/drawingml/2006/main">
              <a:ext uri="{FF2B5EF4-FFF2-40B4-BE49-F238E27FC236}">
                <a16:creationId xmlns:a16="http://schemas.microsoft.com/office/drawing/2014/main" id="{69100CF2-29B5-4D03-A126-104860AEC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8A4F26E0-2CC8-45B9-95A9-09624806E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130AB79-6641-4204-B146-D14B71AAE8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27061BB-620D-41C5-A681-5BD623A1C6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170E0B0E-39DC-40A0-969A-AF413ADEA15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8ED2A3E-91A1-4B99-BF05-2A53B2B9B5B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AA239AF-E963-44B1-8EE5-220C041AFADD}"/>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E08EDB0-2731-4211-B61C-32F64AC2FD4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5949374-624C-46FC-9FDD-77AEB4946E7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3CBB3616-0AB3-46D9-99B3-ADB2020E746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F48FEF7A-4904-4EA1-A8E4-567F97AA0BC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FE76D5B8-2063-4CBD-9544-F99B3610D8DA}"/>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9EB272E-3397-4536-9409-64096E4CCD3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DE54784-4951-4390-A597-DAFAA8E6098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8365903B-C3E6-4B9A-8933-E0949F89914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3E4FF56-B67E-400C-A073-7BEAFE63AEC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99F6E2C-E187-4237-BF85-E10DED2D520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F5884156-3364-4CDE-853D-C54BDB7D7CF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C6C529BC-DFF3-4E88-8539-24273E7070B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4CC3833A-579C-4A33-98C2-ECA3714BDDF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11D472F-C47A-40F1-8177-662F77A4986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26DC5FF0-4971-4220-B5FD-49577095320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21F3CD3F-F992-47D3-AB5B-5EF6E835DD19}"/>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635FE38-ED1A-4457-AFF2-2B3D584856E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9751437-0F97-45B0-BE2A-668C6340A54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285C6AE9-D595-4EE9-8B4F-5DE81C82B9D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B8DA420E-A08F-4E16-9B87-593D46254CD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41CA49B6-0AC2-4684-99A4-848E5B4A7D5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E9B91AC-349B-4125-AF91-4913B2834317}"/>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9DB6DE8-A645-421F-8B1C-1E382EA316F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FE507201-8EA5-4921-A811-388D506F5560}"/>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E4CA028E-E712-49AA-B4C4-BF0CD5803C5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76BADA6-78CD-40F4-8617-B78D9E43915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4D3E478D-8EDA-4764-B4D6-6DB59F0D0FD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다음 수정에 넘길 기록">
            <a:extLst xmlns:a="http://schemas.openxmlformats.org/drawingml/2006/main">
              <a:ext uri="{FF2B5EF4-FFF2-40B4-BE49-F238E27FC236}">
                <a16:creationId xmlns:a16="http://schemas.microsoft.com/office/drawing/2014/main" id="{F7EE26C4-7A02-4C68-A29A-E17535B50C0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3EA75C66-40E3-4132-B9A3-CCE80D66027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5C5D43B8-B27A-420A-B6A6-B7299E54281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8B56F5C8-DBD8-4524-910E-D9ED6AAE215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S99</a:t>
            </a:r>
          </a:p>
        </p:txBody>
      </p:sp>
      <p:sp>
        <p:nvSpPr>
          <p:cNvPr id="41" name="Goal이 목표와 다음 작업을 이어준다">
            <a:extLst xmlns:a="http://schemas.openxmlformats.org/drawingml/2006/main">
              <a:ext uri="{FF2B5EF4-FFF2-40B4-BE49-F238E27FC236}">
                <a16:creationId xmlns:a16="http://schemas.microsoft.com/office/drawing/2014/main" id="{934C672F-F1CA-428E-96D3-E6F0ACDC0C7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79838995-8506-4A60-A60F-DB95166748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065356"/>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7B92CE0-8B2A-4358-8546-D44C752EA6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A7244E08-0BDD-4634-B095-9E9DD0B3D3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DEB14CF-8E81-47A7-82D4-B14B0A4BEE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A4DC708-A7B9-491F-9B93-452C1BFA00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04CF3E1-6D40-4EB8-8CB8-D3FD333937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