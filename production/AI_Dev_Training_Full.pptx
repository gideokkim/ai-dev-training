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slides/charts/chart1.xml" ContentType="application/vnd.openxmlformats-officedocument.drawingml.chart+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slides/charts/chart2.xml" ContentType="application/vnd.openxmlformats-officedocument.drawingml.chart+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id="377" r:id="R4300360358964814"/>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9.xml" Id="R7431d4144bfb45e0"/><Relationship Type="http://schemas.openxmlformats.org/officeDocument/2006/relationships/slide" Target="/ppt/slides/slide30.xml" Id="R5fd00b26e77d4d8a"/><Relationship Type="http://schemas.openxmlformats.org/officeDocument/2006/relationships/slide" Target="/ppt/slides/slide31.xml" Id="R85f246664a6b4475"/><Relationship Type="http://schemas.openxmlformats.org/officeDocument/2006/relationships/slide" Target="/ppt/slides/slide32.xml" Id="R02259bf88f1f434a"/><Relationship Type="http://schemas.openxmlformats.org/officeDocument/2006/relationships/slide" Target="/ppt/slides/slide33.xml" Id="R008ac74c83d248ae"/><Relationship Type="http://schemas.openxmlformats.org/officeDocument/2006/relationships/slide" Target="/ppt/slides/slide34.xml" Id="R4c6458d3ca354107"/><Relationship Type="http://schemas.openxmlformats.org/officeDocument/2006/relationships/slide" Target="/ppt/slides/slide35.xml" Id="R5687a354316a49c5"/><Relationship Type="http://schemas.openxmlformats.org/officeDocument/2006/relationships/slide" Target="/ppt/slides/slide36.xml" Id="Rd0a7c9b7d513408f"/><Relationship Type="http://schemas.openxmlformats.org/officeDocument/2006/relationships/slide" Target="/ppt/slides/slide37.xml" Id="R06b70f05dae648da"/><Relationship Type="http://schemas.openxmlformats.org/officeDocument/2006/relationships/slide" Target="/ppt/slides/slide38.xml" Id="Rabf37e1304b44b86"/><Relationship Type="http://schemas.openxmlformats.org/officeDocument/2006/relationships/slide" Target="/ppt/slides/slide39.xml" Id="Ra1f62a646d394675"/><Relationship Type="http://schemas.openxmlformats.org/officeDocument/2006/relationships/slide" Target="/ppt/slides/slide40.xml" Id="R872650c42533492c"/><Relationship Type="http://schemas.openxmlformats.org/officeDocument/2006/relationships/slide" Target="/ppt/slides/slide41.xml" Id="Rf6fdc925b4ff45ad"/><Relationship Type="http://schemas.openxmlformats.org/officeDocument/2006/relationships/slide" Target="/ppt/slides/slide42.xml" Id="R9da1e5fdd36d426e"/><Relationship Type="http://schemas.openxmlformats.org/officeDocument/2006/relationships/slide" Target="/ppt/slides/slide43.xml" Id="Re8343b9254ab455d"/><Relationship Type="http://schemas.openxmlformats.org/officeDocument/2006/relationships/slide" Target="/ppt/slides/slide44.xml" Id="Rebe61671e2cb4992"/><Relationship Type="http://schemas.openxmlformats.org/officeDocument/2006/relationships/slide" Target="/ppt/slides/slide45.xml" Id="R66e6b1bf27944450"/><Relationship Type="http://schemas.openxmlformats.org/officeDocument/2006/relationships/slide" Target="/ppt/slides/slide46.xml" Id="R21190c309c1a42b7"/><Relationship Type="http://schemas.openxmlformats.org/officeDocument/2006/relationships/slide" Target="/ppt/slides/slide47.xml" Id="R024ebead023b47f0"/><Relationship Type="http://schemas.openxmlformats.org/officeDocument/2006/relationships/slide" Target="/ppt/slides/slide48.xml" Id="Rb349d4f97bb340d5"/><Relationship Type="http://schemas.openxmlformats.org/officeDocument/2006/relationships/slide" Target="/ppt/slides/slide49.xml" Id="Rd3ee7d1b086e47c2"/><Relationship Type="http://schemas.openxmlformats.org/officeDocument/2006/relationships/slide" Target="/ppt/slides/slide50.xml" Id="R535a7442298f4e3e"/><Relationship Type="http://schemas.openxmlformats.org/officeDocument/2006/relationships/slide" Target="/ppt/slides/slide51.xml" Id="Ra282229850754500"/><Relationship Type="http://schemas.openxmlformats.org/officeDocument/2006/relationships/slide" Target="/ppt/slides/slide52.xml" Id="Re64547d29423440b"/><Relationship Type="http://schemas.openxmlformats.org/officeDocument/2006/relationships/slide" Target="/ppt/slides/slide53.xml" Id="Rccc98b2c3a0547af"/><Relationship Type="http://schemas.openxmlformats.org/officeDocument/2006/relationships/slide" Target="/ppt/slides/slide54.xml" Id="R154038c08e0749a2"/><Relationship Type="http://schemas.openxmlformats.org/officeDocument/2006/relationships/slide" Target="/ppt/slides/slide55.xml" Id="Rd03e5053aad04699"/><Relationship Type="http://schemas.openxmlformats.org/officeDocument/2006/relationships/slide" Target="/ppt/slides/slide56.xml" Id="Ra6755f3e811642d2"/><Relationship Type="http://schemas.openxmlformats.org/officeDocument/2006/relationships/slide" Target="/ppt/slides/slide60.xml" Id="R72ff6461cb0746fc"/><Relationship Type="http://schemas.openxmlformats.org/officeDocument/2006/relationships/slide" Target="/ppt/slides/slide61.xml" Id="R87f28cc747584435"/><Relationship Type="http://schemas.openxmlformats.org/officeDocument/2006/relationships/slide" Target="/ppt/slides/slide62.xml" Id="R0e388af578a5444a"/><Relationship Type="http://schemas.openxmlformats.org/officeDocument/2006/relationships/slide" Target="/ppt/slides/slide63.xml" Id="R4e80fc39125a409a"/><Relationship Type="http://schemas.openxmlformats.org/officeDocument/2006/relationships/slide" Target="/ppt/slides/slide64.xml" Id="Rb7fc36f3748e4e7e"/><Relationship Type="http://schemas.openxmlformats.org/officeDocument/2006/relationships/slide" Target="/ppt/slides/slide65.xml" Id="Rb594a747736746eb"/><Relationship Type="http://schemas.openxmlformats.org/officeDocument/2006/relationships/slide" Target="/ppt/slides/slide66.xml" Id="Rf904dae589414f4f"/><Relationship Type="http://schemas.openxmlformats.org/officeDocument/2006/relationships/slide" Target="/ppt/slides/slide67.xml" Id="R895eb660f69e4832"/><Relationship Type="http://schemas.openxmlformats.org/officeDocument/2006/relationships/slide" Target="/ppt/slides/slide68.xml" Id="R367ed24082b94b6a"/><Relationship Type="http://schemas.openxmlformats.org/officeDocument/2006/relationships/slide" Target="/ppt/slides/slide69.xml" Id="R78b603dd886a4965"/><Relationship Type="http://schemas.openxmlformats.org/officeDocument/2006/relationships/slide" Target="/ppt/slides/slide70.xml" Id="R7ded63a3ac80466c"/><Relationship Type="http://schemas.openxmlformats.org/officeDocument/2006/relationships/slide" Target="/ppt/slides/slide71.xml" Id="Ra7181b8897284bc1"/><Relationship Type="http://schemas.openxmlformats.org/officeDocument/2006/relationships/slide" Target="/ppt/slides/slide72.xml" Id="R0fd1a67510f34c5f"/><Relationship Type="http://schemas.openxmlformats.org/officeDocument/2006/relationships/slide" Target="/ppt/slides/slide73.xml" Id="R9f16bb685f974f5e"/><Relationship Type="http://schemas.openxmlformats.org/officeDocument/2006/relationships/slide" Target="/ppt/slides/slide74.xml" Id="R5eeb4ae768104820"/><Relationship Type="http://schemas.openxmlformats.org/officeDocument/2006/relationships/slide" Target="/ppt/slides/slide75.xml" Id="Ref8225c5602949ad"/><Relationship Type="http://schemas.openxmlformats.org/officeDocument/2006/relationships/slide" Target="/ppt/slides/slide76.xml" Id="R7597ca53a04c459b"/><Relationship Type="http://schemas.openxmlformats.org/officeDocument/2006/relationships/slide" Target="/ppt/slides/slide77.xml" Id="Rc773ae6f18264ef1"/><Relationship Type="http://schemas.openxmlformats.org/officeDocument/2006/relationships/slide" Target="/ppt/slides/slide78.xml" Id="R7b53866a56f3425e"/><Relationship Type="http://schemas.openxmlformats.org/officeDocument/2006/relationships/slide" Target="/ppt/slides/slide79.xml" Id="R2153275503b2476a"/><Relationship Type="http://schemas.openxmlformats.org/officeDocument/2006/relationships/slide" Target="/ppt/slides/slide80.xml" Id="R608ce4adbdcf4ccb"/><Relationship Type="http://schemas.openxmlformats.org/officeDocument/2006/relationships/slide" Target="/ppt/slides/slide81.xml" Id="R4678d8fca4c642b9"/><Relationship Type="http://schemas.openxmlformats.org/officeDocument/2006/relationships/slide" Target="/ppt/slides/slide82.xml" Id="Re835f6281a3e439f"/><Relationship Type="http://schemas.openxmlformats.org/officeDocument/2006/relationships/slide" Target="/ppt/slides/slide83.xml" Id="Rcacc6d5c4ad749f0"/><Relationship Type="http://schemas.openxmlformats.org/officeDocument/2006/relationships/slide" Target="/ppt/slides/slide84.xml" Id="R016396d127394e1a"/><Relationship Type="http://schemas.openxmlformats.org/officeDocument/2006/relationships/slide" Target="/ppt/slides/slide85.xml" Id="R5f303c360e3a43f7"/><Relationship Type="http://schemas.openxmlformats.org/officeDocument/2006/relationships/slide" Target="/ppt/slides/slide86.xml" Id="R70a347417a0e4436"/><Relationship Type="http://schemas.openxmlformats.org/officeDocument/2006/relationships/slide" Target="/ppt/slides/slide87.xml" Id="R427f8faf69084bf2"/><Relationship Type="http://schemas.openxmlformats.org/officeDocument/2006/relationships/slide" Target="/ppt/slides/slide88.xml" Id="R7b1929d697764fed"/><Relationship Type="http://schemas.openxmlformats.org/officeDocument/2006/relationships/slide" Target="/ppt/slides/slide89.xml" Id="R7b8f7c435d8b461f"/><Relationship Type="http://schemas.openxmlformats.org/officeDocument/2006/relationships/slide" Target="/ppt/slides/slide90.xml" Id="R507d9a6a7b414991"/><Relationship Type="http://schemas.openxmlformats.org/officeDocument/2006/relationships/slide" Target="/ppt/slides/slide91.xml" Id="Rae9abd65533e4896"/><Relationship Type="http://schemas.openxmlformats.org/officeDocument/2006/relationships/slide" Target="/ppt/slides/slide92.xml" Id="R972055e3d0974d3d"/><Relationship Type="http://schemas.openxmlformats.org/officeDocument/2006/relationships/slide" Target="/ppt/slides/slide93.xml" Id="Rfab2baeaf6c2489e"/><Relationship Type="http://schemas.openxmlformats.org/officeDocument/2006/relationships/slide" Target="/ppt/slides/slide94.xml" Id="R1a08854b15af4bcd"/><Relationship Type="http://schemas.openxmlformats.org/officeDocument/2006/relationships/slide" Target="/ppt/slides/slide95.xml" Id="R78079090e17c4a8c"/><Relationship Type="http://schemas.openxmlformats.org/officeDocument/2006/relationships/slide" Target="/ppt/slides/slide96.xml" Id="R5b1111aade374262"/><Relationship Type="http://schemas.openxmlformats.org/officeDocument/2006/relationships/slide" Target="/ppt/slides/slide97.xml" Id="Rf817ae0da26b49b8"/><Relationship Type="http://schemas.openxmlformats.org/officeDocument/2006/relationships/slide" Target="/ppt/slides/slide98.xml" Id="R5cc79f0d8ad94df8"/><Relationship Type="http://schemas.openxmlformats.org/officeDocument/2006/relationships/slide" Target="/ppt/slides/slide99.xml" Id="R7e79aaa9bff346fa"/><Relationship Type="http://schemas.openxmlformats.org/officeDocument/2006/relationships/slide" Target="/ppt/slides/slide100.xml" Id="R0063c448f38e4336"/><Relationship Type="http://schemas.openxmlformats.org/officeDocument/2006/relationships/slide" Target="/ppt/slides/slide101.xml" Id="Rb0627c4a99df4d4f"/><Relationship Type="http://schemas.openxmlformats.org/officeDocument/2006/relationships/slide" Target="/ppt/slides/slide102.xml" Id="Ra10a0e13a2184135"/><Relationship Type="http://schemas.openxmlformats.org/officeDocument/2006/relationships/slide" Target="/ppt/slides/slide103.xml" Id="R9b60d9b4a2e44dd3"/><Relationship Type="http://schemas.openxmlformats.org/officeDocument/2006/relationships/slide" Target="/ppt/slides/slide104.xml" Id="Rc17d36dd79264453"/><Relationship Type="http://schemas.openxmlformats.org/officeDocument/2006/relationships/slide" Target="/ppt/slides/slide105.xml" Id="R603e33c25b484f54"/><Relationship Type="http://schemas.openxmlformats.org/officeDocument/2006/relationships/slide" Target="/ppt/slides/slide106.xml" Id="R6fd503a3177f4d06"/><Relationship Type="http://schemas.openxmlformats.org/officeDocument/2006/relationships/slide" Target="/ppt/slides/slide107.xml" Id="Rd07a9a0a0d094a1f"/><Relationship Type="http://schemas.openxmlformats.org/officeDocument/2006/relationships/slide" Target="/ppt/slides/slide108.xml" Id="R718f7d508df64340"/><Relationship Type="http://schemas.openxmlformats.org/officeDocument/2006/relationships/slide" Target="/ppt/slides/slide109.xml" Id="Rb2144a6581f3498a"/><Relationship Type="http://schemas.openxmlformats.org/officeDocument/2006/relationships/slide" Target="/ppt/slides/slide110.xml" Id="R7e193bf32174419f"/><Relationship Type="http://schemas.openxmlformats.org/officeDocument/2006/relationships/slide" Target="/ppt/slides/slide111.xml" Id="R3b2b3b2837f345d7"/><Relationship Type="http://schemas.openxmlformats.org/officeDocument/2006/relationships/slide" Target="/ppt/slides/slide112.xml" Id="Rc8d64c078fdb4e93"/><Relationship Type="http://schemas.openxmlformats.org/officeDocument/2006/relationships/slide" Target="/ppt/slides/slide113.xml" Id="R14761046fa0449ad"/><Relationship Type="http://schemas.openxmlformats.org/officeDocument/2006/relationships/slide" Target="/ppt/slides/slide114.xml" Id="R308e5dcf86374f7a"/><Relationship Type="http://schemas.openxmlformats.org/officeDocument/2006/relationships/slide" Target="/ppt/slides/slide115.xml" Id="Rb70d6e328be74d60"/><Relationship Type="http://schemas.openxmlformats.org/officeDocument/2006/relationships/slide" Target="/ppt/slides/slide116.xml" Id="Re9f94e65c1024047"/><Relationship Type="http://schemas.openxmlformats.org/officeDocument/2006/relationships/slide" Target="/ppt/slides/slide117.xml" Id="R44280ecc75ac417f"/><Relationship Type="http://schemas.openxmlformats.org/officeDocument/2006/relationships/slide" Target="/ppt/slides/slide118.xml" Id="R350e5087273b43f8"/><Relationship Type="http://schemas.openxmlformats.org/officeDocument/2006/relationships/slide" Target="/ppt/slides/slide119.xml" Id="R99aa14256c364cca"/><Relationship Type="http://schemas.openxmlformats.org/officeDocument/2006/relationships/slide" Target="/ppt/slides/slide120.xml" Id="Re7befaa2280e40d8"/><Relationship Type="http://schemas.openxmlformats.org/officeDocument/2006/relationships/slide" Target="/ppt/slides/slide121.xml" Id="Rb72241cc12ab4b73"/><Relationship Id="CopilotTipAfterS03" Type="http://schemas.openxmlformats.org/officeDocument/2006/relationships/slide" Target="/ppt/slides/slide4.xml"/><Relationship Id="AgentsScopeTip1" Type="http://schemas.openxmlformats.org/officeDocument/2006/relationships/slide" Target="/ppt/slides/slide57.xml"/><Relationship Id="AgentsScopeTip2" Type="http://schemas.openxmlformats.org/officeDocument/2006/relationships/slide" Target="/ppt/slides/slide58.xml"/><Relationship Id="AgentsScopeTip3" Type="http://schemas.openxmlformats.org/officeDocument/2006/relationships/slide" Target="/ppt/slides/slide59.xml"/><Relationship Type="http://schemas.openxmlformats.org/officeDocument/2006/relationships/slide" Target="/ppt/slides/slide27.xml" Id="R562e068ad94c4fc2"/><Relationship Type="http://schemas.openxmlformats.org/officeDocument/2006/relationships/slide" Target="/ppt/slides/slide28.xml" Id="R4300360358964814"/></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7ac060aac17e48a6"/><Relationship Type="http://schemas.openxmlformats.org/officeDocument/2006/relationships/notesMaster" Target="/ppt/notesMasters/notesMaster1.xml" Id="Rda8a433128fa4b16"/></Relationships>
</file>

<file path=ppt/notesSlides/_rels/notesSlide29.xml.rels><?xml version="1.0" encoding="utf-8"?><Relationships xmlns="http://schemas.openxmlformats.org/package/2006/relationships"><Relationship Type="http://schemas.openxmlformats.org/officeDocument/2006/relationships/slide" Target="/ppt/slides/slide29.xml" Id="R30253838b6a944c8"/><Relationship Type="http://schemas.openxmlformats.org/officeDocument/2006/relationships/notesMaster" Target="/ppt/notesMasters/notesMaster1.xml" Id="R92f313188ba24d0c"/></Relationships>
</file>

<file path=ppt/notesSlides/_rels/notesSlide30.xml.rels><?xml version="1.0" encoding="utf-8"?><Relationships xmlns="http://schemas.openxmlformats.org/package/2006/relationships"><Relationship Type="http://schemas.openxmlformats.org/officeDocument/2006/relationships/slide" Target="/ppt/slides/slide30.xml" Id="R64844f16deea4e23"/><Relationship Type="http://schemas.openxmlformats.org/officeDocument/2006/relationships/notesMaster" Target="/ppt/notesMasters/notesMaster1.xml" Id="R1059aaca941e4630"/></Relationships>
</file>

<file path=ppt/notesSlides/_rels/notesSlide31.xml.rels><?xml version="1.0" encoding="utf-8"?><Relationships xmlns="http://schemas.openxmlformats.org/package/2006/relationships"><Relationship Type="http://schemas.openxmlformats.org/officeDocument/2006/relationships/slide" Target="/ppt/slides/slide31.xml" Id="Ra8d2cc47a4194b8f"/><Relationship Type="http://schemas.openxmlformats.org/officeDocument/2006/relationships/notesMaster" Target="/ppt/notesMasters/notesMaster1.xml" Id="R153d5f827a8646a6"/></Relationships>
</file>

<file path=ppt/notesSlides/_rels/notesSlide32.xml.rels><?xml version="1.0" encoding="utf-8"?><Relationships xmlns="http://schemas.openxmlformats.org/package/2006/relationships"><Relationship Type="http://schemas.openxmlformats.org/officeDocument/2006/relationships/slide" Target="/ppt/slides/slide32.xml" Id="R5d7b3273780543a3"/><Relationship Type="http://schemas.openxmlformats.org/officeDocument/2006/relationships/notesMaster" Target="/ppt/notesMasters/notesMaster1.xml" Id="R6fc6def0efcb4d94"/></Relationships>
</file>

<file path=ppt/notesSlides/_rels/notesSlide33.xml.rels><?xml version="1.0" encoding="utf-8"?><Relationships xmlns="http://schemas.openxmlformats.org/package/2006/relationships"><Relationship Type="http://schemas.openxmlformats.org/officeDocument/2006/relationships/slide" Target="/ppt/slides/slide33.xml" Id="R42c1c747efc94d4b"/><Relationship Type="http://schemas.openxmlformats.org/officeDocument/2006/relationships/notesMaster" Target="/ppt/notesMasters/notesMaster1.xml" Id="R5d345cc6a40b4ef8"/></Relationships>
</file>

<file path=ppt/notesSlides/_rels/notesSlide34.xml.rels><?xml version="1.0" encoding="utf-8"?><Relationships xmlns="http://schemas.openxmlformats.org/package/2006/relationships"><Relationship Type="http://schemas.openxmlformats.org/officeDocument/2006/relationships/slide" Target="/ppt/slides/slide34.xml" Id="Rd01433e4a9974d3f"/><Relationship Type="http://schemas.openxmlformats.org/officeDocument/2006/relationships/notesMaster" Target="/ppt/notesMasters/notesMaster1.xml" Id="R6e020c48cfce4997"/></Relationships>
</file>

<file path=ppt/notesSlides/_rels/notesSlide35.xml.rels><?xml version="1.0" encoding="utf-8"?><Relationships xmlns="http://schemas.openxmlformats.org/package/2006/relationships"><Relationship Type="http://schemas.openxmlformats.org/officeDocument/2006/relationships/slide" Target="/ppt/slides/slide35.xml" Id="R292051762edb4e89"/><Relationship Type="http://schemas.openxmlformats.org/officeDocument/2006/relationships/notesMaster" Target="/ppt/notesMasters/notesMaster1.xml" Id="R75de794708ea41ad"/></Relationships>
</file>

<file path=ppt/notesSlides/_rels/notesSlide36.xml.rels><?xml version="1.0" encoding="utf-8"?><Relationships xmlns="http://schemas.openxmlformats.org/package/2006/relationships"><Relationship Type="http://schemas.openxmlformats.org/officeDocument/2006/relationships/slide" Target="/ppt/slides/slide36.xml" Id="R5037d43ddf884859"/><Relationship Type="http://schemas.openxmlformats.org/officeDocument/2006/relationships/notesMaster" Target="/ppt/notesMasters/notesMaster1.xml" Id="R6e1a705c247c45d5"/></Relationships>
</file>

<file path=ppt/notesSlides/_rels/notesSlide37.xml.rels><?xml version="1.0" encoding="utf-8"?><Relationships xmlns="http://schemas.openxmlformats.org/package/2006/relationships"><Relationship Type="http://schemas.openxmlformats.org/officeDocument/2006/relationships/slide" Target="/ppt/slides/slide37.xml" Id="R7f3213dd031e4b59"/><Relationship Type="http://schemas.openxmlformats.org/officeDocument/2006/relationships/notesMaster" Target="/ppt/notesMasters/notesMaster1.xml" Id="R3c74c6a455244d15"/></Relationships>
</file>

<file path=ppt/notesSlides/_rels/notesSlide38.xml.rels><?xml version="1.0" encoding="utf-8"?><Relationships xmlns="http://schemas.openxmlformats.org/package/2006/relationships"><Relationship Type="http://schemas.openxmlformats.org/officeDocument/2006/relationships/slide" Target="/ppt/slides/slide38.xml" Id="R3cf109f7c5a44be6"/><Relationship Type="http://schemas.openxmlformats.org/officeDocument/2006/relationships/notesMaster" Target="/ppt/notesMasters/notesMaster1.xml" Id="Reee8baa74f6e44fc"/></Relationships>
</file>

<file path=ppt/notesSlides/_rels/notesSlide39.xml.rels><?xml version="1.0" encoding="utf-8"?><Relationships xmlns="http://schemas.openxmlformats.org/package/2006/relationships"><Relationship Type="http://schemas.openxmlformats.org/officeDocument/2006/relationships/slide" Target="/ppt/slides/slide39.xml" Id="Ref837ed02f204b7d"/><Relationship Type="http://schemas.openxmlformats.org/officeDocument/2006/relationships/notesMaster" Target="/ppt/notesMasters/notesMaster1.xml" Id="R0a067a864a764a6e"/></Relationships>
</file>

<file path=ppt/notesSlides/_rels/notesSlide40.xml.rels><?xml version="1.0" encoding="utf-8"?><Relationships xmlns="http://schemas.openxmlformats.org/package/2006/relationships"><Relationship Type="http://schemas.openxmlformats.org/officeDocument/2006/relationships/slide" Target="/ppt/slides/slide40.xml" Id="R8d85cfc379044e0c"/><Relationship Type="http://schemas.openxmlformats.org/officeDocument/2006/relationships/notesMaster" Target="/ppt/notesMasters/notesMaster1.xml" Id="R690345a37f2240d5"/></Relationships>
</file>

<file path=ppt/notesSlides/_rels/notesSlide41.xml.rels><?xml version="1.0" encoding="utf-8"?><Relationships xmlns="http://schemas.openxmlformats.org/package/2006/relationships"><Relationship Type="http://schemas.openxmlformats.org/officeDocument/2006/relationships/slide" Target="/ppt/slides/slide41.xml" Id="R57c1475feed6472d"/><Relationship Type="http://schemas.openxmlformats.org/officeDocument/2006/relationships/notesMaster" Target="/ppt/notesMasters/notesMaster1.xml" Id="R9a1b31d13d1e488c"/></Relationships>
</file>

<file path=ppt/notesSlides/_rels/notesSlide42.xml.rels><?xml version="1.0" encoding="utf-8"?><Relationships xmlns="http://schemas.openxmlformats.org/package/2006/relationships"><Relationship Type="http://schemas.openxmlformats.org/officeDocument/2006/relationships/slide" Target="/ppt/slides/slide42.xml" Id="R6f6958abbd7a4c3f"/><Relationship Type="http://schemas.openxmlformats.org/officeDocument/2006/relationships/notesMaster" Target="/ppt/notesMasters/notesMaster1.xml" Id="Rb3c5eb7838514888"/></Relationships>
</file>

<file path=ppt/notesSlides/_rels/notesSlide43.xml.rels><?xml version="1.0" encoding="utf-8"?><Relationships xmlns="http://schemas.openxmlformats.org/package/2006/relationships"><Relationship Type="http://schemas.openxmlformats.org/officeDocument/2006/relationships/slide" Target="/ppt/slides/slide43.xml" Id="R27bd3f62056f43f8"/><Relationship Type="http://schemas.openxmlformats.org/officeDocument/2006/relationships/notesMaster" Target="/ppt/notesMasters/notesMaster1.xml" Id="R1a9e99f102ab47bb"/></Relationships>
</file>

<file path=ppt/notesSlides/_rels/notesSlide44.xml.rels><?xml version="1.0" encoding="utf-8"?><Relationships xmlns="http://schemas.openxmlformats.org/package/2006/relationships"><Relationship Type="http://schemas.openxmlformats.org/officeDocument/2006/relationships/slide" Target="/ppt/slides/slide44.xml" Id="R9fd50eb02b3049c1"/><Relationship Type="http://schemas.openxmlformats.org/officeDocument/2006/relationships/notesMaster" Target="/ppt/notesMasters/notesMaster1.xml" Id="R4932c0f27fd44bfe"/></Relationships>
</file>

<file path=ppt/notesSlides/_rels/notesSlide45.xml.rels><?xml version="1.0" encoding="utf-8"?><Relationships xmlns="http://schemas.openxmlformats.org/package/2006/relationships"><Relationship Type="http://schemas.openxmlformats.org/officeDocument/2006/relationships/slide" Target="/ppt/slides/slide45.xml" Id="R1159c2cb82274f7b"/><Relationship Type="http://schemas.openxmlformats.org/officeDocument/2006/relationships/notesMaster" Target="/ppt/notesMasters/notesMaster1.xml" Id="Rc3d8815449fa4306"/></Relationships>
</file>

<file path=ppt/notesSlides/_rels/notesSlide46.xml.rels><?xml version="1.0" encoding="utf-8"?><Relationships xmlns="http://schemas.openxmlformats.org/package/2006/relationships"><Relationship Type="http://schemas.openxmlformats.org/officeDocument/2006/relationships/slide" Target="/ppt/slides/slide46.xml" Id="Ra3a068cf27c84edc"/><Relationship Type="http://schemas.openxmlformats.org/officeDocument/2006/relationships/notesMaster" Target="/ppt/notesMasters/notesMaster1.xml" Id="Rfed2bd914ede4447"/></Relationships>
</file>

<file path=ppt/notesSlides/_rels/notesSlide47.xml.rels><?xml version="1.0" encoding="utf-8"?><Relationships xmlns="http://schemas.openxmlformats.org/package/2006/relationships"><Relationship Type="http://schemas.openxmlformats.org/officeDocument/2006/relationships/slide" Target="/ppt/slides/slide47.xml" Id="R2f5eb6ea7a5045b7"/><Relationship Type="http://schemas.openxmlformats.org/officeDocument/2006/relationships/notesMaster" Target="/ppt/notesMasters/notesMaster1.xml" Id="R38c9e617f9274904"/></Relationships>
</file>

<file path=ppt/notesSlides/_rels/notesSlide48.xml.rels><?xml version="1.0" encoding="utf-8"?><Relationships xmlns="http://schemas.openxmlformats.org/package/2006/relationships"><Relationship Type="http://schemas.openxmlformats.org/officeDocument/2006/relationships/slide" Target="/ppt/slides/slide48.xml" Id="R38f08979cbdc4aa7"/><Relationship Type="http://schemas.openxmlformats.org/officeDocument/2006/relationships/notesMaster" Target="/ppt/notesMasters/notesMaster1.xml" Id="R998ca9207282418a"/></Relationships>
</file>

<file path=ppt/notesSlides/_rels/notesSlide49.xml.rels><?xml version="1.0" encoding="utf-8"?><Relationships xmlns="http://schemas.openxmlformats.org/package/2006/relationships"><Relationship Type="http://schemas.openxmlformats.org/officeDocument/2006/relationships/slide" Target="/ppt/slides/slide49.xml" Id="R798f62ab99724546"/><Relationship Type="http://schemas.openxmlformats.org/officeDocument/2006/relationships/notesMaster" Target="/ppt/notesMasters/notesMaster1.xml" Id="Rd38075829c4a4204"/></Relationships>
</file>

<file path=ppt/notesSlides/_rels/notesSlide50.xml.rels><?xml version="1.0" encoding="utf-8"?><Relationships xmlns="http://schemas.openxmlformats.org/package/2006/relationships"><Relationship Type="http://schemas.openxmlformats.org/officeDocument/2006/relationships/slide" Target="/ppt/slides/slide50.xml" Id="Rc2c632e10d4d4eda"/><Relationship Type="http://schemas.openxmlformats.org/officeDocument/2006/relationships/notesMaster" Target="/ppt/notesMasters/notesMaster1.xml" Id="Ra035fd65003543d4"/></Relationships>
</file>

<file path=ppt/notesSlides/_rels/notesSlide51.xml.rels><?xml version="1.0" encoding="utf-8"?><Relationships xmlns="http://schemas.openxmlformats.org/package/2006/relationships"><Relationship Type="http://schemas.openxmlformats.org/officeDocument/2006/relationships/slide" Target="/ppt/slides/slide51.xml" Id="Reea3724f70a04c47"/><Relationship Type="http://schemas.openxmlformats.org/officeDocument/2006/relationships/notesMaster" Target="/ppt/notesMasters/notesMaster1.xml" Id="Rff4917388cae47d6"/></Relationships>
</file>

<file path=ppt/notesSlides/_rels/notesSlide52.xml.rels><?xml version="1.0" encoding="utf-8"?><Relationships xmlns="http://schemas.openxmlformats.org/package/2006/relationships"><Relationship Type="http://schemas.openxmlformats.org/officeDocument/2006/relationships/slide" Target="/ppt/slides/slide52.xml" Id="R976db653e93640ce"/><Relationship Type="http://schemas.openxmlformats.org/officeDocument/2006/relationships/notesMaster" Target="/ppt/notesMasters/notesMaster1.xml" Id="Rb201c12cec194cc2"/></Relationships>
</file>

<file path=ppt/notesSlides/_rels/notesSlide53.xml.rels><?xml version="1.0" encoding="utf-8"?><Relationships xmlns="http://schemas.openxmlformats.org/package/2006/relationships"><Relationship Type="http://schemas.openxmlformats.org/officeDocument/2006/relationships/slide" Target="/ppt/slides/slide53.xml" Id="R1a2575755a454006"/><Relationship Type="http://schemas.openxmlformats.org/officeDocument/2006/relationships/notesMaster" Target="/ppt/notesMasters/notesMaster1.xml" Id="R98b78708a46841a7"/></Relationships>
</file>

<file path=ppt/notesSlides/_rels/notesSlide54.xml.rels><?xml version="1.0" encoding="utf-8"?><Relationships xmlns="http://schemas.openxmlformats.org/package/2006/relationships"><Relationship Type="http://schemas.openxmlformats.org/officeDocument/2006/relationships/slide" Target="/ppt/slides/slide54.xml" Id="Rfff9974287694fbd"/><Relationship Type="http://schemas.openxmlformats.org/officeDocument/2006/relationships/notesMaster" Target="/ppt/notesMasters/notesMaster1.xml" Id="R5d4d024401be4f35"/></Relationships>
</file>

<file path=ppt/notesSlides/_rels/notesSlide55.xml.rels><?xml version="1.0" encoding="utf-8"?><Relationships xmlns="http://schemas.openxmlformats.org/package/2006/relationships"><Relationship Type="http://schemas.openxmlformats.org/officeDocument/2006/relationships/slide" Target="/ppt/slides/slide55.xml" Id="R296f2cf620ab4fef"/><Relationship Type="http://schemas.openxmlformats.org/officeDocument/2006/relationships/notesMaster" Target="/ppt/notesMasters/notesMaster1.xml" Id="R2beee451bb4f417e"/></Relationships>
</file>

<file path=ppt/notesSlides/_rels/notesSlide56.xml.rels><?xml version="1.0" encoding="utf-8"?><Relationships xmlns="http://schemas.openxmlformats.org/package/2006/relationships"><Relationship Type="http://schemas.openxmlformats.org/officeDocument/2006/relationships/slide" Target="/ppt/slides/slide56.xml" Id="R2270b65c7d824e97"/><Relationship Type="http://schemas.openxmlformats.org/officeDocument/2006/relationships/notesMaster" Target="/ppt/notesMasters/notesMaster1.xml" Id="Rec895c04a376450f"/></Relationships>
</file>

<file path=ppt/notesSlides/_rels/notesSlide57.xml.rels><?xml version="1.0" encoding="utf-8"?><Relationships xmlns="http://schemas.openxmlformats.org/package/2006/relationships"><Relationship Type="http://schemas.openxmlformats.org/officeDocument/2006/relationships/slide" Target="/ppt/slides/slide57.xml" Id="Rc318f49d3acc4830"/><Relationship Type="http://schemas.openxmlformats.org/officeDocument/2006/relationships/notesMaster" Target="/ppt/notesMasters/notesMaster1.xml" Id="Rab283a938dc64efe"/></Relationships>
</file>

<file path=ppt/notesSlides/_rels/notesSlide58.xml.rels><?xml version="1.0" encoding="utf-8"?><Relationships xmlns="http://schemas.openxmlformats.org/package/2006/relationships"><Relationship Type="http://schemas.openxmlformats.org/officeDocument/2006/relationships/slide" Target="/ppt/slides/slide58.xml" Id="R37b3914b36894636"/><Relationship Type="http://schemas.openxmlformats.org/officeDocument/2006/relationships/notesMaster" Target="/ppt/notesMasters/notesMaster1.xml" Id="Rd01408e265974e05"/></Relationships>
</file>

<file path=ppt/notesSlides/_rels/notesSlide59.xml.rels><?xml version="1.0" encoding="utf-8"?><Relationships xmlns="http://schemas.openxmlformats.org/package/2006/relationships"><Relationship Type="http://schemas.openxmlformats.org/officeDocument/2006/relationships/slide" Target="/ppt/slides/slide59.xml" Id="R04c54d61fbfb4c39"/><Relationship Type="http://schemas.openxmlformats.org/officeDocument/2006/relationships/notesMaster" Target="/ppt/notesMasters/notesMaster1.xml" Id="R50058a4ee4ca4c37"/></Relationships>
</file>

<file path=ppt/notesSlides/_rels/notesSlide60.xml.rels><?xml version="1.0" encoding="utf-8"?><Relationships xmlns="http://schemas.openxmlformats.org/package/2006/relationships"><Relationship Type="http://schemas.openxmlformats.org/officeDocument/2006/relationships/slide" Target="/ppt/slides/slide60.xml" Id="R34c2dfb647954740"/><Relationship Type="http://schemas.openxmlformats.org/officeDocument/2006/relationships/notesMaster" Target="/ppt/notesMasters/notesMaster1.xml" Id="R772b29c6f08a48a9"/></Relationships>
</file>

<file path=ppt/notesSlides/_rels/notesSlide61.xml.rels><?xml version="1.0" encoding="utf-8"?><Relationships xmlns="http://schemas.openxmlformats.org/package/2006/relationships"><Relationship Type="http://schemas.openxmlformats.org/officeDocument/2006/relationships/slide" Target="/ppt/slides/slide61.xml" Id="R34d6c63d743b4d95"/><Relationship Type="http://schemas.openxmlformats.org/officeDocument/2006/relationships/notesMaster" Target="/ppt/notesMasters/notesMaster1.xml" Id="Rc9843874f9a745f4"/></Relationships>
</file>

<file path=ppt/notesSlides/_rels/notesSlide62.xml.rels><?xml version="1.0" encoding="utf-8"?><Relationships xmlns="http://schemas.openxmlformats.org/package/2006/relationships"><Relationship Type="http://schemas.openxmlformats.org/officeDocument/2006/relationships/slide" Target="/ppt/slides/slide62.xml" Id="Rb66f601fa32245e6"/><Relationship Type="http://schemas.openxmlformats.org/officeDocument/2006/relationships/notesMaster" Target="/ppt/notesMasters/notesMaster1.xml" Id="R14cd720d54274fa1"/></Relationships>
</file>

<file path=ppt/notesSlides/_rels/notesSlide63.xml.rels><?xml version="1.0" encoding="utf-8"?><Relationships xmlns="http://schemas.openxmlformats.org/package/2006/relationships"><Relationship Type="http://schemas.openxmlformats.org/officeDocument/2006/relationships/slide" Target="/ppt/slides/slide63.xml" Id="R25ede0acb2394a3e"/><Relationship Type="http://schemas.openxmlformats.org/officeDocument/2006/relationships/notesMaster" Target="/ppt/notesMasters/notesMaster1.xml" Id="R733e545b2c744b6f"/></Relationships>
</file>

<file path=ppt/notesSlides/_rels/notesSlide64.xml.rels><?xml version="1.0" encoding="utf-8"?><Relationships xmlns="http://schemas.openxmlformats.org/package/2006/relationships"><Relationship Type="http://schemas.openxmlformats.org/officeDocument/2006/relationships/slide" Target="/ppt/slides/slide64.xml" Id="Rf7349916333445a4"/><Relationship Type="http://schemas.openxmlformats.org/officeDocument/2006/relationships/notesMaster" Target="/ppt/notesMasters/notesMaster1.xml" Id="R592735f8936f47da"/></Relationships>
</file>

<file path=ppt/notesSlides/_rels/notesSlide65.xml.rels><?xml version="1.0" encoding="utf-8"?><Relationships xmlns="http://schemas.openxmlformats.org/package/2006/relationships"><Relationship Type="http://schemas.openxmlformats.org/officeDocument/2006/relationships/slide" Target="/ppt/slides/slide65.xml" Id="R17b760d51b6e468a"/><Relationship Type="http://schemas.openxmlformats.org/officeDocument/2006/relationships/notesMaster" Target="/ppt/notesMasters/notesMaster1.xml" Id="R8adb15f9dad74c78"/></Relationships>
</file>

<file path=ppt/notesSlides/_rels/notesSlide66.xml.rels><?xml version="1.0" encoding="utf-8"?><Relationships xmlns="http://schemas.openxmlformats.org/package/2006/relationships"><Relationship Type="http://schemas.openxmlformats.org/officeDocument/2006/relationships/slide" Target="/ppt/slides/slide66.xml" Id="Rf6ecd46fd4544049"/><Relationship Type="http://schemas.openxmlformats.org/officeDocument/2006/relationships/notesMaster" Target="/ppt/notesMasters/notesMaster1.xml" Id="Rf406a0ad792440e8"/></Relationships>
</file>

<file path=ppt/notesSlides/_rels/notesSlide67.xml.rels><?xml version="1.0" encoding="utf-8"?><Relationships xmlns="http://schemas.openxmlformats.org/package/2006/relationships"><Relationship Type="http://schemas.openxmlformats.org/officeDocument/2006/relationships/slide" Target="/ppt/slides/slide67.xml" Id="Re0bd13ceb21948cb"/><Relationship Type="http://schemas.openxmlformats.org/officeDocument/2006/relationships/notesMaster" Target="/ppt/notesMasters/notesMaster1.xml" Id="Rfe8ae5366316458c"/></Relationships>
</file>

<file path=ppt/notesSlides/_rels/notesSlide68.xml.rels><?xml version="1.0" encoding="utf-8"?><Relationships xmlns="http://schemas.openxmlformats.org/package/2006/relationships"><Relationship Type="http://schemas.openxmlformats.org/officeDocument/2006/relationships/slide" Target="/ppt/slides/slide68.xml" Id="R4f047f8673e04507"/><Relationship Type="http://schemas.openxmlformats.org/officeDocument/2006/relationships/notesMaster" Target="/ppt/notesMasters/notesMaster1.xml" Id="R733d4ec229824b70"/></Relationships>
</file>

<file path=ppt/notesSlides/_rels/notesSlide69.xml.rels><?xml version="1.0" encoding="utf-8"?><Relationships xmlns="http://schemas.openxmlformats.org/package/2006/relationships"><Relationship Type="http://schemas.openxmlformats.org/officeDocument/2006/relationships/slide" Target="/ppt/slides/slide69.xml" Id="R62d2e02935a7486a"/><Relationship Type="http://schemas.openxmlformats.org/officeDocument/2006/relationships/notesMaster" Target="/ppt/notesMasters/notesMaster1.xml" Id="R150fc5a78fd140b6"/></Relationships>
</file>

<file path=ppt/notesSlides/_rels/notesSlide70.xml.rels><?xml version="1.0" encoding="utf-8"?><Relationships xmlns="http://schemas.openxmlformats.org/package/2006/relationships"><Relationship Type="http://schemas.openxmlformats.org/officeDocument/2006/relationships/slide" Target="/ppt/slides/slide70.xml" Id="Rcad2e2ecdc5646dd"/><Relationship Type="http://schemas.openxmlformats.org/officeDocument/2006/relationships/notesMaster" Target="/ppt/notesMasters/notesMaster1.xml" Id="R886e991404294ab7"/></Relationships>
</file>

<file path=ppt/notesSlides/_rels/notesSlide71.xml.rels><?xml version="1.0" encoding="utf-8"?><Relationships xmlns="http://schemas.openxmlformats.org/package/2006/relationships"><Relationship Type="http://schemas.openxmlformats.org/officeDocument/2006/relationships/slide" Target="/ppt/slides/slide71.xml" Id="R4673147063e34b11"/><Relationship Type="http://schemas.openxmlformats.org/officeDocument/2006/relationships/notesMaster" Target="/ppt/notesMasters/notesMaster1.xml" Id="R63d921fc331b4280"/></Relationships>
</file>

<file path=ppt/notesSlides/_rels/notesSlide72.xml.rels><?xml version="1.0" encoding="utf-8"?><Relationships xmlns="http://schemas.openxmlformats.org/package/2006/relationships"><Relationship Type="http://schemas.openxmlformats.org/officeDocument/2006/relationships/slide" Target="/ppt/slides/slide72.xml" Id="R1e80c3c74e264b95"/><Relationship Type="http://schemas.openxmlformats.org/officeDocument/2006/relationships/notesMaster" Target="/ppt/notesMasters/notesMaster1.xml" Id="R318b408e272c4369"/></Relationships>
</file>

<file path=ppt/notesSlides/_rels/notesSlide73.xml.rels><?xml version="1.0" encoding="utf-8"?><Relationships xmlns="http://schemas.openxmlformats.org/package/2006/relationships"><Relationship Type="http://schemas.openxmlformats.org/officeDocument/2006/relationships/slide" Target="/ppt/slides/slide73.xml" Id="Rd42e793e8c8f4085"/><Relationship Type="http://schemas.openxmlformats.org/officeDocument/2006/relationships/notesMaster" Target="/ppt/notesMasters/notesMaster1.xml" Id="Raa78ffb4470f4114"/></Relationships>
</file>

<file path=ppt/notesSlides/_rels/notesSlide74.xml.rels><?xml version="1.0" encoding="utf-8"?><Relationships xmlns="http://schemas.openxmlformats.org/package/2006/relationships"><Relationship Type="http://schemas.openxmlformats.org/officeDocument/2006/relationships/slide" Target="/ppt/slides/slide74.xml" Id="R9061ea39fbf8475e"/><Relationship Type="http://schemas.openxmlformats.org/officeDocument/2006/relationships/notesMaster" Target="/ppt/notesMasters/notesMaster1.xml" Id="Re69af64665704edd"/></Relationships>
</file>

<file path=ppt/notesSlides/_rels/notesSlide75.xml.rels><?xml version="1.0" encoding="utf-8"?><Relationships xmlns="http://schemas.openxmlformats.org/package/2006/relationships"><Relationship Type="http://schemas.openxmlformats.org/officeDocument/2006/relationships/slide" Target="/ppt/slides/slide75.xml" Id="R27bfc235a3304140"/><Relationship Type="http://schemas.openxmlformats.org/officeDocument/2006/relationships/notesMaster" Target="/ppt/notesMasters/notesMaster1.xml" Id="Rae8aa6d06c57427d"/></Relationships>
</file>

<file path=ppt/notesSlides/_rels/notesSlide76.xml.rels><?xml version="1.0" encoding="utf-8"?><Relationships xmlns="http://schemas.openxmlformats.org/package/2006/relationships"><Relationship Type="http://schemas.openxmlformats.org/officeDocument/2006/relationships/slide" Target="/ppt/slides/slide76.xml" Id="Re5ea548712ec48dd"/><Relationship Type="http://schemas.openxmlformats.org/officeDocument/2006/relationships/notesMaster" Target="/ppt/notesMasters/notesMaster1.xml" Id="R2e5242e14e0a4391"/></Relationships>
</file>

<file path=ppt/notesSlides/_rels/notesSlide77.xml.rels><?xml version="1.0" encoding="utf-8"?><Relationships xmlns="http://schemas.openxmlformats.org/package/2006/relationships"><Relationship Type="http://schemas.openxmlformats.org/officeDocument/2006/relationships/slide" Target="/ppt/slides/slide77.xml" Id="R9547e52616064d1f"/><Relationship Type="http://schemas.openxmlformats.org/officeDocument/2006/relationships/notesMaster" Target="/ppt/notesMasters/notesMaster1.xml" Id="Rbfbf5fb2658247a4"/></Relationships>
</file>

<file path=ppt/notesSlides/_rels/notesSlide78.xml.rels><?xml version="1.0" encoding="utf-8"?><Relationships xmlns="http://schemas.openxmlformats.org/package/2006/relationships"><Relationship Type="http://schemas.openxmlformats.org/officeDocument/2006/relationships/slide" Target="/ppt/slides/slide78.xml" Id="R0b3e933c4e3345fb"/><Relationship Type="http://schemas.openxmlformats.org/officeDocument/2006/relationships/notesMaster" Target="/ppt/notesMasters/notesMaster1.xml" Id="R881e018f7d3a4212"/></Relationships>
</file>

<file path=ppt/notesSlides/_rels/notesSlide79.xml.rels><?xml version="1.0" encoding="utf-8"?><Relationships xmlns="http://schemas.openxmlformats.org/package/2006/relationships"><Relationship Type="http://schemas.openxmlformats.org/officeDocument/2006/relationships/slide" Target="/ppt/slides/slide79.xml" Id="R6163cd5fdb3a40c7"/><Relationship Type="http://schemas.openxmlformats.org/officeDocument/2006/relationships/notesMaster" Target="/ppt/notesMasters/notesMaster1.xml" Id="R74aabc30838745da"/></Relationships>
</file>

<file path=ppt/notesSlides/_rels/notesSlide80.xml.rels><?xml version="1.0" encoding="utf-8"?><Relationships xmlns="http://schemas.openxmlformats.org/package/2006/relationships"><Relationship Type="http://schemas.openxmlformats.org/officeDocument/2006/relationships/slide" Target="/ppt/slides/slide80.xml" Id="R2d64f837e3af43c0"/><Relationship Type="http://schemas.openxmlformats.org/officeDocument/2006/relationships/notesMaster" Target="/ppt/notesMasters/notesMaster1.xml" Id="R98c0d1f05ec04ed7"/></Relationships>
</file>

<file path=ppt/notesSlides/_rels/notesSlide81.xml.rels><?xml version="1.0" encoding="utf-8"?><Relationships xmlns="http://schemas.openxmlformats.org/package/2006/relationships"><Relationship Type="http://schemas.openxmlformats.org/officeDocument/2006/relationships/slide" Target="/ppt/slides/slide81.xml" Id="Race410cb1044427e"/><Relationship Type="http://schemas.openxmlformats.org/officeDocument/2006/relationships/notesMaster" Target="/ppt/notesMasters/notesMaster1.xml" Id="Rda5d90d4963145f2"/></Relationships>
</file>

<file path=ppt/notesSlides/_rels/notesSlide82.xml.rels><?xml version="1.0" encoding="utf-8"?><Relationships xmlns="http://schemas.openxmlformats.org/package/2006/relationships"><Relationship Type="http://schemas.openxmlformats.org/officeDocument/2006/relationships/slide" Target="/ppt/slides/slide82.xml" Id="R21c7f53710cc4461"/><Relationship Type="http://schemas.openxmlformats.org/officeDocument/2006/relationships/notesMaster" Target="/ppt/notesMasters/notesMaster1.xml" Id="R7955f82dd04b405c"/></Relationships>
</file>

<file path=ppt/notesSlides/_rels/notesSlide83.xml.rels><?xml version="1.0" encoding="utf-8"?><Relationships xmlns="http://schemas.openxmlformats.org/package/2006/relationships"><Relationship Type="http://schemas.openxmlformats.org/officeDocument/2006/relationships/slide" Target="/ppt/slides/slide83.xml" Id="R79b12de649d04f9e"/><Relationship Type="http://schemas.openxmlformats.org/officeDocument/2006/relationships/notesMaster" Target="/ppt/notesMasters/notesMaster1.xml" Id="Rf3b67b75301c4e34"/></Relationships>
</file>

<file path=ppt/notesSlides/_rels/notesSlide84.xml.rels><?xml version="1.0" encoding="utf-8"?><Relationships xmlns="http://schemas.openxmlformats.org/package/2006/relationships"><Relationship Type="http://schemas.openxmlformats.org/officeDocument/2006/relationships/slide" Target="/ppt/slides/slide84.xml" Id="R1926d21be99e477c"/><Relationship Type="http://schemas.openxmlformats.org/officeDocument/2006/relationships/notesMaster" Target="/ppt/notesMasters/notesMaster1.xml" Id="R28d9e3e5c7be4691"/></Relationships>
</file>

<file path=ppt/notesSlides/_rels/notesSlide85.xml.rels><?xml version="1.0" encoding="utf-8"?><Relationships xmlns="http://schemas.openxmlformats.org/package/2006/relationships"><Relationship Type="http://schemas.openxmlformats.org/officeDocument/2006/relationships/slide" Target="/ppt/slides/slide85.xml" Id="R84d7346d013f4f98"/><Relationship Type="http://schemas.openxmlformats.org/officeDocument/2006/relationships/notesMaster" Target="/ppt/notesMasters/notesMaster1.xml" Id="R9b6a1a62bcff403c"/></Relationships>
</file>

<file path=ppt/notesSlides/_rels/notesSlide86.xml.rels><?xml version="1.0" encoding="utf-8"?><Relationships xmlns="http://schemas.openxmlformats.org/package/2006/relationships"><Relationship Type="http://schemas.openxmlformats.org/officeDocument/2006/relationships/slide" Target="/ppt/slides/slide86.xml" Id="R7f388a0b87bc41a4"/><Relationship Type="http://schemas.openxmlformats.org/officeDocument/2006/relationships/notesMaster" Target="/ppt/notesMasters/notesMaster1.xml" Id="Raf8067029d9042b1"/></Relationships>
</file>

<file path=ppt/notesSlides/_rels/notesSlide87.xml.rels><?xml version="1.0" encoding="utf-8"?><Relationships xmlns="http://schemas.openxmlformats.org/package/2006/relationships"><Relationship Type="http://schemas.openxmlformats.org/officeDocument/2006/relationships/slide" Target="/ppt/slides/slide87.xml" Id="R7bff9e49879f4dc3"/><Relationship Type="http://schemas.openxmlformats.org/officeDocument/2006/relationships/notesMaster" Target="/ppt/notesMasters/notesMaster1.xml" Id="R2d73c16ab9a64e3a"/></Relationships>
</file>

<file path=ppt/notesSlides/_rels/notesSlide88.xml.rels><?xml version="1.0" encoding="utf-8"?><Relationships xmlns="http://schemas.openxmlformats.org/package/2006/relationships"><Relationship Type="http://schemas.openxmlformats.org/officeDocument/2006/relationships/slide" Target="/ppt/slides/slide88.xml" Id="Rbc671a57a8154956"/><Relationship Type="http://schemas.openxmlformats.org/officeDocument/2006/relationships/notesMaster" Target="/ppt/notesMasters/notesMaster1.xml" Id="Reee7ba3618f64ddd"/></Relationships>
</file>

<file path=ppt/notesSlides/_rels/notesSlide89.xml.rels><?xml version="1.0" encoding="utf-8"?><Relationships xmlns="http://schemas.openxmlformats.org/package/2006/relationships"><Relationship Type="http://schemas.openxmlformats.org/officeDocument/2006/relationships/slide" Target="/ppt/slides/slide89.xml" Id="R7aca11c5c68a4641"/><Relationship Type="http://schemas.openxmlformats.org/officeDocument/2006/relationships/notesMaster" Target="/ppt/notesMasters/notesMaster1.xml" Id="Rc9bcb6b574a24d5c"/></Relationships>
</file>

<file path=ppt/notesSlides/_rels/notesSlide90.xml.rels><?xml version="1.0" encoding="utf-8"?><Relationships xmlns="http://schemas.openxmlformats.org/package/2006/relationships"><Relationship Type="http://schemas.openxmlformats.org/officeDocument/2006/relationships/slide" Target="/ppt/slides/slide90.xml" Id="Redeb9fcbb3244743"/><Relationship Type="http://schemas.openxmlformats.org/officeDocument/2006/relationships/notesMaster" Target="/ppt/notesMasters/notesMaster1.xml" Id="R8b690a0caba34ba7"/></Relationships>
</file>

<file path=ppt/notesSlides/_rels/notesSlide91.xml.rels><?xml version="1.0" encoding="utf-8"?><Relationships xmlns="http://schemas.openxmlformats.org/package/2006/relationships"><Relationship Type="http://schemas.openxmlformats.org/officeDocument/2006/relationships/slide" Target="/ppt/slides/slide91.xml" Id="R3de799a0b79b4526"/><Relationship Type="http://schemas.openxmlformats.org/officeDocument/2006/relationships/notesMaster" Target="/ppt/notesMasters/notesMaster1.xml" Id="Rb8ac526fdffe42d6"/></Relationships>
</file>

<file path=ppt/notesSlides/_rels/notesSlide92.xml.rels><?xml version="1.0" encoding="utf-8"?><Relationships xmlns="http://schemas.openxmlformats.org/package/2006/relationships"><Relationship Type="http://schemas.openxmlformats.org/officeDocument/2006/relationships/slide" Target="/ppt/slides/slide92.xml" Id="R4659f865bd5d4fdb"/><Relationship Type="http://schemas.openxmlformats.org/officeDocument/2006/relationships/notesMaster" Target="/ppt/notesMasters/notesMaster1.xml" Id="R57b5507cc7b3492b"/></Relationships>
</file>

<file path=ppt/notesSlides/_rels/notesSlide93.xml.rels><?xml version="1.0" encoding="utf-8"?><Relationships xmlns="http://schemas.openxmlformats.org/package/2006/relationships"><Relationship Type="http://schemas.openxmlformats.org/officeDocument/2006/relationships/slide" Target="/ppt/slides/slide93.xml" Id="R211db036e4e840df"/><Relationship Type="http://schemas.openxmlformats.org/officeDocument/2006/relationships/notesMaster" Target="/ppt/notesMasters/notesMaster1.xml" Id="R27be2f8e114f43a0"/></Relationships>
</file>

<file path=ppt/notesSlides/_rels/notesSlide94.xml.rels><?xml version="1.0" encoding="utf-8"?><Relationships xmlns="http://schemas.openxmlformats.org/package/2006/relationships"><Relationship Type="http://schemas.openxmlformats.org/officeDocument/2006/relationships/slide" Target="/ppt/slides/slide94.xml" Id="Rb4c0a11d27d9406b"/><Relationship Type="http://schemas.openxmlformats.org/officeDocument/2006/relationships/notesMaster" Target="/ppt/notesMasters/notesMaster1.xml" Id="Rd151ca23e93d4eaf"/></Relationships>
</file>

<file path=ppt/notesSlides/_rels/notesSlide95.xml.rels><?xml version="1.0" encoding="utf-8"?><Relationships xmlns="http://schemas.openxmlformats.org/package/2006/relationships"><Relationship Type="http://schemas.openxmlformats.org/officeDocument/2006/relationships/slide" Target="/ppt/slides/slide95.xml" Id="R691b5c445fe543d4"/><Relationship Type="http://schemas.openxmlformats.org/officeDocument/2006/relationships/notesMaster" Target="/ppt/notesMasters/notesMaster1.xml" Id="R7e6a7ed19e3a40cb"/></Relationships>
</file>

<file path=ppt/notesSlides/_rels/notesSlide96.xml.rels><?xml version="1.0" encoding="utf-8"?><Relationships xmlns="http://schemas.openxmlformats.org/package/2006/relationships"><Relationship Type="http://schemas.openxmlformats.org/officeDocument/2006/relationships/slide" Target="/ppt/slides/slide96.xml" Id="R9d98e90578e745c7"/><Relationship Type="http://schemas.openxmlformats.org/officeDocument/2006/relationships/notesMaster" Target="/ppt/notesMasters/notesMaster1.xml" Id="R7a670bf595fa4529"/></Relationships>
</file>

<file path=ppt/notesSlides/_rels/notesSlide97.xml.rels><?xml version="1.0" encoding="utf-8"?><Relationships xmlns="http://schemas.openxmlformats.org/package/2006/relationships"><Relationship Type="http://schemas.openxmlformats.org/officeDocument/2006/relationships/slide" Target="/ppt/slides/slide97.xml" Id="R5b141234bd884dcf"/><Relationship Type="http://schemas.openxmlformats.org/officeDocument/2006/relationships/notesMaster" Target="/ppt/notesMasters/notesMaster1.xml" Id="R04c69684547247e2"/></Relationships>
</file>

<file path=ppt/notesSlides/_rels/notesSlide98.xml.rels><?xml version="1.0" encoding="utf-8"?><Relationships xmlns="http://schemas.openxmlformats.org/package/2006/relationships"><Relationship Type="http://schemas.openxmlformats.org/officeDocument/2006/relationships/slide" Target="/ppt/slides/slide98.xml" Id="R0127c760534f42a4"/><Relationship Type="http://schemas.openxmlformats.org/officeDocument/2006/relationships/notesMaster" Target="/ppt/notesMasters/notesMaster1.xml" Id="R7ace7c5f8e04458f"/></Relationships>
</file>

<file path=ppt/notesSlides/_rels/notesSlide99.xml.rels><?xml version="1.0" encoding="utf-8"?><Relationships xmlns="http://schemas.openxmlformats.org/package/2006/relationships"><Relationship Type="http://schemas.openxmlformats.org/officeDocument/2006/relationships/slide" Target="/ppt/slides/slide99.xml" Id="R45271ed003694ba9"/><Relationship Type="http://schemas.openxmlformats.org/officeDocument/2006/relationships/notesMaster" Target="/ppt/notesMasters/notesMaster1.xml" Id="R7d1404e76a174da2"/></Relationships>
</file>

<file path=ppt/notesSlides/_rels/notesSlide100.xml.rels><?xml version="1.0" encoding="utf-8"?><Relationships xmlns="http://schemas.openxmlformats.org/package/2006/relationships"><Relationship Type="http://schemas.openxmlformats.org/officeDocument/2006/relationships/slide" Target="/ppt/slides/slide100.xml" Id="R8a7c9e37e6e14582"/><Relationship Type="http://schemas.openxmlformats.org/officeDocument/2006/relationships/notesMaster" Target="/ppt/notesMasters/notesMaster1.xml" Id="R89005aee29154fdf"/></Relationships>
</file>

<file path=ppt/notesSlides/_rels/notesSlide101.xml.rels><?xml version="1.0" encoding="utf-8"?><Relationships xmlns="http://schemas.openxmlformats.org/package/2006/relationships"><Relationship Type="http://schemas.openxmlformats.org/officeDocument/2006/relationships/slide" Target="/ppt/slides/slide101.xml" Id="R0063070daffd43e4"/><Relationship Type="http://schemas.openxmlformats.org/officeDocument/2006/relationships/notesMaster" Target="/ppt/notesMasters/notesMaster1.xml" Id="R7b112601c2a64208"/></Relationships>
</file>

<file path=ppt/notesSlides/_rels/notesSlide102.xml.rels><?xml version="1.0" encoding="utf-8"?><Relationships xmlns="http://schemas.openxmlformats.org/package/2006/relationships"><Relationship Type="http://schemas.openxmlformats.org/officeDocument/2006/relationships/slide" Target="/ppt/slides/slide102.xml" Id="R560a355944224827"/><Relationship Type="http://schemas.openxmlformats.org/officeDocument/2006/relationships/notesMaster" Target="/ppt/notesMasters/notesMaster1.xml" Id="R2956a2047df44dcc"/></Relationships>
</file>

<file path=ppt/notesSlides/_rels/notesSlide103.xml.rels><?xml version="1.0" encoding="utf-8"?><Relationships xmlns="http://schemas.openxmlformats.org/package/2006/relationships"><Relationship Type="http://schemas.openxmlformats.org/officeDocument/2006/relationships/slide" Target="/ppt/slides/slide103.xml" Id="R4df44b7c0ec54bcb"/><Relationship Type="http://schemas.openxmlformats.org/officeDocument/2006/relationships/notesMaster" Target="/ppt/notesMasters/notesMaster1.xml" Id="R8078dc63f9ad408a"/></Relationships>
</file>

<file path=ppt/notesSlides/_rels/notesSlide104.xml.rels><?xml version="1.0" encoding="utf-8"?><Relationships xmlns="http://schemas.openxmlformats.org/package/2006/relationships"><Relationship Type="http://schemas.openxmlformats.org/officeDocument/2006/relationships/slide" Target="/ppt/slides/slide104.xml" Id="R9ec1be889abf4747"/><Relationship Type="http://schemas.openxmlformats.org/officeDocument/2006/relationships/notesMaster" Target="/ppt/notesMasters/notesMaster1.xml" Id="Ra4cbf48a85004011"/></Relationships>
</file>

<file path=ppt/notesSlides/_rels/notesSlide105.xml.rels><?xml version="1.0" encoding="utf-8"?><Relationships xmlns="http://schemas.openxmlformats.org/package/2006/relationships"><Relationship Type="http://schemas.openxmlformats.org/officeDocument/2006/relationships/slide" Target="/ppt/slides/slide105.xml" Id="R4118d3e401d44e6c"/><Relationship Type="http://schemas.openxmlformats.org/officeDocument/2006/relationships/notesMaster" Target="/ppt/notesMasters/notesMaster1.xml" Id="R59b9d3aca398484b"/></Relationships>
</file>

<file path=ppt/notesSlides/_rels/notesSlide106.xml.rels><?xml version="1.0" encoding="utf-8"?><Relationships xmlns="http://schemas.openxmlformats.org/package/2006/relationships"><Relationship Type="http://schemas.openxmlformats.org/officeDocument/2006/relationships/slide" Target="/ppt/slides/slide106.xml" Id="R28d3a752c1654d93"/><Relationship Type="http://schemas.openxmlformats.org/officeDocument/2006/relationships/notesMaster" Target="/ppt/notesMasters/notesMaster1.xml" Id="Ra809662fe7414499"/></Relationships>
</file>

<file path=ppt/notesSlides/_rels/notesSlide107.xml.rels><?xml version="1.0" encoding="utf-8"?><Relationships xmlns="http://schemas.openxmlformats.org/package/2006/relationships"><Relationship Type="http://schemas.openxmlformats.org/officeDocument/2006/relationships/slide" Target="/ppt/slides/slide107.xml" Id="R30e45e9a0633454a"/><Relationship Type="http://schemas.openxmlformats.org/officeDocument/2006/relationships/notesMaster" Target="/ppt/notesMasters/notesMaster1.xml" Id="R789f04a5ee1340b9"/></Relationships>
</file>

<file path=ppt/notesSlides/_rels/notesSlide108.xml.rels><?xml version="1.0" encoding="utf-8"?><Relationships xmlns="http://schemas.openxmlformats.org/package/2006/relationships"><Relationship Type="http://schemas.openxmlformats.org/officeDocument/2006/relationships/slide" Target="/ppt/slides/slide108.xml" Id="R6d958c84c0a24bdb"/><Relationship Type="http://schemas.openxmlformats.org/officeDocument/2006/relationships/notesMaster" Target="/ppt/notesMasters/notesMaster1.xml" Id="R498467402c07474b"/></Relationships>
</file>

<file path=ppt/notesSlides/_rels/notesSlide109.xml.rels><?xml version="1.0" encoding="utf-8"?><Relationships xmlns="http://schemas.openxmlformats.org/package/2006/relationships"><Relationship Type="http://schemas.openxmlformats.org/officeDocument/2006/relationships/slide" Target="/ppt/slides/slide109.xml" Id="R339477906d8e4199"/><Relationship Type="http://schemas.openxmlformats.org/officeDocument/2006/relationships/notesMaster" Target="/ppt/notesMasters/notesMaster1.xml" Id="Rd231d4a707e548bc"/></Relationships>
</file>

<file path=ppt/notesSlides/_rels/notesSlide110.xml.rels><?xml version="1.0" encoding="utf-8"?><Relationships xmlns="http://schemas.openxmlformats.org/package/2006/relationships"><Relationship Type="http://schemas.openxmlformats.org/officeDocument/2006/relationships/slide" Target="/ppt/slides/slide110.xml" Id="R7135a359516b4f01"/><Relationship Type="http://schemas.openxmlformats.org/officeDocument/2006/relationships/notesMaster" Target="/ppt/notesMasters/notesMaster1.xml" Id="R49e2134f87444dec"/></Relationships>
</file>

<file path=ppt/notesSlides/_rels/notesSlide111.xml.rels><?xml version="1.0" encoding="utf-8"?><Relationships xmlns="http://schemas.openxmlformats.org/package/2006/relationships"><Relationship Type="http://schemas.openxmlformats.org/officeDocument/2006/relationships/slide" Target="/ppt/slides/slide111.xml" Id="R73e62c672b6149a9"/><Relationship Type="http://schemas.openxmlformats.org/officeDocument/2006/relationships/notesMaster" Target="/ppt/notesMasters/notesMaster1.xml" Id="Rcf79b18562284a12"/></Relationships>
</file>

<file path=ppt/notesSlides/_rels/notesSlide112.xml.rels><?xml version="1.0" encoding="utf-8"?><Relationships xmlns="http://schemas.openxmlformats.org/package/2006/relationships"><Relationship Type="http://schemas.openxmlformats.org/officeDocument/2006/relationships/slide" Target="/ppt/slides/slide112.xml" Id="Rcbbf893184ea4b4f"/><Relationship Type="http://schemas.openxmlformats.org/officeDocument/2006/relationships/notesMaster" Target="/ppt/notesMasters/notesMaster1.xml" Id="Re73de6cf821b4c89"/></Relationships>
</file>

<file path=ppt/notesSlides/_rels/notesSlide113.xml.rels><?xml version="1.0" encoding="utf-8"?><Relationships xmlns="http://schemas.openxmlformats.org/package/2006/relationships"><Relationship Type="http://schemas.openxmlformats.org/officeDocument/2006/relationships/slide" Target="/ppt/slides/slide113.xml" Id="R7702ee77e1344abd"/><Relationship Type="http://schemas.openxmlformats.org/officeDocument/2006/relationships/notesMaster" Target="/ppt/notesMasters/notesMaster1.xml" Id="R9ce33fbf1e97475c"/></Relationships>
</file>

<file path=ppt/notesSlides/_rels/notesSlide114.xml.rels><?xml version="1.0" encoding="utf-8"?><Relationships xmlns="http://schemas.openxmlformats.org/package/2006/relationships"><Relationship Type="http://schemas.openxmlformats.org/officeDocument/2006/relationships/slide" Target="/ppt/slides/slide114.xml" Id="R7d0b24138dea41be"/><Relationship Type="http://schemas.openxmlformats.org/officeDocument/2006/relationships/notesMaster" Target="/ppt/notesMasters/notesMaster1.xml" Id="Rd6d4f46725ed4448"/></Relationships>
</file>

<file path=ppt/notesSlides/_rels/notesSlide115.xml.rels><?xml version="1.0" encoding="utf-8"?><Relationships xmlns="http://schemas.openxmlformats.org/package/2006/relationships"><Relationship Type="http://schemas.openxmlformats.org/officeDocument/2006/relationships/slide" Target="/ppt/slides/slide115.xml" Id="R45e579cfd1b74751"/><Relationship Type="http://schemas.openxmlformats.org/officeDocument/2006/relationships/notesMaster" Target="/ppt/notesMasters/notesMaster1.xml" Id="Rc6bf7d350d8f400a"/></Relationships>
</file>

<file path=ppt/notesSlides/_rels/notesSlide116.xml.rels><?xml version="1.0" encoding="utf-8"?><Relationships xmlns="http://schemas.openxmlformats.org/package/2006/relationships"><Relationship Type="http://schemas.openxmlformats.org/officeDocument/2006/relationships/slide" Target="/ppt/slides/slide116.xml" Id="Rae043a76808647db"/><Relationship Type="http://schemas.openxmlformats.org/officeDocument/2006/relationships/notesMaster" Target="/ppt/notesMasters/notesMaster1.xml" Id="R67ed9e5ab2d544b5"/></Relationships>
</file>

<file path=ppt/notesSlides/_rels/notesSlide117.xml.rels><?xml version="1.0" encoding="utf-8"?><Relationships xmlns="http://schemas.openxmlformats.org/package/2006/relationships"><Relationship Type="http://schemas.openxmlformats.org/officeDocument/2006/relationships/slide" Target="/ppt/slides/slide117.xml" Id="Redcec79e7d494b53"/><Relationship Type="http://schemas.openxmlformats.org/officeDocument/2006/relationships/notesMaster" Target="/ppt/notesMasters/notesMaster1.xml" Id="R44c72230652f43f5"/></Relationships>
</file>

<file path=ppt/notesSlides/_rels/notesSlide118.xml.rels><?xml version="1.0" encoding="utf-8"?><Relationships xmlns="http://schemas.openxmlformats.org/package/2006/relationships"><Relationship Type="http://schemas.openxmlformats.org/officeDocument/2006/relationships/slide" Target="/ppt/slides/slide118.xml" Id="R58179a36448c4275"/><Relationship Type="http://schemas.openxmlformats.org/officeDocument/2006/relationships/notesMaster" Target="/ppt/notesMasters/notesMaster1.xml" Id="R38560c6956584fa4"/></Relationships>
</file>

<file path=ppt/notesSlides/_rels/notesSlide119.xml.rels><?xml version="1.0" encoding="utf-8"?><Relationships xmlns="http://schemas.openxmlformats.org/package/2006/relationships"><Relationship Type="http://schemas.openxmlformats.org/officeDocument/2006/relationships/slide" Target="/ppt/slides/slide119.xml" Id="Rb745a901479e4157"/><Relationship Type="http://schemas.openxmlformats.org/officeDocument/2006/relationships/notesMaster" Target="/ppt/notesMasters/notesMaster1.xml" Id="R9b2585fdc2c843bb"/></Relationships>
</file>

<file path=ppt/notesSlides/_rels/notesSlide120.xml.rels><?xml version="1.0" encoding="utf-8"?><Relationships xmlns="http://schemas.openxmlformats.org/package/2006/relationships"><Relationship Type="http://schemas.openxmlformats.org/officeDocument/2006/relationships/slide" Target="/ppt/slides/slide120.xml" Id="Re9189c18ad9a47e6"/><Relationship Type="http://schemas.openxmlformats.org/officeDocument/2006/relationships/notesMaster" Target="/ppt/notesMasters/notesMaster1.xml" Id="Rf35708420cc741cc"/></Relationships>
</file>

<file path=ppt/notesSlides/_rels/notesSlide121.xml.rels><?xml version="1.0" encoding="utf-8"?><Relationships xmlns="http://schemas.openxmlformats.org/package/2006/relationships"><Relationship Type="http://schemas.openxmlformats.org/officeDocument/2006/relationships/slide" Target="/ppt/slides/slide121.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범위 선택 뒤 S27/S28의 ON-SCREEN SUPPORTING vector·GoogleTest 예시로 완료 조건을 요청하는 방법을 연결한다. 주요 C++ 패턴 전이는 S77에서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무엇을 확인해 달라고 요청할까?</a:t>
            </a:r>
          </a:p>
          <a:p>
            <a:r>
              <a:t xml:space="preserve"/>
            </a:r>
          </a:p>
          <a:p>
            <a:r>
              <a:t xml:space="preserve">Slide ID:</a:t>
            </a:r>
          </a:p>
          <a:p>
            <a:r>
              <a:t xml:space="preserve">S26</a:t>
            </a:r>
          </a:p>
          <a:p>
            <a:r>
              <a:t xml:space="preserve"/>
            </a:r>
          </a:p>
          <a:p>
            <a:r>
              <a:t xml:space="preserve">Working Title:</a:t>
            </a:r>
          </a:p>
          <a:p>
            <a:r>
              <a:t xml:space="preserve">무엇을 확인해 달라고 요청할까?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관련 동작·회귀·통합 경로·변경 범위·성능은 서로 다른 확인을 필요로 한다. 검사 이름만으로 모든 정확성을 증명하지 않는다.</a:t>
            </a:r>
          </a:p>
          <a:p>
            <a:r>
              <a:t xml:space="preserve"/>
            </a:r>
          </a:p>
          <a:p>
            <a:r>
              <a:t xml:space="preserve">Opening Question:</a:t>
            </a:r>
          </a:p>
          <a:p>
            <a:r>
              <a:t xml:space="preserve">“무엇을 확인해 달라고 요청할까?”</a:t>
            </a:r>
          </a:p>
          <a:p>
            <a:r>
              <a:t xml:space="preserve"/>
            </a:r>
          </a:p>
          <a:p>
            <a:r>
              <a:t xml:space="preserve">Speaker Flow:</a:t>
            </a:r>
          </a:p>
          <a:p>
            <a:r>
              <a:t xml:space="preserve">1. (0:00–0:15 / Lecture) S25의 사람 수용 판단을 받아 어떤 확인을 요청해야 하는지 묻는다.</a:t>
            </a:r>
          </a:p>
          <a:p>
            <a:r>
              <a:t xml:space="preserve">2. (0:15–1:15 / Lecture) 관련 동작 테스트는 해당 입력·조건, 전체 테스트는 현재 테스트의 회귀 범위, CLI 샘플은 해당 통합 경로, diff 확인은 변경 범위를 뒷받침함을 행별로 짚는다. 관련3건에는 resize도 있어 crop만의3건이라고 하지 않는다.</a:t>
            </a:r>
          </a:p>
          <a:p>
            <a:r>
              <a:t xml:space="preserve">3. (1:15–1:30 / Lecture) 성능은 지정 입력·환경의 별도 측정이 필요하며 TRIAL-002에서는 측정하지 않았음을 밝힌다. 이제 검사 조건이 원하는 명세 위반을 구별하는지 S27로 이동한다.</a:t>
            </a:r>
          </a:p>
          <a:p>
            <a:r>
              <a:t xml:space="preserve"/>
            </a:r>
          </a:p>
          <a:p>
            <a:r>
              <a:t xml:space="preserve">Evidence / Source:</a:t>
            </a:r>
          </a:p>
          <a:p>
            <a:r>
              <a:t xml:space="preserve">OBSERVED_PRODUCT / TEACHING_MODEL. plan/DEMO_MATRIX.md TRIAL-002의 기존 기록. 관련·전체 테스트, CLI 샘플, diff 확인은 실제 Python 관찰이다. 검사와 주장 범위의 대응은 교육 모델이고 benchmark는 미실행이다.</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화면에는 C++ 예시를 넣지 않는다. 다음 S27/S28에서 기존 DEC-0041의 vector·GoogleTest 교육용 예시를 분리한다. 선택적 Release/API/ABI·측정 조건 대응은 Notes에만 보존한다.</a:t>
            </a:r>
          </a:p>
          <a:p>
            <a:r>
              <a:t xml:space="preserve"/>
            </a:r>
          </a:p>
          <a:p>
            <a:r>
              <a:t xml:space="preserve">Demo Operation:</a:t>
            </a:r>
          </a:p>
          <a:p>
            <a:r>
              <a:t xml:space="preserve">실제 TRIAL-002 확인 기록을 회수하되 새로운 Demo 시간·실행·비교를 추가하지 않는다.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“관련 테스트를 실행해도, 그 조건이 원하는 명세 위반을 구별할까요?”라고 S27의 교육용 반례를 연다.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S26 또는 production/preview/act1/S26.png의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비어 있지 않으면 올바른 결과일까?</a:t>
            </a:r>
          </a:p>
          <a:p>
            <a:r>
              <a:t xml:space="preserve"/>
            </a:r>
          </a:p>
          <a:p>
            <a:r>
              <a:t xml:space="preserve">Slide ID:</a:t>
            </a:r>
          </a:p>
          <a:p>
            <a:r>
              <a:t xml:space="preserve">S27</a:t>
            </a:r>
          </a:p>
          <a:p>
            <a:r>
              <a:t xml:space="preserve"/>
            </a:r>
          </a:p>
          <a:p>
            <a:r>
              <a:t xml:space="preserve">Working Title:</a:t>
            </a:r>
          </a:p>
          <a:p>
            <a:r>
              <a:t xml:space="preserve">비어 있지 않으면 올바른 결과일까?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기대 {2,3}과 명세를 어긴 {2,3,4}는 모두 비어 있지 않다. 결과 존재 여부만으로 해당 crop 명세를 확인할 수 없다.</a:t>
            </a:r>
          </a:p>
          <a:p>
            <a:r>
              <a:t xml:space="preserve"/>
            </a:r>
          </a:p>
          <a:p>
            <a:r>
              <a:t xml:space="preserve">Opening Question:</a:t>
            </a:r>
          </a:p>
          <a:p>
            <a:r>
              <a:t xml:space="preserve">“비어 있지 않으면 올바른 결과일까?”</a:t>
            </a:r>
          </a:p>
          <a:p>
            <a:r>
              <a:t xml:space="preserve"/>
            </a:r>
          </a:p>
          <a:p>
            <a:r>
              <a:t xml:space="preserve">Speaker Flow:</a:t>
            </a:r>
          </a:p>
          <a:p>
            <a:r>
              <a:t xml:space="preserve">1. (0:00–0:20 / Lecture) 여기부터 실제 Python 기록을 재생하는 것이 아닌 C++ 교육용 예시임을 밝힌다.0기반 인덱스의 입력 {1,2,3,4}, crop [1,3)은2와3을 포함한다.</a:t>
            </a:r>
          </a:p>
          <a:p>
            <a:r>
              <a:t xml:space="preserve">2. (0:20–0:55 / Lecture) 기대 {2,3}·2개와 명세를 어긴 {2,3,4}·3개에서 추가 원소4를 비교한다. 잘못된 vector는 설명용 반례이며 실제 Trial에서 통과한 결과가 아니다.</a:t>
            </a:r>
          </a:p>
          <a:p>
            <a:r>
              <a:t xml:space="preserve">3. (0:55–1:20 / Lecture) EXPECT_FALSE(actual.empty());는 두 경우 모두 비어 있지 않다는 점만 확인한다. 새 실행을 하지 않았고 PASS/FAIL 결과 화면이 아니다. 검사 횟수보다 어떤 오류를 구별할 조건인지가 핵심이다.</a:t>
            </a:r>
          </a:p>
          <a:p>
            <a:r>
              <a:t xml:space="preserve">4. (1:20–1:30 / Lecture) 이 입력에서 기대하는 값과 길이를 요청에 적는 다음 장으로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vector·GoogleTest는 기존 crop 명세를 설명하는 실행하지 않은 예시다. 실제 TRIAL-002의 assertion 원문이나 잘못된 결과의 PASS 기록이 아니다.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테스트가 실행됐는지와 원하는 오류를 구별하는지는 다른 질문임을 본다.</a:t>
            </a:r>
          </a:p>
          <a:p>
            <a:r>
              <a:t xml:space="preserve"/>
            </a:r>
          </a:p>
          <a:p>
            <a:r>
              <a:t xml:space="preserve">Advanced Insight:</a:t>
            </a:r>
          </a:p>
          <a:p>
            <a:r>
              <a:t xml:space="preserve">기대하는 위반에 맞춰 assertion 조건을 선택한다. 한 반례가 전체 테스트 품질을 평가하는 것은 아니다.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native vector 원소 칸과 EXPECT_FALSE 조건만 비교한다. GoogleTest 설치·실행을 가르치지 않는다.</a:t>
            </a:r>
          </a:p>
          <a:p>
            <a:r>
              <a:t xml:space="preserve"/>
            </a:r>
          </a:p>
          <a:p>
            <a:r>
              <a:t xml:space="preserve">Demo Operation:</a:t>
            </a:r>
          </a:p>
          <a:p>
            <a:r>
              <a:t xml:space="preserve">TRIAL-002의 반열림 crop 명세를 C++로 재표현한 교육용 반례이며 새 Trial·실제 실행 결과가 아니다.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“그렇다면 이 입력의 기대 결과를 요청에 어떻게 적을까요?”라고 S28의 완료 조건 요청으로 이동한다.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S27 또는 production/preview/act1/S27.png의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기대 결과를 요청에 적는다</a:t>
            </a:r>
          </a:p>
          <a:p>
            <a:r>
              <a:t xml:space="preserve"/>
            </a:r>
          </a:p>
          <a:p>
            <a:r>
              <a:t xml:space="preserve">Slide ID:</a:t>
            </a:r>
          </a:p>
          <a:p>
            <a:r>
              <a:t xml:space="preserve">S28</a:t>
            </a:r>
          </a:p>
          <a:p>
            <a:r>
              <a:t xml:space="preserve"/>
            </a:r>
          </a:p>
          <a:p>
            <a:r>
              <a:t xml:space="preserve">Working Title:</a:t>
            </a:r>
          </a:p>
          <a:p>
            <a:r>
              <a:t xml:space="preserve">기대 결과를 요청에 적는다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1 minute + Reflection 1 minute</a:t>
            </a:r>
          </a:p>
          <a:p>
            <a:r>
              <a:t xml:space="preserve"/>
            </a:r>
          </a:p>
          <a:p>
            <a:r>
              <a:t xml:space="preserve">Primary Message:</a:t>
            </a:r>
          </a:p>
          <a:p>
            <a:r>
              <a:t xml:space="preserve">입력·기대 값과 길이·확인 방법·보고할 결과와 미확인을 요청에 담는다. 검증 설명을 작업 요청의 완료 조건으로 연결한다.</a:t>
            </a:r>
          </a:p>
          <a:p>
            <a:r>
              <a:t xml:space="preserve"/>
            </a:r>
          </a:p>
          <a:p>
            <a:r>
              <a:t xml:space="preserve">Opening Question:</a:t>
            </a:r>
          </a:p>
          <a:p>
            <a:r>
              <a:t xml:space="preserve">“어떤 기대 결과를 비교하고 보고해 달라고 요청할까?”</a:t>
            </a:r>
          </a:p>
          <a:p>
            <a:r>
              <a:t xml:space="preserve"/>
            </a:r>
          </a:p>
          <a:p>
            <a:r>
              <a:t xml:space="preserve">Speaker Flow:</a:t>
            </a:r>
          </a:p>
          <a:p>
            <a:r>
              <a:t xml:space="preserve">1. (0:00–0:30 / Lecture) 큰 요청 창에서 입력·crop 범위·기대 {2,3}와 길이2를 짚는다. 실제 TRIAL-002 입력 발췌가 아닌 교육용 요청이다.</a:t>
            </a:r>
          </a:p>
          <a:p>
            <a:r>
              <a:t xml:space="preserve">2. (0:30–0:50 / Lecture) 실행한 검사·결과·미확인 보고까지 요청함을 짚는다. 아래 expected 선언과 EXPECT_EQ(actual, expected);는 해당 입력의 길이·순서별 값을 비교하는 보조 코드이며 실제 실행·PASS/FAIL이 아니다.</a:t>
            </a:r>
          </a:p>
          <a:p>
            <a:r>
              <a:t xml:space="preserve">3. (0:50–1:00 / Lecture) 이 한 입력으로 모든 정확성을 입증하지 않는다는 범위를 유지한다.</a:t>
            </a:r>
          </a:p>
          <a:p>
            <a:r>
              <a:t xml:space="preserve">4. (1:00–2:00 / Reflection) 각자 익숙한 작업에서 어떤 입력과 기대 결과를 확인해 달라고 요청할지 조용히 생각하게 한다. 작성·공유·실습을 요구하지 않는다.2분에 S29 요청 문장 도구로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예시 요청과 assertion은 실제 TRIAL-002 입력·수행 결과가 아니다. 실행하지 않았으며 PASS/FAIL·Prompt 우월성·모든 정확성을 주장하지 않는다.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“테스트해줘”보다 구체적인 완료 판단 요청을 읽는다.</a:t>
            </a:r>
          </a:p>
          <a:p>
            <a:r>
              <a:t xml:space="preserve"/>
            </a:r>
          </a:p>
          <a:p>
            <a:r>
              <a:t xml:space="preserve">Advanced Insight:</a:t>
            </a:r>
          </a:p>
          <a:p>
            <a:r>
              <a:t xml:space="preserve">std::vector&lt;int&gt; 동등 비교는 길이와 순서별 값을 비교한다. size assertion의 교육상 중복 의미는 Notes에 보존하며 코드 양을 늘리는 강의로 확장하지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expected{2,3}와 vector 동등 비교를 사용한다. 기존 명시적 size 확인의 의미는 Notes에 보존한다. 새 컴파일·GoogleTest·Windows 실행을 뜻하지 않는다.</a:t>
            </a:r>
          </a:p>
          <a:p>
            <a:r>
              <a:t xml:space="preserve"/>
            </a:r>
          </a:p>
          <a:p>
            <a:r>
              <a:t xml:space="preserve">Demo Operation:</a:t>
            </a:r>
          </a:p>
          <a:p>
            <a:r>
              <a:t xml:space="preserve">S27의 동일 C++ 교육용 반례를 완료 조건 요청으로 이어간다. S21–S24 실제 입력·관찰과 분리한다. 이 구간은 Lecture/Reflection이고 DEMO-05의8분과 중복 계산하지 않는다. 정적 화면을 설명하며 Live 실행을 하지 않는다.</a:t>
            </a:r>
          </a:p>
          <a:p>
            <a:r>
              <a:t xml:space="preserve"/>
            </a:r>
          </a:p>
          <a:p>
            <a:r>
              <a:t xml:space="preserve">Audience Interaction:</a:t>
            </a:r>
          </a:p>
          <a:p>
            <a:r>
              <a:t xml:space="preserve">마지막1분은 어떤 입력·기대 결과가 해당 명세 위반을 구별할지 조용히 생각한다. 작성·공유·공개 답변을 요구하지 않는다.</a:t>
            </a:r>
          </a:p>
          <a:p>
            <a:r>
              <a:t xml:space="preserve"/>
            </a:r>
          </a:p>
          <a:p>
            <a:r>
              <a:t xml:space="preserve">Transition:</a:t>
            </a:r>
          </a:p>
          <a:p>
            <a:r>
              <a:t xml:space="preserve">“요청에 담을 내용은 정했습니다. 이제 상황에 맞게 전달하는 문장 도구를 보겠습니다.”라고 S29의 실무 적용 팁으로 연결한다.</a:t>
            </a:r>
          </a:p>
          <a:p>
            <a:r>
              <a:t xml:space="preserve"/>
            </a:r>
          </a:p>
          <a:p>
            <a:r>
              <a:t xml:space="preserve">Time Management:</a:t>
            </a:r>
          </a:p>
          <a:p>
            <a:r>
              <a:t xml:space="preserve">Lecture60초+Reflection60초=2분. 세 장 합계5분=Lecture4+Reflection1이다.2분에 S29로 넘기며 실제 운영 적합성은 리허설 전까지 UNVERIFIED다.</a:t>
            </a:r>
          </a:p>
          <a:p>
            <a:r>
              <a:t xml:space="preserve"/>
            </a:r>
          </a:p>
          <a:p>
            <a:r>
              <a:t xml:space="preserve">Fallback:</a:t>
            </a:r>
          </a:p>
          <a:p>
            <a:r>
              <a:t xml:space="preserve">production/ACT_1.pptx S28 또는 production/preview/act1/S28.png의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지시와 참고 자료의 구분</a:t>
            </a:r>
          </a:p>
          <a:p>
            <a:r>
              <a:t xml:space="preserve"/>
            </a:r>
          </a:p>
          <a:p>
            <a:r>
              <a:t xml:space="preserve">Slide ID:</a:t>
            </a:r>
          </a:p>
          <a:p>
            <a:r>
              <a:t xml:space="preserve">S29</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입력과 기대 결과의 작은 예시</a:t>
            </a:r>
          </a:p>
          <a:p>
            <a:r>
              <a:t xml:space="preserve"/>
            </a:r>
          </a:p>
          <a:p>
            <a:r>
              <a:t xml:space="preserve">Slide ID:</a:t>
            </a:r>
          </a:p>
          <a:p>
            <a:r>
              <a:t xml:space="preserve">S30</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바로 검토할 수 있는 결과 형식</a:t>
            </a:r>
          </a:p>
          <a:p>
            <a:r>
              <a:t xml:space="preserve"/>
            </a:r>
          </a:p>
          <a:p>
            <a:r>
              <a:t xml:space="preserve">Slide ID:</a:t>
            </a:r>
          </a:p>
          <a:p>
            <a:r>
              <a:t xml:space="preserve">S31</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근거가 있는 설명과 미확인의 구분</a:t>
            </a:r>
          </a:p>
          <a:p>
            <a:r>
              <a:t xml:space="preserve"/>
            </a:r>
          </a:p>
          <a:p>
            <a:r>
              <a:t xml:space="preserve">Slide ID:</a:t>
            </a:r>
          </a:p>
          <a:p>
            <a:r>
              <a:t xml:space="preserve">S32</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결과를 바꾸는 결정에서 확인 질문</a:t>
            </a:r>
          </a:p>
          <a:p>
            <a:r>
              <a:t xml:space="preserve"/>
            </a:r>
          </a:p>
          <a:p>
            <a:r>
              <a:t xml:space="preserve">Slide ID:</a:t>
            </a:r>
          </a:p>
          <a:p>
            <a:r>
              <a:t xml:space="preserve">S33</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큰 작업을 검토할 결과물로 나누기</a:t>
            </a:r>
          </a:p>
          <a:p>
            <a:r>
              <a:t xml:space="preserve"/>
            </a:r>
          </a:p>
          <a:p>
            <a:r>
              <a:t xml:space="preserve">Slide ID:</a:t>
            </a:r>
          </a:p>
          <a:p>
            <a:r>
              <a:t xml:space="preserve">S34</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기준을 지정한 코드 리뷰 요청</a:t>
            </a:r>
          </a:p>
          <a:p>
            <a:r>
              <a:t xml:space="preserve"/>
            </a:r>
          </a:p>
          <a:p>
            <a:r>
              <a:t xml:space="preserve">Slide ID:</a:t>
            </a:r>
          </a:p>
          <a:p>
            <a:r>
              <a:t xml:space="preserve">S35</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구체적인 근거로 수정 방향 피드백</a:t>
            </a:r>
          </a:p>
          <a:p>
            <a:r>
              <a:t xml:space="preserve"/>
            </a:r>
          </a:p>
          <a:p>
            <a:r>
              <a:t xml:space="preserve">Slide ID:</a:t>
            </a:r>
          </a:p>
          <a:p>
            <a:r>
              <a:t xml:space="preserve">S36</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S29–S30의 반복 Context 질문으로 연결한다. 현재 기존 두 장은 S37–S38이다.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S29–S30의 반복 Context 질문으로 연결한다. 현재 기존 두 장은 S37–S38이다.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S36 또는 production/preview/act1/S36.png.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이번 Task인가, 계속 유지할 Project 정보인가?</a:t>
            </a:r>
          </a:p>
          <a:p>
            <a:r>
              <a:t xml:space="preserve"/>
            </a:r>
          </a:p>
          <a:p>
            <a:r>
              <a:t xml:space="preserve">Slide ID:</a:t>
            </a:r>
          </a:p>
          <a:p>
            <a:r>
              <a:t xml:space="preserve">S37</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S26–S28에서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S38에서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S38으로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반복하는 설명을 두 범주로 나누기</a:t>
            </a:r>
          </a:p>
          <a:p>
            <a:r>
              <a:t xml:space="preserve"/>
            </a:r>
          </a:p>
          <a:p>
            <a:r>
              <a:t xml:space="preserve">Slide ID:</a:t>
            </a:r>
          </a:p>
          <a:p>
            <a:r>
              <a:t xml:space="preserve">S38</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S40의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S39를 거쳐 S40의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S40의 반복 Project Context 문제로 연결한다.</a:t>
            </a:r>
          </a:p>
          <a:p>
            <a:r>
              <a:t xml:space="preserve">기존 연결 질문을 유지한 채 ACT 2 제목 S39를 거쳐 S40의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S38 또는 `production/preview/act1/S38.png`를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필요한 정보를 찾아 쓰게 하기</a:t>
            </a:r>
          </a:p>
          <a:p>
            <a:r>
              <a:t xml:space="preserve"/>
            </a:r>
          </a:p>
          <a:p>
            <a:r>
              <a:t xml:space="preserve">**Slide ID:**</a:t>
            </a:r>
          </a:p>
          <a:p>
            <a:r>
              <a:t xml:space="preserve">S39</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S40의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S40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S40로 넘긴다. 실측 리허설 UNVERIFIED.</a:t>
            </a:r>
          </a:p>
          <a:p>
            <a:r>
              <a:t xml:space="preserve"/>
            </a:r>
          </a:p>
          <a:p>
            <a:r>
              <a:t xml:space="preserve">**Fallback:**</a:t>
            </a:r>
          </a:p>
          <a:p>
            <a:r>
              <a:t xml:space="preserve">LOCAL STATIC ARTIFACT — production/preview/full/S39.png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다른 Task에 같은 설명이 반복된다</a:t>
            </a:r>
          </a:p>
          <a:p>
            <a:r>
              <a:t xml:space="preserve"/>
            </a:r>
          </a:p>
          <a:p>
            <a:r>
              <a:t xml:space="preserve">Slide ID:</a:t>
            </a:r>
          </a:p>
          <a:p>
            <a:r>
              <a:t xml:space="preserve">S40</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작은 Project Context의 첫 기록</a:t>
            </a:r>
          </a:p>
          <a:p>
            <a:r>
              <a:t xml:space="preserve"/>
            </a:r>
          </a:p>
          <a:p>
            <a:r>
              <a:t xml:space="preserve">Slide ID:</a:t>
            </a:r>
          </a:p>
          <a:p>
            <a:r>
              <a:t xml:space="preserve">S41</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S42로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S42의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S41 및 `production/preview/act2/S41.png`에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S42 handoff. 명령어 옵션별 설명은 생략한다.</a:t>
            </a:r>
          </a:p>
          <a:p>
            <a:r>
              <a:t xml:space="preserve"/>
            </a:r>
          </a:p>
          <a:p>
            <a:r>
              <a:t xml:space="preserve">Fallback:</a:t>
            </a:r>
          </a:p>
          <a:p>
            <a:r>
              <a:t xml:space="preserve">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AGENTS.md의 지침대로 검증했다</a:t>
            </a:r>
          </a:p>
          <a:p>
            <a:r>
              <a:t xml:space="preserve"/>
            </a:r>
          </a:p>
          <a:p>
            <a:r>
              <a:t xml:space="preserve">Slide ID:</a:t>
            </a:r>
          </a:p>
          <a:p>
            <a:r>
              <a:t xml:space="preserve">S42</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S43로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S43 연결. Demo4분·기존 Mode는 유지하며 실측 리허설은 UNVERIFIED다.</a:t>
            </a:r>
          </a:p>
          <a:p>
            <a:r>
              <a:t xml:space="preserve"/>
            </a:r>
          </a:p>
          <a:p>
            <a:r>
              <a:t xml:space="preserve">Fallback:</a:t>
            </a:r>
          </a:p>
          <a:p>
            <a:r>
              <a:t xml:space="preserve">production/ACT_2.pptx S42 또는 production/preview/act2/S42.png를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Task Prompt와 Project Context</a:t>
            </a:r>
          </a:p>
          <a:p>
            <a:r>
              <a:t xml:space="preserve"/>
            </a:r>
          </a:p>
          <a:p>
            <a:r>
              <a:t xml:space="preserve">Slide ID:</a:t>
            </a:r>
          </a:p>
          <a:p>
            <a:r>
              <a:t xml:space="preserve">S43</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S41–S39.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S43 또는 production/preview/act2/S43.png를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정확한 정보도 계속 늘어난다</a:t>
            </a:r>
          </a:p>
          <a:p>
            <a:r>
              <a:t xml:space="preserve"/>
            </a:r>
          </a:p>
          <a:p>
            <a:r>
              <a:t xml:space="preserve">Slide ID:</a:t>
            </a:r>
          </a:p>
          <a:p>
            <a:r>
              <a:t xml:space="preserve">S44</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S45의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S44 또는 production/preview/act2/S44.png를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정확하지만 이번 작업에는 불필요한 정보</a:t>
            </a:r>
          </a:p>
          <a:p>
            <a:r>
              <a:t xml:space="preserve"/>
            </a:r>
          </a:p>
          <a:p>
            <a:r>
              <a:t xml:space="preserve">Slide ID:</a:t>
            </a:r>
          </a:p>
          <a:p>
            <a:r>
              <a:t xml:space="preserve">S45</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S44의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S46에서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S45 또는 production/preview/act2/S45.png를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정보의 범위와 제공 시점</a:t>
            </a:r>
          </a:p>
          <a:p>
            <a:r>
              <a:t xml:space="preserve"/>
            </a:r>
          </a:p>
          <a:p>
            <a:r>
              <a:t xml:space="preserve">Slide ID:</a:t>
            </a:r>
          </a:p>
          <a:p>
            <a:r>
              <a:t xml:space="preserve">S46</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S46/TRIAL-004의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S45의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S45 회수30초, 공통 안내1분, 요청별 상세1분, 재사용 절차1분, 경계·S47 연결30초로 Lecture4분을 유지한다. 제품 기능이나 Skill 호출 설명으로 확장하지 않는다.</a:t>
            </a:r>
          </a:p>
          <a:p>
            <a:r>
              <a:t xml:space="preserve"/>
            </a:r>
          </a:p>
          <a:p>
            <a:r>
              <a:t xml:space="preserve">Fallback:</a:t>
            </a:r>
          </a:p>
          <a:p>
            <a:r>
              <a:t xml:space="preserve">LOCAL STATIC ARTIFACT — production/ACT_2.pptx의 S46 또는 production/preview/act2/S46.png를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많이 담아도 같은 근거를 똑같이 쓰는가?</a:t>
            </a:r>
          </a:p>
          <a:p>
            <a:r>
              <a:t xml:space="preserve"/>
            </a:r>
          </a:p>
          <a:p>
            <a:r>
              <a:t xml:space="preserve">Slide ID:</a:t>
            </a:r>
          </a:p>
          <a:p>
            <a:r>
              <a:t xml:space="preserve">S47</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S48으로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AI가 필요한 코드를 찾았다는 것을 무엇으로 확인할까?</a:t>
            </a:r>
          </a:p>
          <a:p>
            <a:r>
              <a:t xml:space="preserve"/>
            </a:r>
          </a:p>
          <a:p>
            <a:r>
              <a:t xml:space="preserve">Slide ID:</a:t>
            </a:r>
          </a:p>
          <a:p>
            <a:r>
              <a:t xml:space="preserve">S48</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S47의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S49의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S47 연결40초, 위치 확인40초, 명세·코드 대응60초, 주변 근거60초, S49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S48; production/preview/act2/S48.png.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S47→S48→S49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필요한 상세 정보로 가는 길</a:t>
            </a:r>
          </a:p>
          <a:p>
            <a:r>
              <a:t xml:space="preserve"/>
            </a:r>
          </a:p>
          <a:p>
            <a:r>
              <a:t xml:space="preserve">Slide ID:</a:t>
            </a:r>
          </a:p>
          <a:p>
            <a:r>
              <a:t xml:space="preserve">S49</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S47–S48의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S49; production/preview/act2/S49.png.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AGENTS.md에는 무엇을 남길까?</a:t>
            </a:r>
          </a:p>
          <a:p>
            <a:r>
              <a:t xml:space="preserve"/>
            </a:r>
          </a:p>
          <a:p>
            <a:r>
              <a:t xml:space="preserve">Slide ID:</a:t>
            </a:r>
          </a:p>
          <a:p>
            <a:r>
              <a:t xml:space="preserve">S50</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S52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S51, 문서 접근의 관찰과 한계는 S53–S55에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S50 또는 production/preview/act2/S50.png를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정보를 지우지 않고 위치를 나누기</a:t>
            </a:r>
          </a:p>
          <a:p>
            <a:r>
              <a:t xml:space="preserve"/>
            </a:r>
          </a:p>
          <a:p>
            <a:r>
              <a:t xml:space="preserve">Slide ID:</a:t>
            </a:r>
          </a:p>
          <a:p>
            <a:r>
              <a:t xml:space="preserve">S51</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S53–S55에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S51 또는 production/preview/full/S51.png, production/preview/act2/S51.png를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서로 다른 두 Task가 무엇을 읽을까?</a:t>
            </a:r>
          </a:p>
          <a:p>
            <a:r>
              <a:t xml:space="preserve"/>
            </a:r>
          </a:p>
          <a:p>
            <a:r>
              <a:t xml:space="preserve">Slide ID:</a:t>
            </a:r>
          </a:p>
          <a:p>
            <a:r>
              <a:t xml:space="preserve">S52</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S54–S55.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S53–S55의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S52 또는 production/preview/act2/S52.png를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Crop Task에서 관찰한 접근</a:t>
            </a:r>
          </a:p>
          <a:p>
            <a:r>
              <a:t xml:space="preserve"/>
            </a:r>
          </a:p>
          <a:p>
            <a:r>
              <a:t xml:space="preserve">Slide ID:</a:t>
            </a:r>
          </a:p>
          <a:p>
            <a:r>
              <a:t xml:space="preserve">S53</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S53 정적 화면으로 보여준다. 입력창 Screenshot이나 실행 로그처럼 꾸미지 않는다. 현재 제품에서 명령을 실행하지 않고 전체 접근 로그를 읽지 않는다. Task B의 접근 차이는 S55에서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회수·S55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S53 또는 production/preview/act2/S53.png가 발표 기본 경로다. 동일한 Full S53·ACT2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의존성 질문은 설정과 소스로 답했다</a:t>
            </a:r>
          </a:p>
          <a:p>
            <a:r>
              <a:t xml:space="preserve"/>
            </a:r>
          </a:p>
          <a:p>
            <a:r>
              <a:t xml:space="preserve">Slide ID:</a:t>
            </a:r>
          </a:p>
          <a:p>
            <a:r>
              <a:t xml:space="preserve">S54</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S52의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Task별 접근은 달랐지만 완벽하지는 않다</a:t>
            </a:r>
          </a:p>
          <a:p>
            <a:r>
              <a:t xml:space="preserve"/>
            </a:r>
          </a:p>
          <a:p>
            <a:r>
              <a:t xml:space="preserve">Slide ID:</a:t>
            </a:r>
          </a:p>
          <a:p>
            <a:r>
              <a:t xml:space="preserve">S55</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S55 또는 production/preview/full/S55.png를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Context 정리에서 확인한 네 가지</a:t>
            </a:r>
          </a:p>
          <a:p>
            <a:r>
              <a:t xml:space="preserve"/>
            </a:r>
          </a:p>
          <a:p>
            <a:r>
              <a:t xml:space="preserve">Slide ID:</a:t>
            </a:r>
          </a:p>
          <a:p>
            <a:r>
              <a:t xml:space="preserve">S56</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S57–S59의 팁을 거친 뒤 S60의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S56; production/preview/act2/S56.png.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AGENTS.md는 어디에 둘까?</a:t>
            </a:r>
          </a:p>
          <a:p>
            <a:r>
              <a:t xml:space="preserve"/>
            </a:r>
          </a:p>
          <a:p>
            <a:r>
              <a:t xml:space="preserve">**Slide ID:**</a:t>
            </a:r>
          </a:p>
          <a:p>
            <a:r>
              <a:t xml:space="preserve">S57</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S56는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공통 지침에 모듈 지침을 더한다</a:t>
            </a:r>
          </a:p>
          <a:p>
            <a:r>
              <a:t xml:space="preserve"/>
            </a:r>
          </a:p>
          <a:p>
            <a:r>
              <a:t xml:space="preserve">**Slide ID:**</a:t>
            </a:r>
          </a:p>
          <a:p>
            <a:r>
              <a:t xml:space="preserve">S58</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S59로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적용할 지침을 실제로 읽었을까?</a:t>
            </a:r>
          </a:p>
          <a:p>
            <a:r>
              <a:t xml:space="preserve"/>
            </a:r>
          </a:p>
          <a:p>
            <a:r>
              <a:t xml:space="preserve">**Slide ID:**</a:t>
            </a:r>
          </a:p>
          <a:p>
            <a:r>
              <a:t xml:space="preserve">S59</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S60의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S59; production/preview/act2/S59.png.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지식은 정리됐지만 절차는 반복된다</a:t>
            </a:r>
          </a:p>
          <a:p>
            <a:r>
              <a:t xml:space="preserve"/>
            </a:r>
          </a:p>
          <a:p>
            <a:r>
              <a:t xml:space="preserve">Slide ID:</a:t>
            </a:r>
          </a:p>
          <a:p>
            <a:r>
              <a:t xml:space="preserve">S60</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S62으로 넘긴다.</a:t>
            </a:r>
          </a:p>
          <a:p>
            <a:r>
              <a:t xml:space="preserve">기존 연결 질문을 유지한 채 ACT 3 제목 S61를 거쳐 S62의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S56의 성과를 반복 해설하지 않고 수행 방법을 누가 유지할지 질문한다. Transition4 뒤 Q&amp;A6은 팀의 반복되는 방법을 묻고 마지막20초에 다음 기록으로 넘어간다. 두 실제 요청의 대응 기록은 S62에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S62에서 기록의 반복 구조를 확인한다.</a:t>
            </a:r>
          </a:p>
          <a:p>
            <a:r>
              <a:t xml:space="preserve"/>
            </a:r>
          </a:p>
          <a:p>
            <a:r>
              <a:t xml:space="preserve">Audience Interaction:</a:t>
            </a:r>
          </a:p>
          <a:p>
            <a:r>
              <a:t xml:space="preserve">Q&amp;A6分은 팀에서 반복하는 작업 방법을 묻는다. S55의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S61를 거쳐 S62의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S62으로 handoff한다.</a:t>
            </a:r>
          </a:p>
          <a:p>
            <a:r>
              <a:t xml:space="preserve"/>
            </a:r>
          </a:p>
          <a:p>
            <a:r>
              <a:t xml:space="preserve">Fallback:</a:t>
            </a:r>
          </a:p>
          <a:p>
            <a:r>
              <a:t xml:space="preserve">LOCAL STATIC ARTIFACT — production/ACT_2.pptx의 S60 또는 production/preview/act2/S60.png를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AI가 일할 방법과 환경 설계하기</a:t>
            </a:r>
          </a:p>
          <a:p>
            <a:r>
              <a:t xml:space="preserve"/>
            </a:r>
          </a:p>
          <a:p>
            <a:r>
              <a:t xml:space="preserve">**Slide ID:**</a:t>
            </a:r>
          </a:p>
          <a:p>
            <a:r>
              <a:t xml:space="preserve">S61</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S62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S62로 넘긴다. 실측 리허설 UNVERIFIED.</a:t>
            </a:r>
          </a:p>
          <a:p>
            <a:r>
              <a:t xml:space="preserve"/>
            </a:r>
          </a:p>
          <a:p>
            <a:r>
              <a:t xml:space="preserve">**Fallback:**</a:t>
            </a:r>
          </a:p>
          <a:p>
            <a:r>
              <a:t xml:space="preserve">LOCAL STATIC ARTIFACT — production/preview/full/S61.png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두 실제 요청에 같은 절차가 반복됐다</a:t>
            </a:r>
          </a:p>
          <a:p>
            <a:r>
              <a:t xml:space="preserve"/>
            </a:r>
          </a:p>
          <a:p>
            <a:r>
              <a:t xml:space="preserve">Slide ID:</a:t>
            </a:r>
          </a:p>
          <a:p>
            <a:r>
              <a:t xml:space="preserve">S62</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S60의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테스트 명령을 언제 쓰고 무엇을 판단할까?</a:t>
            </a:r>
          </a:p>
          <a:p>
            <a:r>
              <a:t xml:space="preserve"/>
            </a:r>
          </a:p>
          <a:p>
            <a:r>
              <a:t xml:space="preserve">Slide ID:</a:t>
            </a:r>
          </a:p>
          <a:p>
            <a:r>
              <a:t xml:space="preserve">S63</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S62의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S64의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S64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목표·기준·방법을 한 작업에 적용한다</a:t>
            </a:r>
          </a:p>
          <a:p>
            <a:r>
              <a:t xml:space="preserve"/>
            </a:r>
          </a:p>
          <a:p>
            <a:r>
              <a:t xml:space="preserve">Slide ID:</a:t>
            </a:r>
          </a:p>
          <a:p>
            <a:r>
              <a:t xml:space="preserve">S64</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S63에서 명령의 사용 시점·판단 기준까지 정한 방법을 봤음을 한 문장으로 회수한다. 상단 이번 목표 ‘normalize 성능을 조사해줘’를 읽고, 아래 작업 영역으로 들어가는 연결을 짚는다. S63의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S65에서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S63 회수·목표1, 기준·한 작업1.5, 방법 적용1.5, S65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S64, production/preview/act3/S64.png 및 production/preview/full/S64.png.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반복 절차를 Skill로 모으는 이유</a:t>
            </a:r>
          </a:p>
          <a:p>
            <a:r>
              <a:t xml:space="preserve"/>
            </a:r>
          </a:p>
          <a:p>
            <a:r>
              <a:t xml:space="preserve">Slide ID:</a:t>
            </a:r>
          </a:p>
          <a:p>
            <a:r>
              <a:t xml:space="preserve">S65</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S64의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S64의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S63에서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S66의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S67에서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S64 회수0.75, 요청/기준 구분1, 공통 Skill과 관리 이유1.25, 선택 범위/S62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S65, production/preview/act3/S65.png 및 production/preview/full/S65.png.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발견·호출·본문 포함의 근거</a:t>
            </a:r>
          </a:p>
          <a:p>
            <a:r>
              <a:t xml:space="preserve"/>
            </a:r>
          </a:p>
          <a:p>
            <a:r>
              <a:t xml:space="preserve">Slide ID:</a:t>
            </a:r>
          </a:p>
          <a:p>
            <a:r>
              <a:t xml:space="preserve">S66</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S65의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S67에서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S67로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S65 회수·업무 목적0.75, 목록1, 요청1, trace1.5, 범위·S67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S66, production/preview/act3/S66.png 및 production/preview/full/S66.png.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Skill 지침과 실제 작업 기록의 대응</a:t>
            </a:r>
          </a:p>
          <a:p>
            <a:r>
              <a:t xml:space="preserve"/>
            </a:r>
          </a:p>
          <a:p>
            <a:r>
              <a:t xml:space="preserve">Slide ID:</a:t>
            </a:r>
          </a:p>
          <a:p>
            <a:r>
              <a:t xml:space="preserve">S67</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S66의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S69에서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S66의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S70–S71로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S68 팁 뒤 S69에서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범위·S69 연결1.5). 지연 시 명령과 테스트 이름을 낭독하지 않고 행별 대응을 짚는다. 조건부 계획, 입력/수행 구분, 단독 효과 미입증은 생략하지 않는다. 6분에 S69으로 이동한다.</a:t>
            </a:r>
          </a:p>
          <a:p>
            <a:r>
              <a:t xml:space="preserve"/>
            </a:r>
          </a:p>
          <a:p>
            <a:r>
              <a:t xml:space="preserve">Fallback:</a:t>
            </a:r>
          </a:p>
          <a:p>
            <a:r>
              <a:t xml:space="preserve">LOCAL STATIC ARTIFACT — production/ACT_3.pptx의 S67, production/preview/act3/S67.png 및 production/preview/full/S67.png.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대화로 재사용할 Skill 만들기</a:t>
            </a:r>
          </a:p>
          <a:p>
            <a:r>
              <a:t xml:space="preserve"/>
            </a:r>
          </a:p>
          <a:p>
            <a:r>
              <a:t xml:space="preserve">**Slide ID:**</a:t>
            </a:r>
          </a:p>
          <a:p>
            <a:r>
              <a:t xml:space="preserve">S68</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S67에서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S69의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S68이 이동한 S69로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S68 / production/preview/full/S68.png.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절차는 재사용하고, 답은 근거로 정한다</a:t>
            </a:r>
          </a:p>
          <a:p>
            <a:r>
              <a:t xml:space="preserve"/>
            </a:r>
          </a:p>
          <a:p>
            <a:r>
              <a:t xml:space="preserve">Slide ID:</a:t>
            </a:r>
          </a:p>
          <a:p>
            <a:r>
              <a:t xml:space="preserve">S69</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S68에서 대화로 Skill 초안을 만들 수 있음을 봤다. 이제 그 지침 안에서 다음 작업에도 유지할 수행 절차와 이번 Task의 근거로 결정할 답을 나눈다. 앞의 S67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S70에서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S70/S66보다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S67 회수0.5, 재사용 방법0.75, 이번 근거·답1, 채택/보류와 S70 연결0.75. 지연 시 지침 원문과 세 질문을 전부 낭독하지 않는다. 허용된 보류와 실제 결과의 구분은 생략하지 않고3분에 S70으로 이동한다.</a:t>
            </a:r>
          </a:p>
          <a:p>
            <a:r>
              <a:t xml:space="preserve"/>
            </a:r>
          </a:p>
          <a:p>
            <a:r>
              <a:t xml:space="preserve">Fallback:</a:t>
            </a:r>
          </a:p>
          <a:p>
            <a:r>
              <a:t xml:space="preserve">LOCAL STATIC ARTIFACT — production/ACT_3.pptx의 S69, production/preview/act3/S69.png 및 production/preview/full/S69.png.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밝기 통계 계산의 성능 개선 후보</a:t>
            </a:r>
          </a:p>
          <a:p>
            <a:r>
              <a:t xml:space="preserve"/>
            </a:r>
          </a:p>
          <a:p>
            <a:r>
              <a:t xml:space="preserve">Slide ID:</a:t>
            </a:r>
          </a:p>
          <a:p>
            <a:r>
              <a:t xml:space="preserve">S70</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S71은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S70에는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S71의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S70, production/preview/act3/S70.png 및 production/preview/full/S70.png.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선택한 변경의 시간·메모리·동작 확인</a:t>
            </a:r>
          </a:p>
          <a:p>
            <a:r>
              <a:t xml:space="preserve"/>
            </a:r>
          </a:p>
          <a:p>
            <a:r>
              <a:t xml:space="preserve">Slide ID:</a:t>
            </a:r>
          </a:p>
          <a:p>
            <a:r>
              <a:t xml:space="preserve">S71</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S70에서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S71, production/preview/act3/S71.png 및 production/preview/full/S71.png.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한 Agent 조사와 Subagent 역할 분리</a:t>
            </a:r>
          </a:p>
          <a:p>
            <a:r>
              <a:t xml:space="preserve"/>
            </a:r>
          </a:p>
          <a:p>
            <a:r>
              <a:t xml:space="preserve">Slide ID:</a:t>
            </a:r>
          </a:p>
          <a:p>
            <a:r>
              <a:t xml:space="preserve">S72</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S74의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S75에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S73 제작 팁을 거친 뒤 S74의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S74으로 이동한다.</a:t>
            </a:r>
          </a:p>
          <a:p>
            <a:r>
              <a:t xml:space="preserve"/>
            </a:r>
          </a:p>
          <a:p>
            <a:r>
              <a:t xml:space="preserve">Fallback:</a:t>
            </a:r>
          </a:p>
          <a:p>
            <a:r>
              <a:t xml:space="preserve">LOCAL STATIC ARTIFACT — production/ACT_3.pptx의 S72, production/preview/act3/S72.png 및 production/preview/full/S72.png.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대화로 조사 Agent 만들기</a:t>
            </a:r>
          </a:p>
          <a:p>
            <a:r>
              <a:t xml:space="preserve"/>
            </a:r>
          </a:p>
          <a:p>
            <a:r>
              <a:t xml:space="preserve">**Slide ID:**</a:t>
            </a:r>
          </a:p>
          <a:p>
            <a:r>
              <a:t xml:space="preserve">S73</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S72의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S74의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S72이 이동한 S74에서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S73 / production/preview/full/S73.png.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밝기 통계 작업을 나누지 않은 이유</a:t>
            </a:r>
          </a:p>
          <a:p>
            <a:r>
              <a:t xml:space="preserve"/>
            </a:r>
          </a:p>
          <a:p>
            <a:r>
              <a:t xml:space="preserve">Slide ID:</a:t>
            </a:r>
          </a:p>
          <a:p>
            <a:r>
              <a:t xml:space="preserve">S74</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“S72의 독립 조사 기준을 이 밝기 통계 작업에도 적용할 수 있었을까요?”</a:t>
            </a:r>
          </a:p>
          <a:p>
            <a:r>
              <a:t xml:space="preserve"/>
            </a:r>
          </a:p>
          <a:p>
            <a:r>
              <a:t xml:space="preserve">Speaker Flow:</a:t>
            </a:r>
          </a:p>
          <a:p>
            <a:r>
              <a:t xml:space="preserve">1. (0:00–1:00 / Lecture) S72에서는 성능·빌드·테스트 조사가 서로 기다리지 않아도 된다고 가정했다. 이제 S70/S66의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S70에서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S71에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S72의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S72의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S75로 이동한다.</a:t>
            </a:r>
          </a:p>
          <a:p>
            <a:r>
              <a:t xml:space="preserve"/>
            </a:r>
          </a:p>
          <a:p>
            <a:r>
              <a:t xml:space="preserve">Fallback:</a:t>
            </a:r>
          </a:p>
          <a:p>
            <a:r>
              <a:t xml:space="preserve">LOCAL STATIC ARTIFACT — production/ACT_3.pptx의 S74, production/preview/act3/S74.png 및 production/preview/full/S74.png.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이번 Context와 다시 쓸 지식</a:t>
            </a:r>
          </a:p>
          <a:p>
            <a:r>
              <a:t xml:space="preserve"/>
            </a:r>
          </a:p>
          <a:p>
            <a:r>
              <a:t xml:space="preserve">Slide ID:</a:t>
            </a:r>
          </a:p>
          <a:p>
            <a:r>
              <a:t xml:space="preserve">S75</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S74에서는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S76에서는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S77에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S74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S76로 이동한다.</a:t>
            </a:r>
          </a:p>
          <a:p>
            <a:r>
              <a:t xml:space="preserve"/>
            </a:r>
          </a:p>
          <a:p>
            <a:r>
              <a:t xml:space="preserve">Fallback:</a:t>
            </a:r>
          </a:p>
          <a:p>
            <a:r>
              <a:t xml:space="preserve">LOCAL STATIC ARTIFACT — production/ACT_3.pptx의 S75, production/preview/act3/S75.png 및 production/preview/full/S75.png.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실제 Demo 지식의 원래 출처</a:t>
            </a:r>
          </a:p>
          <a:p>
            <a:r>
              <a:t xml:space="preserve"/>
            </a:r>
          </a:p>
          <a:p>
            <a:r>
              <a:t xml:space="preserve">Slide ID:</a:t>
            </a:r>
          </a:p>
          <a:p>
            <a:r>
              <a:t xml:space="preserve">S76</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“S75의 보존 기준으로 실제 Demo를 보면, 새로 남길 지식은 어디에 있었을까요?”</a:t>
            </a:r>
          </a:p>
          <a:p>
            <a:r>
              <a:t xml:space="preserve"/>
            </a:r>
          </a:p>
          <a:p>
            <a:r>
              <a:t xml:space="preserve">Speaker Flow:</a:t>
            </a:r>
          </a:p>
          <a:p>
            <a:r>
              <a:t xml:space="preserve">1. (0:00–0:30) S75의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S77으로 이동한다.</a:t>
            </a:r>
          </a:p>
          <a:p>
            <a:r>
              <a:t xml:space="preserve"/>
            </a:r>
          </a:p>
          <a:p>
            <a:r>
              <a:t xml:space="preserve">Fallback:</a:t>
            </a:r>
          </a:p>
          <a:p>
            <a:r>
              <a:t xml:space="preserve">LOCAL STATIC ARTIFACT — production/ACT_3.pptx의 S76, production/preview/act3/S76.png 및 production/preview/full/S76.png.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밝기 통계 작업에 쓰인 구성의 역할</a:t>
            </a:r>
          </a:p>
          <a:p>
            <a:r>
              <a:t xml:space="preserve"/>
            </a:r>
          </a:p>
          <a:p>
            <a:r>
              <a:t xml:space="preserve">Slide ID:</a:t>
            </a:r>
          </a:p>
          <a:p>
            <a:r>
              <a:t xml:space="preserve">S77</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“S76에서 본 자료들이 실제 밝기 통계 작업에서는 각각 무엇을 맡았을까요?”</a:t>
            </a:r>
          </a:p>
          <a:p>
            <a:r>
              <a:t xml:space="preserve"/>
            </a:r>
          </a:p>
          <a:p>
            <a:r>
              <a:t xml:space="preserve">Speaker Flow:</a:t>
            </a:r>
          </a:p>
          <a:p>
            <a:r>
              <a:t xml:space="preserve">1. (0:00–0:30 / Demo) S76의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S66/S63에서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S71처럼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S76의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S78에서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S66–S71의 지침·수치 설명을 반복하지 않는다. 실제3분 리허설은 UNVERIFIED다.</a:t>
            </a:r>
          </a:p>
          <a:p>
            <a:r>
              <a:t xml:space="preserve"/>
            </a:r>
          </a:p>
          <a:p>
            <a:r>
              <a:t xml:space="preserve">Fallback:</a:t>
            </a:r>
          </a:p>
          <a:p>
            <a:r>
              <a:t xml:space="preserve">LOCAL STATIC ARTIFACT — production/ACT_3.pptx의 S77, production/preview/act3/S77.png 및 production/preview/full/S77.png.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함께 작동하는 작업 환경, Harness</a:t>
            </a:r>
          </a:p>
          <a:p>
            <a:r>
              <a:t xml:space="preserve"/>
            </a:r>
          </a:p>
          <a:p>
            <a:r>
              <a:t xml:space="preserve">Slide ID:</a:t>
            </a:r>
          </a:p>
          <a:p>
            <a:r>
              <a:t xml:space="preserve">S78</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“S77의 구성에 실행·검증 환경까지 함께 연결하면, Agent가 일하는 전체 구조는 어떻게 보일까요?”</a:t>
            </a:r>
          </a:p>
          <a:p>
            <a:r>
              <a:t xml:space="preserve"/>
            </a:r>
          </a:p>
          <a:p>
            <a:r>
              <a:t xml:space="preserve">**Speaker Flow:**</a:t>
            </a:r>
          </a:p>
          <a:p>
            <a:r>
              <a:t xml:space="preserve">1. (0:00–0:30 / Lecture) S77의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S79–S80를 연다. 제품이나 새 명령을 실행하지 않는다.</a:t>
            </a:r>
          </a:p>
          <a:p>
            <a:r>
              <a:t xml:space="preserve">마지막 연결은 다음 프로젝트에서도 사용할 기반의 가치다. 실행 조건의 세부는 S81–S85에서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S78의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S79–S80은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S77/STATE-04-PERF의 AGENTS.md·docs·Skill·tests·benchmark와 기록된 입력/실행 조건을 같은 도식에 대응하는 CAPTURED 정적 요약이다. 실제 실행 캡처가 아니며 제품·Agent·benchmark·Demo repository를 실행하거나 새 Trial을 만들지 않는다. S77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S78, production/preview/act3/S78.png 및 production/preview/full/S78.png.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만든 Harness를 다음 프로젝트의 기반으로</a:t>
            </a:r>
          </a:p>
          <a:p>
            <a:r>
              <a:t xml:space="preserve"/>
            </a:r>
          </a:p>
          <a:p>
            <a:r>
              <a:t xml:space="preserve">**Slide ID:**</a:t>
            </a:r>
          </a:p>
          <a:p>
            <a:r>
              <a:t xml:space="preserve">S79</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S78의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공통 기반에 프로젝트 기준을 연결한다</a:t>
            </a:r>
          </a:p>
          <a:p>
            <a:r>
              <a:t xml:space="preserve"/>
            </a:r>
          </a:p>
          <a:p>
            <a:r>
              <a:t xml:space="preserve">**Slide ID:**</a:t>
            </a:r>
          </a:p>
          <a:p>
            <a:r>
              <a:t xml:space="preserve">S80</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S81의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S80 또는 production/preview/full/S80.png.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이번 성공만으로 다음 작업까지 확인되지는 않는다</a:t>
            </a:r>
          </a:p>
          <a:p>
            <a:r>
              <a:t xml:space="preserve"/>
            </a:r>
          </a:p>
          <a:p>
            <a:r>
              <a:t xml:space="preserve">**Slide ID:**</a:t>
            </a:r>
          </a:p>
          <a:p>
            <a:r>
              <a:t xml:space="preserve">S81</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S80의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S82을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S81 또는 production/preview/full/S81.png.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첫 결과 뒤에도, 확인할 일이 남는다면?</a:t>
            </a:r>
          </a:p>
          <a:p>
            <a:r>
              <a:t xml:space="preserve"/>
            </a:r>
          </a:p>
          <a:p>
            <a:r>
              <a:t xml:space="preserve">**Slide ID:**</a:t>
            </a:r>
          </a:p>
          <a:p>
            <a:r>
              <a:t xml:space="preserve">S82</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남은 문제를 다음 수정으로 이어주는 사람</a:t>
            </a:r>
          </a:p>
          <a:p>
            <a:r>
              <a:t xml:space="preserve"/>
            </a:r>
          </a:p>
          <a:p>
            <a:r>
              <a:t xml:space="preserve">**Slide ID:**</a:t>
            </a:r>
          </a:p>
          <a:p>
            <a:r>
              <a:t xml:space="preserve">S83</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S84로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S84로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같은 목표의 수정과 검토가 끊기지 않게</a:t>
            </a:r>
          </a:p>
          <a:p>
            <a:r>
              <a:t xml:space="preserve"/>
            </a:r>
          </a:p>
          <a:p>
            <a:r>
              <a:t xml:space="preserve">**Slide ID:**</a:t>
            </a:r>
          </a:p>
          <a:p>
            <a:r>
              <a:t xml:space="preserve">S84</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S85에서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S85에서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다음 수정에 넘길 기록</a:t>
            </a:r>
          </a:p>
          <a:p>
            <a:r>
              <a:t xml:space="preserve"/>
            </a:r>
          </a:p>
          <a:p>
            <a:r>
              <a:t xml:space="preserve">**Slide ID:**</a:t>
            </a:r>
          </a:p>
          <a:p>
            <a:r>
              <a:t xml:space="preserve">S85</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S86에서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S86에서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내가 매번 이어 주는 다음 단계는 무엇일까?</a:t>
            </a:r>
          </a:p>
          <a:p>
            <a:r>
              <a:t xml:space="preserve"/>
            </a:r>
          </a:p>
          <a:p>
            <a:r>
              <a:t xml:space="preserve">**Slide ID:**</a:t>
            </a:r>
          </a:p>
          <a:p>
            <a:r>
              <a:t xml:space="preserve">S86</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S87의 목표 기반 실행·검토 시스템 제목을 거쳐 S88의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S87의 목표 기반 실행·검토 시스템 제목을 거쳐 S88의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S86; production/preview/act3/S86.png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목표를 이룰 때까지 수정하고 검토하기</a:t>
            </a:r>
          </a:p>
          <a:p>
            <a:r>
              <a:t xml:space="preserve"/>
            </a:r>
          </a:p>
          <a:p>
            <a:r>
              <a:t xml:space="preserve">**Slide ID:**</a:t>
            </a:r>
          </a:p>
          <a:p>
            <a:r>
              <a:t xml:space="preserve">S87</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S88으로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다음 수정도 사람이 매번 이어줘야 할까?</a:t>
            </a:r>
          </a:p>
          <a:p>
            <a:r>
              <a:t xml:space="preserve"/>
            </a:r>
          </a:p>
          <a:p>
            <a:r>
              <a:t xml:space="preserve">**Slide ID:**</a:t>
            </a:r>
          </a:p>
          <a:p>
            <a:r>
              <a:t xml:space="preserve">S88</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S86의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S89의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먼저, 무엇이 되면 완료인지 정한다</a:t>
            </a:r>
          </a:p>
          <a:p>
            <a:r>
              <a:t xml:space="preserve"/>
            </a:r>
          </a:p>
          <a:p>
            <a:r>
              <a:t xml:space="preserve">**Slide ID:**</a:t>
            </a:r>
          </a:p>
          <a:p>
            <a:r>
              <a:t xml:space="preserve">S89</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A가 첫 변경 후보를 만든다</a:t>
            </a:r>
          </a:p>
          <a:p>
            <a:r>
              <a:t xml:space="preserve"/>
            </a:r>
          </a:p>
          <a:p>
            <a:r>
              <a:t xml:space="preserve">**Slide ID:**</a:t>
            </a:r>
          </a:p>
          <a:p>
            <a:r>
              <a:t xml:space="preserve">S90</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실제 동작과 비용은 도구로 확인한다</a:t>
            </a:r>
          </a:p>
          <a:p>
            <a:r>
              <a:t xml:space="preserve"/>
            </a:r>
          </a:p>
          <a:p>
            <a:r>
              <a:t xml:space="preserve">**Slide ID:**</a:t>
            </a:r>
          </a:p>
          <a:p>
            <a:r>
              <a:t xml:space="preserve">S91</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모델 B는 무엇을 근거로 검토할까?</a:t>
            </a:r>
          </a:p>
          <a:p>
            <a:r>
              <a:t xml:space="preserve"/>
            </a:r>
          </a:p>
          <a:p>
            <a:r>
              <a:t xml:space="preserve">**Slide ID:**</a:t>
            </a:r>
          </a:p>
          <a:p>
            <a:r>
              <a:t xml:space="preserve">S92</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지적이 다음 수정으로 이어진다</a:t>
            </a:r>
          </a:p>
          <a:p>
            <a:r>
              <a:t xml:space="preserve"/>
            </a:r>
          </a:p>
          <a:p>
            <a:r>
              <a:t xml:space="preserve">**Slide ID:**</a:t>
            </a:r>
          </a:p>
          <a:p>
            <a:r>
              <a:t xml:space="preserve">S93</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고쳤다면, 같은 기준으로 다시 본다</a:t>
            </a:r>
          </a:p>
          <a:p>
            <a:r>
              <a:t xml:space="preserve"/>
            </a:r>
          </a:p>
          <a:p>
            <a:r>
              <a:t xml:space="preserve">**Slide ID:**</a:t>
            </a:r>
          </a:p>
          <a:p>
            <a:r>
              <a:t xml:space="preserve">S94</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같은 목표의 구현·검토 루프</a:t>
            </a:r>
          </a:p>
          <a:p>
            <a:r>
              <a:t xml:space="preserve"/>
            </a:r>
          </a:p>
          <a:p>
            <a:r>
              <a:t xml:space="preserve">**Slide ID:**</a:t>
            </a:r>
          </a:p>
          <a:p>
            <a:r>
              <a:t xml:space="preserve">S95</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언제 계속하고, 언제 끝낼까?</a:t>
            </a:r>
          </a:p>
          <a:p>
            <a:r>
              <a:t xml:space="preserve"/>
            </a:r>
          </a:p>
          <a:p>
            <a:r>
              <a:t xml:space="preserve">**Slide ID:**</a:t>
            </a:r>
          </a:p>
          <a:p>
            <a:r>
              <a:t xml:space="preserve">S96</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구현한 모델에게 다시 물으면 충분할까?</a:t>
            </a:r>
          </a:p>
          <a:p>
            <a:r>
              <a:t xml:space="preserve"/>
            </a:r>
          </a:p>
          <a:p>
            <a:r>
              <a:t xml:space="preserve">**Slide ID:**</a:t>
            </a:r>
          </a:p>
          <a:p>
            <a:r>
              <a:t xml:space="preserve">S97</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다른 모델의 관점이 도움이 된 실험</a:t>
            </a:r>
          </a:p>
          <a:p>
            <a:r>
              <a:t xml:space="preserve"/>
            </a:r>
          </a:p>
          <a:p>
            <a:r>
              <a:t xml:space="preserve">**Slide ID:**</a:t>
            </a:r>
          </a:p>
          <a:p>
            <a:r>
              <a:t xml:space="preserve">S98</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잘 만드는 능력과 잘 검토하는 능력</a:t>
            </a:r>
          </a:p>
          <a:p>
            <a:r>
              <a:t xml:space="preserve"/>
            </a:r>
          </a:p>
          <a:p>
            <a:r>
              <a:t xml:space="preserve">**Slide ID:**</a:t>
            </a:r>
          </a:p>
          <a:p>
            <a:r>
              <a:t xml:space="preserve">S99</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구현과 검토에 모델을 어떻게 나눌까?</a:t>
            </a:r>
          </a:p>
          <a:p>
            <a:r>
              <a:t xml:space="preserve"/>
            </a:r>
          </a:p>
          <a:p>
            <a:r>
              <a:t xml:space="preserve">**Slide ID:**</a:t>
            </a:r>
          </a:p>
          <a:p>
            <a:r>
              <a:t xml:space="preserve">S100</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검토 모델의 말도 확인해야 한다</a:t>
            </a:r>
          </a:p>
          <a:p>
            <a:r>
              <a:t xml:space="preserve"/>
            </a:r>
          </a:p>
          <a:p>
            <a:r>
              <a:t xml:space="preserve">**Slide ID:**</a:t>
            </a:r>
          </a:p>
          <a:p>
            <a:r>
              <a:t xml:space="preserve">S101</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반복하려면 무엇을 이어받아야 할까?</a:t>
            </a:r>
          </a:p>
          <a:p>
            <a:r>
              <a:t xml:space="preserve"/>
            </a:r>
          </a:p>
          <a:p>
            <a:r>
              <a:t xml:space="preserve">**Slide ID:**</a:t>
            </a:r>
          </a:p>
          <a:p>
            <a:r>
              <a:t xml:space="preserve">S102</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확인한 근거와 아직 실행하지 않은 설계</a:t>
            </a:r>
          </a:p>
          <a:p>
            <a:r>
              <a:t xml:space="preserve"/>
            </a:r>
          </a:p>
          <a:p>
            <a:r>
              <a:t xml:space="preserve">**Slide ID:**</a:t>
            </a:r>
          </a:p>
          <a:p>
            <a:r>
              <a:t xml:space="preserve">S103</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S103; production/preview/act4/S103.png 및 production/preview/full/S103.png.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Goal이 목표와 다음 작업을 이어준다</a:t>
            </a:r>
          </a:p>
          <a:p>
            <a:r>
              <a:t xml:space="preserve"/>
            </a:r>
          </a:p>
          <a:p>
            <a:r>
              <a:t xml:space="preserve">**Slide ID:**</a:t>
            </a:r>
          </a:p>
          <a:p>
            <a:r>
              <a:t xml:space="preserve">S104</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Goal에는 완료 근거와 멈출 조건을 담는다</a:t>
            </a:r>
          </a:p>
          <a:p>
            <a:r>
              <a:t xml:space="preserve"/>
            </a:r>
          </a:p>
          <a:p>
            <a:r>
              <a:t xml:space="preserve">**Slide ID:**</a:t>
            </a:r>
          </a:p>
          <a:p>
            <a:r>
              <a:t xml:space="preserve">S105</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S106에서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S105, production/preview/full/S105.png.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우리 작업에는 어떤 루프가 필요할까?</a:t>
            </a:r>
          </a:p>
          <a:p>
            <a:r>
              <a:t xml:space="preserve"/>
            </a:r>
          </a:p>
          <a:p>
            <a:r>
              <a:t xml:space="preserve">**Slide ID:**</a:t>
            </a:r>
          </a:p>
          <a:p>
            <a:r>
              <a:t xml:space="preserve">S106</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S107의 ACT5 제목을 거쳐 S108의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S107의 ACT5 제목을 거쳐 S108에서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S106; production/preview/act4/S106.png 및 production/preview/full/S106.png.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내 업무에 맞게 조합하고 덜어내기</a:t>
            </a:r>
          </a:p>
          <a:p>
            <a:r>
              <a:t xml:space="preserve"/>
            </a:r>
          </a:p>
          <a:p>
            <a:r>
              <a:t xml:space="preserve">**Slide ID:**</a:t>
            </a:r>
          </a:p>
          <a:p>
            <a:r>
              <a:t xml:space="preserve">S107</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S108에서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S108로 넘긴다. 실측 리허설 UNVERIFIED.</a:t>
            </a:r>
          </a:p>
          <a:p>
            <a:r>
              <a:t xml:space="preserve"/>
            </a:r>
          </a:p>
          <a:p>
            <a:r>
              <a:t xml:space="preserve">**Fallback:**</a:t>
            </a:r>
          </a:p>
          <a:p>
            <a:r>
              <a:t xml:space="preserve">LOCAL STATIC ARTIFACT — production/preview/full/S107.png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AI에게 맡기는 범위가 넓어졌다</a:t>
            </a:r>
          </a:p>
          <a:p>
            <a:r>
              <a:t xml:space="preserve"/>
            </a:r>
          </a:p>
          <a:p>
            <a:r>
              <a:t xml:space="preserve">**Slide ID:**</a:t>
            </a:r>
          </a:p>
          <a:p>
            <a:r>
              <a:t xml:space="preserve">S108</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S109의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S116/S117에서만 진행한다.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작업은 요청부터 검토·수정까지 이어진다</a:t>
            </a:r>
          </a:p>
          <a:p>
            <a:r>
              <a:t xml:space="preserve"/>
            </a:r>
          </a:p>
          <a:p>
            <a:r>
              <a:t xml:space="preserve">**Slide ID:**</a:t>
            </a:r>
          </a:p>
          <a:p>
            <a:r>
              <a:t xml:space="preserve">S109</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S110의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작업 흐름에는 정보·절차·도구가 연결된다</a:t>
            </a:r>
          </a:p>
          <a:p>
            <a:r>
              <a:t xml:space="preserve"/>
            </a:r>
          </a:p>
          <a:p>
            <a:r>
              <a:t xml:space="preserve">**Slide ID:**</a:t>
            </a:r>
          </a:p>
          <a:p>
            <a:r>
              <a:t xml:space="preserve">S110</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S109의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S111의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그렇게 얻은 결과를 완료 보고만으로 받아들일 수 있을까요? S111에서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결과를 수용할지는 사람이 판단한다</a:t>
            </a:r>
          </a:p>
          <a:p>
            <a:r>
              <a:t xml:space="preserve"/>
            </a:r>
          </a:p>
          <a:p>
            <a:r>
              <a:t xml:space="preserve">**Slide ID:**</a:t>
            </a:r>
          </a:p>
          <a:p>
            <a:r>
              <a:t xml:space="preserve">S111</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S110에서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S112로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수용 판단까지 연결되도록 작업 조건을 설계하고 운영하는 관점을 S112에서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AI가 일할 조건과 확인 경로를 설계한다</a:t>
            </a:r>
          </a:p>
          <a:p>
            <a:r>
              <a:t xml:space="preserve"/>
            </a:r>
          </a:p>
          <a:p>
            <a:r>
              <a:t xml:space="preserve">**Slide ID:**</a:t>
            </a:r>
          </a:p>
          <a:p>
            <a:r>
              <a:t xml:space="preserve">S112</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S108의 범위 확대, S109의 작업 흐름, S110의 수행 조건과 S111의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S113–S115에, 개인 문제와 다음 행동은 S116–S117에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이렇게 설계한 작업 방식도 모델·플랫폼이 달라지면 그대로 필요할까요? S113부터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S112와 production/preview/act5/S112.png.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모델·플랫폼이 바뀌면 Harness도 다시 본다</a:t>
            </a:r>
          </a:p>
          <a:p>
            <a:r>
              <a:t xml:space="preserve"/>
            </a:r>
          </a:p>
          <a:p>
            <a:r>
              <a:t xml:space="preserve">**Slide ID:**</a:t>
            </a:r>
          </a:p>
          <a:p>
            <a:r>
              <a:t xml:space="preserve">S113</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S112의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S114의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무엇을 남기고, 무엇을 덜어낼까?</a:t>
            </a:r>
          </a:p>
          <a:p>
            <a:r>
              <a:t xml:space="preserve"/>
            </a:r>
          </a:p>
          <a:p>
            <a:r>
              <a:t xml:space="preserve">**Slide ID:**</a:t>
            </a:r>
          </a:p>
          <a:p>
            <a:r>
              <a:t xml:space="preserve">S114</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S113의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S115으로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덜어낸 뒤에도 필요한 일을 하는가?</a:t>
            </a:r>
          </a:p>
          <a:p>
            <a:r>
              <a:t xml:space="preserve"/>
            </a:r>
          </a:p>
          <a:p>
            <a:r>
              <a:t xml:space="preserve">**Slide ID:**</a:t>
            </a:r>
          </a:p>
          <a:p>
            <a:r>
              <a:t xml:space="preserve">S115</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S114에서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S116에서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S115와 production/preview/act5/S115.png.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내 업무에서는 무엇이 반복해서 막힐까?</a:t>
            </a:r>
          </a:p>
          <a:p>
            <a:r>
              <a:t xml:space="preserve"/>
            </a:r>
          </a:p>
          <a:p>
            <a:r>
              <a:t xml:space="preserve">**Slide ID:**</a:t>
            </a:r>
          </a:p>
          <a:p>
            <a:r>
              <a:t xml:space="preserve">S116</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S117에서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S117의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고른 문제에서, 다음 행동 하나로</a:t>
            </a:r>
          </a:p>
          <a:p>
            <a:r>
              <a:t xml:space="preserve"/>
            </a:r>
          </a:p>
          <a:p>
            <a:r>
              <a:t xml:space="preserve">**Slide ID:**</a:t>
            </a:r>
          </a:p>
          <a:p>
            <a:r>
              <a:t xml:space="preserve">S117</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S116에서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S118–S120의 찾아보기에서 팁 위치만 짚고 S121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S116과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S118의 마지막 찾아보기를 연다.</a:t>
            </a:r>
          </a:p>
          <a:p>
            <a:r>
              <a:t xml:space="preserve"/>
            </a:r>
          </a:p>
          <a:p>
            <a:r>
              <a:t xml:space="preserve">**Time Management:**</a:t>
            </a:r>
          </a:p>
          <a:p>
            <a:r>
              <a:t xml:space="preserve">Lecture2분+Reflection2분=4분. S116의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S117와 production/preview/act5/S117.png를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작업 환경과 기준</a:t>
            </a:r>
          </a:p>
          <a:p>
            <a:r>
              <a:t xml:space="preserve"/>
            </a:r>
          </a:p>
          <a:p>
            <a:r>
              <a:t xml:space="preserve">**Slide ID:**</a:t>
            </a:r>
          </a:p>
          <a:p>
            <a:r>
              <a:t xml:space="preserve">S118</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S50, S57–S59, S63, S68, S73, S75, S85, S104다.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S57–S59은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S50 AGENTS.md에는 무엇을 남길까? / S63 테스트 명령을 언제 쓰고 무엇을 판단할까? / S68 대화로 재사용할 Skill 만들기 / S73 대화로 조사 Agent 만들기 / S75 이번 Context와 다시 쓸 지식 / S85 반복 보정을 개선으로 잇는 기록. 새 S68/S73을 포함해 제목·위치만 짚고 본문을 다시 강의하지 않는다.</a:t>
            </a:r>
          </a:p>
          <a:p>
            <a:r>
              <a:t xml:space="preserve">3. (0:45–1:00 / Lecture) 요청 작성 팁 목록 S119으로 이어간다.</a:t>
            </a:r>
          </a:p>
          <a:p>
            <a:r>
              <a:t xml:space="preserve"/>
            </a:r>
          </a:p>
          <a:p>
            <a:r>
              <a:t xml:space="preserve">**Evidence / Source:**</a:t>
            </a:r>
          </a:p>
          <a:p>
            <a:r>
              <a:t xml:space="preserve">DEC-0088, DEC-0093. 현재 Slide Map의 제목·ID와 실무 팁 목록. S69/S74은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S119으로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요청 작성</a:t>
            </a:r>
          </a:p>
          <a:p>
            <a:r>
              <a:t xml:space="preserve"/>
            </a:r>
          </a:p>
          <a:p>
            <a:r>
              <a:t xml:space="preserve">**Slide ID:**</a:t>
            </a:r>
          </a:p>
          <a:p>
            <a:r>
              <a:t xml:space="preserve">S119</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S29, S30, S31, S32, S33, S34, S35, S36다.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S29 지시와 참고 자료의 구분 / S30 입력과 기대 결과의 작은 예시 / S31 바로 검토할 수 있는 결과 형식 / S32 근거가 있는 설명과 미확인의 구분 / S33 결과를 바꾸는 결정에서 확인 질문 / S34 큰 작업을 검토할 결과물로 나누기 / S35 기준을 지정한 코드 리뷰 요청 / S36 구체적인 근거로 수정 방향 피드백.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S120로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실무 적용 팁 · 검증과 개선</a:t>
            </a:r>
          </a:p>
          <a:p>
            <a:r>
              <a:t xml:space="preserve"/>
            </a:r>
          </a:p>
          <a:p>
            <a:r>
              <a:t xml:space="preserve">**Slide ID:**</a:t>
            </a:r>
          </a:p>
          <a:p>
            <a:r>
              <a:t xml:space="preserve">S120</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S92, S96, S105, S114, S115이다.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S92 원인을 고르기 전에 확인할 기록 / S96 지침을 고친 뒤, 무엇을 다시 확인할까? / S114 무엇을 남기고, 무엇을 덜어낼까? / S115 덜어낸 뒤에도 필요한 일을 하는가?. 제목·위치만 짚고 본문을 다시 강의하지 않는다.</a:t>
            </a:r>
          </a:p>
          <a:p>
            <a:r>
              <a:t xml:space="preserve">3. (0:45–1:00 / Lecture) S121로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production/preview/full/S120.png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S121 — Q&amp;A와 교육 마무리</a:t>
            </a:r>
          </a:p>
          <a:p>
            <a:r>
              <a:t xml:space="preserve"/>
            </a:r>
          </a:p>
          <a:p>
            <a:r>
              <a:t xml:space="preserve">**Slide ID:**</a:t>
            </a:r>
          </a:p>
          <a:p>
            <a:r>
              <a:t xml:space="preserve">S121</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S117에서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S108과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S117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S121와 production/preview/act5/S121.png를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8.xml" Id="R67557043997c4b2f"/></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9.xml" Id="Rff27a015abf24948"/></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30.xml" Id="R3a498e5233dc4a5a"/></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1.xml" Id="Rca442c894a154a1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2.xml" Id="R613eb6ac2da543d3"/></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3.xml" Id="R3f20303f114447e2"/></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4.xml" Id="R0acbc4fac3ad4c3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5.xml" Id="R840a07ea16114c83"/></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6.xml" Id="Re0b8525972544589"/></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7.xml" Id="R7efc610a93a5495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8.xml" Id="R497580c3f0c3424c"/></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9.xml" Id="Rd075c9a9e36d48b4"/></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40.xml" Id="Ra72fc7dcfd7b41b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1.xml" Id="R68e31d9f2fc14051"/></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2.xml" Id="R1c812969c94f489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3.xml" Id="R9dcd712c96cb4920"/></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4.xml" Id="Rb3607c7c5ecc4fd4"/></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5.xml" Id="R3f6a00bc3ef44a1b"/></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6.xml" Id="R1c76f09a75e243d8"/></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7.xml" Id="R4c7fbbd0eaca47b2"/></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8.xml" Id="R7fc76b79800c451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9.xml" Id="Rddf3b25f9736491c"/></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50.xml" Id="R3e24ddfd65984de7"/></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1.xml" Id="Rf4c40cfa733f4d6f"/></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2.xml" Id="R57634cd0349c4959"/></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3.xml" Id="Re888c36c54cf4b94"/></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4.xml" Id="R47ee9cce5b494bbf"/></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5.xml" Id="R65929069c5bf430e"/></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6.xml" Id="Rcdd85d3d7ee74629"/></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7.xml" Id="R2fb43c6f704045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8.xml" Id="R20a4959413924f22"/></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9.xml" Id="R438ccbd9d6504e36"/></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60.xml" Id="Raa20956d6d1b4479"/></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1.xml" Id="R54ba7668537b43fe"/></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2.xml" Id="Rf4394eb0efae4bc2"/></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3.xml" Id="Rf2667cbaf12645c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4.xml" Id="Rd8f3f37e8c0e4855"/></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5.xml" Id="R85a14c9750344ec0"/></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6.xml" Id="Raf1d5a7b0c524dfa"/></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7.xml" Id="Rad52161ddcca407b"/></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8.xml" Id="R16825de3fab740bf"/></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9.xml" Id="R8b0233aae6a140ac"/></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70.xml" Id="R3d7c7a685cac4014"/></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1.xml" Id="Raff3ca3ec59a4149"/></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2.xml" Id="R1cbda8e4c54b4dd1"/></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3.xml" Id="Rc8ffa309e5c34afa"/></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4.xml" Id="Rf159e342b5e341d6"/></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5.xml" Id="R63b536d641b84715"/></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6.xml" Id="R32d6c074a7e4497a"/></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7.xml" Id="Rc54545c27dea4ca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8.xml" Id="R7f78e7867aa5421f"/></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9.xml" Id="R089a47929ed34abd"/></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80.xml" Id="R3b61134a2a454803"/></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1.xml" Id="R9e690c9a8b01411e"/></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2.xml" Id="Rcaebcb7911fd42e4"/></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3.xml" Id="R6bc44724aebe46dd"/></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4.xml" Id="R3aedd29c6ea7436c"/></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5.xml" Id="Rae1cfc68b74141de"/></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6.xml" Id="R30e64919739f4c81"/></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7.xml" Id="R7da67322bac34beb"/></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8.xml" Id="R983ef1b4941f47df"/></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9.xml" Id="R2bb221648fd04a50"/></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90.xml" Id="R87b72ed4cafc40d3"/></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1.xml" Id="Re6d646379adb4da1"/></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2.xml" Id="Rc4e6ef3588d54767"/></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3.xml" Id="R3bb29d806ae04c5c"/></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4.xml" Id="R4191341ed86e4215"/></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5.xml" Id="R36180a95ed3c43f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6.xml" Id="R5ef00a4c4bb04823"/></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7.xml" Id="R1e275696a25b470a"/></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8.xml" Id="Reafb085964c34056"/></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9.xml" Id="R7ea86b7511cd462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100.xml" Id="Rd241e076ae0c4c89"/></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1.xml" Id="R9fd9b4d481214a08"/></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2.xml" Id="R212a1ecf528b465a"/></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3.xml" Id="R7c714979becd470e"/></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4.xml" Id="R068559301c394576"/></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5.xml" Id="R24afd0dfb79d41f0"/></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6.xml" Id="R908895dc2cd64f82"/></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7.xml" Id="R9030d1fdb5114f76"/></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8.xml" Id="R311f6d7d4b354399"/></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9.xml" Id="R5248189ceda34d20"/></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10.xml" Id="Rb075385bb68b49a3"/></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1.xml" Id="Rfca130f2343a4cf9"/></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2.xml" Id="R0a5721e8688f465f"/></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3.xml" Id="Ree3d1ac02cbb44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4.xml" Id="Rd75f8c7cfc1e4c42"/></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5.xml" Id="R2fbfac11f8a04b0a"/></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6.xml" Id="Rfb9c411f0bc743b8"/></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7.xml" Id="R690e88ea3d1c4b3f"/></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8.xml" Id="R4a5121eea5284374"/></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9.xml" Id="Ra6812a34cdf44996"/></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20.xml" Id="R619b15d573e54123"/></Relationships>
</file>

<file path=ppt/slides/_rels/slide121.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1.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F8D550D5-35FA-43A9-A28A-F1199D8E4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48E676E2-1943-4327-B895-B77D6EE5FF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무엇을 확인해 달라고 요청할까?">
            <a:extLst xmlns:a="http://schemas.openxmlformats.org/drawingml/2006/main">
              <a:ext uri="{FF2B5EF4-FFF2-40B4-BE49-F238E27FC236}">
                <a16:creationId xmlns:a16="http://schemas.microsoft.com/office/drawing/2014/main" id="{B0D5CC6E-C16B-4FD3-8452-0DD901AB0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확인해 달라고 요청할까?</a:t>
            </a:r>
          </a:p>
        </p:txBody>
      </p:sp>
      <p:sp>
        <p:nvSpPr>
          <p:cNvPr id="4" name="">
            <a:extLst xmlns:a="http://schemas.openxmlformats.org/drawingml/2006/main">
              <a:ext uri="{FF2B5EF4-FFF2-40B4-BE49-F238E27FC236}">
                <a16:creationId xmlns:a16="http://schemas.microsoft.com/office/drawing/2014/main" id="{5F75EB83-E0FD-4393-BA5E-6F71E0ECA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4B480702-5CE2-49DC-8148-4257DB702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EFF0FC17-F209-4E21-BD3E-B72C50584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요청할 확인">
            <a:extLst xmlns:a="http://schemas.openxmlformats.org/drawingml/2006/main">
              <a:ext uri="{FF2B5EF4-FFF2-40B4-BE49-F238E27FC236}">
                <a16:creationId xmlns:a16="http://schemas.microsoft.com/office/drawing/2014/main" id="{CCFB0299-9798-4678-89E4-AEC1321B1A55}"/>
              </a:ext>
            </a:extLst>
          </p:cNvPr>
          <p:cNvSpPr>
            <a:spLocks xmlns:a="http://schemas.openxmlformats.org/drawingml/2006/main" noGrp="1"/>
          </p:cNvSpPr>
          <p:nvPr/>
        </p:nvSpPr>
        <p:spPr>
          <a:xfrm xmlns:a="http://schemas.openxmlformats.org/drawingml/2006/main">
            <a:off x="762000" y="18669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8" name="그 확인으로 알 수 있는 범위">
            <a:extLst xmlns:a="http://schemas.openxmlformats.org/drawingml/2006/main">
              <a:ext uri="{FF2B5EF4-FFF2-40B4-BE49-F238E27FC236}">
                <a16:creationId xmlns:a16="http://schemas.microsoft.com/office/drawing/2014/main" id="{B3529739-9017-4E70-A15B-2392FC44B79D}"/>
              </a:ext>
            </a:extLst>
          </p:cNvPr>
          <p:cNvSpPr>
            <a:spLocks xmlns:a="http://schemas.openxmlformats.org/drawingml/2006/main" noGrp="1"/>
          </p:cNvSpPr>
          <p:nvPr/>
        </p:nvSpPr>
        <p:spPr>
          <a:xfrm xmlns:a="http://schemas.openxmlformats.org/drawingml/2006/main">
            <a:off x="4876800" y="1866900"/>
            <a:ext cx="655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그 확인으로 알 수 있는 범위</a:t>
            </a:r>
          </a:p>
        </p:txBody>
      </p:sp>
      <p:sp>
        <p:nvSpPr>
          <p:cNvPr id="9" name="">
            <a:extLst xmlns:a="http://schemas.openxmlformats.org/drawingml/2006/main">
              <a:ext uri="{FF2B5EF4-FFF2-40B4-BE49-F238E27FC236}">
                <a16:creationId xmlns:a16="http://schemas.microsoft.com/office/drawing/2014/main" id="{20FD95F9-B040-44C3-B9C4-1D214204E737}"/>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동작 테스트">
            <a:extLst xmlns:a="http://schemas.openxmlformats.org/drawingml/2006/main">
              <a:ext uri="{FF2B5EF4-FFF2-40B4-BE49-F238E27FC236}">
                <a16:creationId xmlns:a16="http://schemas.microsoft.com/office/drawing/2014/main" id="{AC7D0B95-9207-4654-B672-AFFA598F5C56}"/>
              </a:ext>
            </a:extLst>
          </p:cNvPr>
          <p:cNvSpPr>
            <a:spLocks xmlns:a="http://schemas.openxmlformats.org/drawingml/2006/main" noGrp="1"/>
          </p:cNvSpPr>
          <p:nvPr/>
        </p:nvSpPr>
        <p:spPr>
          <a:xfrm xmlns:a="http://schemas.openxmlformats.org/drawingml/2006/main">
            <a:off x="762000" y="24479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관련 동작 테스트</a:t>
            </a:r>
          </a:p>
        </p:txBody>
      </p:sp>
      <p:sp>
        <p:nvSpPr>
          <p:cNvPr id="11" name="바뀐 동작의 해당 입력·조건">
            <a:extLst xmlns:a="http://schemas.openxmlformats.org/drawingml/2006/main">
              <a:ext uri="{FF2B5EF4-FFF2-40B4-BE49-F238E27FC236}">
                <a16:creationId xmlns:a16="http://schemas.microsoft.com/office/drawing/2014/main" id="{A2F65C20-A7C1-4C15-91FA-02F6F00F1837}"/>
              </a:ext>
            </a:extLst>
          </p:cNvPr>
          <p:cNvSpPr>
            <a:spLocks xmlns:a="http://schemas.openxmlformats.org/drawingml/2006/main" noGrp="1"/>
          </p:cNvSpPr>
          <p:nvPr/>
        </p:nvSpPr>
        <p:spPr>
          <a:xfrm xmlns:a="http://schemas.openxmlformats.org/drawingml/2006/main">
            <a:off x="4876800" y="24479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바뀐 동작의 해당 입력·조건</a:t>
            </a:r>
          </a:p>
        </p:txBody>
      </p:sp>
      <p:sp>
        <p:nvSpPr>
          <p:cNvPr id="12" name="">
            <a:extLst xmlns:a="http://schemas.openxmlformats.org/drawingml/2006/main">
              <a:ext uri="{FF2B5EF4-FFF2-40B4-BE49-F238E27FC236}">
                <a16:creationId xmlns:a16="http://schemas.microsoft.com/office/drawing/2014/main" id="{0FD976AD-FCD2-4B49-A48A-E21D34DCEB07}"/>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전체 테스트">
            <a:extLst xmlns:a="http://schemas.openxmlformats.org/drawingml/2006/main">
              <a:ext uri="{FF2B5EF4-FFF2-40B4-BE49-F238E27FC236}">
                <a16:creationId xmlns:a16="http://schemas.microsoft.com/office/drawing/2014/main" id="{EEF3396F-EDC5-4166-B9DC-AD8CB9445ED1}"/>
              </a:ext>
            </a:extLst>
          </p:cNvPr>
          <p:cNvSpPr>
            <a:spLocks xmlns:a="http://schemas.openxmlformats.org/drawingml/2006/main" noGrp="1"/>
          </p:cNvSpPr>
          <p:nvPr/>
        </p:nvSpPr>
        <p:spPr>
          <a:xfrm xmlns:a="http://schemas.openxmlformats.org/drawingml/2006/main">
            <a:off x="762000" y="302895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프로젝트 전체 테스트</a:t>
            </a:r>
          </a:p>
        </p:txBody>
      </p:sp>
      <p:sp>
        <p:nvSpPr>
          <p:cNvPr id="14" name="현재 테스트가 다루는 회귀 범위">
            <a:extLst xmlns:a="http://schemas.openxmlformats.org/drawingml/2006/main">
              <a:ext uri="{FF2B5EF4-FFF2-40B4-BE49-F238E27FC236}">
                <a16:creationId xmlns:a16="http://schemas.microsoft.com/office/drawing/2014/main" id="{F0E34D62-32FD-4CEA-A6DE-3D641A2DBBE7}"/>
              </a:ext>
            </a:extLst>
          </p:cNvPr>
          <p:cNvSpPr>
            <a:spLocks xmlns:a="http://schemas.openxmlformats.org/drawingml/2006/main" noGrp="1"/>
          </p:cNvSpPr>
          <p:nvPr/>
        </p:nvSpPr>
        <p:spPr>
          <a:xfrm xmlns:a="http://schemas.openxmlformats.org/drawingml/2006/main">
            <a:off x="4876800" y="302895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현재 테스트가 다루는 회귀 범위</a:t>
            </a:r>
          </a:p>
        </p:txBody>
      </p:sp>
      <p:sp>
        <p:nvSpPr>
          <p:cNvPr id="15" name="">
            <a:extLst xmlns:a="http://schemas.openxmlformats.org/drawingml/2006/main">
              <a:ext uri="{FF2B5EF4-FFF2-40B4-BE49-F238E27FC236}">
                <a16:creationId xmlns:a16="http://schemas.microsoft.com/office/drawing/2014/main" id="{31DE6FAE-38ED-4DD9-818C-AB91466F1019}"/>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55C306-9A8C-4C3A-A536-A11127F08738}"/>
              </a:ext>
            </a:extLst>
          </p:cNvPr>
          <p:cNvSpPr>
            <a:spLocks xmlns:a="http://schemas.openxmlformats.org/drawingml/2006/main" noGrp="1"/>
          </p:cNvSpPr>
          <p:nvPr/>
        </p:nvSpPr>
        <p:spPr>
          <a:xfrm xmlns:a="http://schemas.openxmlformats.org/drawingml/2006/main">
            <a:off x="762000" y="360997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샘플 실행</a:t>
            </a:r>
          </a:p>
        </p:txBody>
      </p:sp>
      <p:sp>
        <p:nvSpPr>
          <p:cNvPr id="17" name="그 샘플의 통합 실행 경로">
            <a:extLst xmlns:a="http://schemas.openxmlformats.org/drawingml/2006/main">
              <a:ext uri="{FF2B5EF4-FFF2-40B4-BE49-F238E27FC236}">
                <a16:creationId xmlns:a16="http://schemas.microsoft.com/office/drawing/2014/main" id="{D360897C-330F-4F6D-9366-2CFB689CD32D}"/>
              </a:ext>
            </a:extLst>
          </p:cNvPr>
          <p:cNvSpPr>
            <a:spLocks xmlns:a="http://schemas.openxmlformats.org/drawingml/2006/main" noGrp="1"/>
          </p:cNvSpPr>
          <p:nvPr/>
        </p:nvSpPr>
        <p:spPr>
          <a:xfrm xmlns:a="http://schemas.openxmlformats.org/drawingml/2006/main">
            <a:off x="4876800" y="360997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그 샘플의 통합 실행 경로</a:t>
            </a:r>
          </a:p>
        </p:txBody>
      </p:sp>
      <p:sp>
        <p:nvSpPr>
          <p:cNvPr id="18" name="">
            <a:extLst xmlns:a="http://schemas.openxmlformats.org/drawingml/2006/main">
              <a:ext uri="{FF2B5EF4-FFF2-40B4-BE49-F238E27FC236}">
                <a16:creationId xmlns:a16="http://schemas.microsoft.com/office/drawing/2014/main" id="{B78BFFB0-BA0D-49FF-A093-9DAD473EEF4F}"/>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84DE09-1BC8-4D17-AA04-B7BF29F7B75B}"/>
              </a:ext>
            </a:extLst>
          </p:cNvPr>
          <p:cNvSpPr>
            <a:spLocks xmlns:a="http://schemas.openxmlformats.org/drawingml/2006/main" noGrp="1"/>
          </p:cNvSpPr>
          <p:nvPr/>
        </p:nvSpPr>
        <p:spPr>
          <a:xfrm xmlns:a="http://schemas.openxmlformats.org/drawingml/2006/main">
            <a:off x="762000" y="419100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내용 확인</a:t>
            </a:r>
          </a:p>
        </p:txBody>
      </p:sp>
      <p:sp>
        <p:nvSpPr>
          <p:cNvPr id="20" name="수정 범위와 의도치 않은 변경">
            <a:extLst xmlns:a="http://schemas.openxmlformats.org/drawingml/2006/main">
              <a:ext uri="{FF2B5EF4-FFF2-40B4-BE49-F238E27FC236}">
                <a16:creationId xmlns:a16="http://schemas.microsoft.com/office/drawing/2014/main" id="{5A4B711F-897E-4A43-AE04-72464BC1EB53}"/>
              </a:ext>
            </a:extLst>
          </p:cNvPr>
          <p:cNvSpPr>
            <a:spLocks xmlns:a="http://schemas.openxmlformats.org/drawingml/2006/main" noGrp="1"/>
          </p:cNvSpPr>
          <p:nvPr/>
        </p:nvSpPr>
        <p:spPr>
          <a:xfrm xmlns:a="http://schemas.openxmlformats.org/drawingml/2006/main">
            <a:off x="4876800" y="419100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수정 범위와 의도치 않은 변경</a:t>
            </a:r>
          </a:p>
        </p:txBody>
      </p:sp>
      <p:sp>
        <p:nvSpPr>
          <p:cNvPr id="21" name="">
            <a:extLst xmlns:a="http://schemas.openxmlformats.org/drawingml/2006/main">
              <a:ext uri="{FF2B5EF4-FFF2-40B4-BE49-F238E27FC236}">
                <a16:creationId xmlns:a16="http://schemas.microsoft.com/office/drawing/2014/main" id="{23150A3B-8789-43AD-8A9D-4B482D4EBBF3}"/>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4C01624-4F58-421A-A089-B0976B9C95EF}"/>
              </a:ext>
            </a:extLst>
          </p:cNvPr>
          <p:cNvSpPr>
            <a:spLocks xmlns:a="http://schemas.openxmlformats.org/drawingml/2006/main" noGrp="1"/>
          </p:cNvSpPr>
          <p:nvPr/>
        </p:nvSpPr>
        <p:spPr>
          <a:xfrm xmlns:a="http://schemas.openxmlformats.org/drawingml/2006/main">
            <a:off x="762000" y="4772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337203-58B2-4C48-8EF2-D84732387A83}"/>
              </a:ext>
            </a:extLst>
          </p:cNvPr>
          <p:cNvSpPr>
            <a:spLocks xmlns:a="http://schemas.openxmlformats.org/drawingml/2006/main" noGrp="1"/>
          </p:cNvSpPr>
          <p:nvPr/>
        </p:nvSpPr>
        <p:spPr>
          <a:xfrm xmlns:a="http://schemas.openxmlformats.org/drawingml/2006/main">
            <a:off x="4876800" y="47720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측정한 입력·환경에서의 성능</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9F84E703-0474-4A5A-A94C-0A4449B5F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37A8C0C-F68F-40E6-9A15-44309232C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비어 있지 않으면 올바른 결과일까?">
            <a:extLst xmlns:a="http://schemas.openxmlformats.org/drawingml/2006/main">
              <a:ext uri="{FF2B5EF4-FFF2-40B4-BE49-F238E27FC236}">
                <a16:creationId xmlns:a16="http://schemas.microsoft.com/office/drawing/2014/main" id="{AA585562-0B04-4C36-8FF1-475690C8F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비어 있지 않으면 올바른 결과일까?</a:t>
            </a:r>
          </a:p>
        </p:txBody>
      </p:sp>
      <p:sp>
        <p:nvSpPr>
          <p:cNvPr id="4" name="">
            <a:extLst xmlns:a="http://schemas.openxmlformats.org/drawingml/2006/main">
              <a:ext uri="{FF2B5EF4-FFF2-40B4-BE49-F238E27FC236}">
                <a16:creationId xmlns:a16="http://schemas.microsoft.com/office/drawing/2014/main" id="{0E3A450F-41F3-4C31-AA92-896C4ED42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반례 · 실제 Trial의 assertion이나 실행 결과가 아님">
            <a:extLst xmlns:a="http://schemas.openxmlformats.org/drawingml/2006/main">
              <a:ext uri="{FF2B5EF4-FFF2-40B4-BE49-F238E27FC236}">
                <a16:creationId xmlns:a16="http://schemas.microsoft.com/office/drawing/2014/main" id="{23CA58DD-AAE0-4063-B79C-A424C715E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반례 · 실제 Trial의 assertion이나 실행 결과가 아님</a:t>
            </a:r>
          </a:p>
        </p:txBody>
      </p:sp>
      <p:sp>
        <p:nvSpPr>
          <p:cNvPr id="6" name="M 연계 · M5 / M6">
            <a:extLst xmlns:a="http://schemas.openxmlformats.org/drawingml/2006/main">
              <a:ext uri="{FF2B5EF4-FFF2-40B4-BE49-F238E27FC236}">
                <a16:creationId xmlns:a16="http://schemas.microsoft.com/office/drawing/2014/main" id="{4D757D37-0CC5-4DE8-B8D6-E8CFB6D84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입력 {1, 2, 3, 4}에서 crop [1, 3)">
            <a:extLst xmlns:a="http://schemas.openxmlformats.org/drawingml/2006/main">
              <a:ext uri="{FF2B5EF4-FFF2-40B4-BE49-F238E27FC236}">
                <a16:creationId xmlns:a16="http://schemas.microsoft.com/office/drawing/2014/main" id="{7FCF7C9D-5C31-486F-B914-78449E72798B}"/>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Consolas"/>
                <a:ea typeface="Consolas"/>
                <a:cs typeface="Consolas"/>
              </a:defRPr>
            </a:defPPr>
            <a:lvl1pPr algn="l">
              <a:defRPr sz="2325" b="0">
                <a:solidFill>
                  <a:srgbClr val="4D5A68"/>
                </a:solidFill>
                <a:latin typeface="Consolas"/>
                <a:ea typeface="Consolas"/>
                <a:cs typeface="Consolas"/>
              </a:defRPr>
            </a:lvl1pPr>
            <a:lvl2pPr algn="l">
              <a:defRPr sz="2325" b="0">
                <a:solidFill>
                  <a:srgbClr val="4D5A68"/>
                </a:solidFill>
                <a:latin typeface="Consolas"/>
                <a:ea typeface="Consolas"/>
                <a:cs typeface="Consolas"/>
              </a:defRPr>
            </a:lvl2pPr>
            <a:lvl3pPr algn="l">
              <a:defRPr sz="2325" b="0">
                <a:solidFill>
                  <a:srgbClr val="4D5A68"/>
                </a:solidFill>
                <a:latin typeface="Consolas"/>
                <a:ea typeface="Consolas"/>
                <a:cs typeface="Consolas"/>
              </a:defRPr>
            </a:lvl3pPr>
            <a:lvl4pPr algn="l">
              <a:defRPr sz="2325" b="0">
                <a:solidFill>
                  <a:srgbClr val="4D5A68"/>
                </a:solidFill>
                <a:latin typeface="Consolas"/>
                <a:ea typeface="Consolas"/>
                <a:cs typeface="Consolas"/>
              </a:defRPr>
            </a:lvl4pPr>
            <a:lvl5pPr algn="l">
              <a:defRPr sz="2325" b="0">
                <a:solidFill>
                  <a:srgbClr val="4D5A68"/>
                </a:solidFill>
                <a:latin typeface="Consolas"/>
                <a:ea typeface="Consolas"/>
                <a:cs typeface="Consolas"/>
              </a:defRPr>
            </a:lvl5pPr>
            <a:lvl6pPr algn="l">
              <a:defRPr sz="2325" b="0">
                <a:solidFill>
                  <a:srgbClr val="4D5A68"/>
                </a:solidFill>
                <a:latin typeface="Consolas"/>
                <a:ea typeface="Consolas"/>
                <a:cs typeface="Consolas"/>
              </a:defRPr>
            </a:lvl6pPr>
            <a:lvl7pPr algn="l">
              <a:defRPr sz="2325" b="0">
                <a:solidFill>
                  <a:srgbClr val="4D5A68"/>
                </a:solidFill>
                <a:latin typeface="Consolas"/>
                <a:ea typeface="Consolas"/>
                <a:cs typeface="Consolas"/>
              </a:defRPr>
            </a:lvl7pPr>
            <a:lvl8pPr algn="l">
              <a:defRPr sz="2325" b="0">
                <a:solidFill>
                  <a:srgbClr val="4D5A68"/>
                </a:solidFill>
                <a:latin typeface="Consolas"/>
                <a:ea typeface="Consolas"/>
                <a:cs typeface="Consolas"/>
              </a:defRPr>
            </a:lvl8pPr>
            <a:lvl9pPr algn="l">
              <a:defRPr sz="2325" b="0">
                <a:solidFill>
                  <a:srgbClr val="4D5A68"/>
                </a:solidFill>
                <a:latin typeface="Consolas"/>
                <a:ea typeface="Consolas"/>
                <a:cs typeface="Consolas"/>
              </a:defRPr>
            </a:lvl9pPr>
          </a:lstStyle>
          <a:p xmlns:a="http://schemas.openxmlformats.org/drawingml/2006/main">
            <a:pPr algn="l">
              <a:defRPr sz="2325" b="0">
                <a:solidFill>
                  <a:srgbClr val="4D5A68"/>
                </a:solidFill>
                <a:latin typeface="Consolas"/>
                <a:ea typeface="Consolas"/>
                <a:cs typeface="Consolas"/>
              </a:defRPr>
            </a:pPr>
            <a:r>
              <a:rPr sz="2325" b="0">
                <a:solidFill>
                  <a:srgbClr val="4D5A68"/>
                </a:solidFill>
                <a:latin typeface="Consolas"/>
                <a:ea typeface="Consolas"/>
                <a:cs typeface="Consolas"/>
              </a:rPr>
              <a:t>입력 {1, 2, 3, 4}에서 crop [1, 3)</a:t>
            </a:r>
          </a:p>
        </p:txBody>
      </p:sp>
      <p:sp>
        <p:nvSpPr>
          <p:cNvPr id="8" name="명세의 기대 결과">
            <a:extLst xmlns:a="http://schemas.openxmlformats.org/drawingml/2006/main">
              <a:ext uri="{FF2B5EF4-FFF2-40B4-BE49-F238E27FC236}">
                <a16:creationId xmlns:a16="http://schemas.microsoft.com/office/drawing/2014/main" id="{5C405560-C36E-4145-9C06-8D80158BBCE5}"/>
              </a:ext>
            </a:extLst>
          </p:cNvPr>
          <p:cNvSpPr>
            <a:spLocks xmlns:a="http://schemas.openxmlformats.org/drawingml/2006/main" noGrp="1"/>
          </p:cNvSpPr>
          <p:nvPr/>
        </p:nvSpPr>
        <p:spPr>
          <a:xfrm xmlns:a="http://schemas.openxmlformats.org/drawingml/2006/main">
            <a:off x="7620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명세의 기대 결과</a:t>
            </a:r>
          </a:p>
        </p:txBody>
      </p:sp>
      <p:sp>
        <p:nvSpPr>
          <p:cNvPr id="9" name="">
            <a:extLst xmlns:a="http://schemas.openxmlformats.org/drawingml/2006/main">
              <a:ext uri="{FF2B5EF4-FFF2-40B4-BE49-F238E27FC236}">
                <a16:creationId xmlns:a16="http://schemas.microsoft.com/office/drawing/2014/main" id="{628F590F-451F-4D51-B579-DF26A3B8F879}"/>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0" name="2">
            <a:extLst xmlns:a="http://schemas.openxmlformats.org/drawingml/2006/main">
              <a:ext uri="{FF2B5EF4-FFF2-40B4-BE49-F238E27FC236}">
                <a16:creationId xmlns:a16="http://schemas.microsoft.com/office/drawing/2014/main" id="{348B7144-76CC-4082-AB95-3D5E341B43B1}"/>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1" name="">
            <a:extLst xmlns:a="http://schemas.openxmlformats.org/drawingml/2006/main">
              <a:ext uri="{FF2B5EF4-FFF2-40B4-BE49-F238E27FC236}">
                <a16:creationId xmlns:a16="http://schemas.microsoft.com/office/drawing/2014/main" id="{D6961BDB-130B-4C5F-AC49-8A9B3B80E795}"/>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3">
            <a:extLst xmlns:a="http://schemas.openxmlformats.org/drawingml/2006/main">
              <a:ext uri="{FF2B5EF4-FFF2-40B4-BE49-F238E27FC236}">
                <a16:creationId xmlns:a16="http://schemas.microsoft.com/office/drawing/2014/main" id="{38A6D9EC-3673-4BD7-BD01-446475BAB42F}"/>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3" name="2개">
            <a:extLst xmlns:a="http://schemas.openxmlformats.org/drawingml/2006/main">
              <a:ext uri="{FF2B5EF4-FFF2-40B4-BE49-F238E27FC236}">
                <a16:creationId xmlns:a16="http://schemas.microsoft.com/office/drawing/2014/main" id="{455F6586-916D-4C41-A133-5CC25A61286B}"/>
              </a:ext>
            </a:extLst>
          </p:cNvPr>
          <p:cNvSpPr>
            <a:spLocks xmlns:a="http://schemas.openxmlformats.org/drawingml/2006/main" noGrp="1"/>
          </p:cNvSpPr>
          <p:nvPr/>
        </p:nvSpPr>
        <p:spPr>
          <a:xfrm xmlns:a="http://schemas.openxmlformats.org/drawingml/2006/main">
            <a:off x="39433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2개</a:t>
            </a:r>
          </a:p>
        </p:txBody>
      </p:sp>
      <p:sp>
        <p:nvSpPr>
          <p:cNvPr id="14" name="명세를 어긴 결과">
            <a:extLst xmlns:a="http://schemas.openxmlformats.org/drawingml/2006/main">
              <a:ext uri="{FF2B5EF4-FFF2-40B4-BE49-F238E27FC236}">
                <a16:creationId xmlns:a16="http://schemas.microsoft.com/office/drawing/2014/main" id="{889E7E03-B26B-4AA2-A4B5-AA40D38BEE05}"/>
              </a:ext>
            </a:extLst>
          </p:cNvPr>
          <p:cNvSpPr>
            <a:spLocks xmlns:a="http://schemas.openxmlformats.org/drawingml/2006/main" noGrp="1"/>
          </p:cNvSpPr>
          <p:nvPr/>
        </p:nvSpPr>
        <p:spPr>
          <a:xfrm xmlns:a="http://schemas.openxmlformats.org/drawingml/2006/main">
            <a:off x="65532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B42318"/>
                </a:solidFill>
                <a:latin typeface="Malgun Gothic"/>
                <a:ea typeface="Malgun Gothic"/>
                <a:cs typeface="Malgun Gothic"/>
              </a:defRPr>
            </a:defPPr>
            <a:lvl1pPr algn="l">
              <a:defRPr sz="2400" b="1">
                <a:solidFill>
                  <a:srgbClr val="B42318"/>
                </a:solidFill>
                <a:latin typeface="Malgun Gothic"/>
                <a:ea typeface="Malgun Gothic"/>
                <a:cs typeface="Malgun Gothic"/>
              </a:defRPr>
            </a:lvl1pPr>
            <a:lvl2pPr algn="l">
              <a:defRPr sz="2400" b="1">
                <a:solidFill>
                  <a:srgbClr val="B42318"/>
                </a:solidFill>
                <a:latin typeface="Malgun Gothic"/>
                <a:ea typeface="Malgun Gothic"/>
                <a:cs typeface="Malgun Gothic"/>
              </a:defRPr>
            </a:lvl2pPr>
            <a:lvl3pPr algn="l">
              <a:defRPr sz="2400" b="1">
                <a:solidFill>
                  <a:srgbClr val="B42318"/>
                </a:solidFill>
                <a:latin typeface="Malgun Gothic"/>
                <a:ea typeface="Malgun Gothic"/>
                <a:cs typeface="Malgun Gothic"/>
              </a:defRPr>
            </a:lvl3pPr>
            <a:lvl4pPr algn="l">
              <a:defRPr sz="2400" b="1">
                <a:solidFill>
                  <a:srgbClr val="B42318"/>
                </a:solidFill>
                <a:latin typeface="Malgun Gothic"/>
                <a:ea typeface="Malgun Gothic"/>
                <a:cs typeface="Malgun Gothic"/>
              </a:defRPr>
            </a:lvl4pPr>
            <a:lvl5pPr algn="l">
              <a:defRPr sz="2400" b="1">
                <a:solidFill>
                  <a:srgbClr val="B42318"/>
                </a:solidFill>
                <a:latin typeface="Malgun Gothic"/>
                <a:ea typeface="Malgun Gothic"/>
                <a:cs typeface="Malgun Gothic"/>
              </a:defRPr>
            </a:lvl5pPr>
            <a:lvl6pPr algn="l">
              <a:defRPr sz="2400" b="1">
                <a:solidFill>
                  <a:srgbClr val="B42318"/>
                </a:solidFill>
                <a:latin typeface="Malgun Gothic"/>
                <a:ea typeface="Malgun Gothic"/>
                <a:cs typeface="Malgun Gothic"/>
              </a:defRPr>
            </a:lvl6pPr>
            <a:lvl7pPr algn="l">
              <a:defRPr sz="2400" b="1">
                <a:solidFill>
                  <a:srgbClr val="B42318"/>
                </a:solidFill>
                <a:latin typeface="Malgun Gothic"/>
                <a:ea typeface="Malgun Gothic"/>
                <a:cs typeface="Malgun Gothic"/>
              </a:defRPr>
            </a:lvl7pPr>
            <a:lvl8pPr algn="l">
              <a:defRPr sz="2400" b="1">
                <a:solidFill>
                  <a:srgbClr val="B42318"/>
                </a:solidFill>
                <a:latin typeface="Malgun Gothic"/>
                <a:ea typeface="Malgun Gothic"/>
                <a:cs typeface="Malgun Gothic"/>
              </a:defRPr>
            </a:lvl8pPr>
            <a:lvl9pPr algn="l">
              <a:defRPr sz="2400" b="1">
                <a:solidFill>
                  <a:srgbClr val="B42318"/>
                </a:solidFill>
                <a:latin typeface="Malgun Gothic"/>
                <a:ea typeface="Malgun Gothic"/>
                <a:cs typeface="Malgun Gothic"/>
              </a:defRPr>
            </a:lvl9pPr>
          </a:lstStyle>
          <a:p xmlns:a="http://schemas.openxmlformats.org/drawingml/2006/main">
            <a:pPr algn="l">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명세를 어긴 결과</a:t>
            </a:r>
          </a:p>
        </p:txBody>
      </p:sp>
      <p:sp>
        <p:nvSpPr>
          <p:cNvPr id="15" name="">
            <a:extLst xmlns:a="http://schemas.openxmlformats.org/drawingml/2006/main">
              <a:ext uri="{FF2B5EF4-FFF2-40B4-BE49-F238E27FC236}">
                <a16:creationId xmlns:a16="http://schemas.microsoft.com/office/drawing/2014/main" id="{23CFB00E-6BAC-4F4D-811C-0F32AFCD818E}"/>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2">
            <a:extLst xmlns:a="http://schemas.openxmlformats.org/drawingml/2006/main">
              <a:ext uri="{FF2B5EF4-FFF2-40B4-BE49-F238E27FC236}">
                <a16:creationId xmlns:a16="http://schemas.microsoft.com/office/drawing/2014/main" id="{07B5152E-CA17-4B43-AE5F-478C5A559668}"/>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7" name="">
            <a:extLst xmlns:a="http://schemas.openxmlformats.org/drawingml/2006/main">
              <a:ext uri="{FF2B5EF4-FFF2-40B4-BE49-F238E27FC236}">
                <a16:creationId xmlns:a16="http://schemas.microsoft.com/office/drawing/2014/main" id="{36CB4A21-5895-418D-AB3F-3DA277173A97}"/>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8" name="3">
            <a:extLst xmlns:a="http://schemas.openxmlformats.org/drawingml/2006/main">
              <a:ext uri="{FF2B5EF4-FFF2-40B4-BE49-F238E27FC236}">
                <a16:creationId xmlns:a16="http://schemas.microsoft.com/office/drawing/2014/main" id="{C27D24EC-7971-4ED9-BBE5-7D376C89C0E2}"/>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9" name="">
            <a:extLst xmlns:a="http://schemas.openxmlformats.org/drawingml/2006/main">
              <a:ext uri="{FF2B5EF4-FFF2-40B4-BE49-F238E27FC236}">
                <a16:creationId xmlns:a16="http://schemas.microsoft.com/office/drawing/2014/main" id="{8442777C-AC33-456A-8C7B-26BA86734524}"/>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20" name="4">
            <a:extLst xmlns:a="http://schemas.openxmlformats.org/drawingml/2006/main">
              <a:ext uri="{FF2B5EF4-FFF2-40B4-BE49-F238E27FC236}">
                <a16:creationId xmlns:a16="http://schemas.microsoft.com/office/drawing/2014/main" id="{EAA8F91D-A589-4594-B73E-299CB222DD56}"/>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B42318"/>
                </a:solidFill>
                <a:latin typeface="Consolas"/>
                <a:ea typeface="Consolas"/>
                <a:cs typeface="Consolas"/>
              </a:defRPr>
            </a:defPPr>
            <a:lvl1pPr algn="ctr">
              <a:defRPr sz="3825" b="1">
                <a:solidFill>
                  <a:srgbClr val="B42318"/>
                </a:solidFill>
                <a:latin typeface="Consolas"/>
                <a:ea typeface="Consolas"/>
                <a:cs typeface="Consolas"/>
              </a:defRPr>
            </a:lvl1pPr>
            <a:lvl2pPr algn="ctr">
              <a:defRPr sz="3825" b="1">
                <a:solidFill>
                  <a:srgbClr val="B42318"/>
                </a:solidFill>
                <a:latin typeface="Consolas"/>
                <a:ea typeface="Consolas"/>
                <a:cs typeface="Consolas"/>
              </a:defRPr>
            </a:lvl2pPr>
            <a:lvl3pPr algn="ctr">
              <a:defRPr sz="3825" b="1">
                <a:solidFill>
                  <a:srgbClr val="B42318"/>
                </a:solidFill>
                <a:latin typeface="Consolas"/>
                <a:ea typeface="Consolas"/>
                <a:cs typeface="Consolas"/>
              </a:defRPr>
            </a:lvl3pPr>
            <a:lvl4pPr algn="ctr">
              <a:defRPr sz="3825" b="1">
                <a:solidFill>
                  <a:srgbClr val="B42318"/>
                </a:solidFill>
                <a:latin typeface="Consolas"/>
                <a:ea typeface="Consolas"/>
                <a:cs typeface="Consolas"/>
              </a:defRPr>
            </a:lvl4pPr>
            <a:lvl5pPr algn="ctr">
              <a:defRPr sz="3825" b="1">
                <a:solidFill>
                  <a:srgbClr val="B42318"/>
                </a:solidFill>
                <a:latin typeface="Consolas"/>
                <a:ea typeface="Consolas"/>
                <a:cs typeface="Consolas"/>
              </a:defRPr>
            </a:lvl5pPr>
            <a:lvl6pPr algn="ctr">
              <a:defRPr sz="3825" b="1">
                <a:solidFill>
                  <a:srgbClr val="B42318"/>
                </a:solidFill>
                <a:latin typeface="Consolas"/>
                <a:ea typeface="Consolas"/>
                <a:cs typeface="Consolas"/>
              </a:defRPr>
            </a:lvl6pPr>
            <a:lvl7pPr algn="ctr">
              <a:defRPr sz="3825" b="1">
                <a:solidFill>
                  <a:srgbClr val="B42318"/>
                </a:solidFill>
                <a:latin typeface="Consolas"/>
                <a:ea typeface="Consolas"/>
                <a:cs typeface="Consolas"/>
              </a:defRPr>
            </a:lvl7pPr>
            <a:lvl8pPr algn="ctr">
              <a:defRPr sz="3825" b="1">
                <a:solidFill>
                  <a:srgbClr val="B42318"/>
                </a:solidFill>
                <a:latin typeface="Consolas"/>
                <a:ea typeface="Consolas"/>
                <a:cs typeface="Consolas"/>
              </a:defRPr>
            </a:lvl8pPr>
            <a:lvl9pPr algn="ctr">
              <a:defRPr sz="3825" b="1">
                <a:solidFill>
                  <a:srgbClr val="B42318"/>
                </a:solidFill>
                <a:latin typeface="Consolas"/>
                <a:ea typeface="Consolas"/>
                <a:cs typeface="Consolas"/>
              </a:defRPr>
            </a:lvl9pPr>
          </a:lstStyle>
          <a:p xmlns:a="http://schemas.openxmlformats.org/drawingml/2006/main">
            <a:pPr algn="ctr">
              <a:defRPr sz="3825" b="1">
                <a:solidFill>
                  <a:srgbClr val="B42318"/>
                </a:solidFill>
                <a:latin typeface="Consolas"/>
                <a:ea typeface="Consolas"/>
                <a:cs typeface="Consolas"/>
              </a:defRPr>
            </a:pPr>
            <a:r>
              <a:rPr sz="3825" b="1">
                <a:solidFill>
                  <a:srgbClr val="B42318"/>
                </a:solidFill>
                <a:latin typeface="Consolas"/>
                <a:ea typeface="Consolas"/>
                <a:cs typeface="Consolas"/>
              </a:rPr>
              <a:t>4</a:t>
            </a:r>
          </a:p>
        </p:txBody>
      </p:sp>
      <p:sp>
        <p:nvSpPr>
          <p:cNvPr id="21" name="3개">
            <a:extLst xmlns:a="http://schemas.openxmlformats.org/drawingml/2006/main">
              <a:ext uri="{FF2B5EF4-FFF2-40B4-BE49-F238E27FC236}">
                <a16:creationId xmlns:a16="http://schemas.microsoft.com/office/drawing/2014/main" id="{E2C6A9D0-49C9-4254-A11C-4000CC0997C3}"/>
              </a:ext>
            </a:extLst>
          </p:cNvPr>
          <p:cNvSpPr>
            <a:spLocks xmlns:a="http://schemas.openxmlformats.org/drawingml/2006/main" noGrp="1"/>
          </p:cNvSpPr>
          <p:nvPr/>
        </p:nvSpPr>
        <p:spPr>
          <a:xfrm xmlns:a="http://schemas.openxmlformats.org/drawingml/2006/main">
            <a:off x="97345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B42318"/>
                </a:solidFill>
                <a:latin typeface="Malgun Gothic"/>
                <a:ea typeface="Malgun Gothic"/>
                <a:cs typeface="Malgun Gothic"/>
              </a:defRPr>
            </a:defPPr>
            <a:lvl1pPr algn="l">
              <a:defRPr sz="2850" b="1">
                <a:solidFill>
                  <a:srgbClr val="B42318"/>
                </a:solidFill>
                <a:latin typeface="Malgun Gothic"/>
                <a:ea typeface="Malgun Gothic"/>
                <a:cs typeface="Malgun Gothic"/>
              </a:defRPr>
            </a:lvl1pPr>
            <a:lvl2pPr algn="l">
              <a:defRPr sz="2850" b="1">
                <a:solidFill>
                  <a:srgbClr val="B42318"/>
                </a:solidFill>
                <a:latin typeface="Malgun Gothic"/>
                <a:ea typeface="Malgun Gothic"/>
                <a:cs typeface="Malgun Gothic"/>
              </a:defRPr>
            </a:lvl2pPr>
            <a:lvl3pPr algn="l">
              <a:defRPr sz="2850" b="1">
                <a:solidFill>
                  <a:srgbClr val="B42318"/>
                </a:solidFill>
                <a:latin typeface="Malgun Gothic"/>
                <a:ea typeface="Malgun Gothic"/>
                <a:cs typeface="Malgun Gothic"/>
              </a:defRPr>
            </a:lvl3pPr>
            <a:lvl4pPr algn="l">
              <a:defRPr sz="2850" b="1">
                <a:solidFill>
                  <a:srgbClr val="B42318"/>
                </a:solidFill>
                <a:latin typeface="Malgun Gothic"/>
                <a:ea typeface="Malgun Gothic"/>
                <a:cs typeface="Malgun Gothic"/>
              </a:defRPr>
            </a:lvl4pPr>
            <a:lvl5pPr algn="l">
              <a:defRPr sz="2850" b="1">
                <a:solidFill>
                  <a:srgbClr val="B42318"/>
                </a:solidFill>
                <a:latin typeface="Malgun Gothic"/>
                <a:ea typeface="Malgun Gothic"/>
                <a:cs typeface="Malgun Gothic"/>
              </a:defRPr>
            </a:lvl5pPr>
            <a:lvl6pPr algn="l">
              <a:defRPr sz="2850" b="1">
                <a:solidFill>
                  <a:srgbClr val="B42318"/>
                </a:solidFill>
                <a:latin typeface="Malgun Gothic"/>
                <a:ea typeface="Malgun Gothic"/>
                <a:cs typeface="Malgun Gothic"/>
              </a:defRPr>
            </a:lvl6pPr>
            <a:lvl7pPr algn="l">
              <a:defRPr sz="2850" b="1">
                <a:solidFill>
                  <a:srgbClr val="B42318"/>
                </a:solidFill>
                <a:latin typeface="Malgun Gothic"/>
                <a:ea typeface="Malgun Gothic"/>
                <a:cs typeface="Malgun Gothic"/>
              </a:defRPr>
            </a:lvl7pPr>
            <a:lvl8pPr algn="l">
              <a:defRPr sz="2850" b="1">
                <a:solidFill>
                  <a:srgbClr val="B42318"/>
                </a:solidFill>
                <a:latin typeface="Malgun Gothic"/>
                <a:ea typeface="Malgun Gothic"/>
                <a:cs typeface="Malgun Gothic"/>
              </a:defRPr>
            </a:lvl8pPr>
            <a:lvl9pPr algn="l">
              <a:defRPr sz="2850" b="1">
                <a:solidFill>
                  <a:srgbClr val="B42318"/>
                </a:solidFill>
                <a:latin typeface="Malgun Gothic"/>
                <a:ea typeface="Malgun Gothic"/>
                <a:cs typeface="Malgun Gothic"/>
              </a:defRPr>
            </a:lvl9pPr>
          </a:lstStyle>
          <a:p xmlns:a="http://schemas.openxmlformats.org/drawingml/2006/main">
            <a:pPr algn="l">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3개</a:t>
            </a:r>
          </a:p>
        </p:txBody>
      </p:sp>
      <p:sp>
        <p:nvSpPr>
          <p:cNvPr id="22" name="두 결과 모두 비어 있지 않다">
            <a:extLst xmlns:a="http://schemas.openxmlformats.org/drawingml/2006/main">
              <a:ext uri="{FF2B5EF4-FFF2-40B4-BE49-F238E27FC236}">
                <a16:creationId xmlns:a16="http://schemas.microsoft.com/office/drawing/2014/main" id="{45D5DC1D-A043-40C2-91B1-A9E8E86D9158}"/>
              </a:ext>
            </a:extLst>
          </p:cNvPr>
          <p:cNvSpPr>
            <a:spLocks xmlns:a="http://schemas.openxmlformats.org/drawingml/2006/main" noGrp="1"/>
          </p:cNvSpPr>
          <p:nvPr/>
        </p:nvSpPr>
        <p:spPr>
          <a:xfrm xmlns:a="http://schemas.openxmlformats.org/drawingml/2006/main">
            <a:off x="609600" y="41433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7212B"/>
                </a:solidFill>
                <a:latin typeface="Malgun Gothic"/>
                <a:ea typeface="Malgun Gothic"/>
                <a:cs typeface="Malgun Gothic"/>
              </a:defRPr>
            </a:defPPr>
            <a:lvl1pPr algn="ctr">
              <a:defRPr sz="2700" b="1">
                <a:solidFill>
                  <a:srgbClr val="17212B"/>
                </a:solidFill>
                <a:latin typeface="Malgun Gothic"/>
                <a:ea typeface="Malgun Gothic"/>
                <a:cs typeface="Malgun Gothic"/>
              </a:defRPr>
            </a:lvl1pPr>
            <a:lvl2pPr algn="ctr">
              <a:defRPr sz="2700" b="1">
                <a:solidFill>
                  <a:srgbClr val="17212B"/>
                </a:solidFill>
                <a:latin typeface="Malgun Gothic"/>
                <a:ea typeface="Malgun Gothic"/>
                <a:cs typeface="Malgun Gothic"/>
              </a:defRPr>
            </a:lvl2pPr>
            <a:lvl3pPr algn="ctr">
              <a:defRPr sz="2700" b="1">
                <a:solidFill>
                  <a:srgbClr val="17212B"/>
                </a:solidFill>
                <a:latin typeface="Malgun Gothic"/>
                <a:ea typeface="Malgun Gothic"/>
                <a:cs typeface="Malgun Gothic"/>
              </a:defRPr>
            </a:lvl3pPr>
            <a:lvl4pPr algn="ctr">
              <a:defRPr sz="2700" b="1">
                <a:solidFill>
                  <a:srgbClr val="17212B"/>
                </a:solidFill>
                <a:latin typeface="Malgun Gothic"/>
                <a:ea typeface="Malgun Gothic"/>
                <a:cs typeface="Malgun Gothic"/>
              </a:defRPr>
            </a:lvl4pPr>
            <a:lvl5pPr algn="ctr">
              <a:defRPr sz="2700" b="1">
                <a:solidFill>
                  <a:srgbClr val="17212B"/>
                </a:solidFill>
                <a:latin typeface="Malgun Gothic"/>
                <a:ea typeface="Malgun Gothic"/>
                <a:cs typeface="Malgun Gothic"/>
              </a:defRPr>
            </a:lvl5pPr>
            <a:lvl6pPr algn="ctr">
              <a:defRPr sz="2700" b="1">
                <a:solidFill>
                  <a:srgbClr val="17212B"/>
                </a:solidFill>
                <a:latin typeface="Malgun Gothic"/>
                <a:ea typeface="Malgun Gothic"/>
                <a:cs typeface="Malgun Gothic"/>
              </a:defRPr>
            </a:lvl6pPr>
            <a:lvl7pPr algn="ctr">
              <a:defRPr sz="2700" b="1">
                <a:solidFill>
                  <a:srgbClr val="17212B"/>
                </a:solidFill>
                <a:latin typeface="Malgun Gothic"/>
                <a:ea typeface="Malgun Gothic"/>
                <a:cs typeface="Malgun Gothic"/>
              </a:defRPr>
            </a:lvl7pPr>
            <a:lvl8pPr algn="ctr">
              <a:defRPr sz="2700" b="1">
                <a:solidFill>
                  <a:srgbClr val="17212B"/>
                </a:solidFill>
                <a:latin typeface="Malgun Gothic"/>
                <a:ea typeface="Malgun Gothic"/>
                <a:cs typeface="Malgun Gothic"/>
              </a:defRPr>
            </a:lvl8pPr>
            <a:lvl9pPr algn="ctr">
              <a:defRPr sz="2700" b="1">
                <a:solidFill>
                  <a:srgbClr val="17212B"/>
                </a:solidFill>
                <a:latin typeface="Malgun Gothic"/>
                <a:ea typeface="Malgun Gothic"/>
                <a:cs typeface="Malgun Gothic"/>
              </a:defRPr>
            </a:lvl9pPr>
          </a:lstStyle>
          <a:p xmlns:a="http://schemas.openxmlformats.org/drawingml/2006/main">
            <a:pPr algn="ctr">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두 결과 모두 비어 있지 않다</a:t>
            </a:r>
          </a:p>
        </p:txBody>
      </p:sp>
      <p:sp>
        <p:nvSpPr>
          <p:cNvPr id="23" name="">
            <a:extLst xmlns:a="http://schemas.openxmlformats.org/drawingml/2006/main">
              <a:ext uri="{FF2B5EF4-FFF2-40B4-BE49-F238E27FC236}">
                <a16:creationId xmlns:a16="http://schemas.microsoft.com/office/drawing/2014/main" id="{3D001789-64C6-4B4A-B557-0834224017F3}"/>
              </a:ext>
            </a:extLst>
          </p:cNvPr>
          <p:cNvSpPr>
            <a:spLocks xmlns:a="http://schemas.openxmlformats.org/drawingml/2006/main" noGrp="1"/>
          </p:cNvSpPr>
          <p:nvPr/>
        </p:nvSpPr>
        <p:spPr>
          <a:xfrm xmlns:a="http://schemas.openxmlformats.org/drawingml/2006/main">
            <a:off x="609600" y="4791075"/>
            <a:ext cx="10972800" cy="733425"/>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24" name="EXPECT_FALSE(actual.empty());">
            <a:extLst xmlns:a="http://schemas.openxmlformats.org/drawingml/2006/main">
              <a:ext uri="{FF2B5EF4-FFF2-40B4-BE49-F238E27FC236}">
                <a16:creationId xmlns:a16="http://schemas.microsoft.com/office/drawing/2014/main" id="{4354063E-1DD2-4E95-9F08-78229BB066BD}"/>
              </a:ext>
            </a:extLst>
          </p:cNvPr>
          <p:cNvSpPr>
            <a:spLocks xmlns:a="http://schemas.openxmlformats.org/drawingml/2006/main" noGrp="1"/>
          </p:cNvSpPr>
          <p:nvPr/>
        </p:nvSpPr>
        <p:spPr>
          <a:xfrm xmlns:a="http://schemas.openxmlformats.org/drawingml/2006/main">
            <a:off x="876300" y="4924425"/>
            <a:ext cx="10439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FFFFFF"/>
                </a:solidFill>
                <a:latin typeface="Consolas"/>
                <a:ea typeface="Consolas"/>
                <a:cs typeface="Consolas"/>
              </a:defRPr>
            </a:defPPr>
            <a:lvl1pPr algn="ctr">
              <a:defRPr sz="2175" b="0">
                <a:solidFill>
                  <a:srgbClr val="FFFFFF"/>
                </a:solidFill>
                <a:latin typeface="Consolas"/>
                <a:ea typeface="Consolas"/>
                <a:cs typeface="Consolas"/>
              </a:defRPr>
            </a:lvl1pPr>
            <a:lvl2pPr algn="ctr">
              <a:defRPr sz="2175" b="0">
                <a:solidFill>
                  <a:srgbClr val="FFFFFF"/>
                </a:solidFill>
                <a:latin typeface="Consolas"/>
                <a:ea typeface="Consolas"/>
                <a:cs typeface="Consolas"/>
              </a:defRPr>
            </a:lvl2pPr>
            <a:lvl3pPr algn="ctr">
              <a:defRPr sz="2175" b="0">
                <a:solidFill>
                  <a:srgbClr val="FFFFFF"/>
                </a:solidFill>
                <a:latin typeface="Consolas"/>
                <a:ea typeface="Consolas"/>
                <a:cs typeface="Consolas"/>
              </a:defRPr>
            </a:lvl3pPr>
            <a:lvl4pPr algn="ctr">
              <a:defRPr sz="2175" b="0">
                <a:solidFill>
                  <a:srgbClr val="FFFFFF"/>
                </a:solidFill>
                <a:latin typeface="Consolas"/>
                <a:ea typeface="Consolas"/>
                <a:cs typeface="Consolas"/>
              </a:defRPr>
            </a:lvl4pPr>
            <a:lvl5pPr algn="ctr">
              <a:defRPr sz="2175" b="0">
                <a:solidFill>
                  <a:srgbClr val="FFFFFF"/>
                </a:solidFill>
                <a:latin typeface="Consolas"/>
                <a:ea typeface="Consolas"/>
                <a:cs typeface="Consolas"/>
              </a:defRPr>
            </a:lvl5pPr>
            <a:lvl6pPr algn="ctr">
              <a:defRPr sz="2175" b="0">
                <a:solidFill>
                  <a:srgbClr val="FFFFFF"/>
                </a:solidFill>
                <a:latin typeface="Consolas"/>
                <a:ea typeface="Consolas"/>
                <a:cs typeface="Consolas"/>
              </a:defRPr>
            </a:lvl6pPr>
            <a:lvl7pPr algn="ctr">
              <a:defRPr sz="2175" b="0">
                <a:solidFill>
                  <a:srgbClr val="FFFFFF"/>
                </a:solidFill>
                <a:latin typeface="Consolas"/>
                <a:ea typeface="Consolas"/>
                <a:cs typeface="Consolas"/>
              </a:defRPr>
            </a:lvl7pPr>
            <a:lvl8pPr algn="ctr">
              <a:defRPr sz="2175" b="0">
                <a:solidFill>
                  <a:srgbClr val="FFFFFF"/>
                </a:solidFill>
                <a:latin typeface="Consolas"/>
                <a:ea typeface="Consolas"/>
                <a:cs typeface="Consolas"/>
              </a:defRPr>
            </a:lvl8pPr>
            <a:lvl9pPr algn="ctr">
              <a:defRPr sz="2175" b="0">
                <a:solidFill>
                  <a:srgbClr val="FFFFFF"/>
                </a:solidFill>
                <a:latin typeface="Consolas"/>
                <a:ea typeface="Consolas"/>
                <a:cs typeface="Consolas"/>
              </a:defRPr>
            </a:lvl9pPr>
          </a:lstStyle>
          <a:p xmlns:a="http://schemas.openxmlformats.org/drawingml/2006/main">
            <a:pPr algn="ctr">
              <a:defRPr sz="2175" b="0">
                <a:solidFill>
                  <a:srgbClr val="FFFFFF"/>
                </a:solidFill>
                <a:latin typeface="Consolas"/>
                <a:ea typeface="Consolas"/>
                <a:cs typeface="Consolas"/>
              </a:defRPr>
            </a:pPr>
            <a:r>
              <a:rPr sz="2175" b="0">
                <a:solidFill>
                  <a:srgbClr val="FFFFFF"/>
                </a:solidFill>
                <a:latin typeface="Consolas"/>
                <a:ea typeface="Consolas"/>
                <a:cs typeface="Consolas"/>
              </a:rPr>
              <a:t>EXPECT_FALSE(actual.empty());</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완료 조건을 요청에 담기">
            <a:extLst xmlns:a="http://schemas.openxmlformats.org/drawingml/2006/main">
              <a:ext uri="{FF2B5EF4-FFF2-40B4-BE49-F238E27FC236}">
                <a16:creationId xmlns:a16="http://schemas.microsoft.com/office/drawing/2014/main" id="{2886E7FE-45B6-4B31-8A71-405CB7970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8">
            <a:extLst xmlns:a="http://schemas.openxmlformats.org/drawingml/2006/main">
              <a:ext uri="{FF2B5EF4-FFF2-40B4-BE49-F238E27FC236}">
                <a16:creationId xmlns:a16="http://schemas.microsoft.com/office/drawing/2014/main" id="{53554EE8-8A2B-4E13-98AB-878990984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대 결과를 요청에 적는다">
            <a:extLst xmlns:a="http://schemas.openxmlformats.org/drawingml/2006/main">
              <a:ext uri="{FF2B5EF4-FFF2-40B4-BE49-F238E27FC236}">
                <a16:creationId xmlns:a16="http://schemas.microsoft.com/office/drawing/2014/main" id="{161E99E1-983F-4F74-80E3-858793E24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기대 결과를 요청에 적는다</a:t>
            </a:r>
          </a:p>
        </p:txBody>
      </p:sp>
      <p:sp>
        <p:nvSpPr>
          <p:cNvPr id="4" name="">
            <a:extLst xmlns:a="http://schemas.openxmlformats.org/drawingml/2006/main">
              <a:ext uri="{FF2B5EF4-FFF2-40B4-BE49-F238E27FC236}">
                <a16:creationId xmlns:a16="http://schemas.microsoft.com/office/drawing/2014/main" id="{B97A8730-86CE-4EFD-B806-399F0FD63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요청·검증 코드 · 실제 TRIAL-002 요청이나 새 실행 결과가 아님">
            <a:extLst xmlns:a="http://schemas.openxmlformats.org/drawingml/2006/main">
              <a:ext uri="{FF2B5EF4-FFF2-40B4-BE49-F238E27FC236}">
                <a16:creationId xmlns:a16="http://schemas.microsoft.com/office/drawing/2014/main" id="{D5DFE5D4-1576-4DEB-9E7F-7A821444DD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요청·검증 코드 · 실제 TRIAL-002 요청이나 새 실행 결과가 아님</a:t>
            </a:r>
          </a:p>
        </p:txBody>
      </p:sp>
      <p:sp>
        <p:nvSpPr>
          <p:cNvPr id="6" name="M 연계 · M5 / M6">
            <a:extLst xmlns:a="http://schemas.openxmlformats.org/drawingml/2006/main">
              <a:ext uri="{FF2B5EF4-FFF2-40B4-BE49-F238E27FC236}">
                <a16:creationId xmlns:a16="http://schemas.microsoft.com/office/drawing/2014/main" id="{981C5544-D049-4015-9DDE-0E5D2A136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
            <a:extLst xmlns:a="http://schemas.openxmlformats.org/drawingml/2006/main">
              <a:ext uri="{FF2B5EF4-FFF2-40B4-BE49-F238E27FC236}">
                <a16:creationId xmlns:a16="http://schemas.microsoft.com/office/drawing/2014/main" id="{72AC68CA-B964-41BE-AF19-4AFAFB4C6C61}"/>
              </a:ext>
            </a:extLst>
          </p:cNvPr>
          <p:cNvSpPr>
            <a:spLocks xmlns:a="http://schemas.openxmlformats.org/drawingml/2006/main" noGrp="1"/>
          </p:cNvSpPr>
          <p:nvPr/>
        </p:nvSpPr>
        <p:spPr>
          <a:xfrm xmlns:a="http://schemas.openxmlformats.org/drawingml/2006/main">
            <a:off x="609600" y="1876425"/>
            <a:ext cx="10972800" cy="23526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a:extLst xmlns:a="http://schemas.openxmlformats.org/drawingml/2006/main">
              <a:ext uri="{FF2B5EF4-FFF2-40B4-BE49-F238E27FC236}">
                <a16:creationId xmlns:a16="http://schemas.microsoft.com/office/drawing/2014/main" id="{C8873CDB-AF00-4C86-BAC9-8F0DFA11A6F3}"/>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a:t>
            </a:r>
          </a:p>
        </p:txBody>
      </p:sp>
      <p:sp>
        <p:nvSpPr>
          <p:cNvPr id="9" name="">
            <a:extLst xmlns:a="http://schemas.openxmlformats.org/drawingml/2006/main">
              <a:ext uri="{FF2B5EF4-FFF2-40B4-BE49-F238E27FC236}">
                <a16:creationId xmlns:a16="http://schemas.microsoft.com/office/drawing/2014/main" id="{0D17252D-537F-4598-A823-41447A1E9A80}"/>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입력 {1, 2, 3, 4}에서 crop [1, 3)을 적용했을 때">
            <a:extLst xmlns:a="http://schemas.openxmlformats.org/drawingml/2006/main">
              <a:ext uri="{FF2B5EF4-FFF2-40B4-BE49-F238E27FC236}">
                <a16:creationId xmlns:a16="http://schemas.microsoft.com/office/drawing/2014/main" id="{E447F78B-117D-4F4B-9F14-BECB1FB5580F}"/>
              </a:ext>
            </a:extLst>
          </p:cNvPr>
          <p:cNvSpPr>
            <a:spLocks xmlns:a="http://schemas.openxmlformats.org/drawingml/2006/main" noGrp="1"/>
          </p:cNvSpPr>
          <p:nvPr/>
        </p:nvSpPr>
        <p:spPr>
          <a:xfrm xmlns:a="http://schemas.openxmlformats.org/drawingml/2006/main">
            <a:off x="838200" y="26193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입력 {1, 2, 3, 4}에서 crop [1, 3)을 적용했을 때</a:t>
            </a:r>
          </a:p>
        </p:txBody>
      </p:sp>
      <p:sp>
        <p:nvSpPr>
          <p:cNvPr id="11" name="결과가 {2, 3}이고 길이가 2인지 테스트로 확인해줘.">
            <a:extLst xmlns:a="http://schemas.openxmlformats.org/drawingml/2006/main">
              <a:ext uri="{FF2B5EF4-FFF2-40B4-BE49-F238E27FC236}">
                <a16:creationId xmlns:a16="http://schemas.microsoft.com/office/drawing/2014/main" id="{BCC8BB53-5946-43BF-B20A-C7C7970B9639}"/>
              </a:ext>
            </a:extLst>
          </p:cNvPr>
          <p:cNvSpPr>
            <a:spLocks xmlns:a="http://schemas.openxmlformats.org/drawingml/2006/main" noGrp="1"/>
          </p:cNvSpPr>
          <p:nvPr/>
        </p:nvSpPr>
        <p:spPr>
          <a:xfrm xmlns:a="http://schemas.openxmlformats.org/drawingml/2006/main">
            <a:off x="838200" y="30765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결과가 {2, 3}이고 길이가 2인지 테스트로 확인해줘.</a:t>
            </a:r>
          </a:p>
        </p:txBody>
      </p:sp>
      <p:sp>
        <p:nvSpPr>
          <p:cNvPr id="12" name="실행한 검사와 결과, 미확인 사항도 보고해줘.">
            <a:extLst xmlns:a="http://schemas.openxmlformats.org/drawingml/2006/main">
              <a:ext uri="{FF2B5EF4-FFF2-40B4-BE49-F238E27FC236}">
                <a16:creationId xmlns:a16="http://schemas.microsoft.com/office/drawing/2014/main" id="{73EE40E1-B2AF-49E2-8F87-AA24DC6DF4FE}"/>
              </a:ext>
            </a:extLst>
          </p:cNvPr>
          <p:cNvSpPr>
            <a:spLocks xmlns:a="http://schemas.openxmlformats.org/drawingml/2006/main" noGrp="1"/>
          </p:cNvSpPr>
          <p:nvPr/>
        </p:nvSpPr>
        <p:spPr>
          <a:xfrm xmlns:a="http://schemas.openxmlformats.org/drawingml/2006/main">
            <a:off x="838200" y="35337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실행한 검사와 결과, 미확인 사항도 보고해줘.</a:t>
            </a:r>
          </a:p>
        </p:txBody>
      </p:sp>
      <p:sp>
        <p:nvSpPr>
          <p:cNvPr id="13" name="해당 입력의 개수·값·순서를 비교">
            <a:extLst xmlns:a="http://schemas.openxmlformats.org/drawingml/2006/main">
              <a:ext uri="{FF2B5EF4-FFF2-40B4-BE49-F238E27FC236}">
                <a16:creationId xmlns:a16="http://schemas.microsoft.com/office/drawing/2014/main" id="{21544BA7-4C73-42B0-9151-851DC45D2B69}"/>
              </a:ext>
            </a:extLst>
          </p:cNvPr>
          <p:cNvSpPr>
            <a:spLocks xmlns:a="http://schemas.openxmlformats.org/drawingml/2006/main" noGrp="1"/>
          </p:cNvSpPr>
          <p:nvPr/>
        </p:nvSpPr>
        <p:spPr>
          <a:xfrm xmlns:a="http://schemas.openxmlformats.org/drawingml/2006/main">
            <a:off x="609600" y="44577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해당 입력의 개수·값·순서를 비교</a:t>
            </a:r>
          </a:p>
        </p:txBody>
      </p:sp>
      <p:sp>
        <p:nvSpPr>
          <p:cNvPr id="14" name="std::vector&lt;int&gt; expected{2, 3};">
            <a:extLst xmlns:a="http://schemas.openxmlformats.org/drawingml/2006/main">
              <a:ext uri="{FF2B5EF4-FFF2-40B4-BE49-F238E27FC236}">
                <a16:creationId xmlns:a16="http://schemas.microsoft.com/office/drawing/2014/main" id="{9ED0FD78-7168-4C7A-B0F1-ECE08362AB7D}"/>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Consolas"/>
                <a:ea typeface="Consolas"/>
                <a:cs typeface="Consolas"/>
              </a:defRPr>
            </a:defPPr>
            <a:lvl1pPr algn="l">
              <a:defRPr sz="2025" b="0">
                <a:solidFill>
                  <a:srgbClr val="0B6172"/>
                </a:solidFill>
                <a:latin typeface="Consolas"/>
                <a:ea typeface="Consolas"/>
                <a:cs typeface="Consolas"/>
              </a:defRPr>
            </a:lvl1pPr>
            <a:lvl2pPr algn="l">
              <a:defRPr sz="2025" b="0">
                <a:solidFill>
                  <a:srgbClr val="0B6172"/>
                </a:solidFill>
                <a:latin typeface="Consolas"/>
                <a:ea typeface="Consolas"/>
                <a:cs typeface="Consolas"/>
              </a:defRPr>
            </a:lvl2pPr>
            <a:lvl3pPr algn="l">
              <a:defRPr sz="2025" b="0">
                <a:solidFill>
                  <a:srgbClr val="0B6172"/>
                </a:solidFill>
                <a:latin typeface="Consolas"/>
                <a:ea typeface="Consolas"/>
                <a:cs typeface="Consolas"/>
              </a:defRPr>
            </a:lvl3pPr>
            <a:lvl4pPr algn="l">
              <a:defRPr sz="2025" b="0">
                <a:solidFill>
                  <a:srgbClr val="0B6172"/>
                </a:solidFill>
                <a:latin typeface="Consolas"/>
                <a:ea typeface="Consolas"/>
                <a:cs typeface="Consolas"/>
              </a:defRPr>
            </a:lvl4pPr>
            <a:lvl5pPr algn="l">
              <a:defRPr sz="2025" b="0">
                <a:solidFill>
                  <a:srgbClr val="0B6172"/>
                </a:solidFill>
                <a:latin typeface="Consolas"/>
                <a:ea typeface="Consolas"/>
                <a:cs typeface="Consolas"/>
              </a:defRPr>
            </a:lvl5pPr>
            <a:lvl6pPr algn="l">
              <a:defRPr sz="2025" b="0">
                <a:solidFill>
                  <a:srgbClr val="0B6172"/>
                </a:solidFill>
                <a:latin typeface="Consolas"/>
                <a:ea typeface="Consolas"/>
                <a:cs typeface="Consolas"/>
              </a:defRPr>
            </a:lvl6pPr>
            <a:lvl7pPr algn="l">
              <a:defRPr sz="2025" b="0">
                <a:solidFill>
                  <a:srgbClr val="0B6172"/>
                </a:solidFill>
                <a:latin typeface="Consolas"/>
                <a:ea typeface="Consolas"/>
                <a:cs typeface="Consolas"/>
              </a:defRPr>
            </a:lvl7pPr>
            <a:lvl8pPr algn="l">
              <a:defRPr sz="2025" b="0">
                <a:solidFill>
                  <a:srgbClr val="0B6172"/>
                </a:solidFill>
                <a:latin typeface="Consolas"/>
                <a:ea typeface="Consolas"/>
                <a:cs typeface="Consolas"/>
              </a:defRPr>
            </a:lvl8pPr>
            <a:lvl9pPr algn="l">
              <a:defRPr sz="2025" b="0">
                <a:solidFill>
                  <a:srgbClr val="0B6172"/>
                </a:solidFill>
                <a:latin typeface="Consolas"/>
                <a:ea typeface="Consolas"/>
                <a:cs typeface="Consolas"/>
              </a:defRPr>
            </a:lvl9pPr>
          </a:lstStyle>
          <a:p xmlns:a="http://schemas.openxmlformats.org/drawingml/2006/main">
            <a:pPr algn="l">
              <a:defRPr sz="2025" b="0">
                <a:solidFill>
                  <a:srgbClr val="0B6172"/>
                </a:solidFill>
                <a:latin typeface="Consolas"/>
                <a:ea typeface="Consolas"/>
                <a:cs typeface="Consolas"/>
              </a:defRPr>
            </a:pPr>
            <a:r>
              <a:rPr sz="2025" b="0">
                <a:solidFill>
                  <a:srgbClr val="0B6172"/>
                </a:solidFill>
                <a:latin typeface="Consolas"/>
                <a:ea typeface="Consolas"/>
                <a:cs typeface="Consolas"/>
              </a:rPr>
              <a:t>std::vector&lt;int&gt; expected{2, 3};</a:t>
            </a:r>
          </a:p>
        </p:txBody>
      </p:sp>
      <p:sp>
        <p:nvSpPr>
          <p:cNvPr id="15" name="EXPECT_EQ(actual, expected);">
            <a:extLst xmlns:a="http://schemas.openxmlformats.org/drawingml/2006/main">
              <a:ext uri="{FF2B5EF4-FFF2-40B4-BE49-F238E27FC236}">
                <a16:creationId xmlns:a16="http://schemas.microsoft.com/office/drawing/2014/main" id="{6704833F-88A8-484E-BB97-9A2CB8E7E93F}"/>
              </a:ext>
            </a:extLst>
          </p:cNvPr>
          <p:cNvSpPr>
            <a:spLocks xmlns:a="http://schemas.openxmlformats.org/drawingml/2006/main" noGrp="1"/>
          </p:cNvSpPr>
          <p:nvPr/>
        </p:nvSpPr>
        <p:spPr>
          <a:xfrm xmlns:a="http://schemas.openxmlformats.org/drawingml/2006/main">
            <a:off x="609600" y="52673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EXPECT_EQ(actual, expected);</a:t>
            </a:r>
          </a:p>
        </p:txBody>
      </p:sp>
    </p:spTree>
    <p:extLst>
      <p:ext uri="{BB962C8B-B14F-4D97-AF65-F5344CB8AC3E}">
        <p14:creationId xmlns:p14="http://schemas.microsoft.com/office/powerpoint/2010/main" val="445639950"/>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9">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30">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1">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2">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3">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4">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5">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6">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7">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8">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9">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40">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1">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2">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3">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4">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5">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6">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7">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8">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9">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50">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1">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2">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3">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4">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5">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6">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7">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8">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9">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60">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1">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2">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3">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4">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5">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6">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7">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8">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9">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70">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1">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2">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3">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4">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5">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6">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7">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8">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9">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80">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1">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2">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3">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4">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5">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6">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7">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4">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9">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3">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4">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5">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6">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7">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8">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9">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10">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1">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2">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3">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4">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5">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6">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7">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8">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50">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S50</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7–59">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S57–59</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3">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8">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3">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5">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5">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4">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9">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9">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30">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1">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2">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3">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4">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5">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6">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S36</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20">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2">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6">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5">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S105</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4">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5">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S115</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1">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S121</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121</ap:Slides>
  <ap:Notes>121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