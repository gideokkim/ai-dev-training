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slides/charts/chart1.xml" ContentType="application/vnd.openxmlformats-officedocument.drawingml.chart+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2.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69" r:id="Re2d8c9db17a44816"/>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e2d8c9db17a44816"/><Relationship Type="http://schemas.openxmlformats.org/officeDocument/2006/relationships/slide" Target="/ppt/slides/slide16.xml" Id="R2324ea7a59984abf"/><Relationship Type="http://schemas.openxmlformats.org/officeDocument/2006/relationships/slide" Target="/ppt/slides/slide17.xml" Id="Rf88a5bd1ecff4210"/><Relationship Type="http://schemas.openxmlformats.org/officeDocument/2006/relationships/slide" Target="/ppt/slides/slide18.xml" Id="R1421b08bfab84d0b"/><Relationship Type="http://schemas.openxmlformats.org/officeDocument/2006/relationships/slide" Target="/ppt/slides/slide19.xml" Id="Red86b0ab0212481f"/><Relationship Type="http://schemas.openxmlformats.org/officeDocument/2006/relationships/slide" Target="/ppt/slides/slide20.xml" Id="R41b4a79e1bc846f7"/><Relationship Type="http://schemas.openxmlformats.org/officeDocument/2006/relationships/slide" Target="/ppt/slides/slide21.xml" Id="R3dbb0943ab734dff"/><Relationship Type="http://schemas.openxmlformats.org/officeDocument/2006/relationships/slide" Target="/ppt/slides/slide22.xml" Id="R96043fbd1ea34e90"/><Relationship Type="http://schemas.openxmlformats.org/officeDocument/2006/relationships/slide" Target="/ppt/slides/slide23.xml" Id="Rb8c818146ddd40f3"/><Relationship Type="http://schemas.openxmlformats.org/officeDocument/2006/relationships/slide" Target="/ppt/slides/slide24.xml" Id="R267ceaad1ce848fb"/><Relationship Type="http://schemas.openxmlformats.org/officeDocument/2006/relationships/slide" Target="/ppt/slides/slide25.xml" Id="R3f5116ae7ea24a19"/><Relationship Type="http://schemas.openxmlformats.org/officeDocument/2006/relationships/slide" Target="/ppt/slides/slide26.xml" Id="Rd68979a1358147e4"/><Relationship Type="http://schemas.openxmlformats.org/officeDocument/2006/relationships/slide" Target="/ppt/slides/slide27.xml" Id="Rb19074434f8346ca"/><Relationship Type="http://schemas.openxmlformats.org/officeDocument/2006/relationships/slide" Target="/ppt/slides/slide28.xml" Id="R7431d4144bfb45e0"/><Relationship Type="http://schemas.openxmlformats.org/officeDocument/2006/relationships/slide" Target="/ppt/slides/slide29.xml" Id="R5fd00b26e77d4d8a"/><Relationship Type="http://schemas.openxmlformats.org/officeDocument/2006/relationships/slide" Target="/ppt/slides/slide30.xml" Id="R85f246664a6b4475"/><Relationship Type="http://schemas.openxmlformats.org/officeDocument/2006/relationships/slide" Target="/ppt/slides/slide31.xml" Id="R02259bf88f1f434a"/><Relationship Type="http://schemas.openxmlformats.org/officeDocument/2006/relationships/slide" Target="/ppt/slides/slide32.xml" Id="R008ac74c83d248ae"/><Relationship Type="http://schemas.openxmlformats.org/officeDocument/2006/relationships/slide" Target="/ppt/slides/slide33.xml" Id="R4c6458d3ca354107"/><Relationship Type="http://schemas.openxmlformats.org/officeDocument/2006/relationships/slide" Target="/ppt/slides/slide34.xml" Id="R5687a354316a49c5"/><Relationship Type="http://schemas.openxmlformats.org/officeDocument/2006/relationships/slide" Target="/ppt/slides/slide35.xml" Id="Rd0a7c9b7d513408f"/><Relationship Type="http://schemas.openxmlformats.org/officeDocument/2006/relationships/slide" Target="/ppt/slides/slide36.xml" Id="R06b70f05dae648da"/><Relationship Type="http://schemas.openxmlformats.org/officeDocument/2006/relationships/slide" Target="/ppt/slides/slide37.xml" Id="Rabf37e1304b44b86"/><Relationship Type="http://schemas.openxmlformats.org/officeDocument/2006/relationships/slide" Target="/ppt/slides/slide38.xml" Id="Ra1f62a646d394675"/><Relationship Type="http://schemas.openxmlformats.org/officeDocument/2006/relationships/slide" Target="/ppt/slides/slide39.xml" Id="R872650c42533492c"/><Relationship Type="http://schemas.openxmlformats.org/officeDocument/2006/relationships/slide" Target="/ppt/slides/slide40.xml" Id="Rf6fdc925b4ff45ad"/><Relationship Type="http://schemas.openxmlformats.org/officeDocument/2006/relationships/slide" Target="/ppt/slides/slide41.xml" Id="R9da1e5fdd36d426e"/><Relationship Type="http://schemas.openxmlformats.org/officeDocument/2006/relationships/slide" Target="/ppt/slides/slide42.xml" Id="Re8343b9254ab455d"/><Relationship Type="http://schemas.openxmlformats.org/officeDocument/2006/relationships/slide" Target="/ppt/slides/slide43.xml" Id="Rebe61671e2cb4992"/><Relationship Type="http://schemas.openxmlformats.org/officeDocument/2006/relationships/slide" Target="/ppt/slides/slide44.xml" Id="R66e6b1bf27944450"/><Relationship Type="http://schemas.openxmlformats.org/officeDocument/2006/relationships/slide" Target="/ppt/slides/slide45.xml" Id="R21190c309c1a42b7"/><Relationship Type="http://schemas.openxmlformats.org/officeDocument/2006/relationships/slide" Target="/ppt/slides/slide46.xml" Id="R024ebead023b47f0"/><Relationship Type="http://schemas.openxmlformats.org/officeDocument/2006/relationships/slide" Target="/ppt/slides/slide47.xml" Id="Rb349d4f97bb340d5"/><Relationship Type="http://schemas.openxmlformats.org/officeDocument/2006/relationships/slide" Target="/ppt/slides/slide48.xml" Id="Rd3ee7d1b086e47c2"/><Relationship Type="http://schemas.openxmlformats.org/officeDocument/2006/relationships/slide" Target="/ppt/slides/slide49.xml" Id="R535a7442298f4e3e"/><Relationship Type="http://schemas.openxmlformats.org/officeDocument/2006/relationships/slide" Target="/ppt/slides/slide50.xml" Id="Ra282229850754500"/><Relationship Type="http://schemas.openxmlformats.org/officeDocument/2006/relationships/slide" Target="/ppt/slides/slide51.xml" Id="Re64547d29423440b"/><Relationship Type="http://schemas.openxmlformats.org/officeDocument/2006/relationships/slide" Target="/ppt/slides/slide52.xml" Id="Rccc98b2c3a0547af"/><Relationship Type="http://schemas.openxmlformats.org/officeDocument/2006/relationships/slide" Target="/ppt/slides/slide53.xml" Id="R154038c08e0749a2"/><Relationship Type="http://schemas.openxmlformats.org/officeDocument/2006/relationships/slide" Target="/ppt/slides/slide54.xml" Id="Rd03e5053aad04699"/><Relationship Type="http://schemas.openxmlformats.org/officeDocument/2006/relationships/slide" Target="/ppt/slides/slide55.xml" Id="Ra6755f3e811642d2"/><Relationship Type="http://schemas.openxmlformats.org/officeDocument/2006/relationships/slide" Target="/ppt/slides/slide59.xml" Id="R72ff6461cb0746fc"/><Relationship Type="http://schemas.openxmlformats.org/officeDocument/2006/relationships/slide" Target="/ppt/slides/slide60.xml" Id="R87f28cc747584435"/><Relationship Type="http://schemas.openxmlformats.org/officeDocument/2006/relationships/slide" Target="/ppt/slides/slide61.xml" Id="R0e388af578a5444a"/><Relationship Type="http://schemas.openxmlformats.org/officeDocument/2006/relationships/slide" Target="/ppt/slides/slide62.xml" Id="R4e80fc39125a409a"/><Relationship Type="http://schemas.openxmlformats.org/officeDocument/2006/relationships/slide" Target="/ppt/slides/slide63.xml" Id="Rb7fc36f3748e4e7e"/><Relationship Type="http://schemas.openxmlformats.org/officeDocument/2006/relationships/slide" Target="/ppt/slides/slide64.xml" Id="Rb594a747736746eb"/><Relationship Type="http://schemas.openxmlformats.org/officeDocument/2006/relationships/slide" Target="/ppt/slides/slide65.xml" Id="Rf904dae589414f4f"/><Relationship Type="http://schemas.openxmlformats.org/officeDocument/2006/relationships/slide" Target="/ppt/slides/slide66.xml" Id="R895eb660f69e4832"/><Relationship Type="http://schemas.openxmlformats.org/officeDocument/2006/relationships/slide" Target="/ppt/slides/slide67.xml" Id="R367ed24082b94b6a"/><Relationship Type="http://schemas.openxmlformats.org/officeDocument/2006/relationships/slide" Target="/ppt/slides/slide68.xml" Id="R78b603dd886a4965"/><Relationship Type="http://schemas.openxmlformats.org/officeDocument/2006/relationships/slide" Target="/ppt/slides/slide69.xml" Id="R7ded63a3ac80466c"/><Relationship Type="http://schemas.openxmlformats.org/officeDocument/2006/relationships/slide" Target="/ppt/slides/slide70.xml" Id="Ra7181b8897284bc1"/><Relationship Type="http://schemas.openxmlformats.org/officeDocument/2006/relationships/slide" Target="/ppt/slides/slide71.xml" Id="R0fd1a67510f34c5f"/><Relationship Type="http://schemas.openxmlformats.org/officeDocument/2006/relationships/slide" Target="/ppt/slides/slide72.xml" Id="R9f16bb685f974f5e"/><Relationship Type="http://schemas.openxmlformats.org/officeDocument/2006/relationships/slide" Target="/ppt/slides/slide73.xml" Id="R5eeb4ae768104820"/><Relationship Type="http://schemas.openxmlformats.org/officeDocument/2006/relationships/slide" Target="/ppt/slides/slide74.xml" Id="Ref8225c5602949ad"/><Relationship Type="http://schemas.openxmlformats.org/officeDocument/2006/relationships/slide" Target="/ppt/slides/slide75.xml" Id="R7597ca53a04c459b"/><Relationship Type="http://schemas.openxmlformats.org/officeDocument/2006/relationships/slide" Target="/ppt/slides/slide76.xml" Id="Rc773ae6f18264ef1"/><Relationship Type="http://schemas.openxmlformats.org/officeDocument/2006/relationships/slide" Target="/ppt/slides/slide77.xml" Id="R7b53866a56f3425e"/><Relationship Type="http://schemas.openxmlformats.org/officeDocument/2006/relationships/slide" Target="/ppt/slides/slide78.xml" Id="R2153275503b2476a"/><Relationship Type="http://schemas.openxmlformats.org/officeDocument/2006/relationships/slide" Target="/ppt/slides/slide79.xml" Id="R608ce4adbdcf4ccb"/><Relationship Type="http://schemas.openxmlformats.org/officeDocument/2006/relationships/slide" Target="/ppt/slides/slide80.xml" Id="R4678d8fca4c642b9"/><Relationship Type="http://schemas.openxmlformats.org/officeDocument/2006/relationships/slide" Target="/ppt/slides/slide81.xml" Id="Re835f6281a3e439f"/><Relationship Type="http://schemas.openxmlformats.org/officeDocument/2006/relationships/slide" Target="/ppt/slides/slide82.xml" Id="Rcacc6d5c4ad749f0"/><Relationship Type="http://schemas.openxmlformats.org/officeDocument/2006/relationships/slide" Target="/ppt/slides/slide83.xml" Id="R016396d127394e1a"/><Relationship Type="http://schemas.openxmlformats.org/officeDocument/2006/relationships/slide" Target="/ppt/slides/slide84.xml" Id="R5f303c360e3a43f7"/><Relationship Type="http://schemas.openxmlformats.org/officeDocument/2006/relationships/slide" Target="/ppt/slides/slide85.xml" Id="R70a347417a0e4436"/><Relationship Type="http://schemas.openxmlformats.org/officeDocument/2006/relationships/slide" Target="/ppt/slides/slide86.xml" Id="R427f8faf69084bf2"/><Relationship Type="http://schemas.openxmlformats.org/officeDocument/2006/relationships/slide" Target="/ppt/slides/slide87.xml" Id="R7b1929d697764fed"/><Relationship Type="http://schemas.openxmlformats.org/officeDocument/2006/relationships/slide" Target="/ppt/slides/slide88.xml" Id="R7b8f7c435d8b461f"/><Relationship Type="http://schemas.openxmlformats.org/officeDocument/2006/relationships/slide" Target="/ppt/slides/slide89.xml" Id="R507d9a6a7b414991"/><Relationship Type="http://schemas.openxmlformats.org/officeDocument/2006/relationships/slide" Target="/ppt/slides/slide90.xml" Id="Rae9abd65533e4896"/><Relationship Type="http://schemas.openxmlformats.org/officeDocument/2006/relationships/slide" Target="/ppt/slides/slide91.xml" Id="R972055e3d0974d3d"/><Relationship Type="http://schemas.openxmlformats.org/officeDocument/2006/relationships/slide" Target="/ppt/slides/slide92.xml" Id="Rfab2baeaf6c2489e"/><Relationship Type="http://schemas.openxmlformats.org/officeDocument/2006/relationships/slide" Target="/ppt/slides/slide93.xml" Id="R1a08854b15af4bcd"/><Relationship Type="http://schemas.openxmlformats.org/officeDocument/2006/relationships/slide" Target="/ppt/slides/slide94.xml" Id="R78079090e17c4a8c"/><Relationship Type="http://schemas.openxmlformats.org/officeDocument/2006/relationships/slide" Target="/ppt/slides/slide95.xml" Id="R5b1111aade374262"/><Relationship Type="http://schemas.openxmlformats.org/officeDocument/2006/relationships/slide" Target="/ppt/slides/slide96.xml" Id="Rf817ae0da26b49b8"/><Relationship Type="http://schemas.openxmlformats.org/officeDocument/2006/relationships/slide" Target="/ppt/slides/slide97.xml" Id="R5cc79f0d8ad94df8"/><Relationship Type="http://schemas.openxmlformats.org/officeDocument/2006/relationships/slide" Target="/ppt/slides/slide98.xml" Id="R7e79aaa9bff346fa"/><Relationship Type="http://schemas.openxmlformats.org/officeDocument/2006/relationships/slide" Target="/ppt/slides/slide99.xml" Id="R0063c448f38e4336"/><Relationship Type="http://schemas.openxmlformats.org/officeDocument/2006/relationships/slide" Target="/ppt/slides/slide100.xml" Id="Rb0627c4a99df4d4f"/><Relationship Type="http://schemas.openxmlformats.org/officeDocument/2006/relationships/slide" Target="/ppt/slides/slide101.xml" Id="Ra10a0e13a2184135"/><Relationship Type="http://schemas.openxmlformats.org/officeDocument/2006/relationships/slide" Target="/ppt/slides/slide102.xml" Id="R9b60d9b4a2e44dd3"/><Relationship Type="http://schemas.openxmlformats.org/officeDocument/2006/relationships/slide" Target="/ppt/slides/slide103.xml" Id="Rc17d36dd79264453"/><Relationship Type="http://schemas.openxmlformats.org/officeDocument/2006/relationships/slide" Target="/ppt/slides/slide104.xml" Id="R603e33c25b484f54"/><Relationship Type="http://schemas.openxmlformats.org/officeDocument/2006/relationships/slide" Target="/ppt/slides/slide105.xml" Id="R6fd503a3177f4d06"/><Relationship Type="http://schemas.openxmlformats.org/officeDocument/2006/relationships/slide" Target="/ppt/slides/slide106.xml" Id="Rd07a9a0a0d094a1f"/><Relationship Type="http://schemas.openxmlformats.org/officeDocument/2006/relationships/slide" Target="/ppt/slides/slide107.xml" Id="R718f7d508df64340"/><Relationship Type="http://schemas.openxmlformats.org/officeDocument/2006/relationships/slide" Target="/ppt/slides/slide108.xml" Id="Rb2144a6581f3498a"/><Relationship Type="http://schemas.openxmlformats.org/officeDocument/2006/relationships/slide" Target="/ppt/slides/slide109.xml" Id="R7e193bf32174419f"/><Relationship Type="http://schemas.openxmlformats.org/officeDocument/2006/relationships/slide" Target="/ppt/slides/slide110.xml" Id="R3b2b3b2837f345d7"/><Relationship Type="http://schemas.openxmlformats.org/officeDocument/2006/relationships/slide" Target="/ppt/slides/slide111.xml" Id="Rc8d64c078fdb4e93"/><Relationship Type="http://schemas.openxmlformats.org/officeDocument/2006/relationships/slide" Target="/ppt/slides/slide112.xml" Id="R14761046fa0449ad"/><Relationship Type="http://schemas.openxmlformats.org/officeDocument/2006/relationships/slide" Target="/ppt/slides/slide113.xml" Id="R308e5dcf86374f7a"/><Relationship Type="http://schemas.openxmlformats.org/officeDocument/2006/relationships/slide" Target="/ppt/slides/slide114.xml" Id="Rb70d6e328be74d60"/><Relationship Type="http://schemas.openxmlformats.org/officeDocument/2006/relationships/slide" Target="/ppt/slides/slide115.xml" Id="Re9f94e65c1024047"/><Relationship Type="http://schemas.openxmlformats.org/officeDocument/2006/relationships/slide" Target="/ppt/slides/slide116.xml" Id="R44280ecc75ac417f"/><Relationship Type="http://schemas.openxmlformats.org/officeDocument/2006/relationships/slide" Target="/ppt/slides/slide117.xml" Id="R350e5087273b43f8"/><Relationship Type="http://schemas.openxmlformats.org/officeDocument/2006/relationships/slide" Target="/ppt/slides/slide118.xml" Id="R99aa14256c364cca"/><Relationship Type="http://schemas.openxmlformats.org/officeDocument/2006/relationships/slide" Target="/ppt/slides/slide119.xml" Id="Re7befaa2280e40d8"/><Relationship Type="http://schemas.openxmlformats.org/officeDocument/2006/relationships/slide" Target="/ppt/slides/slide120.xml" Id="Rb72241cc12ab4b73"/><Relationship Id="CopilotTipAfterS03" Type="http://schemas.openxmlformats.org/officeDocument/2006/relationships/slide" Target="/ppt/slides/slide4.xml"/><Relationship Id="AgentsScopeTip1" Type="http://schemas.openxmlformats.org/officeDocument/2006/relationships/slide" Target="/ppt/slides/slide56.xml"/><Relationship Id="AgentsScopeTip2" Type="http://schemas.openxmlformats.org/officeDocument/2006/relationships/slide" Target="/ppt/slides/slide57.xml"/><Relationship Id="AgentsScopeTip3" Type="http://schemas.openxmlformats.org/officeDocument/2006/relationships/slide" Target="/ppt/slides/slide58.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31c107121fe548ed" /><Relationship Type="http://schemas.openxmlformats.org/officeDocument/2006/relationships/notesMaster" Target="/ppt/notesMasters/notesMaster1.xml" Id="R5aaad157770e4004" /></Relationships>
</file>

<file path=ppt/notesSlides/_rels/notesSlide16.xml.rels><?xml version="1.0" encoding="utf-8"?><Relationships xmlns="http://schemas.openxmlformats.org/package/2006/relationships"><Relationship Type="http://schemas.openxmlformats.org/officeDocument/2006/relationships/slide" Target="/ppt/slides/slide16.xml" Id="R2cf5e4e08ef949c1" /><Relationship Type="http://schemas.openxmlformats.org/officeDocument/2006/relationships/notesMaster" Target="/ppt/notesMasters/notesMaster1.xml" Id="Rb0de13c330b04519" /></Relationships>
</file>

<file path=ppt/notesSlides/_rels/notesSlide17.xml.rels><?xml version="1.0" encoding="utf-8"?><Relationships xmlns="http://schemas.openxmlformats.org/package/2006/relationships"><Relationship Type="http://schemas.openxmlformats.org/officeDocument/2006/relationships/slide" Target="/ppt/slides/slide17.xml" Id="R7301750abf6f4a83" /><Relationship Type="http://schemas.openxmlformats.org/officeDocument/2006/relationships/notesMaster" Target="/ppt/notesMasters/notesMaster1.xml" Id="Rc66635230a774473" /></Relationships>
</file>

<file path=ppt/notesSlides/_rels/notesSlide18.xml.rels><?xml version="1.0" encoding="utf-8"?><Relationships xmlns="http://schemas.openxmlformats.org/package/2006/relationships"><Relationship Type="http://schemas.openxmlformats.org/officeDocument/2006/relationships/slide" Target="/ppt/slides/slide18.xml" Id="Re6fa6a9d378647c4" /><Relationship Type="http://schemas.openxmlformats.org/officeDocument/2006/relationships/notesMaster" Target="/ppt/notesMasters/notesMaster1.xml" Id="Rd04df728b5b1496b" /></Relationships>
</file>

<file path=ppt/notesSlides/_rels/notesSlide19.xml.rels><?xml version="1.0" encoding="utf-8"?><Relationships xmlns="http://schemas.openxmlformats.org/package/2006/relationships"><Relationship Type="http://schemas.openxmlformats.org/officeDocument/2006/relationships/slide" Target="/ppt/slides/slide19.xml" Id="Rc49004c64dcc4114" /><Relationship Type="http://schemas.openxmlformats.org/officeDocument/2006/relationships/notesMaster" Target="/ppt/notesMasters/notesMaster1.xml" Id="R8597ca8eebd94fe2" /></Relationships>
</file>

<file path=ppt/notesSlides/_rels/notesSlide20.xml.rels><?xml version="1.0" encoding="utf-8"?><Relationships xmlns="http://schemas.openxmlformats.org/package/2006/relationships"><Relationship Type="http://schemas.openxmlformats.org/officeDocument/2006/relationships/slide" Target="/ppt/slides/slide20.xml" Id="R029c79815b914f6e" /><Relationship Type="http://schemas.openxmlformats.org/officeDocument/2006/relationships/notesMaster" Target="/ppt/notesMasters/notesMaster1.xml" Id="R3d15e51f2b8c46c6" /></Relationships>
</file>

<file path=ppt/notesSlides/_rels/notesSlide21.xml.rels><?xml version="1.0" encoding="utf-8"?><Relationships xmlns="http://schemas.openxmlformats.org/package/2006/relationships"><Relationship Type="http://schemas.openxmlformats.org/officeDocument/2006/relationships/slide" Target="/ppt/slides/slide21.xml" Id="R9e178c6ca04b403f" /><Relationship Type="http://schemas.openxmlformats.org/officeDocument/2006/relationships/notesMaster" Target="/ppt/notesMasters/notesMaster1.xml" Id="R4bba528c2e944dd4" /></Relationships>
</file>

<file path=ppt/notesSlides/_rels/notesSlide22.xml.rels><?xml version="1.0" encoding="utf-8"?><Relationships xmlns="http://schemas.openxmlformats.org/package/2006/relationships"><Relationship Type="http://schemas.openxmlformats.org/officeDocument/2006/relationships/slide" Target="/ppt/slides/slide22.xml" Id="R73db2b646f9f4c5d" /><Relationship Type="http://schemas.openxmlformats.org/officeDocument/2006/relationships/notesMaster" Target="/ppt/notesMasters/notesMaster1.xml" Id="R8c8e0b0a71694e52" /></Relationships>
</file>

<file path=ppt/notesSlides/_rels/notesSlide23.xml.rels><?xml version="1.0" encoding="utf-8"?><Relationships xmlns="http://schemas.openxmlformats.org/package/2006/relationships"><Relationship Type="http://schemas.openxmlformats.org/officeDocument/2006/relationships/slide" Target="/ppt/slides/slide23.xml" Id="R4ca6d8b892654ee8" /><Relationship Type="http://schemas.openxmlformats.org/officeDocument/2006/relationships/notesMaster" Target="/ppt/notesMasters/notesMaster1.xml" Id="R614a5fd6875b4611" /></Relationships>
</file>

<file path=ppt/notesSlides/_rels/notesSlide24.xml.rels><?xml version="1.0" encoding="utf-8"?><Relationships xmlns="http://schemas.openxmlformats.org/package/2006/relationships"><Relationship Type="http://schemas.openxmlformats.org/officeDocument/2006/relationships/slide" Target="/ppt/slides/slide24.xml" Id="Rd63b94f958c64bfc" /><Relationship Type="http://schemas.openxmlformats.org/officeDocument/2006/relationships/notesMaster" Target="/ppt/notesMasters/notesMaster1.xml" Id="R33ff3b357a2e4278" /></Relationships>
</file>

<file path=ppt/notesSlides/_rels/notesSlide25.xml.rels><?xml version="1.0" encoding="utf-8"?><Relationships xmlns="http://schemas.openxmlformats.org/package/2006/relationships"><Relationship Type="http://schemas.openxmlformats.org/officeDocument/2006/relationships/slide" Target="/ppt/slides/slide25.xml" Id="R8d9284509cb040bf" /><Relationship Type="http://schemas.openxmlformats.org/officeDocument/2006/relationships/notesMaster" Target="/ppt/notesMasters/notesMaster1.xml" Id="R94341f82308244b7" /></Relationships>
</file>

<file path=ppt/notesSlides/_rels/notesSlide26.xml.rels><?xml version="1.0" encoding="utf-8"?><Relationships xmlns="http://schemas.openxmlformats.org/package/2006/relationships"><Relationship Type="http://schemas.openxmlformats.org/officeDocument/2006/relationships/slide" Target="/ppt/slides/slide26.xml" Id="Rf121fc86bf444ad2" /><Relationship Type="http://schemas.openxmlformats.org/officeDocument/2006/relationships/notesMaster" Target="/ppt/notesMasters/notesMaster1.xml" Id="R3478b766b2b34cb1" /></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 /><Relationship Type="http://schemas.openxmlformats.org/officeDocument/2006/relationships/notesMaster" Target="/ppt/notesMasters/notesMaster1.xml" Id="Rda8a433128fa4b16" /></Relationships>
</file>

<file path=ppt/notesSlides/_rels/notesSlide28.xml.rels><?xml version="1.0" encoding="utf-8"?><Relationships xmlns="http://schemas.openxmlformats.org/package/2006/relationships"><Relationship Type="http://schemas.openxmlformats.org/officeDocument/2006/relationships/slide" Target="/ppt/slides/slide28.xml" Id="R30253838b6a944c8" /><Relationship Type="http://schemas.openxmlformats.org/officeDocument/2006/relationships/notesMaster" Target="/ppt/notesMasters/notesMaster1.xml" Id="R92f313188ba24d0c" /></Relationships>
</file>

<file path=ppt/notesSlides/_rels/notesSlide29.xml.rels><?xml version="1.0" encoding="utf-8"?><Relationships xmlns="http://schemas.openxmlformats.org/package/2006/relationships"><Relationship Type="http://schemas.openxmlformats.org/officeDocument/2006/relationships/slide" Target="/ppt/slides/slide29.xml" Id="R64844f16deea4e23" /><Relationship Type="http://schemas.openxmlformats.org/officeDocument/2006/relationships/notesMaster" Target="/ppt/notesMasters/notesMaster1.xml" Id="R1059aaca941e4630" /></Relationships>
</file>

<file path=ppt/notesSlides/_rels/notesSlide30.xml.rels><?xml version="1.0" encoding="utf-8"?><Relationships xmlns="http://schemas.openxmlformats.org/package/2006/relationships"><Relationship Type="http://schemas.openxmlformats.org/officeDocument/2006/relationships/slide" Target="/ppt/slides/slide30.xml" Id="Ra8d2cc47a4194b8f" /><Relationship Type="http://schemas.openxmlformats.org/officeDocument/2006/relationships/notesMaster" Target="/ppt/notesMasters/notesMaster1.xml" Id="R153d5f827a8646a6" /></Relationships>
</file>

<file path=ppt/notesSlides/_rels/notesSlide31.xml.rels><?xml version="1.0" encoding="utf-8"?><Relationships xmlns="http://schemas.openxmlformats.org/package/2006/relationships"><Relationship Type="http://schemas.openxmlformats.org/officeDocument/2006/relationships/slide" Target="/ppt/slides/slide31.xml" Id="R5d7b3273780543a3" /><Relationship Type="http://schemas.openxmlformats.org/officeDocument/2006/relationships/notesMaster" Target="/ppt/notesMasters/notesMaster1.xml" Id="R6fc6def0efcb4d94" /></Relationships>
</file>

<file path=ppt/notesSlides/_rels/notesSlide32.xml.rels><?xml version="1.0" encoding="utf-8"?><Relationships xmlns="http://schemas.openxmlformats.org/package/2006/relationships"><Relationship Type="http://schemas.openxmlformats.org/officeDocument/2006/relationships/slide" Target="/ppt/slides/slide32.xml" Id="R42c1c747efc94d4b" /><Relationship Type="http://schemas.openxmlformats.org/officeDocument/2006/relationships/notesMaster" Target="/ppt/notesMasters/notesMaster1.xml" Id="R5d345cc6a40b4ef8" /></Relationships>
</file>

<file path=ppt/notesSlides/_rels/notesSlide33.xml.rels><?xml version="1.0" encoding="utf-8"?><Relationships xmlns="http://schemas.openxmlformats.org/package/2006/relationships"><Relationship Type="http://schemas.openxmlformats.org/officeDocument/2006/relationships/slide" Target="/ppt/slides/slide33.xml" Id="Rd01433e4a9974d3f" /><Relationship Type="http://schemas.openxmlformats.org/officeDocument/2006/relationships/notesMaster" Target="/ppt/notesMasters/notesMaster1.xml" Id="R6e020c48cfce4997" /></Relationships>
</file>

<file path=ppt/notesSlides/_rels/notesSlide34.xml.rels><?xml version="1.0" encoding="utf-8"?><Relationships xmlns="http://schemas.openxmlformats.org/package/2006/relationships"><Relationship Type="http://schemas.openxmlformats.org/officeDocument/2006/relationships/slide" Target="/ppt/slides/slide34.xml" Id="R292051762edb4e89" /><Relationship Type="http://schemas.openxmlformats.org/officeDocument/2006/relationships/notesMaster" Target="/ppt/notesMasters/notesMaster1.xml" Id="R75de794708ea41ad" /></Relationships>
</file>

<file path=ppt/notesSlides/_rels/notesSlide35.xml.rels><?xml version="1.0" encoding="utf-8"?><Relationships xmlns="http://schemas.openxmlformats.org/package/2006/relationships"><Relationship Type="http://schemas.openxmlformats.org/officeDocument/2006/relationships/slide" Target="/ppt/slides/slide35.xml" Id="R5037d43ddf884859" /><Relationship Type="http://schemas.openxmlformats.org/officeDocument/2006/relationships/notesMaster" Target="/ppt/notesMasters/notesMaster1.xml" Id="R6e1a705c247c45d5" /></Relationships>
</file>

<file path=ppt/notesSlides/_rels/notesSlide36.xml.rels><?xml version="1.0" encoding="utf-8"?><Relationships xmlns="http://schemas.openxmlformats.org/package/2006/relationships"><Relationship Type="http://schemas.openxmlformats.org/officeDocument/2006/relationships/slide" Target="/ppt/slides/slide36.xml" Id="R7f3213dd031e4b59" /><Relationship Type="http://schemas.openxmlformats.org/officeDocument/2006/relationships/notesMaster" Target="/ppt/notesMasters/notesMaster1.xml" Id="R3c74c6a455244d15" /></Relationships>
</file>

<file path=ppt/notesSlides/_rels/notesSlide37.xml.rels><?xml version="1.0" encoding="utf-8"?><Relationships xmlns="http://schemas.openxmlformats.org/package/2006/relationships"><Relationship Type="http://schemas.openxmlformats.org/officeDocument/2006/relationships/slide" Target="/ppt/slides/slide37.xml" Id="R3cf109f7c5a44be6" /><Relationship Type="http://schemas.openxmlformats.org/officeDocument/2006/relationships/notesMaster" Target="/ppt/notesMasters/notesMaster1.xml" Id="Reee8baa74f6e44fc" /></Relationships>
</file>

<file path=ppt/notesSlides/_rels/notesSlide38.xml.rels><?xml version="1.0" encoding="utf-8"?><Relationships xmlns="http://schemas.openxmlformats.org/package/2006/relationships"><Relationship Type="http://schemas.openxmlformats.org/officeDocument/2006/relationships/slide" Target="/ppt/slides/slide38.xml" Id="Ref837ed02f204b7d" /><Relationship Type="http://schemas.openxmlformats.org/officeDocument/2006/relationships/notesMaster" Target="/ppt/notesMasters/notesMaster1.xml" Id="R0a067a864a764a6e" /></Relationships>
</file>

<file path=ppt/notesSlides/_rels/notesSlide39.xml.rels><?xml version="1.0" encoding="utf-8"?><Relationships xmlns="http://schemas.openxmlformats.org/package/2006/relationships"><Relationship Type="http://schemas.openxmlformats.org/officeDocument/2006/relationships/slide" Target="/ppt/slides/slide39.xml" Id="R8d85cfc379044e0c" /><Relationship Type="http://schemas.openxmlformats.org/officeDocument/2006/relationships/notesMaster" Target="/ppt/notesMasters/notesMaster1.xml" Id="R690345a37f2240d5" /></Relationships>
</file>

<file path=ppt/notesSlides/_rels/notesSlide40.xml.rels><?xml version="1.0" encoding="utf-8"?><Relationships xmlns="http://schemas.openxmlformats.org/package/2006/relationships"><Relationship Type="http://schemas.openxmlformats.org/officeDocument/2006/relationships/slide" Target="/ppt/slides/slide40.xml" Id="R57c1475feed6472d" /><Relationship Type="http://schemas.openxmlformats.org/officeDocument/2006/relationships/notesMaster" Target="/ppt/notesMasters/notesMaster1.xml" Id="R9a1b31d13d1e488c" /></Relationships>
</file>

<file path=ppt/notesSlides/_rels/notesSlide41.xml.rels><?xml version="1.0" encoding="utf-8"?><Relationships xmlns="http://schemas.openxmlformats.org/package/2006/relationships"><Relationship Type="http://schemas.openxmlformats.org/officeDocument/2006/relationships/slide" Target="/ppt/slides/slide41.xml" Id="R6f6958abbd7a4c3f" /><Relationship Type="http://schemas.openxmlformats.org/officeDocument/2006/relationships/notesMaster" Target="/ppt/notesMasters/notesMaster1.xml" Id="Rb3c5eb7838514888" /></Relationships>
</file>

<file path=ppt/notesSlides/_rels/notesSlide42.xml.rels><?xml version="1.0" encoding="utf-8"?><Relationships xmlns="http://schemas.openxmlformats.org/package/2006/relationships"><Relationship Type="http://schemas.openxmlformats.org/officeDocument/2006/relationships/slide" Target="/ppt/slides/slide42.xml" Id="R27bd3f62056f43f8" /><Relationship Type="http://schemas.openxmlformats.org/officeDocument/2006/relationships/notesMaster" Target="/ppt/notesMasters/notesMaster1.xml" Id="R1a9e99f102ab47bb" /></Relationships>
</file>

<file path=ppt/notesSlides/_rels/notesSlide43.xml.rels><?xml version="1.0" encoding="utf-8"?><Relationships xmlns="http://schemas.openxmlformats.org/package/2006/relationships"><Relationship Type="http://schemas.openxmlformats.org/officeDocument/2006/relationships/slide" Target="/ppt/slides/slide43.xml" Id="R9fd50eb02b3049c1" /><Relationship Type="http://schemas.openxmlformats.org/officeDocument/2006/relationships/notesMaster" Target="/ppt/notesMasters/notesMaster1.xml" Id="R4932c0f27fd44bfe" /></Relationships>
</file>

<file path=ppt/notesSlides/_rels/notesSlide44.xml.rels><?xml version="1.0" encoding="utf-8"?><Relationships xmlns="http://schemas.openxmlformats.org/package/2006/relationships"><Relationship Type="http://schemas.openxmlformats.org/officeDocument/2006/relationships/slide" Target="/ppt/slides/slide44.xml" Id="R1159c2cb82274f7b" /><Relationship Type="http://schemas.openxmlformats.org/officeDocument/2006/relationships/notesMaster" Target="/ppt/notesMasters/notesMaster1.xml" Id="Rc3d8815449fa4306" /></Relationships>
</file>

<file path=ppt/notesSlides/_rels/notesSlide45.xml.rels><?xml version="1.0" encoding="utf-8"?><Relationships xmlns="http://schemas.openxmlformats.org/package/2006/relationships"><Relationship Type="http://schemas.openxmlformats.org/officeDocument/2006/relationships/slide" Target="/ppt/slides/slide45.xml" Id="Ra3a068cf27c84edc" /><Relationship Type="http://schemas.openxmlformats.org/officeDocument/2006/relationships/notesMaster" Target="/ppt/notesMasters/notesMaster1.xml" Id="Rfed2bd914ede4447" /></Relationships>
</file>

<file path=ppt/notesSlides/_rels/notesSlide46.xml.rels><?xml version="1.0" encoding="utf-8"?><Relationships xmlns="http://schemas.openxmlformats.org/package/2006/relationships"><Relationship Type="http://schemas.openxmlformats.org/officeDocument/2006/relationships/slide" Target="/ppt/slides/slide46.xml" Id="R2f5eb6ea7a5045b7" /><Relationship Type="http://schemas.openxmlformats.org/officeDocument/2006/relationships/notesMaster" Target="/ppt/notesMasters/notesMaster1.xml" Id="R38c9e617f9274904" /></Relationships>
</file>

<file path=ppt/notesSlides/_rels/notesSlide47.xml.rels><?xml version="1.0" encoding="utf-8"?><Relationships xmlns="http://schemas.openxmlformats.org/package/2006/relationships"><Relationship Type="http://schemas.openxmlformats.org/officeDocument/2006/relationships/slide" Target="/ppt/slides/slide47.xml" Id="R38f08979cbdc4aa7" /><Relationship Type="http://schemas.openxmlformats.org/officeDocument/2006/relationships/notesMaster" Target="/ppt/notesMasters/notesMaster1.xml" Id="R998ca9207282418a" /></Relationships>
</file>

<file path=ppt/notesSlides/_rels/notesSlide48.xml.rels><?xml version="1.0" encoding="utf-8"?><Relationships xmlns="http://schemas.openxmlformats.org/package/2006/relationships"><Relationship Type="http://schemas.openxmlformats.org/officeDocument/2006/relationships/slide" Target="/ppt/slides/slide48.xml" Id="R798f62ab99724546" /><Relationship Type="http://schemas.openxmlformats.org/officeDocument/2006/relationships/notesMaster" Target="/ppt/notesMasters/notesMaster1.xml" Id="Rd38075829c4a4204" /></Relationships>
</file>

<file path=ppt/notesSlides/_rels/notesSlide49.xml.rels><?xml version="1.0" encoding="utf-8"?><Relationships xmlns="http://schemas.openxmlformats.org/package/2006/relationships"><Relationship Type="http://schemas.openxmlformats.org/officeDocument/2006/relationships/slide" Target="/ppt/slides/slide49.xml" Id="Rc2c632e10d4d4eda" /><Relationship Type="http://schemas.openxmlformats.org/officeDocument/2006/relationships/notesMaster" Target="/ppt/notesMasters/notesMaster1.xml" Id="Ra035fd65003543d4" /></Relationships>
</file>

<file path=ppt/notesSlides/_rels/notesSlide50.xml.rels><?xml version="1.0" encoding="utf-8"?><Relationships xmlns="http://schemas.openxmlformats.org/package/2006/relationships"><Relationship Type="http://schemas.openxmlformats.org/officeDocument/2006/relationships/slide" Target="/ppt/slides/slide50.xml" Id="Reea3724f70a04c47" /><Relationship Type="http://schemas.openxmlformats.org/officeDocument/2006/relationships/notesMaster" Target="/ppt/notesMasters/notesMaster1.xml" Id="Rff4917388cae47d6" /></Relationships>
</file>

<file path=ppt/notesSlides/_rels/notesSlide51.xml.rels><?xml version="1.0" encoding="utf-8"?><Relationships xmlns="http://schemas.openxmlformats.org/package/2006/relationships"><Relationship Type="http://schemas.openxmlformats.org/officeDocument/2006/relationships/slide" Target="/ppt/slides/slide51.xml" Id="R976db653e93640ce" /><Relationship Type="http://schemas.openxmlformats.org/officeDocument/2006/relationships/notesMaster" Target="/ppt/notesMasters/notesMaster1.xml" Id="Rb201c12cec194cc2" /></Relationships>
</file>

<file path=ppt/notesSlides/_rels/notesSlide52.xml.rels><?xml version="1.0" encoding="utf-8"?><Relationships xmlns="http://schemas.openxmlformats.org/package/2006/relationships"><Relationship Type="http://schemas.openxmlformats.org/officeDocument/2006/relationships/slide" Target="/ppt/slides/slide52.xml" Id="R1a2575755a454006" /><Relationship Type="http://schemas.openxmlformats.org/officeDocument/2006/relationships/notesMaster" Target="/ppt/notesMasters/notesMaster1.xml" Id="R98b78708a46841a7" /></Relationships>
</file>

<file path=ppt/notesSlides/_rels/notesSlide53.xml.rels><?xml version="1.0" encoding="utf-8"?><Relationships xmlns="http://schemas.openxmlformats.org/package/2006/relationships"><Relationship Type="http://schemas.openxmlformats.org/officeDocument/2006/relationships/slide" Target="/ppt/slides/slide53.xml" Id="Rfff9974287694fbd" /><Relationship Type="http://schemas.openxmlformats.org/officeDocument/2006/relationships/notesMaster" Target="/ppt/notesMasters/notesMaster1.xml" Id="R5d4d024401be4f35" /></Relationships>
</file>

<file path=ppt/notesSlides/_rels/notesSlide54.xml.rels><?xml version="1.0" encoding="utf-8"?><Relationships xmlns="http://schemas.openxmlformats.org/package/2006/relationships"><Relationship Type="http://schemas.openxmlformats.org/officeDocument/2006/relationships/slide" Target="/ppt/slides/slide54.xml" Id="R296f2cf620ab4fef" /><Relationship Type="http://schemas.openxmlformats.org/officeDocument/2006/relationships/notesMaster" Target="/ppt/notesMasters/notesMaster1.xml" Id="R2beee451bb4f417e" /></Relationships>
</file>

<file path=ppt/notesSlides/_rels/notesSlide55.xml.rels><?xml version="1.0" encoding="utf-8"?><Relationships xmlns="http://schemas.openxmlformats.org/package/2006/relationships"><Relationship Type="http://schemas.openxmlformats.org/officeDocument/2006/relationships/slide" Target="/ppt/slides/slide55.xml" Id="R2270b65c7d824e97" /><Relationship Type="http://schemas.openxmlformats.org/officeDocument/2006/relationships/notesMaster" Target="/ppt/notesMasters/notesMaster1.xml" Id="Rec895c04a376450f" /></Relationships>
</file>

<file path=ppt/notesSlides/_rels/notesSlide56.xml.rels><?xml version="1.0" encoding="utf-8"?><Relationships xmlns="http://schemas.openxmlformats.org/package/2006/relationships"><Relationship Type="http://schemas.openxmlformats.org/officeDocument/2006/relationships/slide" Target="/ppt/slides/slide56.xml" Id="Rc318f49d3acc4830"/><Relationship Type="http://schemas.openxmlformats.org/officeDocument/2006/relationships/notesMaster" Target="/ppt/notesMasters/notesMaster1.xml" Id="Rab283a938dc64efe"/></Relationships>
</file>

<file path=ppt/notesSlides/_rels/notesSlide57.xml.rels><?xml version="1.0" encoding="utf-8"?><Relationships xmlns="http://schemas.openxmlformats.org/package/2006/relationships"><Relationship Type="http://schemas.openxmlformats.org/officeDocument/2006/relationships/slide" Target="/ppt/slides/slide57.xml" Id="R37b3914b36894636"/><Relationship Type="http://schemas.openxmlformats.org/officeDocument/2006/relationships/notesMaster" Target="/ppt/notesMasters/notesMaster1.xml" Id="Rd01408e265974e05"/></Relationships>
</file>

<file path=ppt/notesSlides/_rels/notesSlide58.xml.rels><?xml version="1.0" encoding="utf-8"?><Relationships xmlns="http://schemas.openxmlformats.org/package/2006/relationships"><Relationship Type="http://schemas.openxmlformats.org/officeDocument/2006/relationships/slide" Target="/ppt/slides/slide58.xml" Id="R04c54d61fbfb4c39"/><Relationship Type="http://schemas.openxmlformats.org/officeDocument/2006/relationships/notesMaster" Target="/ppt/notesMasters/notesMaster1.xml" Id="R50058a4ee4ca4c37"/></Relationships>
</file>

<file path=ppt/notesSlides/_rels/notesSlide59.xml.rels><?xml version="1.0" encoding="utf-8"?><Relationships xmlns="http://schemas.openxmlformats.org/package/2006/relationships"><Relationship Type="http://schemas.openxmlformats.org/officeDocument/2006/relationships/slide" Target="/ppt/slides/slide59.xml" Id="R34c2dfb647954740" /><Relationship Type="http://schemas.openxmlformats.org/officeDocument/2006/relationships/notesMaster" Target="/ppt/notesMasters/notesMaster1.xml" Id="R772b29c6f08a48a9" /></Relationships>
</file>

<file path=ppt/notesSlides/_rels/notesSlide60.xml.rels><?xml version="1.0" encoding="utf-8"?><Relationships xmlns="http://schemas.openxmlformats.org/package/2006/relationships"><Relationship Type="http://schemas.openxmlformats.org/officeDocument/2006/relationships/slide" Target="/ppt/slides/slide60.xml" Id="R34d6c63d743b4d95" /><Relationship Type="http://schemas.openxmlformats.org/officeDocument/2006/relationships/notesMaster" Target="/ppt/notesMasters/notesMaster1.xml" Id="Rc9843874f9a745f4" /></Relationships>
</file>

<file path=ppt/notesSlides/_rels/notesSlide61.xml.rels><?xml version="1.0" encoding="utf-8"?><Relationships xmlns="http://schemas.openxmlformats.org/package/2006/relationships"><Relationship Type="http://schemas.openxmlformats.org/officeDocument/2006/relationships/slide" Target="/ppt/slides/slide61.xml" Id="Rb66f601fa32245e6" /><Relationship Type="http://schemas.openxmlformats.org/officeDocument/2006/relationships/notesMaster" Target="/ppt/notesMasters/notesMaster1.xml" Id="R14cd720d54274fa1" /></Relationships>
</file>

<file path=ppt/notesSlides/_rels/notesSlide62.xml.rels><?xml version="1.0" encoding="utf-8"?><Relationships xmlns="http://schemas.openxmlformats.org/package/2006/relationships"><Relationship Type="http://schemas.openxmlformats.org/officeDocument/2006/relationships/slide" Target="/ppt/slides/slide62.xml" Id="R25ede0acb2394a3e" /><Relationship Type="http://schemas.openxmlformats.org/officeDocument/2006/relationships/notesMaster" Target="/ppt/notesMasters/notesMaster1.xml" Id="R733e545b2c744b6f" /></Relationships>
</file>

<file path=ppt/notesSlides/_rels/notesSlide63.xml.rels><?xml version="1.0" encoding="utf-8"?><Relationships xmlns="http://schemas.openxmlformats.org/package/2006/relationships"><Relationship Type="http://schemas.openxmlformats.org/officeDocument/2006/relationships/slide" Target="/ppt/slides/slide63.xml" Id="Rf7349916333445a4" /><Relationship Type="http://schemas.openxmlformats.org/officeDocument/2006/relationships/notesMaster" Target="/ppt/notesMasters/notesMaster1.xml" Id="R592735f8936f47da" /></Relationships>
</file>

<file path=ppt/notesSlides/_rels/notesSlide64.xml.rels><?xml version="1.0" encoding="utf-8"?><Relationships xmlns="http://schemas.openxmlformats.org/package/2006/relationships"><Relationship Type="http://schemas.openxmlformats.org/officeDocument/2006/relationships/slide" Target="/ppt/slides/slide64.xml" Id="R17b760d51b6e468a" /><Relationship Type="http://schemas.openxmlformats.org/officeDocument/2006/relationships/notesMaster" Target="/ppt/notesMasters/notesMaster1.xml" Id="R8adb15f9dad74c78" /></Relationships>
</file>

<file path=ppt/notesSlides/_rels/notesSlide65.xml.rels><?xml version="1.0" encoding="utf-8"?><Relationships xmlns="http://schemas.openxmlformats.org/package/2006/relationships"><Relationship Type="http://schemas.openxmlformats.org/officeDocument/2006/relationships/slide" Target="/ppt/slides/slide65.xml" Id="Rf6ecd46fd4544049" /><Relationship Type="http://schemas.openxmlformats.org/officeDocument/2006/relationships/notesMaster" Target="/ppt/notesMasters/notesMaster1.xml" Id="Rf406a0ad792440e8" /></Relationships>
</file>

<file path=ppt/notesSlides/_rels/notesSlide66.xml.rels><?xml version="1.0" encoding="utf-8"?><Relationships xmlns="http://schemas.openxmlformats.org/package/2006/relationships"><Relationship Type="http://schemas.openxmlformats.org/officeDocument/2006/relationships/slide" Target="/ppt/slides/slide66.xml" Id="Re0bd13ceb21948cb" /><Relationship Type="http://schemas.openxmlformats.org/officeDocument/2006/relationships/notesMaster" Target="/ppt/notesMasters/notesMaster1.xml" Id="Rfe8ae5366316458c" /></Relationships>
</file>

<file path=ppt/notesSlides/_rels/notesSlide67.xml.rels><?xml version="1.0" encoding="utf-8"?><Relationships xmlns="http://schemas.openxmlformats.org/package/2006/relationships"><Relationship Type="http://schemas.openxmlformats.org/officeDocument/2006/relationships/slide" Target="/ppt/slides/slide67.xml" Id="R4f047f8673e04507" /><Relationship Type="http://schemas.openxmlformats.org/officeDocument/2006/relationships/notesMaster" Target="/ppt/notesMasters/notesMaster1.xml" Id="R733d4ec229824b70" /></Relationships>
</file>

<file path=ppt/notesSlides/_rels/notesSlide68.xml.rels><?xml version="1.0" encoding="utf-8"?><Relationships xmlns="http://schemas.openxmlformats.org/package/2006/relationships"><Relationship Type="http://schemas.openxmlformats.org/officeDocument/2006/relationships/slide" Target="/ppt/slides/slide68.xml" Id="R62d2e02935a7486a" /><Relationship Type="http://schemas.openxmlformats.org/officeDocument/2006/relationships/notesMaster" Target="/ppt/notesMasters/notesMaster1.xml" Id="R150fc5a78fd140b6" /></Relationships>
</file>

<file path=ppt/notesSlides/_rels/notesSlide69.xml.rels><?xml version="1.0" encoding="utf-8"?><Relationships xmlns="http://schemas.openxmlformats.org/package/2006/relationships"><Relationship Type="http://schemas.openxmlformats.org/officeDocument/2006/relationships/slide" Target="/ppt/slides/slide69.xml" Id="Rcad2e2ecdc5646dd" /><Relationship Type="http://schemas.openxmlformats.org/officeDocument/2006/relationships/notesMaster" Target="/ppt/notesMasters/notesMaster1.xml" Id="R886e991404294ab7" /></Relationships>
</file>

<file path=ppt/notesSlides/_rels/notesSlide70.xml.rels><?xml version="1.0" encoding="utf-8"?><Relationships xmlns="http://schemas.openxmlformats.org/package/2006/relationships"><Relationship Type="http://schemas.openxmlformats.org/officeDocument/2006/relationships/slide" Target="/ppt/slides/slide70.xml" Id="R4673147063e34b11" /><Relationship Type="http://schemas.openxmlformats.org/officeDocument/2006/relationships/notesMaster" Target="/ppt/notesMasters/notesMaster1.xml" Id="R63d921fc331b4280" /></Relationships>
</file>

<file path=ppt/notesSlides/_rels/notesSlide71.xml.rels><?xml version="1.0" encoding="utf-8"?><Relationships xmlns="http://schemas.openxmlformats.org/package/2006/relationships"><Relationship Type="http://schemas.openxmlformats.org/officeDocument/2006/relationships/slide" Target="/ppt/slides/slide71.xml" Id="R1e80c3c74e264b95" /><Relationship Type="http://schemas.openxmlformats.org/officeDocument/2006/relationships/notesMaster" Target="/ppt/notesMasters/notesMaster1.xml" Id="R318b408e272c4369" /></Relationships>
</file>

<file path=ppt/notesSlides/_rels/notesSlide72.xml.rels><?xml version="1.0" encoding="utf-8"?><Relationships xmlns="http://schemas.openxmlformats.org/package/2006/relationships"><Relationship Type="http://schemas.openxmlformats.org/officeDocument/2006/relationships/slide" Target="/ppt/slides/slide72.xml" Id="Rd42e793e8c8f4085" /><Relationship Type="http://schemas.openxmlformats.org/officeDocument/2006/relationships/notesMaster" Target="/ppt/notesMasters/notesMaster1.xml" Id="Raa78ffb4470f4114" /></Relationships>
</file>

<file path=ppt/notesSlides/_rels/notesSlide73.xml.rels><?xml version="1.0" encoding="utf-8"?><Relationships xmlns="http://schemas.openxmlformats.org/package/2006/relationships"><Relationship Type="http://schemas.openxmlformats.org/officeDocument/2006/relationships/slide" Target="/ppt/slides/slide73.xml" Id="R9061ea39fbf8475e" /><Relationship Type="http://schemas.openxmlformats.org/officeDocument/2006/relationships/notesMaster" Target="/ppt/notesMasters/notesMaster1.xml" Id="Re69af64665704edd" /></Relationships>
</file>

<file path=ppt/notesSlides/_rels/notesSlide74.xml.rels><?xml version="1.0" encoding="utf-8"?><Relationships xmlns="http://schemas.openxmlformats.org/package/2006/relationships"><Relationship Type="http://schemas.openxmlformats.org/officeDocument/2006/relationships/slide" Target="/ppt/slides/slide74.xml" Id="R27bfc235a3304140" /><Relationship Type="http://schemas.openxmlformats.org/officeDocument/2006/relationships/notesMaster" Target="/ppt/notesMasters/notesMaster1.xml" Id="Rae8aa6d06c57427d" /></Relationships>
</file>

<file path=ppt/notesSlides/_rels/notesSlide75.xml.rels><?xml version="1.0" encoding="utf-8"?><Relationships xmlns="http://schemas.openxmlformats.org/package/2006/relationships"><Relationship Type="http://schemas.openxmlformats.org/officeDocument/2006/relationships/slide" Target="/ppt/slides/slide75.xml" Id="Re5ea548712ec48dd" /><Relationship Type="http://schemas.openxmlformats.org/officeDocument/2006/relationships/notesMaster" Target="/ppt/notesMasters/notesMaster1.xml" Id="R2e5242e14e0a4391" /></Relationships>
</file>

<file path=ppt/notesSlides/_rels/notesSlide76.xml.rels><?xml version="1.0" encoding="utf-8"?><Relationships xmlns="http://schemas.openxmlformats.org/package/2006/relationships"><Relationship Type="http://schemas.openxmlformats.org/officeDocument/2006/relationships/slide" Target="/ppt/slides/slide76.xml" Id="R9547e52616064d1f" /><Relationship Type="http://schemas.openxmlformats.org/officeDocument/2006/relationships/notesMaster" Target="/ppt/notesMasters/notesMaster1.xml" Id="Rbfbf5fb2658247a4" /></Relationships>
</file>

<file path=ppt/notesSlides/_rels/notesSlide77.xml.rels><?xml version="1.0" encoding="utf-8"?><Relationships xmlns="http://schemas.openxmlformats.org/package/2006/relationships"><Relationship Type="http://schemas.openxmlformats.org/officeDocument/2006/relationships/slide" Target="/ppt/slides/slide77.xml" Id="R0b3e933c4e3345fb" /><Relationship Type="http://schemas.openxmlformats.org/officeDocument/2006/relationships/notesMaster" Target="/ppt/notesMasters/notesMaster1.xml" Id="R881e018f7d3a4212" /></Relationships>
</file>

<file path=ppt/notesSlides/_rels/notesSlide78.xml.rels><?xml version="1.0" encoding="utf-8"?><Relationships xmlns="http://schemas.openxmlformats.org/package/2006/relationships"><Relationship Type="http://schemas.openxmlformats.org/officeDocument/2006/relationships/slide" Target="/ppt/slides/slide78.xml" Id="R6163cd5fdb3a40c7" /><Relationship Type="http://schemas.openxmlformats.org/officeDocument/2006/relationships/notesMaster" Target="/ppt/notesMasters/notesMaster1.xml" Id="R74aabc30838745da" /></Relationships>
</file>

<file path=ppt/notesSlides/_rels/notesSlide79.xml.rels><?xml version="1.0" encoding="utf-8"?><Relationships xmlns="http://schemas.openxmlformats.org/package/2006/relationships"><Relationship Type="http://schemas.openxmlformats.org/officeDocument/2006/relationships/slide" Target="/ppt/slides/slide79.xml" Id="R2d64f837e3af43c0" /><Relationship Type="http://schemas.openxmlformats.org/officeDocument/2006/relationships/notesMaster" Target="/ppt/notesMasters/notesMaster1.xml" Id="R98c0d1f05ec04ed7" /></Relationships>
</file>

<file path=ppt/notesSlides/_rels/notesSlide80.xml.rels><?xml version="1.0" encoding="utf-8"?><Relationships xmlns="http://schemas.openxmlformats.org/package/2006/relationships"><Relationship Type="http://schemas.openxmlformats.org/officeDocument/2006/relationships/slide" Target="/ppt/slides/slide80.xml" Id="Race410cb1044427e" /><Relationship Type="http://schemas.openxmlformats.org/officeDocument/2006/relationships/notesMaster" Target="/ppt/notesMasters/notesMaster1.xml" Id="Rda5d90d4963145f2" /></Relationships>
</file>

<file path=ppt/notesSlides/_rels/notesSlide81.xml.rels><?xml version="1.0" encoding="utf-8"?><Relationships xmlns="http://schemas.openxmlformats.org/package/2006/relationships"><Relationship Type="http://schemas.openxmlformats.org/officeDocument/2006/relationships/slide" Target="/ppt/slides/slide81.xml" Id="R21c7f53710cc4461" /><Relationship Type="http://schemas.openxmlformats.org/officeDocument/2006/relationships/notesMaster" Target="/ppt/notesMasters/notesMaster1.xml" Id="R7955f82dd04b405c" /></Relationships>
</file>

<file path=ppt/notesSlides/_rels/notesSlide82.xml.rels><?xml version="1.0" encoding="utf-8"?><Relationships xmlns="http://schemas.openxmlformats.org/package/2006/relationships"><Relationship Type="http://schemas.openxmlformats.org/officeDocument/2006/relationships/slide" Target="/ppt/slides/slide82.xml" Id="R79b12de649d04f9e" /><Relationship Type="http://schemas.openxmlformats.org/officeDocument/2006/relationships/notesMaster" Target="/ppt/notesMasters/notesMaster1.xml" Id="Rf3b67b75301c4e34" /></Relationships>
</file>

<file path=ppt/notesSlides/_rels/notesSlide83.xml.rels><?xml version="1.0" encoding="utf-8"?><Relationships xmlns="http://schemas.openxmlformats.org/package/2006/relationships"><Relationship Type="http://schemas.openxmlformats.org/officeDocument/2006/relationships/slide" Target="/ppt/slides/slide83.xml" Id="R1926d21be99e477c" /><Relationship Type="http://schemas.openxmlformats.org/officeDocument/2006/relationships/notesMaster" Target="/ppt/notesMasters/notesMaster1.xml" Id="R28d9e3e5c7be4691" /></Relationships>
</file>

<file path=ppt/notesSlides/_rels/notesSlide84.xml.rels><?xml version="1.0" encoding="utf-8"?><Relationships xmlns="http://schemas.openxmlformats.org/package/2006/relationships"><Relationship Type="http://schemas.openxmlformats.org/officeDocument/2006/relationships/slide" Target="/ppt/slides/slide84.xml" Id="R84d7346d013f4f98" /><Relationship Type="http://schemas.openxmlformats.org/officeDocument/2006/relationships/notesMaster" Target="/ppt/notesMasters/notesMaster1.xml" Id="R9b6a1a62bcff403c" /></Relationships>
</file>

<file path=ppt/notesSlides/_rels/notesSlide85.xml.rels><?xml version="1.0" encoding="utf-8"?><Relationships xmlns="http://schemas.openxmlformats.org/package/2006/relationships"><Relationship Type="http://schemas.openxmlformats.org/officeDocument/2006/relationships/slide" Target="/ppt/slides/slide85.xml" Id="R7f388a0b87bc41a4" /><Relationship Type="http://schemas.openxmlformats.org/officeDocument/2006/relationships/notesMaster" Target="/ppt/notesMasters/notesMaster1.xml" Id="Raf8067029d9042b1" /></Relationships>
</file>

<file path=ppt/notesSlides/_rels/notesSlide86.xml.rels><?xml version="1.0" encoding="utf-8"?><Relationships xmlns="http://schemas.openxmlformats.org/package/2006/relationships"><Relationship Type="http://schemas.openxmlformats.org/officeDocument/2006/relationships/slide" Target="/ppt/slides/slide86.xml" Id="R7bff9e49879f4dc3" /><Relationship Type="http://schemas.openxmlformats.org/officeDocument/2006/relationships/notesMaster" Target="/ppt/notesMasters/notesMaster1.xml" Id="R2d73c16ab9a64e3a" /></Relationships>
</file>

<file path=ppt/notesSlides/_rels/notesSlide87.xml.rels><?xml version="1.0" encoding="utf-8"?><Relationships xmlns="http://schemas.openxmlformats.org/package/2006/relationships"><Relationship Type="http://schemas.openxmlformats.org/officeDocument/2006/relationships/slide" Target="/ppt/slides/slide87.xml" Id="Rbc671a57a8154956" /><Relationship Type="http://schemas.openxmlformats.org/officeDocument/2006/relationships/notesMaster" Target="/ppt/notesMasters/notesMaster1.xml" Id="Reee7ba3618f64ddd" /></Relationships>
</file>

<file path=ppt/notesSlides/_rels/notesSlide88.xml.rels><?xml version="1.0" encoding="utf-8"?><Relationships xmlns="http://schemas.openxmlformats.org/package/2006/relationships"><Relationship Type="http://schemas.openxmlformats.org/officeDocument/2006/relationships/slide" Target="/ppt/slides/slide88.xml" Id="R7aca11c5c68a4641" /><Relationship Type="http://schemas.openxmlformats.org/officeDocument/2006/relationships/notesMaster" Target="/ppt/notesMasters/notesMaster1.xml" Id="Rc9bcb6b574a24d5c" /></Relationships>
</file>

<file path=ppt/notesSlides/_rels/notesSlide89.xml.rels><?xml version="1.0" encoding="utf-8"?><Relationships xmlns="http://schemas.openxmlformats.org/package/2006/relationships"><Relationship Type="http://schemas.openxmlformats.org/officeDocument/2006/relationships/slide" Target="/ppt/slides/slide89.xml" Id="Redeb9fcbb3244743" /><Relationship Type="http://schemas.openxmlformats.org/officeDocument/2006/relationships/notesMaster" Target="/ppt/notesMasters/notesMaster1.xml" Id="R8b690a0caba34ba7" /></Relationships>
</file>

<file path=ppt/notesSlides/_rels/notesSlide90.xml.rels><?xml version="1.0" encoding="utf-8"?><Relationships xmlns="http://schemas.openxmlformats.org/package/2006/relationships"><Relationship Type="http://schemas.openxmlformats.org/officeDocument/2006/relationships/slide" Target="/ppt/slides/slide90.xml" Id="R3de799a0b79b4526" /><Relationship Type="http://schemas.openxmlformats.org/officeDocument/2006/relationships/notesMaster" Target="/ppt/notesMasters/notesMaster1.xml" Id="Rb8ac526fdffe42d6" /></Relationships>
</file>

<file path=ppt/notesSlides/_rels/notesSlide91.xml.rels><?xml version="1.0" encoding="utf-8"?><Relationships xmlns="http://schemas.openxmlformats.org/package/2006/relationships"><Relationship Type="http://schemas.openxmlformats.org/officeDocument/2006/relationships/slide" Target="/ppt/slides/slide91.xml" Id="R4659f865bd5d4fdb" /><Relationship Type="http://schemas.openxmlformats.org/officeDocument/2006/relationships/notesMaster" Target="/ppt/notesMasters/notesMaster1.xml" Id="R57b5507cc7b3492b" /></Relationships>
</file>

<file path=ppt/notesSlides/_rels/notesSlide92.xml.rels><?xml version="1.0" encoding="utf-8"?><Relationships xmlns="http://schemas.openxmlformats.org/package/2006/relationships"><Relationship Type="http://schemas.openxmlformats.org/officeDocument/2006/relationships/slide" Target="/ppt/slides/slide92.xml" Id="R211db036e4e840df" /><Relationship Type="http://schemas.openxmlformats.org/officeDocument/2006/relationships/notesMaster" Target="/ppt/notesMasters/notesMaster1.xml" Id="R27be2f8e114f43a0" /></Relationships>
</file>

<file path=ppt/notesSlides/_rels/notesSlide93.xml.rels><?xml version="1.0" encoding="utf-8"?><Relationships xmlns="http://schemas.openxmlformats.org/package/2006/relationships"><Relationship Type="http://schemas.openxmlformats.org/officeDocument/2006/relationships/slide" Target="/ppt/slides/slide93.xml" Id="Rb4c0a11d27d9406b" /><Relationship Type="http://schemas.openxmlformats.org/officeDocument/2006/relationships/notesMaster" Target="/ppt/notesMasters/notesMaster1.xml" Id="Rd151ca23e93d4eaf" /></Relationships>
</file>

<file path=ppt/notesSlides/_rels/notesSlide94.xml.rels><?xml version="1.0" encoding="utf-8"?><Relationships xmlns="http://schemas.openxmlformats.org/package/2006/relationships"><Relationship Type="http://schemas.openxmlformats.org/officeDocument/2006/relationships/slide" Target="/ppt/slides/slide94.xml" Id="R691b5c445fe543d4" /><Relationship Type="http://schemas.openxmlformats.org/officeDocument/2006/relationships/notesMaster" Target="/ppt/notesMasters/notesMaster1.xml" Id="R7e6a7ed19e3a40cb" /></Relationships>
</file>

<file path=ppt/notesSlides/_rels/notesSlide95.xml.rels><?xml version="1.0" encoding="utf-8"?><Relationships xmlns="http://schemas.openxmlformats.org/package/2006/relationships"><Relationship Type="http://schemas.openxmlformats.org/officeDocument/2006/relationships/slide" Target="/ppt/slides/slide95.xml" Id="R9d98e90578e745c7" /><Relationship Type="http://schemas.openxmlformats.org/officeDocument/2006/relationships/notesMaster" Target="/ppt/notesMasters/notesMaster1.xml" Id="R7a670bf595fa4529" /></Relationships>
</file>

<file path=ppt/notesSlides/_rels/notesSlide96.xml.rels><?xml version="1.0" encoding="utf-8"?><Relationships xmlns="http://schemas.openxmlformats.org/package/2006/relationships"><Relationship Type="http://schemas.openxmlformats.org/officeDocument/2006/relationships/slide" Target="/ppt/slides/slide96.xml" Id="R5b141234bd884dcf" /><Relationship Type="http://schemas.openxmlformats.org/officeDocument/2006/relationships/notesMaster" Target="/ppt/notesMasters/notesMaster1.xml" Id="R04c69684547247e2" /></Relationships>
</file>

<file path=ppt/notesSlides/_rels/notesSlide97.xml.rels><?xml version="1.0" encoding="utf-8"?><Relationships xmlns="http://schemas.openxmlformats.org/package/2006/relationships"><Relationship Type="http://schemas.openxmlformats.org/officeDocument/2006/relationships/slide" Target="/ppt/slides/slide97.xml" Id="R0127c760534f42a4" /><Relationship Type="http://schemas.openxmlformats.org/officeDocument/2006/relationships/notesMaster" Target="/ppt/notesMasters/notesMaster1.xml" Id="R7ace7c5f8e04458f" /></Relationships>
</file>

<file path=ppt/notesSlides/_rels/notesSlide98.xml.rels><?xml version="1.0" encoding="utf-8"?><Relationships xmlns="http://schemas.openxmlformats.org/package/2006/relationships"><Relationship Type="http://schemas.openxmlformats.org/officeDocument/2006/relationships/slide" Target="/ppt/slides/slide98.xml" Id="R45271ed003694ba9" /><Relationship Type="http://schemas.openxmlformats.org/officeDocument/2006/relationships/notesMaster" Target="/ppt/notesMasters/notesMaster1.xml" Id="R7d1404e76a174da2" /></Relationships>
</file>

<file path=ppt/notesSlides/_rels/notesSlide99.xml.rels><?xml version="1.0" encoding="utf-8"?><Relationships xmlns="http://schemas.openxmlformats.org/package/2006/relationships"><Relationship Type="http://schemas.openxmlformats.org/officeDocument/2006/relationships/slide" Target="/ppt/slides/slide99.xml" Id="R8a7c9e37e6e14582" /><Relationship Type="http://schemas.openxmlformats.org/officeDocument/2006/relationships/notesMaster" Target="/ppt/notesMasters/notesMaster1.xml" Id="R89005aee29154fdf" /></Relationships>
</file>

<file path=ppt/notesSlides/_rels/notesSlide100.xml.rels><?xml version="1.0" encoding="utf-8"?><Relationships xmlns="http://schemas.openxmlformats.org/package/2006/relationships"><Relationship Type="http://schemas.openxmlformats.org/officeDocument/2006/relationships/slide" Target="/ppt/slides/slide100.xml" Id="R0063070daffd43e4" /><Relationship Type="http://schemas.openxmlformats.org/officeDocument/2006/relationships/notesMaster" Target="/ppt/notesMasters/notesMaster1.xml" Id="R7b112601c2a64208" /></Relationships>
</file>

<file path=ppt/notesSlides/_rels/notesSlide101.xml.rels><?xml version="1.0" encoding="utf-8"?><Relationships xmlns="http://schemas.openxmlformats.org/package/2006/relationships"><Relationship Type="http://schemas.openxmlformats.org/officeDocument/2006/relationships/slide" Target="/ppt/slides/slide101.xml" Id="R560a355944224827" /><Relationship Type="http://schemas.openxmlformats.org/officeDocument/2006/relationships/notesMaster" Target="/ppt/notesMasters/notesMaster1.xml" Id="R2956a2047df44dcc" /></Relationships>
</file>

<file path=ppt/notesSlides/_rels/notesSlide102.xml.rels><?xml version="1.0" encoding="utf-8"?><Relationships xmlns="http://schemas.openxmlformats.org/package/2006/relationships"><Relationship Type="http://schemas.openxmlformats.org/officeDocument/2006/relationships/slide" Target="/ppt/slides/slide102.xml" Id="R4df44b7c0ec54bcb" /><Relationship Type="http://schemas.openxmlformats.org/officeDocument/2006/relationships/notesMaster" Target="/ppt/notesMasters/notesMaster1.xml" Id="R8078dc63f9ad408a" /></Relationships>
</file>

<file path=ppt/notesSlides/_rels/notesSlide103.xml.rels><?xml version="1.0" encoding="utf-8"?><Relationships xmlns="http://schemas.openxmlformats.org/package/2006/relationships"><Relationship Type="http://schemas.openxmlformats.org/officeDocument/2006/relationships/slide" Target="/ppt/slides/slide103.xml" Id="R9ec1be889abf4747" /><Relationship Type="http://schemas.openxmlformats.org/officeDocument/2006/relationships/notesMaster" Target="/ppt/notesMasters/notesMaster1.xml" Id="Ra4cbf48a85004011" /></Relationships>
</file>

<file path=ppt/notesSlides/_rels/notesSlide104.xml.rels><?xml version="1.0" encoding="utf-8"?><Relationships xmlns="http://schemas.openxmlformats.org/package/2006/relationships"><Relationship Type="http://schemas.openxmlformats.org/officeDocument/2006/relationships/slide" Target="/ppt/slides/slide104.xml" Id="R4118d3e401d44e6c" /><Relationship Type="http://schemas.openxmlformats.org/officeDocument/2006/relationships/notesMaster" Target="/ppt/notesMasters/notesMaster1.xml" Id="R59b9d3aca398484b" /></Relationships>
</file>

<file path=ppt/notesSlides/_rels/notesSlide105.xml.rels><?xml version="1.0" encoding="utf-8"?><Relationships xmlns="http://schemas.openxmlformats.org/package/2006/relationships"><Relationship Type="http://schemas.openxmlformats.org/officeDocument/2006/relationships/slide" Target="/ppt/slides/slide105.xml" Id="R28d3a752c1654d93" /><Relationship Type="http://schemas.openxmlformats.org/officeDocument/2006/relationships/notesMaster" Target="/ppt/notesMasters/notesMaster1.xml" Id="Ra809662fe7414499" /></Relationships>
</file>

<file path=ppt/notesSlides/_rels/notesSlide106.xml.rels><?xml version="1.0" encoding="utf-8"?><Relationships xmlns="http://schemas.openxmlformats.org/package/2006/relationships"><Relationship Type="http://schemas.openxmlformats.org/officeDocument/2006/relationships/slide" Target="/ppt/slides/slide106.xml" Id="R30e45e9a0633454a" /><Relationship Type="http://schemas.openxmlformats.org/officeDocument/2006/relationships/notesMaster" Target="/ppt/notesMasters/notesMaster1.xml" Id="R789f04a5ee1340b9" /></Relationships>
</file>

<file path=ppt/notesSlides/_rels/notesSlide107.xml.rels><?xml version="1.0" encoding="utf-8"?><Relationships xmlns="http://schemas.openxmlformats.org/package/2006/relationships"><Relationship Type="http://schemas.openxmlformats.org/officeDocument/2006/relationships/slide" Target="/ppt/slides/slide107.xml" Id="R6d958c84c0a24bdb" /><Relationship Type="http://schemas.openxmlformats.org/officeDocument/2006/relationships/notesMaster" Target="/ppt/notesMasters/notesMaster1.xml" Id="R498467402c07474b" /></Relationships>
</file>

<file path=ppt/notesSlides/_rels/notesSlide108.xml.rels><?xml version="1.0" encoding="utf-8"?><Relationships xmlns="http://schemas.openxmlformats.org/package/2006/relationships"><Relationship Type="http://schemas.openxmlformats.org/officeDocument/2006/relationships/slide" Target="/ppt/slides/slide108.xml" Id="R339477906d8e4199" /><Relationship Type="http://schemas.openxmlformats.org/officeDocument/2006/relationships/notesMaster" Target="/ppt/notesMasters/notesMaster1.xml" Id="Rd231d4a707e548bc" /></Relationships>
</file>

<file path=ppt/notesSlides/_rels/notesSlide109.xml.rels><?xml version="1.0" encoding="utf-8"?><Relationships xmlns="http://schemas.openxmlformats.org/package/2006/relationships"><Relationship Type="http://schemas.openxmlformats.org/officeDocument/2006/relationships/slide" Target="/ppt/slides/slide109.xml" Id="R7135a359516b4f01" /><Relationship Type="http://schemas.openxmlformats.org/officeDocument/2006/relationships/notesMaster" Target="/ppt/notesMasters/notesMaster1.xml" Id="R49e2134f87444dec" /></Relationships>
</file>

<file path=ppt/notesSlides/_rels/notesSlide110.xml.rels><?xml version="1.0" encoding="utf-8"?><Relationships xmlns="http://schemas.openxmlformats.org/package/2006/relationships"><Relationship Type="http://schemas.openxmlformats.org/officeDocument/2006/relationships/slide" Target="/ppt/slides/slide110.xml" Id="R73e62c672b6149a9" /><Relationship Type="http://schemas.openxmlformats.org/officeDocument/2006/relationships/notesMaster" Target="/ppt/notesMasters/notesMaster1.xml" Id="Rcf79b18562284a12" /></Relationships>
</file>

<file path=ppt/notesSlides/_rels/notesSlide111.xml.rels><?xml version="1.0" encoding="utf-8"?><Relationships xmlns="http://schemas.openxmlformats.org/package/2006/relationships"><Relationship Type="http://schemas.openxmlformats.org/officeDocument/2006/relationships/slide" Target="/ppt/slides/slide111.xml" Id="Rcbbf893184ea4b4f" /><Relationship Type="http://schemas.openxmlformats.org/officeDocument/2006/relationships/notesMaster" Target="/ppt/notesMasters/notesMaster1.xml" Id="Re73de6cf821b4c89" /></Relationships>
</file>

<file path=ppt/notesSlides/_rels/notesSlide112.xml.rels><?xml version="1.0" encoding="utf-8"?><Relationships xmlns="http://schemas.openxmlformats.org/package/2006/relationships"><Relationship Type="http://schemas.openxmlformats.org/officeDocument/2006/relationships/slide" Target="/ppt/slides/slide112.xml" Id="R7702ee77e1344abd" /><Relationship Type="http://schemas.openxmlformats.org/officeDocument/2006/relationships/notesMaster" Target="/ppt/notesMasters/notesMaster1.xml" Id="R9ce33fbf1e97475c" /></Relationships>
</file>

<file path=ppt/notesSlides/_rels/notesSlide113.xml.rels><?xml version="1.0" encoding="utf-8"?><Relationships xmlns="http://schemas.openxmlformats.org/package/2006/relationships"><Relationship Type="http://schemas.openxmlformats.org/officeDocument/2006/relationships/slide" Target="/ppt/slides/slide113.xml" Id="R7d0b24138dea41be" /><Relationship Type="http://schemas.openxmlformats.org/officeDocument/2006/relationships/notesMaster" Target="/ppt/notesMasters/notesMaster1.xml" Id="Rd6d4f46725ed4448" /></Relationships>
</file>

<file path=ppt/notesSlides/_rels/notesSlide114.xml.rels><?xml version="1.0" encoding="utf-8"?><Relationships xmlns="http://schemas.openxmlformats.org/package/2006/relationships"><Relationship Type="http://schemas.openxmlformats.org/officeDocument/2006/relationships/slide" Target="/ppt/slides/slide114.xml" Id="R45e579cfd1b74751" /><Relationship Type="http://schemas.openxmlformats.org/officeDocument/2006/relationships/notesMaster" Target="/ppt/notesMasters/notesMaster1.xml" Id="Rc6bf7d350d8f400a" /></Relationships>
</file>

<file path=ppt/notesSlides/_rels/notesSlide115.xml.rels><?xml version="1.0" encoding="utf-8"?><Relationships xmlns="http://schemas.openxmlformats.org/package/2006/relationships"><Relationship Type="http://schemas.openxmlformats.org/officeDocument/2006/relationships/slide" Target="/ppt/slides/slide115.xml" Id="Rae043a76808647db" /><Relationship Type="http://schemas.openxmlformats.org/officeDocument/2006/relationships/notesMaster" Target="/ppt/notesMasters/notesMaster1.xml" Id="R67ed9e5ab2d544b5" /></Relationships>
</file>

<file path=ppt/notesSlides/_rels/notesSlide116.xml.rels><?xml version="1.0" encoding="utf-8"?><Relationships xmlns="http://schemas.openxmlformats.org/package/2006/relationships"><Relationship Type="http://schemas.openxmlformats.org/officeDocument/2006/relationships/slide" Target="/ppt/slides/slide116.xml" Id="Redcec79e7d494b53" /><Relationship Type="http://schemas.openxmlformats.org/officeDocument/2006/relationships/notesMaster" Target="/ppt/notesMasters/notesMaster1.xml" Id="R44c72230652f43f5" /></Relationships>
</file>

<file path=ppt/notesSlides/_rels/notesSlide117.xml.rels><?xml version="1.0" encoding="utf-8"?><Relationships xmlns="http://schemas.openxmlformats.org/package/2006/relationships"><Relationship Type="http://schemas.openxmlformats.org/officeDocument/2006/relationships/slide" Target="/ppt/slides/slide117.xml" Id="R58179a36448c4275"/><Relationship Type="http://schemas.openxmlformats.org/officeDocument/2006/relationships/notesMaster" Target="/ppt/notesMasters/notesMaster1.xml" Id="R38560c6956584fa4"/></Relationships>
</file>

<file path=ppt/notesSlides/_rels/notesSlide118.xml.rels><?xml version="1.0" encoding="utf-8"?><Relationships xmlns="http://schemas.openxmlformats.org/package/2006/relationships"><Relationship Type="http://schemas.openxmlformats.org/officeDocument/2006/relationships/slide" Target="/ppt/slides/slide118.xml" Id="Rb745a901479e4157" /><Relationship Type="http://schemas.openxmlformats.org/officeDocument/2006/relationships/notesMaster" Target="/ppt/notesMasters/notesMaster1.xml" Id="R9b2585fdc2c843bb" /></Relationships>
</file>

<file path=ppt/notesSlides/_rels/notesSlide119.xml.rels><?xml version="1.0" encoding="utf-8"?><Relationships xmlns="http://schemas.openxmlformats.org/package/2006/relationships"><Relationship Type="http://schemas.openxmlformats.org/officeDocument/2006/relationships/slide" Target="/ppt/slides/slide119.xml" Id="Re9189c18ad9a47e6" /><Relationship Type="http://schemas.openxmlformats.org/officeDocument/2006/relationships/notesMaster" Target="/ppt/notesMasters/notesMaster1.xml" Id="Rf35708420cc741cc" /></Relationships>
</file>

<file path=ppt/notesSlides/_rels/notesSlide120.xml.rels><?xml version="1.0" encoding="utf-8"?><Relationships xmlns="http://schemas.openxmlformats.org/package/2006/relationships"><Relationship Type="http://schemas.openxmlformats.org/officeDocument/2006/relationships/slide" Target="/ppt/slides/slide120.xml" Id="Rf7e4586e1afd46f0" /><Relationship Type="http://schemas.openxmlformats.org/officeDocument/2006/relationships/notesMaster" Target="/ppt/notesMasters/notesMaster1.xml" Id="R9a58555e79244a2d"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오른쪽은 관찰된 조사 내용이다. 새 제품 실행이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 ACT 0 / 0E</a:t>
            </a:r>
          </a:p>
          <a:p>
            <a:r>
              <a:t xml:space="preserve"/>
            </a:r>
          </a:p>
          <a:p>
            <a:r>
              <a:t xml:space="preserve">Allocated Time: 2 minutes</a:t>
            </a:r>
          </a:p>
          <a:p>
            <a:r>
              <a:t xml:space="preserve"/>
            </a:r>
          </a:p>
          <a:p>
            <a:r>
              <a:t xml:space="preserve">Mode Split: Lecture 2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**TRANSFER (1:30–2:00):** “코드를 함께 볼 수 있어도, 맡길 일과 받아들일 결과는 사람이 정한다”로 묶는다. 이 구분을 각자 작업에 대입할 S15 질문으로 이동하며 ACT 1의 요청 구조는 미리 설명하지 않는다.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 Opening question은 수사 질문이다. 짧은 강의 시간에 답변을 요구하지 않는다.</a:t>
            </a:r>
          </a:p>
          <a:p>
            <a:r>
              <a:t xml:space="preserve"/>
            </a:r>
          </a:p>
          <a:p>
            <a:r>
              <a:t xml:space="preserve">**Transition:**</a:t>
            </a:r>
          </a:p>
          <a:p>
            <a:r>
              <a:t xml:space="preserve">“이 구분을 여러분이 지금 맡기고 싶은 일에 대입해 보겠습니다.”라고 S15의 개인 적용 질문을 연다.</a:t>
            </a:r>
          </a:p>
          <a:p>
            <a:r>
              <a:t xml:space="preserve"/>
            </a:r>
          </a:p>
          <a:p>
            <a:r>
              <a:t xml:space="preserve">Time Management: Lecture 2분. 구분 20초, 사람+Agent의 허용 정보 접근 30초, 사람의 최종 책임 40초, 정리·S15 연결 30초다. Access와 Intent 두 축만 설명하고 ACT 1의 구조나 목록은 소개하지 않는다.</a:t>
            </a:r>
          </a:p>
          <a:p>
            <a:r>
              <a:t xml:space="preserve"/>
            </a:r>
          </a:p>
          <a:p>
            <a:r>
              <a:t xml:space="preserve"/>
            </a:r>
          </a:p>
          <a:p>
            <a:r>
              <a:t xml:space="preserve">Fallback: 화면 도식이 보이지 않으면 “자료는 함께 살펴보고, 목표·허용 범위·완료 수용은 사람이 최종 정합니다”라고 설명하고 S15으로 간다. Agent의 제안 가능성을 부정하지 않는다. 정적 경로는 production/preview/act0/S14.png 및 production/preview/full/S14.png이며 새 파일 일치는 후속 렌더 대조 전까지 미검증이다.</a:t>
            </a:r>
          </a:p>
          <a:p>
            <a:r>
              <a:t xml:space="preserve"/>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프로젝트를 보면 내가 원하는 것까지 알까?</a:t>
            </a:r>
          </a:p>
          <a:p>
            <a:r>
              <a:t xml:space="preserve"/>
            </a:r>
          </a:p>
          <a:p>
            <a:r>
              <a:t xml:space="preserve">Slide ID: S15</a:t>
            </a:r>
          </a:p>
          <a:p>
            <a:r>
              <a:t xml:space="preserve"/>
            </a:r>
          </a:p>
          <a:p>
            <a:r>
              <a:t xml:space="preserve">Working Title:</a:t>
            </a:r>
          </a:p>
          <a:p>
            <a:r>
              <a:t xml:space="preserve">프로젝트를 보면 내가 원하는 것까지 알까?</a:t>
            </a:r>
          </a:p>
          <a:p>
            <a:r>
              <a:t xml:space="preserve"/>
            </a:r>
          </a:p>
          <a:p>
            <a:r>
              <a:t xml:space="preserve">ACT / Section: ACT 0 / 0F</a:t>
            </a:r>
          </a:p>
          <a:p>
            <a:r>
              <a:t xml:space="preserve"/>
            </a:r>
          </a:p>
          <a:p>
            <a:r>
              <a:t xml:space="preserve">Allocated Time: 6 minutes</a:t>
            </a:r>
          </a:p>
          <a:p>
            <a:r>
              <a:t xml:space="preserve"/>
            </a:r>
          </a:p>
          <a:p>
            <a:r>
              <a:t xml:space="preserve">Mode Split: Transition 3 minutes + Q&amp;A 3 minutes</a:t>
            </a:r>
          </a:p>
          <a:p>
            <a:r>
              <a:t xml:space="preserve"/>
            </a:r>
          </a:p>
          <a:p>
            <a:r>
              <a:t xml:space="preserve">Primary Message:</a:t>
            </a:r>
          </a:p>
          <a:p>
            <a:r>
              <a:t xml:space="preserve">개발 프로젝트를 볼 수 있다는 사실만으로 Task의 의도가 정해지지는 않는다.</a:t>
            </a:r>
          </a:p>
          <a:p>
            <a:r>
              <a:t xml:space="preserve"/>
            </a:r>
          </a:p>
          <a:p>
            <a:r>
              <a:t xml:space="preserve">Opening Question:</a:t>
            </a:r>
          </a:p>
          <a:p>
            <a:r>
              <a:t xml:space="preserve">“프로젝트를 볼 수 있으면 내가 원하는 것까지 알 수 있을까?”</a:t>
            </a:r>
          </a:p>
          <a:p>
            <a:r>
              <a:t xml:space="preserve"/>
            </a:r>
          </a:p>
          <a:p>
            <a:r>
              <a:t xml:space="preserve">**Speaker Flow:**</a:t>
            </a:r>
          </a:p>
          <a:p>
            <a:r>
              <a:t xml:space="preserve">1. **CALLBACK (0:00–0:25 / Transition):** S14에서 사람이 정할 목표·허용 범위·완료 수용을 남겼음을 짧게 회수한다. 화면의 제조 검사 Task는 교육용 가정이라고 말한다.</a:t>
            </a:r>
          </a:p>
          <a:p>
            <a:r>
              <a:t xml:space="preserve">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a:r>
              <a:t xml:space="preserve">3. **TASK QUESTION (1:15–2:30 / Transition):** 하단의 “지금 이 저장소에 어떤 일을 맡기고 싶으신가요?”를 읽고 원하는 작업 하나를 조용히 떠올리게 한다. 판정 카드의 ?를 남겨 두며 정답이나 새 기능 목록을 제시하지 않는다.</a:t>
            </a:r>
          </a:p>
          <a:p>
            <a:r>
              <a:t xml:space="preserve">4. **HANDOFF (2:30–3:00 / Transition):** “그 원하는 결과까지 코드에 적혀 있을까요?”를 읽는다. 같은 개발 프로젝트를 보더라도 원하는 검사는 별도로 전달해야 한다는 다음 문제를 남긴다. ACT 1의 다섯 책임을 먼저 펼치지 않는다.</a:t>
            </a:r>
          </a:p>
          <a:p>
            <a:r>
              <a:t xml:space="preserve">5. **Q&amp;A (3:00–6:00):** 자발적인 질문을 받는다. 질문이 없으면 두 질문을 화면에 남기고, 종료 시 기존 Transition 문구로 S17의 모호한 요청에 연결한다.</a:t>
            </a:r>
          </a:p>
          <a:p>
            <a:r>
              <a:t xml:space="preserve">기존 연결 질문을 유지한 채 ACT 1 제목 S16를 거쳐 S17의 첫 문제로 이어간다. 제목의 Transition1분은 다음 ACT에 별도로 배정한다.</a:t>
            </a:r>
          </a:p>
          <a:p>
            <a:r>
              <a:t xml:space="preserve"/>
            </a:r>
          </a:p>
          <a:p>
            <a:r>
              <a:t xml:space="preserve">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a:r>
              <a:t xml:space="preserve"/>
            </a:r>
          </a:p>
          <a:p>
            <a:r>
              <a:t xml:space="preserve">보존된 상세 출처: 교육용 검사 Task 가정 · 점선은 추가 정의·연결 범위 · 실제 실행 결과 아님</a:t>
            </a:r>
          </a:p>
          <a:p>
            <a:r>
              <a:t xml:space="preserve"/>
            </a:r>
          </a:p>
          <a:p>
            <a:r>
              <a:t xml:space="preserve">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a:r>
              <a:t xml:space="preserve"/>
            </a:r>
          </a:p>
          <a:p>
            <a:r>
              <a:t xml:space="preserve">보존된 상세 범위: 실제 저장소에는 후속 함수도 있습니다. 도식은 실제 실행 순서나 함수의 미구현 상태를 재현하지 않습니다.</a:t>
            </a:r>
          </a:p>
          <a:p>
            <a:r>
              <a:t xml:space="preserve"/>
            </a:r>
          </a:p>
          <a:p>
            <a:r>
              <a:t xml:space="preserve">Beginner Explanation: ROI crop 이후 검사에서 무엇을 더 하고 싶은지는 코드를 보는 것만으로 정해지지 않는다. 그림의 점선 중 어디까지 맡기고 싶은지 떠올리면 충분하다.</a:t>
            </a:r>
          </a:p>
          <a:p>
            <a:r>
              <a:t xml:space="preserve"/>
            </a:r>
          </a:p>
          <a:p>
            <a:r>
              <a:t xml:space="preserve">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a:r>
              <a:t xml:space="preserve"/>
            </a:r>
          </a:p>
          <a:p>
            <a:r>
              <a:t xml:space="preserve">C++ Vision Bridge: N/A. 제조 검사 도메인은 질문의 배경이며 새로운 C++ 도구·하드웨어 검증이나 전용 Bridge를 추가하지 않는다.</a:t>
            </a:r>
          </a:p>
          <a:p>
            <a:r>
              <a:t xml:space="preserve"/>
            </a:r>
          </a:p>
          <a:p>
            <a:r>
              <a:t xml:space="preserve">Demo Operation: N/A. 편집 가능한 native 도식으로 질문을 여는 정적 화면이다. 검사장비 실행·신규 Demo·새 Trial을 시연하지 않는다.</a:t>
            </a:r>
          </a:p>
          <a:p>
            <a:r>
              <a:t xml:space="preserve"/>
            </a:r>
          </a:p>
          <a:p>
            <a:r>
              <a:t xml:space="preserve">Audience Interaction: Transition 3분에서 개인적으로 작업을 떠올리게 하고 Q&amp;A 3분은 선택적 질문 시간으로 둔다. 답변·공유·코드 작성·알고리즘 설계를 강제하지 않는다.</a:t>
            </a:r>
          </a:p>
          <a:p>
            <a:r>
              <a:t xml:space="preserve"/>
            </a:r>
          </a:p>
          <a:p>
            <a:r>
              <a:t xml:space="preserve">**Transition:**</a:t>
            </a:r>
          </a:p>
          <a:p>
            <a:r>
              <a:t xml:space="preserve">“방금 떠올린 원하는 결과를 작업 요청으로 전달하려면 무엇이 더 필요할까요?”라는 질문으로 `Chatbot → Prompt`를 handoff한다. ACT 1의 내부 구조는 소개하지 않는다.</a:t>
            </a:r>
          </a:p>
          <a:p>
            <a:r>
              <a:t xml:space="preserve">기존 연결 질문을 유지한 채 ACT 1 제목 S16를 거쳐 S17의 첫 문제로 이어간다. 제목의 Transition1분은 다음 ACT에 별도로 배정한다.</a:t>
            </a:r>
          </a:p>
          <a:p>
            <a:r>
              <a:t xml:space="preserve"/>
            </a:r>
          </a:p>
          <a:p>
            <a:r>
              <a:t xml:space="preserve">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a:r>
              <a:t xml:space="preserve"/>
            </a:r>
          </a:p>
          <a:p>
            <a:r>
              <a:t xml:space="preserve">Fallback: production/ACT_0.pptx S15 또는 production/preview/act0/S15.png의 동일 도식을 사용한다. 질문이 없으면 판정의 ?와 두 질문을 남긴 채 기존 Transition으로 S17에 넘긴다. 즉석 검사 알고리즘·실행 화면으로 대체하지 않는다.</a:t>
            </a:r>
          </a:p>
          <a:p>
            <a:r>
              <a:t xml:space="preserve"/>
            </a:r>
          </a:p>
          <a:p>
            <a:r>
              <a:t xml:space="preserve">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Prompt를 작업 명세로 만들기</a:t>
            </a:r>
          </a:p>
          <a:p>
            <a:r>
              <a:t xml:space="preserve"/>
            </a:r>
          </a:p>
          <a:p>
            <a:r>
              <a:t xml:space="preserve">**Slide ID:**</a:t>
            </a:r>
          </a:p>
          <a:p>
            <a:r>
              <a:t xml:space="preserve">S16</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S17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S17로 넘긴다. 실측 리허설 UNVERIFIED.</a:t>
            </a:r>
          </a:p>
          <a:p>
            <a:r>
              <a:t xml:space="preserve"/>
            </a:r>
          </a:p>
          <a:p>
            <a:r>
              <a:t xml:space="preserve">**Fallback:**</a:t>
            </a:r>
          </a:p>
          <a:p>
            <a:r>
              <a:t xml:space="preserve">LOCAL STATIC ARTIFACT — production/preview/full/S16.png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Task에는 무엇이 아직 정해지지 않았을까?</a:t>
            </a:r>
          </a:p>
          <a:p>
            <a:r>
              <a:t xml:space="preserve"/>
            </a:r>
          </a:p>
          <a:p>
            <a:r>
              <a:t xml:space="preserve">Slide ID: S17</a:t>
            </a:r>
          </a:p>
          <a:p>
            <a:r>
              <a:t xml:space="preserve"/>
            </a:r>
          </a:p>
          <a:p>
            <a:r>
              <a:t xml:space="preserve">Working Title: Task에는 무엇이 아직 정해지지 않았을까?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코드가 보이더라도 무엇을 바꾸고, 무엇을 보존하며, 언제 끝났다고 판단할지는 요청에 명시되어야 한다.</a:t>
            </a:r>
          </a:p>
          <a:p>
            <a:r>
              <a:t xml:space="preserve"/>
            </a:r>
          </a:p>
          <a:p>
            <a:r>
              <a:t xml:space="preserve">Opening Question: “원하는 변화, 지킬 조건, 완료 근거 중 무엇이 아직 요청에 없을까?”</a:t>
            </a:r>
          </a:p>
          <a:p>
            <a:r>
              <a:t xml:space="preserve"/>
            </a:r>
          </a:p>
          <a:p>
            <a:r>
              <a:t xml:space="preserve">Speaker Flow:</a:t>
            </a:r>
          </a:p>
          <a:p>
            <a:r>
              <a:t xml:space="preserve"/>
            </a:r>
          </a:p>
          <a:p>
            <a:r>
              <a:t xml:space="preserve">1. **REQUEST (0:00–1:30):** S15의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a:r>
              <a:t xml:space="preserve">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a:r>
              <a:t xml:space="preserve">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a:r>
              <a:t xml:space="preserve">4. **NARROW THE CASE (5:30–7:00):** filter에서 남은 의도 문제를 이미 본 crop 사례로 좁힌다고 전환 이유를 말한다. 다른 성능 실험을 시작하는 것이 아니라 같은 모호함을 친숙한 동작 명세로 구체화하는 것이다.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a:r>
              <a:t xml:space="preserve"/>
            </a:r>
          </a:p>
          <a:p>
            <a:r>
              <a:t xml:space="preserve">보존된 상세 범위: 실제 Agent 실패·측정 결과·기하급수 증가 법칙이 아닙니다. 필요한 정보를 되묻는 선택도 가능합니다.</a:t>
            </a:r>
          </a:p>
          <a:p>
            <a:r>
              <a:t xml:space="preserve"/>
            </a:r>
          </a:p>
          <a:p>
            <a:r>
              <a:t xml:space="preserve">Beginner Explanation: “성능을 개선해줘”만으로는 어떤 변경을 원하고 무엇을 지켜야 하는지 빠질 수 있다. 필요한 선택을 먼저 밝혀 두면 불필요한 재탐색을 줄일 여지가 있다.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 “성능 요청에서 남은 결정을, 앞서 본 crop 사례로 좁혀 보겠습니다. 같은 모호함을 구체적으로 보기 위한 예시 전환입니다.”라고 S18로 이동한다.</a:t>
            </a:r>
          </a:p>
          <a:p>
            <a:r>
              <a:t xml:space="preserve"/>
            </a:r>
          </a:p>
          <a:p>
            <a:r>
              <a:t xml:space="preserve">Time Management: Case 7분 유지. 요청 1분30초, 오른쪽 미정 질문 2분30초, 비용 개념 1분30초, 다음 사례 연결 1분30초로 제한한다. 곡선·토큰 단가·제품 내부 추론 강의를 추가하지 않는다. 실측 발표 시간은 UNVERIFIED다.</a:t>
            </a:r>
          </a:p>
          <a:p>
            <a:r>
              <a:t xml:space="preserve"/>
            </a:r>
          </a:p>
          <a:p>
            <a:r>
              <a:t xml:space="preserve">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요청만으로는 의도가 보이지 않는다</a:t>
            </a:r>
          </a:p>
          <a:p>
            <a:r>
              <a:t xml:space="preserve"/>
            </a:r>
          </a:p>
          <a:p>
            <a:r>
              <a:t xml:space="preserve">Slide ID: S18</a:t>
            </a:r>
          </a:p>
          <a:p>
            <a:r>
              <a:t xml:space="preserve"/>
            </a:r>
          </a:p>
          <a:p>
            <a:r>
              <a:t xml:space="preserve">Working Title: 요청만으로는 의도가 보이지 않는다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Repository를 볼 수 있어도 바꿀 범위와 완료 조건까지 알 수 있는 것은 아니다.</a:t>
            </a:r>
          </a:p>
          <a:p>
            <a:r>
              <a:t xml:space="preserve"/>
            </a:r>
          </a:p>
          <a:p>
            <a:r>
              <a:t xml:space="preserve">Opening Question: “앞서 본 crop 요청에서도, 사람이 원하는 작업 경로는 정해졌을까?”</a:t>
            </a:r>
          </a:p>
          <a:p>
            <a:r>
              <a:t xml:space="preserve"/>
            </a:r>
          </a:p>
          <a:p>
            <a:r>
              <a:t xml:space="preserve">Speaker Flow:</a:t>
            </a:r>
          </a:p>
          <a:p>
            <a:r>
              <a:t xml:space="preserve"/>
            </a:r>
          </a:p>
          <a:p>
            <a:r>
              <a:t xml:space="preserve">1. **SAME AMBIGUITY (0:00–0:30):** 성능 요청에서 보았던 “어떤 변화를 원하나?”를 앞서 조사한 crop으로 좁혔다고 회수한다. 입력창의 “crop test 고쳐줘”는 수업용 요청이며 실제 TRIAL-002 Prompt가 아니다.</a:t>
            </a:r>
          </a:p>
          <a:p>
            <a:r>
              <a:t xml:space="preserve">2. **POSSIBLE PATHS (0:30–1:20):** 같은 Agent에서 나뉜 테스트 변경·구현 변경·먼저 질문의 세 경로를 짚는다. 요청에 없는 의도 때문에 남는 가능한 해석이며 실제 반복 실험·확률·동시 Subagent 실행 결과가 아니다.</a:t>
            </a:r>
          </a:p>
          <a:p>
            <a:r>
              <a:t xml:space="preserve">3. **MISSING INFORMATION (1:20–2:00):** 목표 세부·보존 조건·수정 범위·확인 근거·완료 조건을 아직 채워야 할 정보로 읽는다. 어떤 경로를 원했는지 요청에 담는 다음 장으로 넘긴다.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a:r>
              <a:t xml:space="preserve"/>
            </a:r>
          </a:p>
          <a:p>
            <a:r>
              <a:t xml:space="preserve">보존된 상세 범위: 짧은 요청의 가능한 해석을 그렸습니다. 실제 TRIAL-002 Prompt나 특정 실패의 재현이 아닙니다.</a:t>
            </a:r>
          </a:p>
          <a:p>
            <a:r>
              <a:t xml:space="preserve"/>
            </a:r>
          </a:p>
          <a:p>
            <a:r>
              <a:t xml:space="preserve">Beginner Explanation: 같은 말이라도 기대값을 고치라는 뜻인지, 구현을 명세에 맞추라는 뜻인지 아직 남아 있을 수 있다. 먼저 확인을 요청하는 해석도 가능하다.</a:t>
            </a:r>
          </a:p>
          <a:p>
            <a:r>
              <a:t xml:space="preserve"/>
            </a:r>
          </a:p>
          <a:p>
            <a:r>
              <a:t xml:space="preserve">Advanced Insight: The timelines represent unresolved interpretation, not measured nondeterminism. Missing constraints are human intent that cannot be reliably inferred from repository access alone.</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요청의 해석과 아래 다섯 미정 정보를 잠시 생각하게 한다. 정답 분류·공개 응답·실습을 요구하지 않는다.</a:t>
            </a:r>
          </a:p>
          <a:p>
            <a:r>
              <a:t xml:space="preserve"/>
            </a:r>
          </a:p>
          <a:p>
            <a:r>
              <a:t xml:space="preserve">Transition: “이 미정 정보를 요청에 담으면, 어떤 작업 경로를 원한다는 뜻인지 더 분명해질까요?”라고 S19의 교육용 구체화 예시로 이동한다.</a:t>
            </a:r>
          </a:p>
          <a:p>
            <a:r>
              <a:t xml:space="preserve"/>
            </a:r>
          </a:p>
          <a:p>
            <a:r>
              <a:t xml:space="preserve">Time Management: 원래 Case 4분을 S18 Case 2분 + 새 S19 Case 2분으로 나눈다. 여기서는 요청 30초, 가능 경로 50초, 미정 정보 40초만 다루고 세 경로의 세부 알고리즘을 강의하지 않는다.</a:t>
            </a:r>
          </a:p>
          <a:p>
            <a:r>
              <a:t xml:space="preserve"/>
            </a:r>
          </a:p>
          <a:p>
            <a:r>
              <a:t xml:space="preserve">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원하는 작업 경로를 Prompt에 담는다</a:t>
            </a:r>
          </a:p>
          <a:p>
            <a:r>
              <a:t xml:space="preserve"/>
            </a:r>
          </a:p>
          <a:p>
            <a:r>
              <a:t xml:space="preserve">Slide ID: S19</a:t>
            </a:r>
          </a:p>
          <a:p>
            <a:r>
              <a:t xml:space="preserve"/>
            </a:r>
          </a:p>
          <a:p>
            <a:r>
              <a:t xml:space="preserve">Working Title: 원하는 작업 경로를 Prompt에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목표·보존 조건·수정 범위·확인 근거·완료 조건을 요청에 담아 원하는 작업 경로를 명시하고 해석의 여지를 줄인다.</a:t>
            </a:r>
          </a:p>
          <a:p>
            <a:r>
              <a:t xml:space="preserve"/>
            </a:r>
          </a:p>
          <a:p>
            <a:r>
              <a:t xml:space="preserve">Opening Question: “확인·보고 사항까지 담으니 어떤 작업을 원했는지 더 분명해졌을까?”</a:t>
            </a:r>
          </a:p>
          <a:p>
            <a:r>
              <a:t xml:space="preserve"/>
            </a:r>
          </a:p>
          <a:p>
            <a:r>
              <a:t xml:space="preserve">Speaker Flow:</a:t>
            </a:r>
          </a:p>
          <a:p>
            <a:r>
              <a:t xml:space="preserve"/>
            </a:r>
          </a:p>
          <a:p>
            <a:r>
              <a:t xml:space="preserve">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a:r>
              <a:t xml:space="preserve">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a:r>
              <a:t xml:space="preserve">3. **GENERALIZE (1:30–2:00):** 구체 답은 여기서 마치고, 다른 작업을 요청할 때 사람이 먼저 답해야 할 질문으로 일반화한다.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앞 장과 달라진 정보와 원하는 경로의 연결을 눈으로 확인하게 한다. 프롬프트 작성·답변·공유·실습을 요구하지 않는다.</a:t>
            </a:r>
          </a:p>
          <a:p>
            <a:r>
              <a:t xml:space="preserve"/>
            </a:r>
          </a:p>
          <a:p>
            <a:r>
              <a:t xml:space="preserve">Transition: “이제 답을 다시 읽기보다, 다른 요청에서도 개발자가 먼저 결정할 질문을 정리해 보겠습니다.”라고 S20로 연결한다.</a:t>
            </a:r>
          </a:p>
          <a:p>
            <a:r>
              <a:t xml:space="preserve"/>
            </a:r>
          </a:p>
          <a:p>
            <a:r>
              <a:t xml:space="preserve">Time Management: Case 2분. 다섯 줄 요청 45초, 목표 경로와 검증 경계 45초, 다음 질문 연결 30초. S18와 합쳐 원래 Case 4분, Section 1B 전체420분을 유지한다. 실제 발화 시간은 UNVERIFIED다.</a:t>
            </a:r>
          </a:p>
          <a:p>
            <a:r>
              <a:t xml:space="preserve"/>
            </a:r>
          </a:p>
          <a:p>
            <a:r>
              <a:t xml:space="preserve">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개발자가 정해야 하는 경계</a:t>
            </a:r>
          </a:p>
          <a:p>
            <a:r>
              <a:t xml:space="preserve"/>
            </a:r>
          </a:p>
          <a:p>
            <a:r>
              <a:t xml:space="preserve">Slide ID: S20</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 “사람이 정할 답과 저장소에서 조사할 사실을 구분해, 다섯 항목의 작업 요청으로 정리해 보겠습니다.”라고 S21로 이동한다.</a:t>
            </a:r>
          </a:p>
          <a:p>
            <a:r>
              <a:t xml:space="preserve"/>
            </a:r>
          </a:p>
          <a:p>
            <a:r>
              <a:t xml:space="preserve">Time Management: Case 3분 후 Reflection 1분을 분리한다. 답을 제공하거나 공개 응답을 받지 않는다.</a:t>
            </a:r>
          </a:p>
          <a:p>
            <a:r>
              <a:t xml:space="preserve"/>
            </a:r>
          </a:p>
          <a:p>
            <a:r>
              <a:t xml:space="preserve">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Task Specification의 다섯 책임</a:t>
            </a:r>
          </a:p>
          <a:p>
            <a:r>
              <a:t xml:space="preserve"/>
            </a:r>
          </a:p>
          <a:p>
            <a:r>
              <a:t xml:space="preserve">Slide ID: S21</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
            </a:r>
          </a:p>
          <a:p>
            <a:r>
              <a:t xml:space="preserve">1. (0:00–0:40) S20의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 “이 다섯 항목이 실제 요청 문장의 어디에 들어가는지 보겠습니다.”라고 S22의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더 긴 Prompt보다 분명한 경계</a:t>
            </a:r>
          </a:p>
          <a:p>
            <a:r>
              <a:t xml:space="preserve"/>
            </a:r>
          </a:p>
          <a:p>
            <a:r>
              <a:t xml:space="preserve">Slide ID: S22</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 “여기까지는 교육용 요청 예시였습니다. 이제 실제 기록에서는 어떤 지시를 전달했고, 그 지시와 작업 과정이 어떻게 연결됐는지 보겠습니다.”라고 S23의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요청한 과정은 기록에도 남았을까?</a:t>
            </a:r>
          </a:p>
          <a:p>
            <a:r>
              <a:t xml:space="preserve"/>
            </a:r>
          </a:p>
          <a:p>
            <a:r>
              <a:t xml:space="preserve">Slide ID: S23</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
            </a:r>
          </a:p>
          <a:p>
            <a:r>
              <a:t xml:space="preserve">1. (0:00–0:15) S22은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S24, 05 확인·보고 결과는 S25로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S22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Lecture2분을 사용한다. 좌우01–03을 같은 번호로 짚고, 04 실제 diff는 S24, 05 실제 검증 결과는 S25에서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 “요청한 과정이 기록에 남은 것을 확인했습니다. 이 조사와 계획 뒤 실제로 무엇을 바꿨는지 04 최소 수정 내용을 보겠습니다.”라고 S24로 이동한다. 05 확인·보고 결과는 S25에서 확인한다.</a:t>
            </a:r>
          </a:p>
          <a:p>
            <a:r>
              <a:t xml:space="preserve"/>
            </a:r>
          </a:p>
          <a:p>
            <a:r>
              <a:t xml:space="preserve">Time Management: 0:00–0:15 출처 구분, 0:15–0:45 재현, 0:45–1:10 호출 관계, 1:10–1:40 편집 전 계획, 1:40–2:00 다음 결과 연결. Lecture2분을 유지한다. 지시 전문 낭독·일반 디버깅 강의·S24 코드 diff·S25 결과 수치 설명을 추가하지 않는다. 실측 리허설은 UNVERIFIED다.</a:t>
            </a:r>
          </a:p>
          <a:p>
            <a:r>
              <a:t xml:space="preserve"/>
            </a:r>
          </a:p>
          <a:p>
            <a:r>
              <a:t xml:space="preserve">Fallback: production/ACT_1.pptx S23 또는 production/preview/act1/S23.png의 정적 대응 표를 사용한다. 원시 CLI 이벤트 파일이 없어도 확인된 관찰 요약이라는 한계를 밝히고 진행한다. 상세한 변경·검증은 기존 S24/S23로 이어 간다. 최종 로컬 검토는 production/evaluation/S17_REQUEST_ACTION_REVISION.md를 따른다.</a:t>
            </a:r>
          </a:p>
          <a:p>
            <a:r>
              <a:t xml:space="preserve"/>
            </a:r>
          </a:p>
          <a:p>
            <a:r>
              <a:t xml:space="preserve">Validation Status: ALIGNED — DEC-0044에 따라 실제 지시와 관찰 요약의 대응·S24/S23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조사에서 한 줄 변경까지</a:t>
            </a:r>
          </a:p>
          <a:p>
            <a:r>
              <a:t xml:space="preserve"/>
            </a:r>
          </a:p>
          <a:p>
            <a:r>
              <a:t xml:space="preserve">Slide ID: S24</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
            </a:r>
          </a:p>
          <a:p>
            <a:r>
              <a:t xml:space="preserve">1. (0:00–1:00) S23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 실패한 Test와 기대 명세를 먼저 맞춘 뒤 꼭 필요한 한 줄만 바꿨다. S23의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 DEMO-05 / CAPTURED historical evidence. `production/ACT_1.pptx` S24에서 S23의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 “요청한 최소 수정까지 확인했습니다. 이제 요청에 적은 05 확인·보고가 어떤 기록으로 남았는지 보겠습니다.”라고 S25로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변경 결과와 확인 증거</a:t>
            </a:r>
          </a:p>
          <a:p>
            <a:r>
              <a:t xml:space="preserve"/>
            </a:r>
          </a:p>
          <a:p>
            <a:r>
              <a:t xml:space="preserve">Slide ID: S25</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
            </a:r>
          </a:p>
          <a:p>
            <a:r>
              <a:t xml:space="preserve">1. (0:00–0:45) “05에서 무엇을 확인·보고해 달라고 요청했는가?”를 회수한다. 단일 TRIAL-002의 실제 기록이며 S22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S26으로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 “이 확인 결과와 아직 모르는 점을 받아야 사람이 완료 여부를 판단할 수 있습니다. 무엇을 보고해 달라고 요청해야 할까요?”라고 S26으로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Generated ≠ Done</a:t>
            </a:r>
          </a:p>
          <a:p>
            <a:r>
              <a:t xml:space="preserve"/>
            </a:r>
          </a:p>
          <a:p>
            <a:r>
              <a:t xml:space="preserve">Slide ID: S26</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S25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 이 장에서는 새 C++ 예시를 추가하지 않는다. S27의 승인된 ON-SCREEN SUPPORTING vector·GoogleTest 도식으로 완료 조건과 검사 범위를 연결한다. 주요 C++ 패턴 전이는 S76에서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 “완료를 판단할 근거를 요청할 때, 어떤 검사와 기대값까지 명시해야 할까요?”라고 S27의 명세 기반 완료 조건으로 이동한다.</a:t>
            </a:r>
          </a:p>
          <a:p>
            <a:r>
              <a:t xml:space="preserve"/>
            </a:r>
          </a:p>
          <a:p>
            <a:r>
              <a:t xml:space="preserve">Time Management: Lecture3분: 완료 판단에 필요한 보고 요청45초, 변경 내용·확인 결과·미확인 사항90초, 성능 주장에 필요한 조건부 근거30초, 구체 완료 조건 연결15초. S25 수치·테스트 용어를 반복 강의하지 않는다. 실제 시간 적합성은 UNVERIFIED다.</a:t>
            </a:r>
          </a:p>
          <a:p>
            <a:r>
              <a:t xml:space="preserve"/>
            </a:r>
          </a:p>
          <a:p>
            <a:r>
              <a:t xml:space="preserve">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Check마다 확인하는 범위</a:t>
            </a:r>
          </a:p>
          <a:p>
            <a:r>
              <a:t xml:space="preserve"/>
            </a:r>
          </a:p>
          <a:p>
            <a:r>
              <a:t xml:space="preserve">Slide ID: S27</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
            </a:r>
          </a:p>
          <a:p>
            <a:r>
              <a:t xml:space="preserve">1. (0:00–0:30) “완료 조건에 어떤 검사와 기대값을 적어야 할까?”를 묻고 S26의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S76에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 “요청에 담을 내용은 정했습니다. 이제 상황에 맞게 전달하는 문장 도구를 보겠습니다.”라고 신규 S28로 이동한다. 기존 반복 Context 질문은 새8장 뒤의 S36–S37에서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 정적 기본 경로 — `production/ACT_1.pptx` S27 또는 `production/preview/act1/S27.png`를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지시와 참고 자료의 구분</a:t>
            </a:r>
          </a:p>
          <a:p>
            <a:r>
              <a:t xml:space="preserve"/>
            </a:r>
          </a:p>
          <a:p>
            <a:r>
              <a:t xml:space="preserve">Slide ID: S28</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입력과 기대 결과의 작은 예시</a:t>
            </a:r>
          </a:p>
          <a:p>
            <a:r>
              <a:t xml:space="preserve"/>
            </a:r>
          </a:p>
          <a:p>
            <a:r>
              <a:t xml:space="preserve">Slide ID: S29</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바로 검토할 수 있는 결과 형식</a:t>
            </a:r>
          </a:p>
          <a:p>
            <a:r>
              <a:t xml:space="preserve"/>
            </a:r>
          </a:p>
          <a:p>
            <a:r>
              <a:t xml:space="preserve">Slide ID: S30</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근거가 있는 설명과 미확인의 구분</a:t>
            </a:r>
          </a:p>
          <a:p>
            <a:r>
              <a:t xml:space="preserve"/>
            </a:r>
          </a:p>
          <a:p>
            <a:r>
              <a:t xml:space="preserve">Slide ID: S31</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결과를 바꾸는 결정에서 확인 질문</a:t>
            </a:r>
          </a:p>
          <a:p>
            <a:r>
              <a:t xml:space="preserve"/>
            </a:r>
          </a:p>
          <a:p>
            <a:r>
              <a:t xml:space="preserve">Slide ID: S32</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큰 작업을 검토할 결과물로 나누기</a:t>
            </a:r>
          </a:p>
          <a:p>
            <a:r>
              <a:t xml:space="preserve"/>
            </a:r>
          </a:p>
          <a:p>
            <a:r>
              <a:t xml:space="preserve">Slide ID: S33</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기준을 지정한 코드 리뷰 요청</a:t>
            </a:r>
          </a:p>
          <a:p>
            <a:r>
              <a:t xml:space="preserve"/>
            </a:r>
          </a:p>
          <a:p>
            <a:r>
              <a:t xml:space="preserve">Slide ID: S34</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구체적인 근거로 수정 방향 피드백</a:t>
            </a:r>
          </a:p>
          <a:p>
            <a:r>
              <a:t xml:space="preserve"/>
            </a:r>
          </a:p>
          <a:p>
            <a:r>
              <a:t xml:space="preserve">Slide ID: S35</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S28–S29의 반복 Context 질문으로 연결한다. 현재 기존 두 장은 S36–S37이다.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S28–S29의 반복 Context 질문으로 연결한다. 현재 기존 두 장은 S36–S37이다.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 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이번 Task인가, 계속 유지할 Project 정보인가?</a:t>
            </a:r>
          </a:p>
          <a:p>
            <a:r>
              <a:t xml:space="preserve"/>
            </a:r>
          </a:p>
          <a:p>
            <a:r>
              <a:t xml:space="preserve">Slide ID: S36</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
            </a:r>
          </a:p>
          <a:p>
            <a:r>
              <a:t xml:space="preserve">1. (0:00–1:00 / Reflection) S27에서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S37에서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 “방금 떠올린 반복 문장을 이번 Task 정보와 계속 참고할 Project 정보의 후보로 나눠 보겠습니다.”라고 S37으로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반복하는 설명을 두 범주로 나누기</a:t>
            </a:r>
          </a:p>
          <a:p>
            <a:r>
              <a:t xml:space="preserve"/>
            </a:r>
          </a:p>
          <a:p>
            <a:r>
              <a:t xml:space="preserve">Slide ID: S37</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S39의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S38를 거쳐 S39의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S39의 반복 Project Context 문제로 연결한다.</a:t>
            </a:r>
          </a:p>
          <a:p>
            <a:r>
              <a:t xml:space="preserve">기존 연결 질문을 유지한 채 ACT 2 제목 S38를 거쳐 S39의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 정적 기본 경로 — `production/ACT_1.pptx` S37 또는 `production/preview/act1/S37.png`를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필요한 정보를 찾아 쓰게 하기</a:t>
            </a:r>
          </a:p>
          <a:p>
            <a:r>
              <a:t xml:space="preserve"/>
            </a:r>
          </a:p>
          <a:p>
            <a:r>
              <a:t xml:space="preserve">**Slide ID:**</a:t>
            </a:r>
          </a:p>
          <a:p>
            <a:r>
              <a:t xml:space="preserve">S38</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S39의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S39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S39로 넘긴다. 실측 리허설 UNVERIFIED.</a:t>
            </a:r>
          </a:p>
          <a:p>
            <a:r>
              <a:t xml:space="preserve"/>
            </a:r>
          </a:p>
          <a:p>
            <a:r>
              <a:t xml:space="preserve">**Fallback:**</a:t>
            </a:r>
          </a:p>
          <a:p>
            <a:r>
              <a:t xml:space="preserve">LOCAL STATIC ARTIFACT — production/preview/full/S38.png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다른 Task에 같은 설명이 반복된다</a:t>
            </a:r>
          </a:p>
          <a:p>
            <a:r>
              <a:t xml:space="preserve"/>
            </a:r>
          </a:p>
          <a:p>
            <a:r>
              <a:t xml:space="preserve">Slide ID: S39</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작은 Project Context의 첫 기록</a:t>
            </a:r>
          </a:p>
          <a:p>
            <a:r>
              <a:t xml:space="preserve"/>
            </a:r>
          </a:p>
          <a:p>
            <a:r>
              <a:t xml:space="preserve">Slide ID: S40</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S41로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 `production/ACT_2.pptx`의 S40 및 `production/preview/act2/S40.png`에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 Demo 4분 유지. 1분 상태 전환, 2분 네 발췌, 1분 의미와 S41 handoff. 명령어 옵션별 설명은 생략한다.</a:t>
            </a:r>
          </a:p>
          <a:p>
            <a:r>
              <a:t xml:space="preserve"/>
            </a:r>
          </a:p>
          <a:p>
            <a:r>
              <a:t xml:space="preserve">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AGENTS.md의 지침대로 검증했다</a:t>
            </a:r>
          </a:p>
          <a:p>
            <a:r>
              <a:t xml:space="preserve"/>
            </a:r>
          </a:p>
          <a:p>
            <a:r>
              <a:t xml:space="preserve">Slide ID: S41</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 1분 실제 요청과 외부 주석,1분 프로젝트 작업 지침,1분 테스트 실행·11/11 결과,1분 해석 한계와 S42 연결. Demo4분·기존 Mode는 유지하며 실측 리허설은 UNVERIFIED다.</a:t>
            </a:r>
          </a:p>
          <a:p>
            <a:r>
              <a:t xml:space="preserve"/>
            </a:r>
          </a:p>
          <a:p>
            <a:r>
              <a:t xml:space="preserve">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Task Prompt와 Project Context</a:t>
            </a:r>
          </a:p>
          <a:p>
            <a:r>
              <a:t xml:space="preserve"/>
            </a:r>
          </a:p>
          <a:p>
            <a:r>
              <a:t xml:space="preserve">Slide ID: S42</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정확한 정보도 계속 늘어난다</a:t>
            </a:r>
          </a:p>
          <a:p>
            <a:r>
              <a:t xml:space="preserve"/>
            </a:r>
          </a:p>
          <a:p>
            <a:r>
              <a:t xml:space="preserve">Slide ID: S43</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S44의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정확하지만 이번 작업에는 불필요한 정보</a:t>
            </a:r>
          </a:p>
          <a:p>
            <a:r>
              <a:t xml:space="preserve"/>
            </a:r>
          </a:p>
          <a:p>
            <a:r>
              <a:t xml:space="preserve">Slide ID: S44</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
            </a:r>
          </a:p>
          <a:p>
            <a:r>
              <a:t xml:space="preserve">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정보의 범위와 제공 시점</a:t>
            </a:r>
          </a:p>
          <a:p>
            <a:r>
              <a:t xml:space="preserve"/>
            </a:r>
          </a:p>
          <a:p>
            <a:r>
              <a:t xml:space="preserve">Slide ID: S45</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 S44 회수30초, 공통 안내1분, 요청별 상세1분, 재사용 절차1분, 경계·S46 연결30초로 Lecture4분을 유지한다. 제품 기능이나 Skill 호출 설명으로 확장하지 않는다.</a:t>
            </a:r>
          </a:p>
          <a:p>
            <a:r>
              <a:t xml:space="preserve"/>
            </a:r>
          </a:p>
          <a:p>
            <a:r>
              <a:t xml:space="preserve">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많이 담아도 같은 근거를 똑같이 쓰는가?</a:t>
            </a:r>
          </a:p>
          <a:p>
            <a:r>
              <a:t xml:space="preserve"/>
            </a:r>
          </a:p>
          <a:p>
            <a:r>
              <a:t xml:space="preserve">Slide ID: S46</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 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S47으로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AI가 필요한 코드를 찾았다는 것을 무엇으로 확인할까?</a:t>
            </a:r>
          </a:p>
          <a:p>
            <a:r>
              <a:t xml:space="preserve"/>
            </a:r>
          </a:p>
          <a:p>
            <a:r>
              <a:t xml:space="preserve">Slide ID: S47</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 1. (0:00–0:40) S46의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S48의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 Lecture4분 유지. S46 연결40초, 위치 확인40초, 명세·코드 대응60초, 주변 근거60초, S48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 LOCAL STATIC ARTIFACT — production/ACT_2.pptx / S47; production/preview/act2/S47.png.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 DEC-0105 — S46→S47→S48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필요한 상세 정보로 가는 길</a:t>
            </a:r>
          </a:p>
          <a:p>
            <a:r>
              <a:t xml:space="preserve"/>
            </a:r>
          </a:p>
          <a:p>
            <a:r>
              <a:t xml:space="preserve">Slide ID: S48</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AGENTS.md에는 무엇을 남길까?</a:t>
            </a:r>
          </a:p>
          <a:p>
            <a:r>
              <a:t xml:space="preserve"/>
            </a:r>
          </a:p>
          <a:p>
            <a:r>
              <a:t xml:space="preserve">Slide ID: S49</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S50, 문서 접근의 관찰과 한계는 S52–S54에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정보를 지우지 않고 위치를 나누기</a:t>
            </a:r>
          </a:p>
          <a:p>
            <a:r>
              <a:t xml:space="preserve"/>
            </a:r>
          </a:p>
          <a:p>
            <a:r>
              <a:t xml:space="preserve">Slide ID: S50</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서로 다른 두 Task가 무엇을 읽을까?</a:t>
            </a:r>
          </a:p>
          <a:p>
            <a:r>
              <a:t xml:space="preserve"/>
            </a:r>
          </a:p>
          <a:p>
            <a:r>
              <a:t xml:space="preserve">Slide ID: S51</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S52–S54의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Crop Task에서 관찰한 접근</a:t>
            </a:r>
          </a:p>
          <a:p>
            <a:r>
              <a:t xml:space="preserve"/>
            </a:r>
          </a:p>
          <a:p>
            <a:r>
              <a:t xml:space="preserve">Slide ID: S52</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a:r>
              <a:t xml:space="preserve"/>
            </a:r>
          </a:p>
          <a:p>
            <a:r>
              <a:t xml:space="preserve">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의존성 질문은 설정과 소스로 답했다</a:t>
            </a:r>
          </a:p>
          <a:p>
            <a:r>
              <a:t xml:space="preserve"/>
            </a:r>
          </a:p>
          <a:p>
            <a:r>
              <a:t xml:space="preserve">Slide ID: S53</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 1. (0–1분) S51의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 LOCAL STATIC ARTIFACT — production/ACT_2.pptx / S53; production/preview/act2/S53.png.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Task별 접근은 달랐지만 완벽하지는 않다</a:t>
            </a:r>
          </a:p>
          <a:p>
            <a:r>
              <a:t xml:space="preserve"/>
            </a:r>
          </a:p>
          <a:p>
            <a:r>
              <a:t xml:space="preserve">Slide ID: S54</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Context 정리에서 확인한 네 가지</a:t>
            </a:r>
          </a:p>
          <a:p>
            <a:r>
              <a:t xml:space="preserve"/>
            </a:r>
          </a:p>
          <a:p>
            <a:r>
              <a:t xml:space="preserve">Slide ID: S55</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S56–S58의 팁을 거친 뒤 S59의 기존 수행 방법 질문으로 돌아간다.</a:t>
            </a:r>
          </a:p>
          <a:p>
            <a:r>
              <a:t xml:space="preserve"/>
            </a:r>
          </a:p>
          <a:p>
            <a:r>
              <a:t xml:space="preserve">Time Management: Lecture2+Reflection1분. 과거 Trial을 다시 시연하지 않는다.</a:t>
            </a:r>
          </a:p>
          <a:p>
            <a:r>
              <a:t xml:space="preserve"/>
            </a:r>
          </a:p>
          <a:p>
            <a:r>
              <a:t xml:space="preserve">Fallback: LOCAL STATIC ARTIFACT — production/ACT_2.pptx / S55; production/preview/act2/S55.png.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AGENTS.md는 어디에 둘까?</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AGENTS.md는 어디에 둘까?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개인 기본값과 프로젝트 공통 규칙, 모듈별 지침을 구분해 두고 현재 작업에 해당하는 범위를 확인한다.</a:t>
            </a:r>
          </a:p>
          <a:p xmlns:a="http://schemas.openxmlformats.org/drawingml/2006/main">
            <a:r>
              <a:t/>
            </a:r>
          </a:p>
          <a:p xmlns:a="http://schemas.openxmlformats.org/drawingml/2006/main">
            <a:r>
              <a:t>**Opening Question:**</a:t>
            </a:r>
          </a:p>
          <a:p xmlns:a="http://schemas.openxmlformats.org/drawingml/2006/main">
            <a:r>
              <a:t>“공통 규칙과 특정 모듈 규칙을 어디에 둘까?”</a:t>
            </a:r>
          </a:p>
          <a:p xmlns:a="http://schemas.openxmlformats.org/drawingml/2006/main">
            <a:r>
              <a:t/>
            </a:r>
          </a:p>
          <a:p xmlns:a="http://schemas.openxmlformats.org/drawingml/2006/main">
            <a:r>
              <a:t>**Speaker Flow:**</a:t>
            </a:r>
          </a:p>
          <a:p xmlns:a="http://schemas.openxmlformats.org/drawingml/2006/main">
            <a:r>
              <a:t>1. (0–1분) S55는 실제 Demo의 Context 정리 회수였다. 여기부터 공식 지침을 적용한 별도 검사 프로젝트 예다. 개인 기본값의 언어/Git 규칙을 가리킨다.</a:t>
            </a:r>
          </a:p>
          <a:p xmlns:a="http://schemas.openxmlformats.org/drawingml/2006/main">
            <a:r>
              <a:t>2. (1–2분) 루트 공통 API 보존과 vision의 ROI 명세를 폴더 위치에 연결한다. device의 하드웨어 연동 규칙은 형제 모듈 규칙이다.</a:t>
            </a:r>
          </a:p>
          <a:p xmlns:a="http://schemas.openxmlformats.org/drawingml/2006/main">
            <a:r>
              <a:t>3. (2–3분) crop.cpp가 속한 가지를 짚는다. 이 그림은 적용 범위를 설명하며 전체 하위 파일의 자동 로드를 뜻하지 않는다. 다음은 공통·전용 규칙의 결합이다.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루트의 공통 규칙과 작업 폴더에만 필요한 규칙을 구분한다.</a:t>
            </a:r>
          </a:p>
          <a:p xmlns:a="http://schemas.openxmlformats.org/drawingml/2006/main">
            <a:r>
              <a:t/>
            </a:r>
          </a:p>
          <a:p xmlns:a="http://schemas.openxmlformats.org/drawingml/2006/main">
            <a:r>
              <a:t>**Advanced Insight:**</a:t>
            </a:r>
          </a:p>
          <a:p xmlns:a="http://schemas.openxmlformats.org/drawingml/2006/main">
            <a:r>
              <a:t>규칙의 논리적 범위와 런타임 수집 여부를 혼동하지 않고 다음 장에서 병합 관계를 본다.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“crop.cpp를 수정할 때, 공통 지침과 vision 지침은 어떻게 함께 적용될까요?” S57로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S56; production/preview/act2/S56.png.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공통 지침에 모듈 지침을 더한다</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공통 지침에 모듈 지침을 더한다</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 minutes</a:t>
            </a:r>
          </a:p>
          <a:p xmlns:a="http://schemas.openxmlformats.org/drawingml/2006/main">
            <a:r>
              <a:t/>
            </a:r>
          </a:p>
          <a:p xmlns:a="http://schemas.openxmlformats.org/drawingml/2006/main">
            <a:r>
              <a:t>**Primary Message:**</a:t>
            </a:r>
          </a:p>
          <a:p xmlns:a="http://schemas.openxmlformats.org/drawingml/2006/main">
            <a:r>
              <a:t>공통 지침을 유지하면서 모듈 전용 지침을 더한다. 충돌하는 기본값은 더 가까운 지침을 우선한다.</a:t>
            </a:r>
          </a:p>
          <a:p xmlns:a="http://schemas.openxmlformats.org/drawingml/2006/main">
            <a:r>
              <a:t/>
            </a:r>
          </a:p>
          <a:p xmlns:a="http://schemas.openxmlformats.org/drawingml/2006/main">
            <a:r>
              <a:t>**Opening Question:**</a:t>
            </a:r>
          </a:p>
          <a:p xmlns:a="http://schemas.openxmlformats.org/drawingml/2006/main">
            <a:r>
              <a:t>“모듈 지침이 있으면 루트 지침은 없어질까?”</a:t>
            </a:r>
          </a:p>
          <a:p xmlns:a="http://schemas.openxmlformats.org/drawingml/2006/main">
            <a:r>
              <a:t/>
            </a:r>
          </a:p>
          <a:p xmlns:a="http://schemas.openxmlformats.org/drawingml/2006/main">
            <a:r>
              <a:t>**Speaker Flow:**</a:t>
            </a:r>
          </a:p>
          <a:p xmlns:a="http://schemas.openxmlformats.org/drawingml/2006/main">
            <a:r>
              <a:t>1. (0–1분) 수정 대상은 같은 src/vision/crop.cpp다. 루트의 공개 API 유지와 기본 검증 진입점을 읽는다.</a:t>
            </a:r>
          </a:p>
          <a:p xmlns:a="http://schemas.openxmlformats.org/drawingml/2006/main">
            <a:r>
              <a:t>2. (1–2분) vision의 ROI 명세와 전용 검증 진입점을 더한다. 결합한 목록에서 공개 API 유지가 사라지지 않았음을 확인한다.</a:t>
            </a:r>
          </a:p>
          <a:p xmlns:a="http://schemas.openxmlformats.org/drawingml/2006/main">
            <a:r>
              <a:t>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xmlns:a="http://schemas.openxmlformats.org/drawingml/2006/main">
            <a:r>
              <a:t/>
            </a:r>
          </a:p>
          <a:p xmlns:a="http://schemas.openxmlformats.org/drawingml/2006/main">
            <a:r>
              <a:t>**Beginner Explanation:**</a:t>
            </a:r>
          </a:p>
          <a:p xmlns:a="http://schemas.openxmlformats.org/drawingml/2006/main">
            <a:r>
              <a:t>모듈 규칙을 추가해도 공통 제약이 남는다는 점을 이해한다.</a:t>
            </a:r>
          </a:p>
          <a:p xmlns:a="http://schemas.openxmlformats.org/drawingml/2006/main">
            <a:r>
              <a:t/>
            </a:r>
          </a:p>
          <a:p xmlns:a="http://schemas.openxmlformats.org/drawingml/2006/main">
            <a:r>
              <a:t>**Advanced Insight:**</a:t>
            </a:r>
          </a:p>
          <a:p xmlns:a="http://schemas.openxmlformats.org/drawingml/2006/main">
            <a:r>
              <a:t>상속과 충돌 해결을 구별하고 검증 진입점 기본값과 필수 검증 의무를 혼동하지 않는다.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“적용할 규칙을 배치했다면, Codex가 실제로 그 파일을 읽었을까요?” S58로 이어간다.</a:t>
            </a:r>
          </a:p>
          <a:p xmlns:a="http://schemas.openxmlformats.org/drawingml/2006/main">
            <a:r>
              <a:t/>
            </a:r>
          </a:p>
          <a:p xmlns:a="http://schemas.openxmlformats.org/drawingml/2006/main">
            <a:r>
              <a:t>**Time Management:**</a:t>
            </a:r>
          </a:p>
          <a:p xmlns:a="http://schemas.openxmlformats.org/drawingml/2006/main">
            <a:r>
              <a:t>Lecture 3분.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S57; production/preview/act2/S57.png.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적용할 지침을 실제로 읽었을까?</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적용할 지침을 실제로 읽었을까?</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시작 시 자동 수집은 루트에서 시작 작업 폴더까지의 경로를 따른다. 작업에 필요한 하위 지침은 적용 경로와 본문을 확인해 읽도록 요청한다.</a:t>
            </a:r>
          </a:p>
          <a:p xmlns:a="http://schemas.openxmlformats.org/drawingml/2006/main">
            <a:r>
              <a:t/>
            </a:r>
          </a:p>
          <a:p xmlns:a="http://schemas.openxmlformats.org/drawingml/2006/main">
            <a:r>
              <a:t>**Opening Question:**</a:t>
            </a:r>
          </a:p>
          <a:p xmlns:a="http://schemas.openxmlformats.org/drawingml/2006/main">
            <a:r>
              <a:t>“파일이 그 위치에 있으면 반드시 읽혔다고 볼 수 있을까?”</a:t>
            </a:r>
          </a:p>
          <a:p xmlns:a="http://schemas.openxmlformats.org/drawingml/2006/main">
            <a:r>
              <a:t/>
            </a:r>
          </a:p>
          <a:p xmlns:a="http://schemas.openxmlformats.org/drawingml/2006/main">
            <a:r>
              <a:t>**Speaker Flow:**</a:t>
            </a:r>
          </a:p>
          <a:p xmlns:a="http://schemas.openxmlformats.org/drawingml/2006/main">
            <a:r>
              <a:t>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xmlns:a="http://schemas.openxmlformats.org/drawingml/2006/main">
            <a:r>
              <a:t>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xmlns:a="http://schemas.openxmlformats.org/drawingml/2006/main">
            <a:r>
              <a:t/>
            </a:r>
          </a:p>
          <a:p xmlns:a="http://schemas.openxmlformats.org/drawingml/2006/main">
            <a:r>
              <a:t>**Evidence / Source:**</a:t>
            </a:r>
          </a:p>
          <a:p xmlns:a="http://schemas.openxmlformats.org/drawingml/2006/main">
            <a:r>
              <a:t>[OpenAI: Custom instructions with AGENTS.md](https://learn.chatgpt.com/docs/agent-configuration/agents-md), checked2026-10-26. [OpenAI: Projects and chats](https://learn.chatgpt.com/docs/projects), checked2026-10-26. DEC-0104; illustrative inspection/ folder and rule examples, not graypipe Trial evidence.</a:t>
            </a:r>
          </a:p>
          <a:p xmlns:a="http://schemas.openxmlformats.org/drawingml/2006/main">
            <a:r>
              <a:t/>
            </a:r>
          </a:p>
          <a:p xmlns:a="http://schemas.openxmlformats.org/drawingml/2006/main">
            <a:r>
              <a:t>**Claim Boundary:**</a:t>
            </a:r>
          </a:p>
          <a:p xmlns:a="http://schemas.openxmlformats.org/drawingml/2006/main">
            <a:r>
              <a:t>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xmlns:a="http://schemas.openxmlformats.org/drawingml/2006/main">
            <a:r>
              <a:t/>
            </a:r>
          </a:p>
          <a:p xmlns:a="http://schemas.openxmlformats.org/drawingml/2006/main">
            <a:r>
              <a:t>**Beginner Explanation:**</a:t>
            </a:r>
          </a:p>
          <a:p xmlns:a="http://schemas.openxmlformats.org/drawingml/2006/main">
            <a:r>
              <a:t>파일을 두는 것과 실제로 읽히는 것을 구분하고 확인할 요청을 쓸 수 있다.</a:t>
            </a:r>
          </a:p>
          <a:p xmlns:a="http://schemas.openxmlformats.org/drawingml/2006/main">
            <a:r>
              <a:t/>
            </a:r>
          </a:p>
          <a:p xmlns:a="http://schemas.openxmlformats.org/drawingml/2006/main">
            <a:r>
              <a:t>**Advanced Insight:**</a:t>
            </a:r>
          </a:p>
          <a:p xmlns:a="http://schemas.openxmlformats.org/drawingml/2006/main">
            <a:r>
              <a:t>시작 시 instruction chain과 이후 명시적 파일 읽기를 구분하며 경로·내용·필요 시 로그를 대조한다.</a:t>
            </a:r>
          </a:p>
          <a:p xmlns:a="http://schemas.openxmlformats.org/drawingml/2006/main">
            <a:r>
              <a:t/>
            </a:r>
          </a:p>
          <a:p xmlns:a="http://schemas.openxmlformats.org/drawingml/2006/main">
            <a:r>
              <a:t>**C++ Vision Bridge:**</a:t>
            </a:r>
          </a:p>
          <a:p xmlns:a="http://schemas.openxmlformats.org/drawingml/2006/main">
            <a:r>
              <a:t>가상 C++ 검사 프로젝트 inspection/src/vision/crop.cpp. 실제 graypipe 구현/실험 이력과 구분한다.</a:t>
            </a:r>
          </a:p>
          <a:p xmlns:a="http://schemas.openxmlformats.org/drawingml/2006/main">
            <a:r>
              <a:t/>
            </a:r>
          </a:p>
          <a:p xmlns:a="http://schemas.openxmlformats.org/drawingml/2006/main">
            <a:r>
              <a:t>**Demo Operation:**</a:t>
            </a:r>
          </a:p>
          <a:p xmlns:a="http://schemas.openxmlformats.org/drawingml/2006/main">
            <a:r>
              <a:t>N/A — 정적 폴더·지침 도식과 요청 예. 실제 Codex 실행/환경 설정 변경을 하지 않는다.</a:t>
            </a:r>
          </a:p>
          <a:p xmlns:a="http://schemas.openxmlformats.org/drawingml/2006/main">
            <a:r>
              <a:t/>
            </a:r>
          </a:p>
          <a:p xmlns:a="http://schemas.openxmlformats.org/drawingml/2006/main">
            <a:r>
              <a:t>**Audience Interaction:**</a:t>
            </a:r>
          </a:p>
          <a:p xmlns:a="http://schemas.openxmlformats.org/drawingml/2006/main">
            <a:r>
              <a:t>화면의 강조 경로와 목록을 하나씩 짚는다. 청중 직접 실습이나 추가 공개 답변 시간은 배정하지 않는다.</a:t>
            </a:r>
          </a:p>
          <a:p xmlns:a="http://schemas.openxmlformats.org/drawingml/2006/main">
            <a:r>
              <a:t/>
            </a:r>
          </a:p>
          <a:p xmlns:a="http://schemas.openxmlformats.org/drawingml/2006/main">
            <a:r>
              <a:t>**Transition:**</a:t>
            </a:r>
          </a:p>
          <a:p xmlns:a="http://schemas.openxmlformats.org/drawingml/2006/main">
            <a:r>
              <a:t>“지침의 위치와 읽을 범위를 정리해도, 작업마다 같은 수행 절차를 다시 요청하는 문제는 남습니다.” S59의 기존 Harness 질문으로 돌아간다.</a:t>
            </a:r>
          </a:p>
          <a:p xmlns:a="http://schemas.openxmlformats.org/drawingml/2006/main">
            <a:r>
              <a:t/>
            </a:r>
          </a:p>
          <a:p xmlns:a="http://schemas.openxmlformats.org/drawingml/2006/main">
            <a:r>
              <a:t>**Time Management:**</a:t>
            </a:r>
          </a:p>
          <a:p xmlns:a="http://schemas.openxmlformats.org/drawingml/2006/main">
            <a:r>
              <a:t>Lecture 2분. 화면의 질문·도식·다음 질문을 정해진 순서로 짚고 시간에 넘긴다.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production/ACT_2.pptx / S58; production/preview/act2/S58.png. Default is an instructional diagram, not an execution capture. Local file readiness is recorded in production/evaluation/AGENTS_SCOPE_TIPS_RESULT.md.</a:t>
            </a:r>
          </a:p>
          <a:p xmlns:a="http://schemas.openxmlformats.org/drawingml/2006/main">
            <a:r>
              <a:t/>
            </a:r>
          </a:p>
          <a:p xmlns:a="http://schemas.openxmlformats.org/drawingml/2006/main">
            <a:r>
              <a:t>**Validation Status:**</a:t>
            </a:r>
          </a:p>
          <a:p xmlns:a="http://schemas.openxmlformats.org/drawingml/2006/main">
            <a:r>
              <a:t>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지식은 정리됐지만 절차는 반복된다</a:t>
            </a:r>
          </a:p>
          <a:p>
            <a:r>
              <a:t xml:space="preserve"/>
            </a:r>
          </a:p>
          <a:p>
            <a:r>
              <a:t xml:space="preserve">Slide ID: S59</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S61으로 넘긴다.</a:t>
            </a:r>
          </a:p>
          <a:p>
            <a:r>
              <a:t xml:space="preserve">기존 연결 질문을 유지한 채 ACT 3 제목 S60를 거쳐 S61의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S61에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 N/A — native 문서 배치와 두 성능 요청의 압축 요약을 정적으로 보여준다. Prompt 전문·실제 Screenshot·현재 제품 실행으로 표현하지 않는다. 이 장은 새 Trial이나 추가 Demo 시간이 아니다. 다음 S61에서 기록의 반복 구조를 확인한다.</a:t>
            </a:r>
          </a:p>
          <a:p>
            <a:r>
              <a:t xml:space="preserve"/>
            </a:r>
          </a:p>
          <a:p>
            <a:r>
              <a:t xml:space="preserve">Audience Interaction: Q&amp;A6分은 팀에서 반복하는 작업 방법을 묻는다. S54의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S60를 거쳐 S61의 첫 문제로 이어간다. 제목의 Transition1분은 다음 ACT에 별도로 배정한다.</a:t>
            </a:r>
          </a:p>
          <a:p>
            <a:r>
              <a:t xml:space="preserve"/>
            </a:r>
          </a:p>
          <a:p>
            <a:r>
              <a:t xml:space="preserve">Time Management: Transition4분 후 Q&amp;A6분을 유지한다. 두 실제 요청 전문 비교는 여기서 하지 않는다. 질문은9:40에 마무리하고 마지막20초에 S61으로 handoff한다.</a:t>
            </a:r>
          </a:p>
          <a:p>
            <a:r>
              <a:t xml:space="preserve"/>
            </a:r>
          </a:p>
          <a:p>
            <a:r>
              <a:t xml:space="preserve">Fallback: LOCAL STATIC ARTIFACT — production/ACT_2.pptx의 S59 또는 production/preview/act2/S59.png를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AI가 일할 방법과 환경 설계하기</a:t>
            </a:r>
          </a:p>
          <a:p>
            <a:r>
              <a:t xml:space="preserve"/>
            </a:r>
          </a:p>
          <a:p>
            <a:r>
              <a:t xml:space="preserve">**Slide ID:**</a:t>
            </a:r>
          </a:p>
          <a:p>
            <a:r>
              <a:t xml:space="preserve">S60</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S61의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S61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S61로 넘긴다. 실측 리허설 UNVERIFIED.</a:t>
            </a:r>
          </a:p>
          <a:p>
            <a:r>
              <a:t xml:space="preserve"/>
            </a:r>
          </a:p>
          <a:p>
            <a:r>
              <a:t xml:space="preserve">**Fallback:**</a:t>
            </a:r>
          </a:p>
          <a:p>
            <a:r>
              <a:t xml:space="preserve">LOCAL STATIC ARTIFACT — production/preview/full/S60.png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두 실제 요청에 같은 절차가 반복됐다</a:t>
            </a:r>
          </a:p>
          <a:p>
            <a:r>
              <a:t xml:space="preserve"/>
            </a:r>
          </a:p>
          <a:p>
            <a:r>
              <a:t xml:space="preserve">Slide ID: S61</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
            </a:r>
          </a:p>
          <a:p>
            <a:r>
              <a:t xml:space="preserve">1. (0:00–1:00) S59의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테스트 명령을 언제 쓰고 무엇을 판단할까?</a:t>
            </a:r>
          </a:p>
          <a:p>
            <a:r>
              <a:t xml:space="preserve"/>
            </a:r>
          </a:p>
          <a:p>
            <a:r>
              <a:t xml:space="preserve">Slide ID: S62</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S61의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S63의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 Lecture4분: 반복 요청·상단 정보0.75, 변경 전/후1.5, 완료 판단1, S63 연결0.75. 시간이 부족하면 기존 실패의 확장 예를 줄이고 같은 명령/다른 질문과 교육용 경계는 유지한다.</a:t>
            </a:r>
          </a:p>
          <a:p>
            <a:r>
              <a:t xml:space="preserve"/>
            </a:r>
          </a:p>
          <a:p>
            <a:r>
              <a:t xml:space="preserve">Fallback: LOCAL STATIC ARTIFACT — production/ACT_3.pptx / S62, production/preview/act3/S62.png 및 production/preview/full/S62.png.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목표·기준·방법을 한 작업에 적용한다</a:t>
            </a:r>
          </a:p>
          <a:p>
            <a:r>
              <a:t xml:space="preserve"/>
            </a:r>
          </a:p>
          <a:p>
            <a:r>
              <a:t xml:space="preserve">Slide ID: S63</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
            </a:r>
          </a:p>
          <a:p>
            <a:r>
              <a:t xml:space="preserve">1. (0:00–1:00) S62에서 명령의 사용 시점·판단 기준까지 정한 방법을 봤음을 한 문장으로 회수한다. 상단 이번 목표 ‘normalize 성능을 조사해줘’를 읽고, 아래 작업 영역으로 들어가는 연결을 짚는다. S62의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S64에서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 Lecture5분: S62 회수·목표1, 기준·한 작업1.5, 방법 적용1.5, S64 재사용 질문1. 시간이 부족하면 다른 Task 예시는 생략하고 세 요소가 같은 작업에 적용된다는 관계와 교육용 경계를 유지한다.</a:t>
            </a:r>
          </a:p>
          <a:p>
            <a:r>
              <a:t xml:space="preserve"/>
            </a:r>
          </a:p>
          <a:p>
            <a:r>
              <a:t xml:space="preserve">Fallback: LOCAL STATIC ARTIFACT — production/ACT_3.pptx / S63, production/preview/act3/S63.png 및 production/preview/full/S63.png.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반복 절차를 Skill로 모으는 이유</a:t>
            </a:r>
          </a:p>
          <a:p>
            <a:r>
              <a:t xml:space="preserve"/>
            </a:r>
          </a:p>
          <a:p>
            <a:r>
              <a:t xml:space="preserve">Slide ID: S64</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
            </a:r>
          </a:p>
          <a:p>
            <a:r>
              <a:t xml:space="preserve">1. (0:00–0:45) S63의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S63의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S62에서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S65의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 Lecture4분: S63 회수0.75, 요청/기준 구분1, 공통 Skill과 관리 이유1.25, 선택 범위/S61 연결1. 시간이 부족하면 절차 항목 설명을 줄이고 Task별 정보·한 곳의 방법·설계 경계는 유지한다.</a:t>
            </a:r>
          </a:p>
          <a:p>
            <a:r>
              <a:t xml:space="preserve"/>
            </a:r>
          </a:p>
          <a:p>
            <a:r>
              <a:t xml:space="preserve">Fallback: LOCAL STATIC ARTIFACT — production/ACT_3.pptx / S64, production/preview/act3/S64.png 및 production/preview/full/S64.png.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발견·호출·본문 포함의 근거</a:t>
            </a:r>
          </a:p>
          <a:p>
            <a:r>
              <a:t xml:space="preserve"/>
            </a:r>
          </a:p>
          <a:p>
            <a:r>
              <a:t xml:space="preserve">Slide ID: S65</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
            </a:r>
          </a:p>
          <a:p>
            <a:r>
              <a:t xml:space="preserve">1. (0:00–0:45) S64의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S66에서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S66로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 Demo5분: S64 회수·업무 목적0.75, 목록1, 요청1, trace1.5, 범위·S66 전환0.75. 시간이 부족하면 영문 설명과 경로를 낭독하지 않고 세 근거의 차이를 짚는다. 본문 포함과 실제 준수의 구분은 생략하지 않는다.</a:t>
            </a:r>
          </a:p>
          <a:p>
            <a:r>
              <a:t xml:space="preserve"/>
            </a:r>
          </a:p>
          <a:p>
            <a:r>
              <a:t xml:space="preserve">Fallback: LOCAL STATIC ARTIFACT — production/ACT_3.pptx / S65, production/preview/act3/S65.png 및 production/preview/full/S65.png.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지침과 실제 작업 기록의 대응</a:t>
            </a:r>
          </a:p>
          <a:p>
            <a:r>
              <a:t xml:space="preserve"/>
            </a:r>
          </a:p>
          <a:p>
            <a:r>
              <a:t xml:space="preserve">Slide ID: S66</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
            </a:r>
          </a:p>
          <a:p>
            <a:r>
              <a:t xml:space="preserve">1. (0:00–0:30, Demo) 상단 왼쪽에서 S65의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S68에서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 LOCAL STATIC RECORD — S65의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S69–S70로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S67 팁 뒤 S68에서 절차와 작업별 답의 경계를 회수한다.</a:t>
            </a:r>
          </a:p>
          <a:p>
            <a:r>
              <a:t xml:space="preserve"/>
            </a:r>
          </a:p>
          <a:p>
            <a:r>
              <a:t xml:space="preserve">Time Management: Demo3분(본문 포함 회수0.5, 기준선0.75, 계획·diff0.75, 검증1) + Case3분(근거 구분·요청 책임1.5, 범위·S68 연결1.5). 지연 시 명령과 테스트 이름을 낭독하지 않고 행별 대응을 짚는다. 조건부 계획, 입력/수행 구분, 단독 효과 미입증은 생략하지 않는다. 6분에 S68으로 이동한다.</a:t>
            </a:r>
          </a:p>
          <a:p>
            <a:r>
              <a:t xml:space="preserve"/>
            </a:r>
          </a:p>
          <a:p>
            <a:r>
              <a:t xml:space="preserve">Fallback: LOCAL STATIC ARTIFACT — production/ACT_3.pptx의 S66, production/preview/act3/S66.png 및 production/preview/full/S66.png.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대화로 재사용할 Skill 만들기</a:t>
            </a:r>
          </a:p>
          <a:p>
            <a:r>
              <a:t xml:space="preserve"/>
            </a:r>
          </a:p>
          <a:p>
            <a:r>
              <a:t xml:space="preserve">**Slide ID:**</a:t>
            </a:r>
          </a:p>
          <a:p>
            <a:r>
              <a:t xml:space="preserve">S67</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S66에서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S68의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S67이 이동한 S68로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S67 / production/preview/full/S67.png.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절차는 재사용하고, 답은 근거로 정한다</a:t>
            </a:r>
          </a:p>
          <a:p>
            <a:r>
              <a:t xml:space="preserve"/>
            </a:r>
          </a:p>
          <a:p>
            <a:r>
              <a:t xml:space="preserve">Slide ID: S68</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S67에서 대화로 Skill 초안을 만들 수 있음을 봤다. 이제 그 지침 안에서 다음 작업에도 유지할 수행 절차와 이번 Task의 근거로 결정할 답을 나눈다. 앞의 S66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S69에서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S69/S65보다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 Lecture3분: S66 회수0.5, 재사용 방법0.75, 이번 근거·답1, 채택/보류와 S69 연결0.75. 지연 시 지침 원문과 세 질문을 전부 낭독하지 않는다. 허용된 보류와 실제 결과의 구분은 생략하지 않고3분에 S69으로 이동한다.</a:t>
            </a:r>
          </a:p>
          <a:p>
            <a:r>
              <a:t xml:space="preserve"/>
            </a:r>
          </a:p>
          <a:p>
            <a:r>
              <a:t xml:space="preserve">Fallback: LOCAL STATIC ARTIFACT — production/ACT_3.pptx의 S68, production/preview/act3/S68.png 및 production/preview/full/S68.png.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밝기 통계 계산의 성능 개선 후보</a:t>
            </a:r>
          </a:p>
          <a:p>
            <a:r>
              <a:t xml:space="preserve"/>
            </a:r>
          </a:p>
          <a:p>
            <a:r>
              <a:t xml:space="preserve">Slide ID: S69</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
            </a:r>
          </a:p>
          <a:p>
            <a:r>
              <a:t xml:space="preserve">1. (0:00–0:45) S68의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S70은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 S69에는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S70의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 LOCAL STATIC ARTIFACT — production/ACT_3.pptx의 S69, production/preview/act3/S69.png 및 production/preview/full/S69.png.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선택한 변경의 시간·메모리·동작 확인</a:t>
            </a:r>
          </a:p>
          <a:p>
            <a:r>
              <a:t xml:space="preserve"/>
            </a:r>
          </a:p>
          <a:p>
            <a:r>
              <a:t xml:space="preserve">Slide ID: S70</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
            </a:r>
          </a:p>
          <a:p>
            <a:r>
              <a:t xml:space="preserve">1. (0:00–0:45) S69에서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 LOCAL STATIC ARTIFACT — production/ACT_3.pptx의 S70, production/preview/act3/S70.png 및 production/preview/full/S70.png.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한 Agent 조사와 Subagent 역할 분리</a:t>
            </a:r>
          </a:p>
          <a:p>
            <a:r>
              <a:t xml:space="preserve"/>
            </a:r>
          </a:p>
          <a:p>
            <a:r>
              <a:t xml:space="preserve">Slide ID: S71</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
            </a:r>
          </a:p>
          <a:p>
            <a:r>
              <a:t xml:space="preserve">1. (0:00–0:30 / Demo) S70의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S73의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S72 제작 팁을 거친 뒤 S73의 실제 밝기 통계 판단으로 돌아온다.</a:t>
            </a:r>
          </a:p>
          <a:p>
            <a:r>
              <a:t xml:space="preserve"/>
            </a:r>
          </a:p>
          <a:p>
            <a:r>
              <a:t xml:space="preserve">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S73으로 이동한다.</a:t>
            </a:r>
          </a:p>
          <a:p>
            <a:r>
              <a:t xml:space="preserve"/>
            </a:r>
          </a:p>
          <a:p>
            <a:r>
              <a:t xml:space="preserve">Fallback: LOCAL STATIC ARTIFACT — production/ACT_3.pptx의 S71, production/preview/act3/S71.png 및 production/preview/full/S71.png.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대화로 조사 Agent 만들기</a:t>
            </a:r>
          </a:p>
          <a:p>
            <a:r>
              <a:t xml:space="preserve"/>
            </a:r>
          </a:p>
          <a:p>
            <a:r>
              <a:t xml:space="preserve">**Slide ID:**</a:t>
            </a:r>
          </a:p>
          <a:p>
            <a:r>
              <a:t xml:space="preserve">S72</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S71의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S73의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S71이 이동한 S73에서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S72 / production/preview/full/S72.png.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밝기 통계 작업을 나누지 않은 이유</a:t>
            </a:r>
          </a:p>
          <a:p>
            <a:r>
              <a:t xml:space="preserve"/>
            </a:r>
          </a:p>
          <a:p>
            <a:r>
              <a:t xml:space="preserve">Slide ID: S73</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 “S71의 독립 조사 기준을 이 밝기 통계 작업에도 적용할 수 있었을까요?”</a:t>
            </a:r>
          </a:p>
          <a:p>
            <a:r>
              <a:t xml:space="preserve"/>
            </a:r>
          </a:p>
          <a:p>
            <a:r>
              <a:t xml:space="preserve">Speaker Flow:</a:t>
            </a:r>
          </a:p>
          <a:p>
            <a:r>
              <a:t xml:space="preserve"/>
            </a:r>
          </a:p>
          <a:p>
            <a:r>
              <a:t xml:space="preserve">1. (0:00–1:00 / Lecture) S71에서는 성능·빌드·테스트 조사가 서로 기다리지 않아도 된다고 가정했다. 이제 S69/S65의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S69에서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S70에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 S71의 C++ 독립 조사 가정과 이 Python 밝기 통계 작업을 같은 관찰로 섞지 않는다. 이번 화면은 실제 작업 판단만 보여준다.</a:t>
            </a:r>
          </a:p>
          <a:p>
            <a:r>
              <a:t xml:space="preserve"/>
            </a:r>
          </a:p>
          <a:p>
            <a:r>
              <a:t xml:space="preserve">Demo Operation: LOCAL STATIC VISUAL — 상단 같은 함수·명세 → 왼쪽 조사 → 조사 결과 화살표 → 가운데 코드 변경 → 바뀐 코드 화살표 → 오른쪽 출력·테스트·시간·할당량 확인 → 아래 한 Agent 유지 판단. S71의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 Lecture1분(S71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S74로 이동한다.</a:t>
            </a:r>
          </a:p>
          <a:p>
            <a:r>
              <a:t xml:space="preserve"/>
            </a:r>
          </a:p>
          <a:p>
            <a:r>
              <a:t xml:space="preserve">Fallback: LOCAL STATIC ARTIFACT — production/ACT_3.pptx의 S73, production/preview/act3/S73.png 및 production/preview/full/S73.png.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이번 Context와 다시 쓸 지식</a:t>
            </a:r>
          </a:p>
          <a:p>
            <a:r>
              <a:t xml:space="preserve"/>
            </a:r>
          </a:p>
          <a:p>
            <a:r>
              <a:t xml:space="preserve">Slide ID: S74</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S75에서는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 Demo2분: S73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S75로 이동한다.</a:t>
            </a:r>
          </a:p>
          <a:p>
            <a:r>
              <a:t xml:space="preserve"/>
            </a:r>
          </a:p>
          <a:p>
            <a:r>
              <a:t xml:space="preserve">Fallback: LOCAL STATIC ARTIFACT — production/ACT_3.pptx의 S74, production/preview/act3/S74.png 및 production/preview/full/S74.png.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실제 Demo 지식의 원래 출처</a:t>
            </a:r>
          </a:p>
          <a:p>
            <a:r>
              <a:t xml:space="preserve"/>
            </a:r>
          </a:p>
          <a:p>
            <a:r>
              <a:t xml:space="preserve">Slide ID: S75</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 “S74의 보존 기준으로 실제 Demo를 보면, 새로 남길 지식은 어디에 있었을까요?”</a:t>
            </a:r>
          </a:p>
          <a:p>
            <a:r>
              <a:t xml:space="preserve"/>
            </a:r>
          </a:p>
          <a:p>
            <a:r>
              <a:t xml:space="preserve">Speaker Flow:</a:t>
            </a:r>
          </a:p>
          <a:p>
            <a:r>
              <a:t xml:space="preserve"/>
            </a:r>
          </a:p>
          <a:p>
            <a:r>
              <a:t xml:space="preserve">1. (0:00–0:30) S74의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S76으로 이동한다.</a:t>
            </a:r>
          </a:p>
          <a:p>
            <a:r>
              <a:t xml:space="preserve"/>
            </a:r>
          </a:p>
          <a:p>
            <a:r>
              <a:t xml:space="preserve">Fallback: LOCAL STATIC ARTIFACT — production/ACT_3.pptx의 S75, production/preview/act3/S75.png 및 production/preview/full/S75.png.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밝기 통계 작업에 쓰인 구성의 역할</a:t>
            </a:r>
          </a:p>
          <a:p>
            <a:r>
              <a:t xml:space="preserve"/>
            </a:r>
          </a:p>
          <a:p>
            <a:r>
              <a:t xml:space="preserve">Slide ID: S76</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 “S75에서 본 자료들이 실제 밝기 통계 작업에서는 각각 무엇을 맡았을까요?”</a:t>
            </a:r>
          </a:p>
          <a:p>
            <a:r>
              <a:t xml:space="preserve"/>
            </a:r>
          </a:p>
          <a:p>
            <a:r>
              <a:t xml:space="preserve">Speaker Flow:</a:t>
            </a:r>
          </a:p>
          <a:p>
            <a:r>
              <a:t xml:space="preserve"/>
            </a:r>
          </a:p>
          <a:p>
            <a:r>
              <a:t xml:space="preserve">1. (0:00–0:30 / Demo) S75의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S65/S62에서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S70처럼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 CAPTURED 정적 기본 경로 — S75의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S77에서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 Demo3분(CAPTURED 정적 요약): 실제 작업으로 복귀0.5, 입력 역할을 함께 회수1, 검증 근거1, 실행 조건·검토 책임으로 연결0.5. S65–S70의 지침·수치 설명을 반복하지 않는다. 실제3분 리허설은 UNVERIFIED다.</a:t>
            </a:r>
          </a:p>
          <a:p>
            <a:r>
              <a:t xml:space="preserve"/>
            </a:r>
          </a:p>
          <a:p>
            <a:r>
              <a:t xml:space="preserve">Fallback: LOCAL STATIC ARTIFACT — production/ACT_3.pptx의 S76, production/preview/act3/S76.png 및 production/preview/full/S76.png.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함께 작동하는 작업 환경, Harness</a:t>
            </a:r>
          </a:p>
          <a:p>
            <a:r>
              <a:t xml:space="preserve"/>
            </a:r>
          </a:p>
          <a:p>
            <a:r>
              <a:t xml:space="preserve">Slide ID: S77</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 “S76의 구성에 실행·검증 환경까지 함께 연결하면, Agent가 일하는 전체 구조는 어떻게 보일까요?”</a:t>
            </a:r>
          </a:p>
          <a:p>
            <a:r>
              <a:t xml:space="preserve"/>
            </a:r>
          </a:p>
          <a:p>
            <a:r>
              <a:t xml:space="preserve">**Speaker Flow:**</a:t>
            </a:r>
          </a:p>
          <a:p>
            <a:r>
              <a:t xml:space="preserve">1. (0:00–0:30 / Lecture) S76의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S78–S79를 연다. 제품이나 새 명령을 실행하지 않는다.</a:t>
            </a:r>
          </a:p>
          <a:p>
            <a:r>
              <a:t xml:space="preserve">마지막 연결은 다음 프로젝트에서도 사용할 기반의 가치다. 실행 조건의 세부는 S80–S84에서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S78–S79은 여러 프로젝트에 적용할 공통 기반과 프로젝트별 조건의 교육용 설계다.</a:t>
            </a:r>
          </a:p>
          <a:p>
            <a:r>
              <a:t xml:space="preserve"/>
            </a:r>
          </a:p>
          <a:p>
            <a:r>
              <a:t xml:space="preserve">Demo Operation: Lecture4분에는 왼쪽 세 입력 → Agent → 검증·사람의 검토, 아래 실행 환경 → 작업/검증의 관계를 설명한다. 이후 Demo2분은 기존 S76/STATE-04-PERF의 AGENTS.md·docs·Skill·tests·benchmark와 기록된 입력/실행 조건을 같은 도식에 대응하는 CAPTURED 정적 요약이다. 실제 실행 캡처가 아니며 제품·Agent·benchmark·Demo repository를 실행하거나 새 Trial을 만들지 않는다. S76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 LOCAL STATIC ARTIFACT — production/ACT_3.pptx의 S77, production/preview/act3/S77.png 및 production/preview/full/S77.png.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만든 Harness를 다음 프로젝트의 기반으로</a:t>
            </a:r>
          </a:p>
          <a:p>
            <a:r>
              <a:t xml:space="preserve"/>
            </a:r>
          </a:p>
          <a:p>
            <a:r>
              <a:t xml:space="preserve">**Slide ID:**</a:t>
            </a:r>
          </a:p>
          <a:p>
            <a:r>
              <a:t xml:space="preserve">S78</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S77의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공통 기반에 프로젝트 기준을 연결한다</a:t>
            </a:r>
          </a:p>
          <a:p>
            <a:r>
              <a:t xml:space="preserve"/>
            </a:r>
          </a:p>
          <a:p>
            <a:r>
              <a:t xml:space="preserve">**Slide ID:**</a:t>
            </a:r>
          </a:p>
          <a:p>
            <a:r>
              <a:t xml:space="preserve">S79</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S80의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이번 성공만으로 다음 작업까지 확인되지는 않는다</a:t>
            </a:r>
          </a:p>
          <a:p>
            <a:r>
              <a:t xml:space="preserve"/>
            </a:r>
          </a:p>
          <a:p>
            <a:r>
              <a:t xml:space="preserve">**Slide ID:**</a:t>
            </a:r>
          </a:p>
          <a:p>
            <a:r>
              <a:t xml:space="preserve">S80</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S79의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S81을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S80 또는 production/preview/full/S80.png.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첫 결과 뒤에도, 확인할 일이 남는다면?</a:t>
            </a:r>
          </a:p>
          <a:p>
            <a:r>
              <a:t xml:space="preserve"/>
            </a:r>
          </a:p>
          <a:p>
            <a:r>
              <a:t xml:space="preserve">**Slide ID:**</a:t>
            </a:r>
          </a:p>
          <a:p>
            <a:r>
              <a:t xml:space="preserve">S81</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남은 문제를 다음 수정으로 이어주는 사람</a:t>
            </a:r>
          </a:p>
          <a:p>
            <a:r>
              <a:t xml:space="preserve"/>
            </a:r>
          </a:p>
          <a:p>
            <a:r>
              <a:t xml:space="preserve">**Slide ID:**</a:t>
            </a:r>
          </a:p>
          <a:p>
            <a:r>
              <a:t xml:space="preserve">S82</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같은 목표의 수정과 검토가 끊기지 않게</a:t>
            </a:r>
          </a:p>
          <a:p>
            <a:r>
              <a:t xml:space="preserve"/>
            </a:r>
          </a:p>
          <a:p>
            <a:r>
              <a:t xml:space="preserve">**Slide ID:**</a:t>
            </a:r>
          </a:p>
          <a:p>
            <a:r>
              <a:t xml:space="preserve">S83</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S84에서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S84에서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다음 수정에 넘길 기록</a:t>
            </a:r>
          </a:p>
          <a:p>
            <a:r>
              <a:t xml:space="preserve"/>
            </a:r>
          </a:p>
          <a:p>
            <a:r>
              <a:t xml:space="preserve">**Slide ID:**</a:t>
            </a:r>
          </a:p>
          <a:p>
            <a:r>
              <a:t xml:space="preserve">S84</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S85에서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S85에서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내가 매번 이어 주는 다음 단계는 무엇일까?</a:t>
            </a:r>
          </a:p>
          <a:p>
            <a:r>
              <a:t xml:space="preserve"/>
            </a:r>
          </a:p>
          <a:p>
            <a:r>
              <a:t xml:space="preserve">**Slide ID:**</a:t>
            </a:r>
          </a:p>
          <a:p>
            <a:r>
              <a:t xml:space="preserve">S85</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S86의 목표 기반 실행·검토 시스템 제목을 거쳐 S87의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S86의 목표 기반 실행·검토 시스템 제목을 거쳐 S87의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목표를 이룰 때까지 수정하고 검토하기</a:t>
            </a:r>
          </a:p>
          <a:p>
            <a:r>
              <a:t xml:space="preserve"/>
            </a:r>
          </a:p>
          <a:p>
            <a:r>
              <a:t xml:space="preserve">**Slide ID:**</a:t>
            </a:r>
          </a:p>
          <a:p>
            <a:r>
              <a:t xml:space="preserve">S86</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S87으로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다음 수정도 사람이 매번 이어줘야 할까?</a:t>
            </a:r>
          </a:p>
          <a:p>
            <a:r>
              <a:t xml:space="preserve"/>
            </a:r>
          </a:p>
          <a:p>
            <a:r>
              <a:t xml:space="preserve">**Slide ID:**</a:t>
            </a:r>
          </a:p>
          <a:p>
            <a:r>
              <a:t xml:space="preserve">S87</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S85의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S88의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먼저, 무엇이 되면 완료인지 정한다</a:t>
            </a:r>
          </a:p>
          <a:p>
            <a:r>
              <a:t xml:space="preserve"/>
            </a:r>
          </a:p>
          <a:p>
            <a:r>
              <a:t xml:space="preserve">**Slide ID:**</a:t>
            </a:r>
          </a:p>
          <a:p>
            <a:r>
              <a:t xml:space="preserve">S88</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모델 A가 첫 변경 후보를 만든다</a:t>
            </a:r>
          </a:p>
          <a:p>
            <a:r>
              <a:t xml:space="preserve"/>
            </a:r>
          </a:p>
          <a:p>
            <a:r>
              <a:t xml:space="preserve">**Slide ID:**</a:t>
            </a:r>
          </a:p>
          <a:p>
            <a:r>
              <a:t xml:space="preserve">S89</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실제 동작과 비용은 도구로 확인한다</a:t>
            </a:r>
          </a:p>
          <a:p>
            <a:r>
              <a:t xml:space="preserve"/>
            </a:r>
          </a:p>
          <a:p>
            <a:r>
              <a:t xml:space="preserve">**Slide ID:**</a:t>
            </a:r>
          </a:p>
          <a:p>
            <a:r>
              <a:t xml:space="preserve">S90</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모델 B는 무엇을 근거로 검토할까?</a:t>
            </a:r>
          </a:p>
          <a:p>
            <a:r>
              <a:t xml:space="preserve"/>
            </a:r>
          </a:p>
          <a:p>
            <a:r>
              <a:t xml:space="preserve">**Slide ID:**</a:t>
            </a:r>
          </a:p>
          <a:p>
            <a:r>
              <a:t xml:space="preserve">S91</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지적이 다음 수정으로 이어진다</a:t>
            </a:r>
          </a:p>
          <a:p>
            <a:r>
              <a:t xml:space="preserve"/>
            </a:r>
          </a:p>
          <a:p>
            <a:r>
              <a:t xml:space="preserve">**Slide ID:**</a:t>
            </a:r>
          </a:p>
          <a:p>
            <a:r>
              <a:t xml:space="preserve">S92</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고쳤다면, 같은 기준으로 다시 본다</a:t>
            </a:r>
          </a:p>
          <a:p>
            <a:r>
              <a:t xml:space="preserve"/>
            </a:r>
          </a:p>
          <a:p>
            <a:r>
              <a:t xml:space="preserve">**Slide ID:**</a:t>
            </a:r>
          </a:p>
          <a:p>
            <a:r>
              <a:t xml:space="preserve">S93</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같은 목표의 구현·검토 루프</a:t>
            </a:r>
          </a:p>
          <a:p>
            <a:r>
              <a:t xml:space="preserve"/>
            </a:r>
          </a:p>
          <a:p>
            <a:r>
              <a:t xml:space="preserve">**Slide ID:**</a:t>
            </a:r>
          </a:p>
          <a:p>
            <a:r>
              <a:t xml:space="preserve">S94</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언제 계속하고, 언제 끝낼까?</a:t>
            </a:r>
          </a:p>
          <a:p>
            <a:r>
              <a:t xml:space="preserve"/>
            </a:r>
          </a:p>
          <a:p>
            <a:r>
              <a:t xml:space="preserve">**Slide ID:**</a:t>
            </a:r>
          </a:p>
          <a:p>
            <a:r>
              <a:t xml:space="preserve">S95</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구현한 모델에게 다시 물으면 충분할까?</a:t>
            </a:r>
          </a:p>
          <a:p>
            <a:r>
              <a:t xml:space="preserve"/>
            </a:r>
          </a:p>
          <a:p>
            <a:r>
              <a:t xml:space="preserve">**Slide ID:**</a:t>
            </a:r>
          </a:p>
          <a:p>
            <a:r>
              <a:t xml:space="preserve">S96</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다른 모델의 관점이 도움이 된 실험</a:t>
            </a:r>
          </a:p>
          <a:p>
            <a:r>
              <a:t xml:space="preserve"/>
            </a:r>
          </a:p>
          <a:p>
            <a:r>
              <a:t xml:space="preserve">**Slide ID:**</a:t>
            </a:r>
          </a:p>
          <a:p>
            <a:r>
              <a:t xml:space="preserve">S97</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잘 만드는 능력과 잘 검토하는 능력</a:t>
            </a:r>
          </a:p>
          <a:p>
            <a:r>
              <a:t xml:space="preserve"/>
            </a:r>
          </a:p>
          <a:p>
            <a:r>
              <a:t xml:space="preserve">**Slide ID:**</a:t>
            </a:r>
          </a:p>
          <a:p>
            <a:r>
              <a:t xml:space="preserve">S98</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구현과 검토에 모델을 어떻게 나눌까?</a:t>
            </a:r>
          </a:p>
          <a:p>
            <a:r>
              <a:t xml:space="preserve"/>
            </a:r>
          </a:p>
          <a:p>
            <a:r>
              <a:t xml:space="preserve">**Slide ID:**</a:t>
            </a:r>
          </a:p>
          <a:p>
            <a:r>
              <a:t xml:space="preserve">S99</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검토 모델의 말도 확인해야 한다</a:t>
            </a:r>
          </a:p>
          <a:p>
            <a:r>
              <a:t xml:space="preserve"/>
            </a:r>
          </a:p>
          <a:p>
            <a:r>
              <a:t xml:space="preserve">**Slide ID:**</a:t>
            </a:r>
          </a:p>
          <a:p>
            <a:r>
              <a:t xml:space="preserve">S100</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반복하려면 무엇을 이어받아야 할까?</a:t>
            </a:r>
          </a:p>
          <a:p>
            <a:r>
              <a:t xml:space="preserve"/>
            </a:r>
          </a:p>
          <a:p>
            <a:r>
              <a:t xml:space="preserve">**Slide ID:**</a:t>
            </a:r>
          </a:p>
          <a:p>
            <a:r>
              <a:t xml:space="preserve">S101</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확인한 근거와 아직 실행하지 않은 설계</a:t>
            </a:r>
          </a:p>
          <a:p>
            <a:r>
              <a:t xml:space="preserve"/>
            </a:r>
          </a:p>
          <a:p>
            <a:r>
              <a:t xml:space="preserve">**Slide ID:**</a:t>
            </a:r>
          </a:p>
          <a:p>
            <a:r>
              <a:t xml:space="preserve">S102</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Goal이 목표와 다음 작업을 이어준다</a:t>
            </a:r>
          </a:p>
          <a:p>
            <a:r>
              <a:t xml:space="preserve"/>
            </a:r>
          </a:p>
          <a:p>
            <a:r>
              <a:t xml:space="preserve">**Slide ID:**</a:t>
            </a:r>
          </a:p>
          <a:p>
            <a:r>
              <a:t xml:space="preserve">S103</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Goal에는 완료 근거와 멈출 조건을 담는다</a:t>
            </a:r>
          </a:p>
          <a:p>
            <a:r>
              <a:t xml:space="preserve"/>
            </a:r>
          </a:p>
          <a:p>
            <a:r>
              <a:t xml:space="preserve">**Slide ID:**</a:t>
            </a:r>
          </a:p>
          <a:p>
            <a:r>
              <a:t xml:space="preserve">S104</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S105에서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우리 작업에는 어떤 루프가 필요할까?</a:t>
            </a:r>
          </a:p>
          <a:p>
            <a:r>
              <a:t xml:space="preserve"/>
            </a:r>
          </a:p>
          <a:p>
            <a:r>
              <a:t xml:space="preserve">**Slide ID:**</a:t>
            </a:r>
          </a:p>
          <a:p>
            <a:r>
              <a:t xml:space="preserve">S105</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S106의 ACT5 제목을 거쳐 S107의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S106의 ACT5 제목을 거쳐 S107에서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S105; production/preview/act4/S105.png 및 production/preview/full/S105.png.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내 업무에 맞게 조합하고 덜어내기</a:t>
            </a:r>
          </a:p>
          <a:p>
            <a:r>
              <a:t xml:space="preserve"/>
            </a:r>
          </a:p>
          <a:p>
            <a:r>
              <a:t xml:space="preserve">**Slide ID:**</a:t>
            </a:r>
          </a:p>
          <a:p>
            <a:r>
              <a:t xml:space="preserve">S106</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S107의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S107에서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S107로 넘긴다. 실측 리허설 UNVERIFIED.</a:t>
            </a:r>
          </a:p>
          <a:p>
            <a:r>
              <a:t xml:space="preserve"/>
            </a:r>
          </a:p>
          <a:p>
            <a:r>
              <a:t xml:space="preserve">**Fallback:**</a:t>
            </a:r>
          </a:p>
          <a:p>
            <a:r>
              <a:t xml:space="preserve">LOCAL STATIC ARTIFACT — production/preview/full/S106.png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AI에게 맡기는 범위가 넓어졌다</a:t>
            </a:r>
          </a:p>
          <a:p>
            <a:r>
              <a:t xml:space="preserve"/>
            </a:r>
          </a:p>
          <a:p>
            <a:r>
              <a:t xml:space="preserve">**Slide ID:**</a:t>
            </a:r>
          </a:p>
          <a:p>
            <a:r>
              <a:t xml:space="preserve">S107</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S108의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S115/S116에서만 진행한다.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작업은 요청부터 검토·수정까지 이어진다</a:t>
            </a:r>
          </a:p>
          <a:p>
            <a:r>
              <a:t xml:space="preserve"/>
            </a:r>
          </a:p>
          <a:p>
            <a:r>
              <a:t xml:space="preserve">**Slide ID:**</a:t>
            </a:r>
          </a:p>
          <a:p>
            <a:r>
              <a:t xml:space="preserve">S108</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S109의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 흐름에는 정보·절차·도구가 연결된다</a:t>
            </a:r>
          </a:p>
          <a:p>
            <a:r>
              <a:t xml:space="preserve"/>
            </a:r>
          </a:p>
          <a:p>
            <a:r>
              <a:t xml:space="preserve">**Slide ID:**</a:t>
            </a:r>
          </a:p>
          <a:p>
            <a:r>
              <a:t xml:space="preserve">S109</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S108의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S110의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그렇게 얻은 결과를 완료 보고만으로 받아들일 수 있을까요? S110에서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결과를 수용할지는 사람이 판단한다</a:t>
            </a:r>
          </a:p>
          <a:p>
            <a:r>
              <a:t xml:space="preserve"/>
            </a:r>
          </a:p>
          <a:p>
            <a:r>
              <a:t xml:space="preserve">**Slide ID:**</a:t>
            </a:r>
          </a:p>
          <a:p>
            <a:r>
              <a:t xml:space="preserve">S110</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S109에서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S111로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 수용 판단까지 연결되도록 작업 조건을 설계하고 운영하는 관점을 S111에서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AI가 일할 조건과 확인 경로를 설계한다</a:t>
            </a:r>
          </a:p>
          <a:p>
            <a:r>
              <a:t xml:space="preserve"/>
            </a:r>
          </a:p>
          <a:p>
            <a:r>
              <a:t xml:space="preserve">**Slide ID:**</a:t>
            </a:r>
          </a:p>
          <a:p>
            <a:r>
              <a:t xml:space="preserve">S111</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S107의 범위 확대, S108의 작업 흐름, S109의 수행 조건과 S110의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S112–S114에, 개인 문제와 다음 행동은 S115–S116에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S115/S116에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S115/S116에 남긴다.</a:t>
            </a:r>
          </a:p>
          <a:p>
            <a:r>
              <a:t xml:space="preserve"/>
            </a:r>
          </a:p>
          <a:p>
            <a:r>
              <a:t xml:space="preserve">**Transition:**</a:t>
            </a:r>
          </a:p>
          <a:p>
            <a:r>
              <a:t xml:space="preserve">이렇게 설계한 작업 방식도 모델·플랫폼이 달라지면 그대로 필요할까요? S112부터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모델·플랫폼이 바뀌면 Harness도 다시 본다</a:t>
            </a:r>
          </a:p>
          <a:p>
            <a:r>
              <a:t xml:space="preserve"/>
            </a:r>
          </a:p>
          <a:p>
            <a:r>
              <a:t xml:space="preserve">**Slide ID:**</a:t>
            </a:r>
          </a:p>
          <a:p>
            <a:r>
              <a:t xml:space="preserve">S112</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S111의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S113의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무엇을 남기고, 무엇을 덜어낼까?</a:t>
            </a:r>
          </a:p>
          <a:p>
            <a:r>
              <a:t xml:space="preserve"/>
            </a:r>
          </a:p>
          <a:p>
            <a:r>
              <a:t xml:space="preserve">**Slide ID:**</a:t>
            </a:r>
          </a:p>
          <a:p>
            <a:r>
              <a:t xml:space="preserve">S113</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S112의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S114으로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덜어낸 뒤에도 필요한 일을 하는가?</a:t>
            </a:r>
          </a:p>
          <a:p>
            <a:r>
              <a:t xml:space="preserve"/>
            </a:r>
          </a:p>
          <a:p>
            <a:r>
              <a:t xml:space="preserve">**Slide ID:**</a:t>
            </a:r>
          </a:p>
          <a:p>
            <a:r>
              <a:t xml:space="preserve">S114</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S113에서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S115에서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S115/S114에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내 업무에서는 무엇이 반복해서 막힐까?</a:t>
            </a:r>
          </a:p>
          <a:p>
            <a:r>
              <a:t xml:space="preserve"/>
            </a:r>
          </a:p>
          <a:p>
            <a:r>
              <a:t xml:space="preserve">**Slide ID:**</a:t>
            </a:r>
          </a:p>
          <a:p>
            <a:r>
              <a:t xml:space="preserve">S115</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S116에서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S116의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고른 문제에서, 다음 행동 하나로</a:t>
            </a:r>
          </a:p>
          <a:p>
            <a:r>
              <a:t xml:space="preserve"/>
            </a:r>
          </a:p>
          <a:p>
            <a:r>
              <a:t xml:space="preserve">**Slide ID:**</a:t>
            </a:r>
          </a:p>
          <a:p>
            <a:r>
              <a:t xml:space="preserve">S116</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S115에서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S117–S119의 찾아보기에서 팁 위치만 짚고 S120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S115과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S117의 마지막 찾아보기를 연다.</a:t>
            </a:r>
          </a:p>
          <a:p>
            <a:r>
              <a:t xml:space="preserve"/>
            </a:r>
          </a:p>
          <a:p>
            <a:r>
              <a:t xml:space="preserve">**Time Management:**</a:t>
            </a:r>
          </a:p>
          <a:p>
            <a:r>
              <a:t xml:space="preserve">Lecture2분+Reflection2분=4분. S115의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작업 환경과 기준</a:t>
            </a:r>
          </a:p>
          <a:p>
            <a:r>
              <a:t xml:space="preserve"/>
            </a:r>
          </a:p>
          <a:p>
            <a:r>
              <a:t xml:space="preserve">**Slide ID:**</a:t>
            </a:r>
          </a:p>
          <a:p>
            <a:r>
              <a:t xml:space="preserve">S117</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S49, S56–S58, S62, S67, S72, S74, S84, S103다.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S56–S58은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S49 AGENTS.md에는 무엇을 남길까? / S62 테스트 명령을 언제 쓰고 무엇을 판단할까? / S67 대화로 재사용할 Skill 만들기 / S72 대화로 조사 Agent 만들기 / S74 이번 Context와 다시 쓸 지식 / S84 반복 보정을 개선으로 잇는 기록. 새 S67/S72을 포함해 제목·위치만 짚고 본문을 다시 강의하지 않는다.</a:t>
            </a:r>
          </a:p>
          <a:p>
            <a:r>
              <a:t xml:space="preserve">3. (0:45–1:00 / Lecture) 요청 작성 팁 목록 S118으로 이어간다.</a:t>
            </a:r>
          </a:p>
          <a:p>
            <a:r>
              <a:t xml:space="preserve"/>
            </a:r>
          </a:p>
          <a:p>
            <a:r>
              <a:t xml:space="preserve">**Evidence / Source:**</a:t>
            </a:r>
          </a:p>
          <a:p>
            <a:r>
              <a:t xml:space="preserve">DEC-0088, DEC-0093. 현재 Slide Map의 제목·ID와 실무 팁 목록. S67/S72은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S118으로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요청 작성</a:t>
            </a:r>
          </a:p>
          <a:p>
            <a:r>
              <a:t xml:space="preserve"/>
            </a:r>
          </a:p>
          <a:p>
            <a:r>
              <a:t xml:space="preserve">**Slide ID:**</a:t>
            </a:r>
          </a:p>
          <a:p>
            <a:r>
              <a:t xml:space="preserve">S118</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S28, S29, S30, S31, S32, S33, S34, S35다.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S119로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검증과 개선</a:t>
            </a:r>
          </a:p>
          <a:p>
            <a:r>
              <a:t xml:space="preserve"/>
            </a:r>
          </a:p>
          <a:p>
            <a:r>
              <a:t xml:space="preserve">**Slide ID:**</a:t>
            </a:r>
          </a:p>
          <a:p>
            <a:r>
              <a:t xml:space="preserve">S119</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S91, S95, S104, S113, S114이다.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S91 원인을 고르기 전에 확인할 기록 / S95 지침을 고친 뒤, 무엇을 다시 확인할까? / S113 무엇을 남기고, 무엇을 덜어낼까? / S114 덜어낸 뒤에도 필요한 일을 하는가?.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Q&amp;A와 교육 마무리</a:t>
            </a:r>
          </a:p>
          <a:p>
            <a:r>
              <a:t xml:space="preserve"/>
            </a:r>
          </a:p>
          <a:p>
            <a:r>
              <a:t xml:space="preserve">**Slide ID:**</a:t>
            </a:r>
          </a:p>
          <a:p>
            <a:r>
              <a:t xml:space="preserve">S120</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S116에서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S107과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S116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S120와 production/preview/act5/S120.png를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 /><Relationship Type="http://schemas.openxmlformats.org/officeDocument/2006/relationships/image" Target="/ppt/media/image3.png" Id="Rc4b2358a560b4548" /><Relationship Type="http://schemas.openxmlformats.org/officeDocument/2006/relationships/notesSlide" Target="/ppt/notesSlides/notesSlide11.xml" Id="R149468e77d4d43d2" /></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 /><Relationship Type="http://schemas.openxmlformats.org/officeDocument/2006/relationships/image" Target="/ppt/media/image4.png" Id="R31004c676db84349" /><Relationship Type="http://schemas.openxmlformats.org/officeDocument/2006/relationships/notesSlide" Target="/ppt/notesSlides/notesSlide12.xml" Id="R6fc04e52d96b45fc"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f867e96f58d442c4" /><Relationship Type="http://schemas.openxmlformats.org/officeDocument/2006/relationships/notesSlide" Target="/ppt/notesSlides/notesSlide15.xml" Id="Rcf971d92428d4cbc" /></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bc86d1ae9543496c" /><Relationship Type="http://schemas.openxmlformats.org/officeDocument/2006/relationships/notesSlide" Target="/ppt/notesSlides/notesSlide16.xml" Id="R2cc36672ded34c82" /></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94f82fb1fd3d49e1" /><Relationship Type="http://schemas.openxmlformats.org/officeDocument/2006/relationships/image" Target="/ppt/media/image8.png" Id="R2efa1f36d4c346d5" /><Relationship Type="http://schemas.openxmlformats.org/officeDocument/2006/relationships/image" Target="/ppt/media/image9.png" Id="R5a17842974b84b23" /><Relationship Type="http://schemas.openxmlformats.org/officeDocument/2006/relationships/image" Target="/ppt/media/image10.png" Id="Rc8496ccfbdb24bbd" /><Relationship Type="http://schemas.openxmlformats.org/officeDocument/2006/relationships/notesSlide" Target="/ppt/notesSlides/notesSlide17.xml" Id="Rc08dc7fbcbd84338" /></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f942763dc26745cc" /><Relationship Type="http://schemas.openxmlformats.org/officeDocument/2006/relationships/image" Target="/ppt/media/image11.png" Id="Rb45237697da14b98" /><Relationship Type="http://schemas.openxmlformats.org/officeDocument/2006/relationships/notesSlide" Target="/ppt/notesSlides/notesSlide18.xml" Id="R06f8a877baaf45b2" /></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6e647ebdd4334133" /><Relationship Type="http://schemas.openxmlformats.org/officeDocument/2006/relationships/image" Target="/ppt/media/image12.png" Id="R81713f9dcd884bf4" /><Relationship Type="http://schemas.openxmlformats.org/officeDocument/2006/relationships/notesSlide" Target="/ppt/notesSlides/notesSlide19.xml" Id="R6fb5276abe7941d0" /></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39de8e9d68904bb8" /><Relationship Type="http://schemas.openxmlformats.org/officeDocument/2006/relationships/notesSlide" Target="/ppt/notesSlides/notesSlide20.xml" Id="Rc75a195855f14ad6" /></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693d96199f1f4efb" /><Relationship Type="http://schemas.openxmlformats.org/officeDocument/2006/relationships/notesSlide" Target="/ppt/notesSlides/notesSlide21.xml" Id="Ra6ad3e79cf3245b4" /></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d1df4d96fb934631" /><Relationship Type="http://schemas.openxmlformats.org/officeDocument/2006/relationships/notesSlide" Target="/ppt/notesSlides/notesSlide22.xml" Id="R4792164f98424cd4" /></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5d6fdb91f6c749e9" /><Relationship Type="http://schemas.openxmlformats.org/officeDocument/2006/relationships/notesSlide" Target="/ppt/notesSlides/notesSlide23.xml" Id="R54f20733bb7944bf" /></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14e40d28c8eb402a" /><Relationship Type="http://schemas.openxmlformats.org/officeDocument/2006/relationships/notesSlide" Target="/ppt/notesSlides/notesSlide24.xml" Id="Rd9144291845145ef" /></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57b46db97083401e" /><Relationship Type="http://schemas.openxmlformats.org/officeDocument/2006/relationships/notesSlide" Target="/ppt/notesSlides/notesSlide25.xml" Id="R576996315fe9456a" /></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f719519429ab499f" /><Relationship Type="http://schemas.openxmlformats.org/officeDocument/2006/relationships/notesSlide" Target="/ppt/notesSlides/notesSlide26.xml" Id="R5b0a6ebd2da54a31" /></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 /><Relationship Type="http://schemas.openxmlformats.org/officeDocument/2006/relationships/notesSlide" Target="/ppt/notesSlides/notesSlide27.xml" Id="R67557043997c4b2f" /></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c258987384ac4d43" /><Relationship Type="http://schemas.openxmlformats.org/officeDocument/2006/relationships/notesSlide" Target="/ppt/notesSlides/notesSlide28.xml" Id="Rff27a015abf24948" /></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fb901af085124628" /><Relationship Type="http://schemas.openxmlformats.org/officeDocument/2006/relationships/notesSlide" Target="/ppt/notesSlides/notesSlide29.xml" Id="R3a498e5233dc4a5a" /></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dc5bb51bb3434724" /><Relationship Type="http://schemas.openxmlformats.org/officeDocument/2006/relationships/notesSlide" Target="/ppt/notesSlides/notesSlide30.xml" Id="Rca442c894a154a13" /></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528a4ac3a8344e6f" /><Relationship Type="http://schemas.openxmlformats.org/officeDocument/2006/relationships/notesSlide" Target="/ppt/notesSlides/notesSlide31.xml" Id="R613eb6ac2da543d3" /></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0ad4ae7139c54630" /><Relationship Type="http://schemas.openxmlformats.org/officeDocument/2006/relationships/notesSlide" Target="/ppt/notesSlides/notesSlide32.xml" Id="R3f20303f114447e2" /></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5a097e6674c64ad9" /><Relationship Type="http://schemas.openxmlformats.org/officeDocument/2006/relationships/notesSlide" Target="/ppt/notesSlides/notesSlide33.xml" Id="R0acbc4fac3ad4c39" /></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7f50f77b0e5b4bf4" /><Relationship Type="http://schemas.openxmlformats.org/officeDocument/2006/relationships/notesSlide" Target="/ppt/notesSlides/notesSlide34.xml" Id="R840a07ea16114c83" /></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391973fa4d4c4528" /><Relationship Type="http://schemas.openxmlformats.org/officeDocument/2006/relationships/notesSlide" Target="/ppt/notesSlides/notesSlide35.xml" Id="Re0b8525972544589" /></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2c002f7bc4514c33" /><Relationship Type="http://schemas.openxmlformats.org/officeDocument/2006/relationships/notesSlide" Target="/ppt/notesSlides/notesSlide36.xml" Id="R7efc610a93a54954" /></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ec5a23af53ca4c78" /><Relationship Type="http://schemas.openxmlformats.org/officeDocument/2006/relationships/notesSlide" Target="/ppt/notesSlides/notesSlide37.xml" Id="R497580c3f0c3424c" /></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c9eaaf9a90b14d53" /><Relationship Type="http://schemas.openxmlformats.org/officeDocument/2006/relationships/notesSlide" Target="/ppt/notesSlides/notesSlide38.xml" Id="Rd075c9a9e36d48b4" /></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1b16e5cacac4c41" /><Relationship Type="http://schemas.openxmlformats.org/officeDocument/2006/relationships/notesSlide" Target="/ppt/notesSlides/notesSlide39.xml" Id="Ra72fc7dcfd7b41b1" /></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07511a518ff4525" /><Relationship Type="http://schemas.openxmlformats.org/officeDocument/2006/relationships/notesSlide" Target="/ppt/notesSlides/notesSlide40.xml" Id="R68e31d9f2fc14051" /></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6e56cb0a35a44a6" /><Relationship Type="http://schemas.openxmlformats.org/officeDocument/2006/relationships/notesSlide" Target="/ppt/notesSlides/notesSlide41.xml" Id="R1c812969c94f4890" /></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c63960e478f44ba0" /><Relationship Type="http://schemas.openxmlformats.org/officeDocument/2006/relationships/image" Target="/ppt/media/image13.png" Id="Ra2c2df2b248644e1" /><Relationship Type="http://schemas.openxmlformats.org/officeDocument/2006/relationships/image" Target="/ppt/media/image14.png" Id="R72384f96cf10468c" /><Relationship Type="http://schemas.openxmlformats.org/officeDocument/2006/relationships/notesSlide" Target="/ppt/notesSlides/notesSlide42.xml" Id="R9dcd712c96cb4920" /></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0b891b6ae719447b" /><Relationship Type="http://schemas.openxmlformats.org/officeDocument/2006/relationships/image" Target="/ppt/media/image15.png" Id="R05dd841e246a4bca" /><Relationship Type="http://schemas.openxmlformats.org/officeDocument/2006/relationships/notesSlide" Target="/ppt/notesSlides/notesSlide43.xml" Id="Rb3607c7c5ecc4fd4" /></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2cc15d7163564e26" /><Relationship Type="http://schemas.openxmlformats.org/officeDocument/2006/relationships/notesSlide" Target="/ppt/notesSlides/notesSlide44.xml" Id="R3f6a00bc3ef44a1b" /></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9311ca4a8a8348f3" /><Relationship Type="http://schemas.openxmlformats.org/officeDocument/2006/relationships/notesSlide" Target="/ppt/notesSlides/notesSlide45.xml" Id="R1c76f09a75e243d8" /></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6967597e80c34965" /><Relationship Type="http://schemas.openxmlformats.org/officeDocument/2006/relationships/notesSlide" Target="/ppt/notesSlides/notesSlide46.xml" Id="R4c7fbbd0eaca47b2" /></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91d0bd7a350c402d" /><Relationship Type="http://schemas.openxmlformats.org/officeDocument/2006/relationships/notesSlide" Target="/ppt/notesSlides/notesSlide47.xml" Id="R7fc76b79800c4517" /></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d316b761801843be" /><Relationship Type="http://schemas.openxmlformats.org/officeDocument/2006/relationships/notesSlide" Target="/ppt/notesSlides/notesSlide48.xml" Id="Rddf3b25f9736491c" /></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1a9f7b09a7b7459d" /><Relationship Type="http://schemas.openxmlformats.org/officeDocument/2006/relationships/notesSlide" Target="/ppt/notesSlides/notesSlide49.xml" Id="R3e24ddfd65984de7" /></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2ca8a0b691624094" /><Relationship Type="http://schemas.openxmlformats.org/officeDocument/2006/relationships/notesSlide" Target="/ppt/notesSlides/notesSlide50.xml" Id="Rf4c40cfa733f4d6f" /></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3428ef6e2ec24726" /><Relationship Type="http://schemas.openxmlformats.org/officeDocument/2006/relationships/notesSlide" Target="/ppt/notesSlides/notesSlide51.xml" Id="R57634cd0349c4959" /></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20e9d29fdb1c43a0" /><Relationship Type="http://schemas.openxmlformats.org/officeDocument/2006/relationships/notesSlide" Target="/ppt/notesSlides/notesSlide52.xml" Id="Re888c36c54cf4b94" /></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155d617a4fe64e7b" /><Relationship Type="http://schemas.openxmlformats.org/officeDocument/2006/relationships/notesSlide" Target="/ppt/notesSlides/notesSlide53.xml" Id="R47ee9cce5b494bbf" /></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c660c7b0c7044d2a" /><Relationship Type="http://schemas.openxmlformats.org/officeDocument/2006/relationships/notesSlide" Target="/ppt/notesSlides/notesSlide54.xml" Id="R65929069c5bf430e" /></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e9bc63cfa05c4c8d" /><Relationship Type="http://schemas.openxmlformats.org/officeDocument/2006/relationships/notesSlide" Target="/ppt/notesSlides/notesSlide55.xml" Id="Rcdd85d3d7ee74629" /></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6.xml" Id="R2fb43c6f704045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7.xml" Id="R20a4959413924f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8.xml" Id="R438ccbd9d6504e36"/></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3d60f040df744a36" /><Relationship Type="http://schemas.openxmlformats.org/officeDocument/2006/relationships/notesSlide" Target="/ppt/notesSlides/notesSlide59.xml" Id="Raa20956d6d1b4479" /></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cef566e4003a4b25" /><Relationship Type="http://schemas.openxmlformats.org/officeDocument/2006/relationships/notesSlide" Target="/ppt/notesSlides/notesSlide60.xml" Id="R54ba7668537b43fe" /></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3337c18cf1e045bd" /><Relationship Type="http://schemas.openxmlformats.org/officeDocument/2006/relationships/image" Target="/ppt/media/image16.png" Id="R2d4c45c5b4fd41f7" /><Relationship Type="http://schemas.openxmlformats.org/officeDocument/2006/relationships/image" Target="/ppt/media/image17.png" Id="Rc08951a4c1184da2" /><Relationship Type="http://schemas.openxmlformats.org/officeDocument/2006/relationships/notesSlide" Target="/ppt/notesSlides/notesSlide61.xml" Id="Rf4394eb0efae4bc2" /></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2d18b6cf2a8242bb" /><Relationship Type="http://schemas.openxmlformats.org/officeDocument/2006/relationships/notesSlide" Target="/ppt/notesSlides/notesSlide62.xml" Id="Rf2667cbaf12645c5" /></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af5c822f6d824712" /><Relationship Type="http://schemas.openxmlformats.org/officeDocument/2006/relationships/notesSlide" Target="/ppt/notesSlides/notesSlide63.xml" Id="Rd8f3f37e8c0e4855" /></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4555fbd5a9d746b3" /><Relationship Type="http://schemas.openxmlformats.org/officeDocument/2006/relationships/notesSlide" Target="/ppt/notesSlides/notesSlide64.xml" Id="R85a14c9750344ec0" /></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12eccc3c88542ce" /><Relationship Type="http://schemas.openxmlformats.org/officeDocument/2006/relationships/notesSlide" Target="/ppt/notesSlides/notesSlide65.xml" Id="Raf1d5a7b0c524dfa" /></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063de0ef4a442ab" /><Relationship Type="http://schemas.openxmlformats.org/officeDocument/2006/relationships/notesSlide" Target="/ppt/notesSlides/notesSlide66.xml" Id="Rad52161ddcca407b" /></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6c202077a84e4c02" /><Relationship Type="http://schemas.openxmlformats.org/officeDocument/2006/relationships/notesSlide" Target="/ppt/notesSlides/notesSlide67.xml" Id="R16825de3fab740bf" /></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f1a717a3fb9647c8" /><Relationship Type="http://schemas.openxmlformats.org/officeDocument/2006/relationships/notesSlide" Target="/ppt/notesSlides/notesSlide68.xml" Id="R8b0233aae6a140ac" /></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000fadb9970d441f" /><Relationship Type="http://schemas.openxmlformats.org/officeDocument/2006/relationships/notesSlide" Target="/ppt/notesSlides/notesSlide69.xml" Id="R3d7c7a685cac4014" /></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93c3e6aad380400e" /><Relationship Type="http://schemas.openxmlformats.org/officeDocument/2006/relationships/chart" Target="/ppt/slides/charts/chart1.xml" Id="R17f0dc71d73a47f9" /><Relationship Type="http://schemas.openxmlformats.org/officeDocument/2006/relationships/notesSlide" Target="/ppt/notesSlides/notesSlide70.xml" Id="Raff3ca3ec59a4149" /></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2e17a19683704424" /><Relationship Type="http://schemas.openxmlformats.org/officeDocument/2006/relationships/notesSlide" Target="/ppt/notesSlides/notesSlide71.xml" Id="R1cbda8e4c54b4dd1" /></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0a88614b8bfd47c8" /><Relationship Type="http://schemas.openxmlformats.org/officeDocument/2006/relationships/notesSlide" Target="/ppt/notesSlides/notesSlide72.xml" Id="Rc8ffa309e5c34afa" /></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1b39ea3a0c344e75" /><Relationship Type="http://schemas.openxmlformats.org/officeDocument/2006/relationships/notesSlide" Target="/ppt/notesSlides/notesSlide73.xml" Id="Rf159e342b5e341d6" /></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cc7c79556b3c44e8" /><Relationship Type="http://schemas.openxmlformats.org/officeDocument/2006/relationships/notesSlide" Target="/ppt/notesSlides/notesSlide74.xml" Id="R63b536d641b84715" /></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35f3978e82494274" /><Relationship Type="http://schemas.openxmlformats.org/officeDocument/2006/relationships/notesSlide" Target="/ppt/notesSlides/notesSlide75.xml" Id="R32d6c074a7e4497a" /></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6fe0dca14c1f4fd3" /><Relationship Type="http://schemas.openxmlformats.org/officeDocument/2006/relationships/notesSlide" Target="/ppt/notesSlides/notesSlide76.xml" Id="Rc54545c27dea4caf" /></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88f114412418432e" /><Relationship Type="http://schemas.openxmlformats.org/officeDocument/2006/relationships/notesSlide" Target="/ppt/notesSlides/notesSlide77.xml" Id="R7f78e7867aa5421f" /></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f02938cab19f4130" /><Relationship Type="http://schemas.openxmlformats.org/officeDocument/2006/relationships/notesSlide" Target="/ppt/notesSlides/notesSlide78.xml" Id="R089a47929ed34abd" /></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b33c76af76314bef" /><Relationship Type="http://schemas.openxmlformats.org/officeDocument/2006/relationships/notesSlide" Target="/ppt/notesSlides/notesSlide79.xml" Id="R3b61134a2a454803" /></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5ed7a40cfc3e478b" /><Relationship Type="http://schemas.openxmlformats.org/officeDocument/2006/relationships/notesSlide" Target="/ppt/notesSlides/notesSlide80.xml" Id="R9e690c9a8b01411e" /></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804990a871b4b14" /><Relationship Type="http://schemas.openxmlformats.org/officeDocument/2006/relationships/notesSlide" Target="/ppt/notesSlides/notesSlide81.xml" Id="Rcaebcb7911fd42e4" /></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1cd231f382843c6" /><Relationship Type="http://schemas.openxmlformats.org/officeDocument/2006/relationships/notesSlide" Target="/ppt/notesSlides/notesSlide82.xml" Id="R6bc44724aebe46dd" /></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55b225ea4f5b4aa2" /><Relationship Type="http://schemas.openxmlformats.org/officeDocument/2006/relationships/notesSlide" Target="/ppt/notesSlides/notesSlide83.xml" Id="R3aedd29c6ea7436c" /></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3bb9d0d8532148bf" /><Relationship Type="http://schemas.openxmlformats.org/officeDocument/2006/relationships/notesSlide" Target="/ppt/notesSlides/notesSlide84.xml" Id="Rae1cfc68b74141de" /></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6a218b8d785e4ded" /><Relationship Type="http://schemas.openxmlformats.org/officeDocument/2006/relationships/notesSlide" Target="/ppt/notesSlides/notesSlide85.xml" Id="R30e64919739f4c81" /></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9ec76ef1877f4d6a" /><Relationship Type="http://schemas.openxmlformats.org/officeDocument/2006/relationships/notesSlide" Target="/ppt/notesSlides/notesSlide86.xml" Id="R7da67322bac34beb" /></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81d29e1c6eb74e99" /><Relationship Type="http://schemas.openxmlformats.org/officeDocument/2006/relationships/notesSlide" Target="/ppt/notesSlides/notesSlide87.xml" Id="R983ef1b4941f47df" /></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ad9329a05df54960" /><Relationship Type="http://schemas.openxmlformats.org/officeDocument/2006/relationships/notesSlide" Target="/ppt/notesSlides/notesSlide88.xml" Id="R2bb221648fd04a50" /></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1286b6491ead4c4e" /><Relationship Type="http://schemas.openxmlformats.org/officeDocument/2006/relationships/notesSlide" Target="/ppt/notesSlides/notesSlide89.xml" Id="R87b72ed4cafc40d3" /></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ee1a9567d1114f97" /><Relationship Type="http://schemas.openxmlformats.org/officeDocument/2006/relationships/notesSlide" Target="/ppt/notesSlides/notesSlide90.xml" Id="Re6d646379adb4da1" /></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de6b98ba60334ffc" /><Relationship Type="http://schemas.openxmlformats.org/officeDocument/2006/relationships/notesSlide" Target="/ppt/notesSlides/notesSlide91.xml" Id="Rc4e6ef3588d54767" /></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c63ed8f256e046ae" /><Relationship Type="http://schemas.openxmlformats.org/officeDocument/2006/relationships/notesSlide" Target="/ppt/notesSlides/notesSlide92.xml" Id="R3bb29d806ae04c5c" /></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306159353bd44048" /><Relationship Type="http://schemas.openxmlformats.org/officeDocument/2006/relationships/notesSlide" Target="/ppt/notesSlides/notesSlide93.xml" Id="R4191341ed86e4215" /></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ae85677103a54aa9" /><Relationship Type="http://schemas.openxmlformats.org/officeDocument/2006/relationships/notesSlide" Target="/ppt/notesSlides/notesSlide94.xml" Id="R36180a95ed3c43fa" /></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d78715b41345c9" /><Relationship Type="http://schemas.openxmlformats.org/officeDocument/2006/relationships/notesSlide" Target="/ppt/notesSlides/notesSlide95.xml" Id="R5ef00a4c4bb04823" /></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c6691b946b4f7e" /><Relationship Type="http://schemas.openxmlformats.org/officeDocument/2006/relationships/notesSlide" Target="/ppt/notesSlides/notesSlide96.xml" Id="R1e275696a25b470a" /></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051f2b1126c74b66" /><Relationship Type="http://schemas.openxmlformats.org/officeDocument/2006/relationships/chart" Target="/ppt/slides/charts/chart2.xml" Id="R8424e74d430f440d" /><Relationship Type="http://schemas.openxmlformats.org/officeDocument/2006/relationships/notesSlide" Target="/ppt/notesSlides/notesSlide97.xml" Id="Reafb085964c34056" /></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9fae1ba01bf44f1" /><Relationship Type="http://schemas.openxmlformats.org/officeDocument/2006/relationships/notesSlide" Target="/ppt/notesSlides/notesSlide98.xml" Id="R7ea86b7511cd4629" /></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8a51a7220e14aff" /><Relationship Type="http://schemas.openxmlformats.org/officeDocument/2006/relationships/notesSlide" Target="/ppt/notesSlides/notesSlide99.xml" Id="Rd241e076ae0c4c89" /></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df1856371da24377" /><Relationship Type="http://schemas.openxmlformats.org/officeDocument/2006/relationships/notesSlide" Target="/ppt/notesSlides/notesSlide100.xml" Id="R9fd9b4d481214a08" /></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178e0f3a90104f65" /><Relationship Type="http://schemas.openxmlformats.org/officeDocument/2006/relationships/notesSlide" Target="/ppt/notesSlides/notesSlide101.xml" Id="R212a1ecf528b465a" /></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b2dc162891be401c" /><Relationship Type="http://schemas.openxmlformats.org/officeDocument/2006/relationships/notesSlide" Target="/ppt/notesSlides/notesSlide102.xml" Id="R7c714979becd470e" /></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299602d0ca914412" /><Relationship Type="http://schemas.openxmlformats.org/officeDocument/2006/relationships/notesSlide" Target="/ppt/notesSlides/notesSlide103.xml" Id="R068559301c394576" /></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a9f8ae37510c4d76" /><Relationship Type="http://schemas.openxmlformats.org/officeDocument/2006/relationships/notesSlide" Target="/ppt/notesSlides/notesSlide104.xml" Id="R24afd0dfb79d41f0" /></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9a1aacd4ca7047da" /><Relationship Type="http://schemas.openxmlformats.org/officeDocument/2006/relationships/notesSlide" Target="/ppt/notesSlides/notesSlide105.xml" Id="R908895dc2cd64f82" /></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8dbaf0c429c24e9c" /><Relationship Type="http://schemas.openxmlformats.org/officeDocument/2006/relationships/notesSlide" Target="/ppt/notesSlides/notesSlide106.xml" Id="R9030d1fdb5114f76" /></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7beed766b02548d0" /><Relationship Type="http://schemas.openxmlformats.org/officeDocument/2006/relationships/notesSlide" Target="/ppt/notesSlides/notesSlide107.xml" Id="R311f6d7d4b354399" /></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9f22b112e6e94dd4" /><Relationship Type="http://schemas.openxmlformats.org/officeDocument/2006/relationships/notesSlide" Target="/ppt/notesSlides/notesSlide108.xml" Id="R5248189ceda34d20" /></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2045274a7abc4a46" /><Relationship Type="http://schemas.openxmlformats.org/officeDocument/2006/relationships/notesSlide" Target="/ppt/notesSlides/notesSlide109.xml" Id="Rb075385bb68b49a3" /></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581eabaa06924d52" /><Relationship Type="http://schemas.openxmlformats.org/officeDocument/2006/relationships/notesSlide" Target="/ppt/notesSlides/notesSlide110.xml" Id="Rfca130f2343a4cf9" /></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b6940130d634b17" /><Relationship Type="http://schemas.openxmlformats.org/officeDocument/2006/relationships/notesSlide" Target="/ppt/notesSlides/notesSlide111.xml" Id="R0a5721e8688f465f" /></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11120660fc84ee3" /><Relationship Type="http://schemas.openxmlformats.org/officeDocument/2006/relationships/notesSlide" Target="/ppt/notesSlides/notesSlide112.xml" Id="Ree3d1ac02cbb4442" /></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855433a5e91a4c16" /><Relationship Type="http://schemas.openxmlformats.org/officeDocument/2006/relationships/notesSlide" Target="/ppt/notesSlides/notesSlide113.xml" Id="Rd75f8c7cfc1e4c42" /></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0475320a47d34ddd" /><Relationship Type="http://schemas.openxmlformats.org/officeDocument/2006/relationships/notesSlide" Target="/ppt/notesSlides/notesSlide114.xml" Id="R2fbfac11f8a04b0a" /></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fbd2458269354b52" /><Relationship Type="http://schemas.openxmlformats.org/officeDocument/2006/relationships/notesSlide" Target="/ppt/notesSlides/notesSlide115.xml" Id="Rfb9c411f0bc743b8" /></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85446bd54374fad" /><Relationship Type="http://schemas.openxmlformats.org/officeDocument/2006/relationships/notesSlide" Target="/ppt/notesSlides/notesSlide116.xml" Id="R690e88ea3d1c4b3f" /></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7.xml" Id="R4a5121eea5284374"/></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966b7a57abd049bd" /><Relationship Type="http://schemas.openxmlformats.org/officeDocument/2006/relationships/notesSlide" Target="/ppt/notesSlides/notesSlide118.xml" Id="Ra6812a34cdf44996" /></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c6ffb81ea8f44af4" /><Relationship Type="http://schemas.openxmlformats.org/officeDocument/2006/relationships/notesSlide" Target="/ppt/notesSlides/notesSlide119.xml" Id="R619b15d573e54123" /></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160ffd9a6510466b" /><Relationship Type="http://schemas.openxmlformats.org/officeDocument/2006/relationships/notesSlide" Target="/ppt/notesSlides/notesSlide120.xml" Id="R48d24d913b22497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4FA4C3E-F78C-4FF5-8034-E61202880074}"/>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EBF43122-CC34-4214-9E7B-050C23B920E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F801D8D0-B3BE-4049-9F13-D5E7EFD99AD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57543235-D6FD-4F33-9BB3-A0E229E57A5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90012A31-7BAE-4FFF-9B3A-AF631D5EABCA}"/>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394A0924-2392-4DAD-8BBA-89E813BE0B5D}"/>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13DFA52-4FF9-46A0-A478-E0643ADD7FE1}"/>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C99ACF7B-FA6E-4854-9152-A84029FA75E6}"/>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853BD907-1E58-4FD7-9CD4-9F48BB9E09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4">
            <a:extLst xmlns:a="http://schemas.openxmlformats.org/drawingml/2006/main">
              <a:ext uri="{FF2B5EF4-FFF2-40B4-BE49-F238E27FC236}">
                <a16:creationId xmlns:a16="http://schemas.microsoft.com/office/drawing/2014/main" id="{E74B262B-7488-4DE2-9A7A-FFE5F1BC49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프로젝트를 보면 내가 원하는 것까지 알까?">
            <a:extLst xmlns:a="http://schemas.openxmlformats.org/drawingml/2006/main">
              <a:ext uri="{FF2B5EF4-FFF2-40B4-BE49-F238E27FC236}">
                <a16:creationId xmlns:a16="http://schemas.microsoft.com/office/drawing/2014/main" id="{F93C004C-04DC-43F2-B20C-F3048095A8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보면 내가 원하는 것까지 알까?</a:t>
            </a:r>
          </a:p>
        </p:txBody>
      </p:sp>
      <p:sp>
        <p:nvSpPr>
          <p:cNvPr id="4" name="">
            <a:extLst xmlns:a="http://schemas.openxmlformats.org/drawingml/2006/main">
              <a:ext uri="{FF2B5EF4-FFF2-40B4-BE49-F238E27FC236}">
                <a16:creationId xmlns:a16="http://schemas.microsoft.com/office/drawing/2014/main" id="{9F21AAC2-B973-49B1-ABC3-5344C48ECE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C5BA7E0-878A-4119-BCE4-58DB8B3D7B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검사 흐름 설계 예시</a:t>
            </a:r>
          </a:p>
        </p:txBody>
      </p:sp>
      <p:sp>
        <p:nvSpPr>
          <p:cNvPr id="7" name="제조 라인 검사장비로 확장한다면?">
            <a:extLst xmlns:a="http://schemas.openxmlformats.org/drawingml/2006/main">
              <a:ext uri="{FF2B5EF4-FFF2-40B4-BE49-F238E27FC236}">
                <a16:creationId xmlns:a16="http://schemas.microsoft.com/office/drawing/2014/main" id="{F8226227-952C-4139-94A6-4FC5A115E5B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63B1865-39C4-4F59-B7DD-84202465CD88}"/>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6EE4AC8E-F91B-4F36-9232-077F3B7A666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E04D2CFB-C05C-454E-9E96-5351D268F523}"/>
              </a:ext>
            </a:extLst>
          </p:cNvPr>
          <p:cNvSpPr>
            <a:spLocks xmlns:a="http://schemas.openxmlformats.org/drawingml/2006/main" noGrp="1"/>
          </p:cNvSpPr>
          <p:nvPr/>
        </p:nvSpPr>
        <p:spPr>
          <a:xfrm xmlns:a="http://schemas.openxmlformats.org/drawingml/2006/main">
            <a:off x="6096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4487B029-AE00-4913-90A3-624F06993F87}"/>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0588F53F-721A-417F-87DF-CF4B486634EA}"/>
              </a:ext>
            </a:extLst>
          </p:cNvPr>
          <p:cNvSpPr>
            <a:spLocks xmlns:a="http://schemas.openxmlformats.org/drawingml/2006/main" noGrp="1"/>
          </p:cNvSpPr>
          <p:nvPr/>
        </p:nvSpPr>
        <p:spPr>
          <a:xfrm xmlns:a="http://schemas.openxmlformats.org/drawingml/2006/main">
            <a:off x="7048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1F4146A-A9FE-40F4-8744-BB37313B5C5F}"/>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8958017-DED2-4ADC-9F41-012435DD799F}"/>
              </a:ext>
            </a:extLst>
          </p:cNvPr>
          <p:cNvSpPr>
            <a:spLocks xmlns:a="http://schemas.openxmlformats.org/drawingml/2006/main" noGrp="1"/>
          </p:cNvSpPr>
          <p:nvPr/>
        </p:nvSpPr>
        <p:spPr>
          <a:xfrm xmlns:a="http://schemas.openxmlformats.org/drawingml/2006/main">
            <a:off x="2476500" y="2457450"/>
            <a:ext cx="1638300" cy="19050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4CB419BD-B101-44CF-8774-059148571E96}"/>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조사한 범위">
            <a:extLst xmlns:a="http://schemas.openxmlformats.org/drawingml/2006/main">
              <a:ext uri="{FF2B5EF4-FFF2-40B4-BE49-F238E27FC236}">
                <a16:creationId xmlns:a16="http://schemas.microsoft.com/office/drawing/2014/main" id="{03FB7A49-010B-4CA3-9100-18FDAB1CCCE2}"/>
              </a:ext>
            </a:extLst>
          </p:cNvPr>
          <p:cNvSpPr>
            <a:spLocks xmlns:a="http://schemas.openxmlformats.org/drawingml/2006/main" noGrp="1"/>
          </p:cNvSpPr>
          <p:nvPr/>
        </p:nvSpPr>
        <p:spPr>
          <a:xfrm xmlns:a="http://schemas.openxmlformats.org/drawingml/2006/main">
            <a:off x="25717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조사한 범위</a:t>
            </a:r>
          </a:p>
        </p:txBody>
      </p:sp>
      <p:sp>
        <p:nvSpPr>
          <p:cNvPr id="17" name="">
            <a:extLst xmlns:a="http://schemas.openxmlformats.org/drawingml/2006/main">
              <a:ext uri="{FF2B5EF4-FFF2-40B4-BE49-F238E27FC236}">
                <a16:creationId xmlns:a16="http://schemas.microsoft.com/office/drawing/2014/main" id="{216AF6F3-83F9-40BB-9E0F-7019F2DA705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1E7730E1-DBB0-4D50-9A26-8AF77C7F8510}"/>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A48755-56F6-4B65-AD4C-E800DB8C1A21}"/>
              </a:ext>
            </a:extLst>
          </p:cNvPr>
          <p:cNvSpPr>
            <a:spLocks xmlns:a="http://schemas.openxmlformats.org/drawingml/2006/main" noGrp="1"/>
          </p:cNvSpPr>
          <p:nvPr/>
        </p:nvSpPr>
        <p:spPr>
          <a:xfrm xmlns:a="http://schemas.openxmlformats.org/drawingml/2006/main">
            <a:off x="43434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7E3856E9-DD5B-4B8F-BCE1-B157097DAC2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3754BCA-B1A6-44C0-8BA4-634B1A6E290D}"/>
              </a:ext>
            </a:extLst>
          </p:cNvPr>
          <p:cNvSpPr>
            <a:spLocks xmlns:a="http://schemas.openxmlformats.org/drawingml/2006/main" noGrp="1"/>
          </p:cNvSpPr>
          <p:nvPr/>
        </p:nvSpPr>
        <p:spPr>
          <a:xfrm xmlns:a="http://schemas.openxmlformats.org/drawingml/2006/main">
            <a:off x="44386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3DB48D5-9ECE-47B2-9986-0189A613ABE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A226D8C4-E788-44B2-B31F-024846BC9F40}"/>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C5F64A-13D2-4C56-8ABD-37CCDDC697F2}"/>
              </a:ext>
            </a:extLst>
          </p:cNvPr>
          <p:cNvSpPr>
            <a:spLocks xmlns:a="http://schemas.openxmlformats.org/drawingml/2006/main" noGrp="1"/>
          </p:cNvSpPr>
          <p:nvPr/>
        </p:nvSpPr>
        <p:spPr>
          <a:xfrm xmlns:a="http://schemas.openxmlformats.org/drawingml/2006/main">
            <a:off x="62103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D727D343-F78B-4DC5-AEB4-91CD7C9F4DC0}"/>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17AF55B-69C3-4DF8-993B-8AF72D3C49C5}"/>
              </a:ext>
            </a:extLst>
          </p:cNvPr>
          <p:cNvSpPr>
            <a:spLocks xmlns:a="http://schemas.openxmlformats.org/drawingml/2006/main" noGrp="1"/>
          </p:cNvSpPr>
          <p:nvPr/>
        </p:nvSpPr>
        <p:spPr>
          <a:xfrm xmlns:a="http://schemas.openxmlformats.org/drawingml/2006/main">
            <a:off x="63055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68CF25E-89C3-460D-97D5-BDC26031E9E5}"/>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5424A05-FD09-4C9A-94DA-1876B9AA21C3}"/>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ED813DF-2879-4985-82D8-154AC9314FDD}"/>
              </a:ext>
            </a:extLst>
          </p:cNvPr>
          <p:cNvSpPr>
            <a:spLocks xmlns:a="http://schemas.openxmlformats.org/drawingml/2006/main" noGrp="1"/>
          </p:cNvSpPr>
          <p:nvPr/>
        </p:nvSpPr>
        <p:spPr>
          <a:xfrm xmlns:a="http://schemas.openxmlformats.org/drawingml/2006/main">
            <a:off x="80772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4AB443AA-F9AF-4E27-B13B-0D07F6B9FA5C}"/>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FE662D2-5446-4B95-9AE3-DF349F1606F3}"/>
              </a:ext>
            </a:extLst>
          </p:cNvPr>
          <p:cNvSpPr>
            <a:spLocks xmlns:a="http://schemas.openxmlformats.org/drawingml/2006/main" noGrp="1"/>
          </p:cNvSpPr>
          <p:nvPr/>
        </p:nvSpPr>
        <p:spPr>
          <a:xfrm xmlns:a="http://schemas.openxmlformats.org/drawingml/2006/main">
            <a:off x="81724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E77F0D22-A0DD-405E-80A2-DDE0B038B6A4}"/>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F29BB11-13BA-485D-A734-93298F894A7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B3CF463A-2739-43E9-B720-E20CC0CE8BB7}"/>
              </a:ext>
            </a:extLst>
          </p:cNvPr>
          <p:cNvSpPr>
            <a:spLocks xmlns:a="http://schemas.openxmlformats.org/drawingml/2006/main" noGrp="1"/>
          </p:cNvSpPr>
          <p:nvPr/>
        </p:nvSpPr>
        <p:spPr>
          <a:xfrm xmlns:a="http://schemas.openxmlformats.org/drawingml/2006/main">
            <a:off x="9944100" y="2457450"/>
            <a:ext cx="1638300" cy="19050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149DEF07-4A0B-4647-9F41-D6FD12AFB5E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1A2F8DD4-2026-4DBF-8641-EED14E695AE8}"/>
              </a:ext>
            </a:extLst>
          </p:cNvPr>
          <p:cNvSpPr>
            <a:spLocks xmlns:a="http://schemas.openxmlformats.org/drawingml/2006/main" noGrp="1"/>
          </p:cNvSpPr>
          <p:nvPr/>
        </p:nvSpPr>
        <p:spPr>
          <a:xfrm xmlns:a="http://schemas.openxmlformats.org/drawingml/2006/main">
            <a:off x="10039350" y="4019550"/>
            <a:ext cx="1447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8E85BC0-3BEE-4280-9FEB-A6D4A973368A}"/>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C9DB847-6C03-4BF8-BE54-B024EA84EEC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3BB13F28-4D55-4D19-983B-8ECEC9AB36F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BB105FC2-423E-4AE5-B490-505536D882B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E9B0587-5720-447B-B58C-F7049AE509E7}"/>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4182132-339D-42FC-91C4-8F58A199F8F0}"/>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2C9AC651-040F-4843-8EBB-44C8491CE3D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2FBBFC4-0135-4897-BD50-2FC584C87A46}"/>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0EDDB27A-3393-4E05-8A2E-33C62AEA62D0}"/>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3033AA72-1D72-4ED0-9A3D-F649B0E0F9DE}"/>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813E468E-E1CD-41FF-8BEF-6B1366360437}"/>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1D104B2-5BE7-4CEB-A2E8-0BA09D775F8F}"/>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0F9FA2A5-1B5E-4F21-8985-DD5773B5D67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4F678A6-5731-4A77-B8AD-FEFAFABABA7E}"/>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16D6E622-69E9-45AD-997D-80084C38995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48E0A67-3DDC-4068-BD18-2449B9DD006E}"/>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A188BB42-B136-4652-994B-3DC61C1EEE7F}"/>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EAAAD5F-E98E-4028-81BB-57127DB67285}"/>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4D37C300-3FBD-4B20-BD55-406D5A7C79D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0CB9D5D-65F4-4D2A-86D0-3FD50A4E7DBC}"/>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E8E0C88-1BEC-4F22-82DC-AF75FBB84BA1}"/>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94ABA4F-DCEF-47EE-ADE1-34308CDE71CF}"/>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프로젝트에서 어떤 일을 맡기고 싶으신가요?">
            <a:extLst xmlns:a="http://schemas.openxmlformats.org/drawingml/2006/main">
              <a:ext uri="{FF2B5EF4-FFF2-40B4-BE49-F238E27FC236}">
                <a16:creationId xmlns:a16="http://schemas.microsoft.com/office/drawing/2014/main" id="{8116D579-3497-4C15-9B86-B89A3AFA455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프로젝트에서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FC9A23F-2612-4460-8B25-B9964C9B9B5B}"/>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1690C35F-EF55-4DFD-9BAF-D3219F1D72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17152221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7AFB219B-BDB8-436E-8261-035F8AE226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E2B27BE3-EEED-4693-993C-E1771B3D7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Task에는 무엇이 아직 정해지지 않았을까?">
            <a:extLst xmlns:a="http://schemas.openxmlformats.org/drawingml/2006/main">
              <a:ext uri="{FF2B5EF4-FFF2-40B4-BE49-F238E27FC236}">
                <a16:creationId xmlns:a16="http://schemas.microsoft.com/office/drawing/2014/main" id="{63282C86-4888-4922-B5C7-EB6BF08E8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F7B6C61C-40F8-47D5-B36C-C845368F0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991EB10-EB44-465A-98E6-F64ACBFF4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개념도 · 실측 아님</a:t>
            </a:r>
          </a:p>
        </p:txBody>
      </p:sp>
      <p:sp>
        <p:nvSpPr>
          <p:cNvPr id="7" name="같은 Repository를 보고 있습니다.">
            <a:extLst xmlns:a="http://schemas.openxmlformats.org/drawingml/2006/main">
              <a:ext uri="{FF2B5EF4-FFF2-40B4-BE49-F238E27FC236}">
                <a16:creationId xmlns:a16="http://schemas.microsoft.com/office/drawing/2014/main" id="{17889DE0-27DF-4492-8BCA-5547318B764E}"/>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41AAD310-5C58-411A-B7AF-FEC756164335}"/>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B22C1BD-2CC0-4827-8E8F-94632C2AB1E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1922429-3805-452D-8D78-41ED54A28127}"/>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3505A91B-A2F8-40F8-AD9D-7729CEA3BB4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E7D45958-A76E-434A-AEDB-829B6BDE02C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E33FBEC-C2EE-4DC6-AB24-ABF25B591479}"/>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B9FA9B-620C-43FE-BC5C-E1D9DF32791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92AB0A6-A493-4985-8711-2673684D5942}"/>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661052A-D589-45D5-B4C9-490220693D5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FC0472E-4AD3-49C8-BB29-0210208662FA}"/>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9B2D581-B330-490F-9F5B-C5E3CB69AF0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22DAA26C-E8AC-495C-9E86-ED6C517C8337}"/>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4FCE256-1F03-476C-9583-000609AEBE87}"/>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EDDE8AD-FCC2-40E3-995F-A53E1A8B8C66}"/>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3FFB7F6-2F61-484E-A1DB-6F8710D098CD}"/>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0A83136-4FE5-4521-93BD-24E2921AC049}"/>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B3E458C3-1FA6-4E1D-812A-058E9843C240}"/>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A883F5F1-0BBE-46B8-A7DC-30302B977AF0}"/>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DACA6A30-3D1C-491F-8FFD-60EDFF2E163D}"/>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D7B8F482-8085-413C-9880-A14831776959}"/>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51F2D768-C70F-4327-A234-AC2BB1CBB47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CAF8F7EC-07FE-48FF-B52D-851F6957457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BFD7B568-1A94-44DA-9770-C9778EDD3C1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E76447AA-C248-4112-AD89-63BEF0406E4A}"/>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616A589C-4F61-43D6-9548-41DAEEDBBE8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0606C291-EE90-4A89-9CC7-642F733B78A3}"/>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772D4022-5FBF-4C74-A672-F6A8171E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51946A1-8FB6-44DA-973A-BC3293A194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21FA8C15-6052-484C-9F21-0D2BF619CC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요청만으로는 의도가 보이지 않는다">
            <a:extLst xmlns:a="http://schemas.openxmlformats.org/drawingml/2006/main">
              <a:ext uri="{FF2B5EF4-FFF2-40B4-BE49-F238E27FC236}">
                <a16:creationId xmlns:a16="http://schemas.microsoft.com/office/drawing/2014/main" id="{36E4AEB9-2332-49FD-ADB2-4D703D43C6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5C2E7A97-137F-4358-A050-5DAF774C6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B7DA6C06-9E35-4B99-AD71-A00E27AA8A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가능한 해석의 예시</a:t>
            </a:r>
          </a:p>
        </p:txBody>
      </p:sp>
      <p:sp>
        <p:nvSpPr>
          <p:cNvPr id="7" name="같은 모호함을, 앞서 본 crop 사례로 좁혀 보자.">
            <a:extLst xmlns:a="http://schemas.openxmlformats.org/drawingml/2006/main">
              <a:ext uri="{FF2B5EF4-FFF2-40B4-BE49-F238E27FC236}">
                <a16:creationId xmlns:a16="http://schemas.microsoft.com/office/drawing/2014/main" id="{9765B835-7DB9-424E-A5B7-C266C8FCCC1D}"/>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8577E798-A81D-443D-8729-60469E55F504}"/>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8200B6-E2F9-4980-952A-99E6FD3CB23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6141B23-B351-4C47-B681-D0959E5C0E06}"/>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EDECEA85-7511-4F81-8AA7-8E1E1A832B4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DFD2A7E2-DF66-41A7-BDAD-8A6BAA8CCC1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F9E67D7-B7E6-4173-BD65-72443C8854BB}"/>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5823A0-D9BD-4A6E-AEF0-2C1CCF46227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17BC83D-2B06-4E6D-AFD8-BFDB0179F498}"/>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58237DDE-5BFC-44F4-9759-0CB31334AE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B6F1105-CDD5-44A6-920B-776B945C212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F050185F-0F63-42F8-A9C4-AC076276975C}"/>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A8E70B71-964A-4382-9741-D3462C89CC80}"/>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2DA88DF7-56C4-4E5B-84DF-DED2568521DF}"/>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9B2AC43-78D1-4CAD-BAAA-E6F4715A4CB3}"/>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B5A3E5F4-F10E-42C5-AD2F-7B59E80AC92C}"/>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0C768AEE-0ABB-40FD-8AF4-DCEB93BC111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A8DCEF81-3BA1-4A80-B137-D8FA4B81D450}"/>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EC1ABA70-32F3-41D5-92D2-1B68A4256E8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3CB06-5279-4259-83B0-C03AA43EB3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C144A61-A6AC-4272-949F-DBB3842D0B6F}"/>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28454DF3-10DB-479D-B0A5-9E975AB37FB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C1E9D2C0-EC4D-4DD0-B99A-B79AF2EB523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6A4B7C2F-7A36-4C3B-B2BB-37328CBCF14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F0DE1D2-02FB-43F0-B97B-1D9C62E1ED00}"/>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AEEFEAE-D06E-43F8-89BE-490AF9D5B64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ED140E1-09E9-46DD-A8CC-997393577FD1}"/>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6092638A-4AE0-4B05-A14B-9E8C97A0FFA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473E1FF-FF6B-4E43-866F-2746E4AB9CF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46F4274-3E29-488B-9D59-858C31C9241F}"/>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9A2290F3-BA88-40BF-ADE2-D2426606E989}"/>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2BAD0F55-A1DF-4126-ADD5-3645031D1D5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789EB47-F346-4B9E-8704-64E7AD14FEC8}"/>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487288E-30F3-4C3B-94DB-3547E9982B3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04EEFB03-F3A4-459B-8486-2AE5F59D88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C9C53155-1672-47E1-9DD5-EFF2784E2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442ED0B5-9FAE-4402-8918-6649999FCB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원하는 작업 경로를 Prompt에 담는다">
            <a:extLst xmlns:a="http://schemas.openxmlformats.org/drawingml/2006/main">
              <a:ext uri="{FF2B5EF4-FFF2-40B4-BE49-F238E27FC236}">
                <a16:creationId xmlns:a16="http://schemas.microsoft.com/office/drawing/2014/main" id="{0C898DF9-A344-48EC-9FBA-ADA66F2D31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4579ED6E-6AE0-44DB-BAE5-2987C8F89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FD39514-B40A-47EE-A7E4-928C9D6CD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의도한 경로</a:t>
            </a:r>
          </a:p>
        </p:txBody>
      </p:sp>
      <p:sp>
        <p:nvSpPr>
          <p:cNvPr id="7" name="">
            <a:extLst xmlns:a="http://schemas.openxmlformats.org/drawingml/2006/main">
              <a:ext uri="{FF2B5EF4-FFF2-40B4-BE49-F238E27FC236}">
                <a16:creationId xmlns:a16="http://schemas.microsoft.com/office/drawing/2014/main" id="{65FC6280-FA7C-4D77-8277-C0E5360B1ECC}"/>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43E0A7-32B8-4F21-A465-C6AE045F3F2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7AB8C059-0A39-416F-90E5-24D81572CA6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6CB1E9C5-A337-4E92-8A14-9CC897A7F306}"/>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6FFC91C-0737-4F7D-A424-05610CC90E2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9C1416E-F34D-4A62-A948-F69C9F456241}"/>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1113CF96-48E0-4EAE-A205-9086C0B0AE4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6D5545BC-E565-41D2-BECC-6970E34C8C79}"/>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C62ABF-41D3-4B74-8C14-4AA189609C43}"/>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1D5900E-24F0-4E04-9F9C-DB665BD46802}"/>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B0BE7EAA-9082-4926-AD2D-F129A4960498}"/>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695DD385-27EB-42BF-8EA1-83E732046774}"/>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EE1FC61-BAB5-4E99-B5D3-6EFB42D2B4BA}"/>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1980B240-98DF-4D90-B5A4-E3EFA27ECDC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F0A4C6F7-956A-4846-BEBC-3517F75A1CD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E981587-7527-4D1A-B635-DE782A8C66B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3B54A31-1EB9-4164-8FD0-DE60F21D627B}"/>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81597F3C-0AF0-4290-B9D8-B53EBFBC5BC3}"/>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5E57261A-68D0-4C0B-A249-3B0D17DFFA09}"/>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2B2714A-632C-4C6D-B243-2E380787AD5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7DBB77F-49B0-4FD5-AA8E-11FE7316E900}"/>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CA6E604D-D653-4E7C-BA7D-73C8B8E4EC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6A96727A-EB23-43A4-B6AD-F18C9E7E75C2}"/>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698F939B-FA08-46DE-913D-DCB10798291B}"/>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BEF54A76-6EC1-4AC3-97C8-784497A26B45}"/>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CEF7B0C-5683-4F2A-AC98-1EEED7BF57BF}"/>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5DCB08B-58ED-4789-BD3A-51BDEC40E3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DA9CC6CF-FE79-4AB8-A1C1-B44F290161A9}"/>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0BF42534-CE4C-423F-9E6A-3D2406F3B889}"/>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3FF6C6DF-272D-439F-973E-846C0C00623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A7C7573E-12EF-4836-A737-AF7BD4B85C91}"/>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CF55862-8D60-4FAA-8804-DB1375ED38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D2FDB292-7A9A-430B-962D-A40CBED1291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FDB48C64-7393-43BD-8675-ECA076B12AC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762E52AE-A5EF-4E49-AE2E-9C2F0659D782}"/>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A489066-CC3D-41CD-A94B-3BFE4F8F796C}"/>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7B494D49-410D-49C7-AF3D-F30C0B8BBD24}"/>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892BC47-9296-462E-9636-0311EAD0AC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EE439359-849A-48A8-8C0A-54303EC10D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S24</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S25</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6">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7">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8">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2">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3">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4">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5">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0">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1">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2">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3">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4">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7">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99">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0">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7">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9">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6–58">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S56–58</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2">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S62</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7">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S67</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2">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S72</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4">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S74</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4">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S84</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3">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S91</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S95</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120</ap:Slides>
  <ap:Notes>120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